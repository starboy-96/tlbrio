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13"/>
  </p:notesMasterIdLst>
  <p:sldIdLst>
    <p:sldId id="2204" r:id="rId5"/>
    <p:sldId id="2205" r:id="rId6"/>
    <p:sldId id="2206" r:id="rId7"/>
    <p:sldId id="2207" r:id="rId8"/>
    <p:sldId id="2208" r:id="rId9"/>
    <p:sldId id="288" r:id="rId10"/>
    <p:sldId id="2209" r:id="rId11"/>
    <p:sldId id="2210" r:id="rId12"/>
  </p:sldIdLst>
  <p:sldSz cx="13463588" cy="7561263"/>
  <p:notesSz cx="6794500" cy="9906000"/>
  <p:defaultTextStyle>
    <a:defPPr>
      <a:defRPr lang="en-US"/>
    </a:defPPr>
    <a:lvl1pPr marL="0" algn="l" defTabSz="876134" rtl="0" eaLnBrk="1" latinLnBrk="0" hangingPunct="1">
      <a:defRPr sz="1725" kern="1200">
        <a:solidFill>
          <a:schemeClr val="tx1"/>
        </a:solidFill>
        <a:latin typeface="+mn-lt"/>
        <a:ea typeface="+mn-ea"/>
        <a:cs typeface="+mn-cs"/>
      </a:defRPr>
    </a:lvl1pPr>
    <a:lvl2pPr marL="438067" algn="l" defTabSz="876134" rtl="0" eaLnBrk="1" latinLnBrk="0" hangingPunct="1">
      <a:defRPr sz="1725" kern="1200">
        <a:solidFill>
          <a:schemeClr val="tx1"/>
        </a:solidFill>
        <a:latin typeface="+mn-lt"/>
        <a:ea typeface="+mn-ea"/>
        <a:cs typeface="+mn-cs"/>
      </a:defRPr>
    </a:lvl2pPr>
    <a:lvl3pPr marL="876134" algn="l" defTabSz="876134" rtl="0" eaLnBrk="1" latinLnBrk="0" hangingPunct="1">
      <a:defRPr sz="1725" kern="1200">
        <a:solidFill>
          <a:schemeClr val="tx1"/>
        </a:solidFill>
        <a:latin typeface="+mn-lt"/>
        <a:ea typeface="+mn-ea"/>
        <a:cs typeface="+mn-cs"/>
      </a:defRPr>
    </a:lvl3pPr>
    <a:lvl4pPr marL="1314201" algn="l" defTabSz="876134" rtl="0" eaLnBrk="1" latinLnBrk="0" hangingPunct="1">
      <a:defRPr sz="1725" kern="1200">
        <a:solidFill>
          <a:schemeClr val="tx1"/>
        </a:solidFill>
        <a:latin typeface="+mn-lt"/>
        <a:ea typeface="+mn-ea"/>
        <a:cs typeface="+mn-cs"/>
      </a:defRPr>
    </a:lvl4pPr>
    <a:lvl5pPr marL="1752268" algn="l" defTabSz="876134" rtl="0" eaLnBrk="1" latinLnBrk="0" hangingPunct="1">
      <a:defRPr sz="1725" kern="1200">
        <a:solidFill>
          <a:schemeClr val="tx1"/>
        </a:solidFill>
        <a:latin typeface="+mn-lt"/>
        <a:ea typeface="+mn-ea"/>
        <a:cs typeface="+mn-cs"/>
      </a:defRPr>
    </a:lvl5pPr>
    <a:lvl6pPr marL="2190335" algn="l" defTabSz="876134" rtl="0" eaLnBrk="1" latinLnBrk="0" hangingPunct="1">
      <a:defRPr sz="1725" kern="1200">
        <a:solidFill>
          <a:schemeClr val="tx1"/>
        </a:solidFill>
        <a:latin typeface="+mn-lt"/>
        <a:ea typeface="+mn-ea"/>
        <a:cs typeface="+mn-cs"/>
      </a:defRPr>
    </a:lvl6pPr>
    <a:lvl7pPr marL="2628403" algn="l" defTabSz="876134" rtl="0" eaLnBrk="1" latinLnBrk="0" hangingPunct="1">
      <a:defRPr sz="1725" kern="1200">
        <a:solidFill>
          <a:schemeClr val="tx1"/>
        </a:solidFill>
        <a:latin typeface="+mn-lt"/>
        <a:ea typeface="+mn-ea"/>
        <a:cs typeface="+mn-cs"/>
      </a:defRPr>
    </a:lvl7pPr>
    <a:lvl8pPr marL="3066470" algn="l" defTabSz="876134" rtl="0" eaLnBrk="1" latinLnBrk="0" hangingPunct="1">
      <a:defRPr sz="1725" kern="1200">
        <a:solidFill>
          <a:schemeClr val="tx1"/>
        </a:solidFill>
        <a:latin typeface="+mn-lt"/>
        <a:ea typeface="+mn-ea"/>
        <a:cs typeface="+mn-cs"/>
      </a:defRPr>
    </a:lvl8pPr>
    <a:lvl9pPr marL="3504537" algn="l" defTabSz="876134" rtl="0" eaLnBrk="1" latinLnBrk="0" hangingPunct="1">
      <a:defRPr sz="172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7CA9"/>
    <a:srgbClr val="959898"/>
    <a:srgbClr val="4F5353"/>
    <a:srgbClr val="00BA8D"/>
    <a:srgbClr val="FFF6EB"/>
    <a:srgbClr val="EDEBF4"/>
    <a:srgbClr val="F9EBF2"/>
    <a:srgbClr val="FDEFED"/>
    <a:srgbClr val="EEEEEE"/>
    <a:srgbClr val="ECF9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F4D9D7-B057-4146-87FB-2D94D6B425F3}" v="516" dt="2024-12-12T16:09:22.730"/>
  </p1510:revLst>
</p1510:revInfo>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5580"/>
    <p:restoredTop sz="94212" autoAdjust="0"/>
  </p:normalViewPr>
  <p:slideViewPr>
    <p:cSldViewPr snapToGrid="0">
      <p:cViewPr varScale="1">
        <p:scale>
          <a:sx n="106" d="100"/>
          <a:sy n="106" d="100"/>
        </p:scale>
        <p:origin x="1200" y="1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a:lvl1pPr>
          </a:lstStyle>
          <a:p>
            <a:fld id="{2F40BA08-2719-47EC-98B9-B9C7A5AEF5A3}" type="datetimeFigureOut">
              <a:rPr lang="en-GB" smtClean="0"/>
              <a:t>29/06/2026</a:t>
            </a:fld>
            <a:endParaRPr lang="en-GB"/>
          </a:p>
        </p:txBody>
      </p:sp>
      <p:sp>
        <p:nvSpPr>
          <p:cNvPr id="4" name="Slide Image Placeholder 3"/>
          <p:cNvSpPr>
            <a:spLocks noGrp="1" noRot="1" noChangeAspect="1"/>
          </p:cNvSpPr>
          <p:nvPr>
            <p:ph type="sldImg" idx="2"/>
          </p:nvPr>
        </p:nvSpPr>
        <p:spPr>
          <a:xfrm>
            <a:off x="422275" y="1238250"/>
            <a:ext cx="5949950" cy="33432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67263"/>
            <a:ext cx="5435600" cy="39004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09113"/>
            <a:ext cx="2944813" cy="4968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100" y="9409113"/>
            <a:ext cx="2944813" cy="496887"/>
          </a:xfrm>
          <a:prstGeom prst="rect">
            <a:avLst/>
          </a:prstGeom>
        </p:spPr>
        <p:txBody>
          <a:bodyPr vert="horz" lIns="91440" tIns="45720" rIns="91440" bIns="45720" rtlCol="0" anchor="b"/>
          <a:lstStyle>
            <a:lvl1pPr algn="r">
              <a:defRPr sz="1200"/>
            </a:lvl1pPr>
          </a:lstStyle>
          <a:p>
            <a:fld id="{7DAD1017-E0EA-42FF-A2A9-98DF9225EF22}" type="slidenum">
              <a:rPr lang="en-GB" smtClean="0"/>
              <a:t>‹#›</a:t>
            </a:fld>
            <a:endParaRPr lang="en-GB"/>
          </a:p>
        </p:txBody>
      </p:sp>
    </p:spTree>
    <p:extLst>
      <p:ext uri="{BB962C8B-B14F-4D97-AF65-F5344CB8AC3E}">
        <p14:creationId xmlns:p14="http://schemas.microsoft.com/office/powerpoint/2010/main" val="4199141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AD1017-E0EA-42FF-A2A9-98DF9225EF22}" type="slidenum">
              <a:rPr lang="en-GB" smtClean="0"/>
              <a:t>2</a:t>
            </a:fld>
            <a:endParaRPr lang="en-GB"/>
          </a:p>
        </p:txBody>
      </p:sp>
    </p:spTree>
    <p:extLst>
      <p:ext uri="{BB962C8B-B14F-4D97-AF65-F5344CB8AC3E}">
        <p14:creationId xmlns:p14="http://schemas.microsoft.com/office/powerpoint/2010/main" val="141900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6ABDE0-925C-6904-2B19-284BA305326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22" name="Text Placeholder 21">
            <a:extLst>
              <a:ext uri="{FF2B5EF4-FFF2-40B4-BE49-F238E27FC236}">
                <a16:creationId xmlns:a16="http://schemas.microsoft.com/office/drawing/2014/main" id="{E7FFE5AD-2016-7B7E-9F82-2B690FE93A39}"/>
              </a:ext>
            </a:extLst>
          </p:cNvPr>
          <p:cNvSpPr>
            <a:spLocks noGrp="1"/>
          </p:cNvSpPr>
          <p:nvPr>
            <p:ph type="body" sz="quarter" idx="18"/>
          </p:nvPr>
        </p:nvSpPr>
        <p:spPr>
          <a:xfrm>
            <a:off x="539750" y="1911557"/>
            <a:ext cx="8088860" cy="2505392"/>
          </a:xfrm>
        </p:spPr>
        <p:txBody>
          <a:bodyPr/>
          <a:lstStyle>
            <a:lvl1pPr>
              <a:defRPr sz="3400">
                <a:solidFill>
                  <a:schemeClr val="bg1"/>
                </a:solidFill>
              </a:defRPr>
            </a:lvl1pPr>
            <a:lvl2pP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2" name="Group 1">
            <a:extLst>
              <a:ext uri="{FF2B5EF4-FFF2-40B4-BE49-F238E27FC236}">
                <a16:creationId xmlns:a16="http://schemas.microsoft.com/office/drawing/2014/main" id="{16B42D75-0D04-6B68-10E0-4545B5DEE242}"/>
              </a:ext>
            </a:extLst>
          </p:cNvPr>
          <p:cNvGrpSpPr>
            <a:grpSpLocks noChangeAspect="1"/>
          </p:cNvGrpSpPr>
          <p:nvPr userDrawn="1"/>
        </p:nvGrpSpPr>
        <p:grpSpPr>
          <a:xfrm>
            <a:off x="538163" y="550996"/>
            <a:ext cx="1195185" cy="508054"/>
            <a:chOff x="5868144" y="2000579"/>
            <a:chExt cx="1381170" cy="574833"/>
          </a:xfrm>
          <a:solidFill>
            <a:schemeClr val="bg1"/>
          </a:solidFill>
        </p:grpSpPr>
        <p:sp>
          <p:nvSpPr>
            <p:cNvPr id="3" name="Freeform 18">
              <a:extLst>
                <a:ext uri="{FF2B5EF4-FFF2-40B4-BE49-F238E27FC236}">
                  <a16:creationId xmlns:a16="http://schemas.microsoft.com/office/drawing/2014/main" id="{BD2ABE0C-D075-F687-36B6-CE255D874CFE}"/>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4" name="Freeform 19">
              <a:extLst>
                <a:ext uri="{FF2B5EF4-FFF2-40B4-BE49-F238E27FC236}">
                  <a16:creationId xmlns:a16="http://schemas.microsoft.com/office/drawing/2014/main" id="{92FC75A2-FD88-FB04-DBD5-FDD35F669CED}"/>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solidFill>
                  <a:schemeClr val="bg1"/>
                </a:solidFill>
              </a:endParaRPr>
            </a:p>
          </p:txBody>
        </p:sp>
        <p:sp>
          <p:nvSpPr>
            <p:cNvPr id="5" name="Freeform 20">
              <a:extLst>
                <a:ext uri="{FF2B5EF4-FFF2-40B4-BE49-F238E27FC236}">
                  <a16:creationId xmlns:a16="http://schemas.microsoft.com/office/drawing/2014/main" id="{38459F4A-742F-B62A-7F05-826DFD64CFF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6" name="Freeform 21">
              <a:extLst>
                <a:ext uri="{FF2B5EF4-FFF2-40B4-BE49-F238E27FC236}">
                  <a16:creationId xmlns:a16="http://schemas.microsoft.com/office/drawing/2014/main" id="{7CE24B2C-129B-2088-F616-59335AF0174E}"/>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7" name="Freeform 22">
              <a:extLst>
                <a:ext uri="{FF2B5EF4-FFF2-40B4-BE49-F238E27FC236}">
                  <a16:creationId xmlns:a16="http://schemas.microsoft.com/office/drawing/2014/main" id="{72133241-D7BA-4B2C-91B1-E6A6EDFF18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solidFill>
                  <a:schemeClr val="bg1"/>
                </a:solidFill>
              </a:endParaRPr>
            </a:p>
          </p:txBody>
        </p:sp>
        <p:sp>
          <p:nvSpPr>
            <p:cNvPr id="8" name="Freeform 23">
              <a:extLst>
                <a:ext uri="{FF2B5EF4-FFF2-40B4-BE49-F238E27FC236}">
                  <a16:creationId xmlns:a16="http://schemas.microsoft.com/office/drawing/2014/main" id="{3793987F-CAB1-8E55-250A-EB2208026CF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9" name="Freeform 24">
              <a:extLst>
                <a:ext uri="{FF2B5EF4-FFF2-40B4-BE49-F238E27FC236}">
                  <a16:creationId xmlns:a16="http://schemas.microsoft.com/office/drawing/2014/main" id="{C7AAB2F3-35EA-8F82-0BC8-8F9F9DA162C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grpSp>
    </p:spTree>
    <p:extLst>
      <p:ext uri="{BB962C8B-B14F-4D97-AF65-F5344CB8AC3E}">
        <p14:creationId xmlns:p14="http://schemas.microsoft.com/office/powerpoint/2010/main" val="4246117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DB989A-6140-A2B8-0655-AB39B5D379C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a:solidFill>
            <a:schemeClr val="bg1"/>
          </a:solidFill>
        </p:spPr>
      </p:pic>
      <p:sp>
        <p:nvSpPr>
          <p:cNvPr id="9" name="Text Placeholder 21">
            <a:extLst>
              <a:ext uri="{FF2B5EF4-FFF2-40B4-BE49-F238E27FC236}">
                <a16:creationId xmlns:a16="http://schemas.microsoft.com/office/drawing/2014/main" id="{F35CFE8A-9383-BA9D-F02F-6C0D9BB1FF83}"/>
              </a:ext>
            </a:extLst>
          </p:cNvPr>
          <p:cNvSpPr>
            <a:spLocks noGrp="1"/>
          </p:cNvSpPr>
          <p:nvPr>
            <p:ph type="body" sz="quarter" idx="18"/>
          </p:nvPr>
        </p:nvSpPr>
        <p:spPr>
          <a:xfrm>
            <a:off x="539750" y="999808"/>
            <a:ext cx="8088860" cy="250539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23337C25-C2C3-E0F7-72C3-092CC89F5C87}"/>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28E42F60-7A17-B1BE-3025-A5370F953A57}"/>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D1A9E45-06F7-B059-D2DC-9FAD15765274}"/>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1C70716E-B0B3-923D-EA5A-68A3D5A531FA}"/>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FBF66CB4-5C49-4EF6-8939-0B7AFECEA44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DD760B6B-8208-8AC7-7E48-DFC6D3340B5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A42BE27C-101F-5829-F4AC-348E16ACFCAA}"/>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A267B886-F785-4295-E951-73052EE7CBC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38328880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 With image">
    <p:spTree>
      <p:nvGrpSpPr>
        <p:cNvPr id="1" name=""/>
        <p:cNvGrpSpPr/>
        <p:nvPr/>
      </p:nvGrpSpPr>
      <p:grpSpPr>
        <a:xfrm>
          <a:off x="0" y="0"/>
          <a:ext cx="0" cy="0"/>
          <a:chOff x="0" y="0"/>
          <a:chExt cx="0" cy="0"/>
        </a:xfrm>
      </p:grpSpPr>
      <p:sp>
        <p:nvSpPr>
          <p:cNvPr id="2" name="Text Placeholder 21">
            <a:extLst>
              <a:ext uri="{FF2B5EF4-FFF2-40B4-BE49-F238E27FC236}">
                <a16:creationId xmlns:a16="http://schemas.microsoft.com/office/drawing/2014/main" id="{045936CE-85CD-30C6-DF1B-4E7D1306F85B}"/>
              </a:ext>
            </a:extLst>
          </p:cNvPr>
          <p:cNvSpPr>
            <a:spLocks noGrp="1"/>
          </p:cNvSpPr>
          <p:nvPr>
            <p:ph type="body" sz="quarter" idx="18"/>
          </p:nvPr>
        </p:nvSpPr>
        <p:spPr>
          <a:xfrm>
            <a:off x="549158" y="1536352"/>
            <a:ext cx="6313606" cy="30235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607FD219-6F4C-B8F0-BD3F-E93A5911D08D}"/>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097890B5-A2AB-804D-977A-9EE82AC1485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2F6EA41-160A-2CE0-5509-194D6BEDB51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5E1C6B47-809E-63A9-3040-CA8CA4E4578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9527E55F-E925-0415-6AD5-A55B8752080B}"/>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76C5C77A-EC5A-C153-8E36-3490986BD2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1B5650B6-12AD-F667-9DF5-738EDC3784D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1" name="Freeform 24">
              <a:extLst>
                <a:ext uri="{FF2B5EF4-FFF2-40B4-BE49-F238E27FC236}">
                  <a16:creationId xmlns:a16="http://schemas.microsoft.com/office/drawing/2014/main" id="{A10BE665-EF2A-925A-C299-23FDA2B86A62}"/>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2" name="Picture Placeholder 32">
            <a:extLst>
              <a:ext uri="{FF2B5EF4-FFF2-40B4-BE49-F238E27FC236}">
                <a16:creationId xmlns:a16="http://schemas.microsoft.com/office/drawing/2014/main" id="{8B0C329C-FD1D-F52B-8995-B0F4D9425DB7}"/>
              </a:ext>
            </a:extLst>
          </p:cNvPr>
          <p:cNvSpPr>
            <a:spLocks noGrp="1"/>
          </p:cNvSpPr>
          <p:nvPr>
            <p:ph type="pic" sz="quarter" idx="13" hasCustomPrompt="1"/>
          </p:nvPr>
        </p:nvSpPr>
        <p:spPr>
          <a:xfrm>
            <a:off x="4299585" y="539750"/>
            <a:ext cx="9164003" cy="7021513"/>
          </a:xfrm>
          <a:custGeom>
            <a:avLst/>
            <a:gdLst>
              <a:gd name="connsiteX0" fmla="*/ 3964135 w 5478756"/>
              <a:gd name="connsiteY0" fmla="*/ 6 h 4197855"/>
              <a:gd name="connsiteX1" fmla="*/ 5376297 w 5478756"/>
              <a:gd name="connsiteY1" fmla="*/ 202809 h 4197855"/>
              <a:gd name="connsiteX2" fmla="*/ 5478756 w 5478756"/>
              <a:gd name="connsiteY2" fmla="*/ 233396 h 4197855"/>
              <a:gd name="connsiteX3" fmla="*/ 5478756 w 5478756"/>
              <a:gd name="connsiteY3" fmla="*/ 3659606 h 4197855"/>
              <a:gd name="connsiteX4" fmla="*/ 5351198 w 5478756"/>
              <a:gd name="connsiteY4" fmla="*/ 3598941 h 4197855"/>
              <a:gd name="connsiteX5" fmla="*/ 3803096 w 5478756"/>
              <a:gd name="connsiteY5" fmla="*/ 3862667 h 4197855"/>
              <a:gd name="connsiteX6" fmla="*/ 3696284 w 5478756"/>
              <a:gd name="connsiteY6" fmla="*/ 4152415 h 4197855"/>
              <a:gd name="connsiteX7" fmla="*/ 3692182 w 5478756"/>
              <a:gd name="connsiteY7" fmla="*/ 4197855 h 4197855"/>
              <a:gd name="connsiteX8" fmla="*/ 10739 w 5478756"/>
              <a:gd name="connsiteY8" fmla="*/ 4197855 h 4197855"/>
              <a:gd name="connsiteX9" fmla="*/ 9379 w 5478756"/>
              <a:gd name="connsiteY9" fmla="*/ 4184886 h 4197855"/>
              <a:gd name="connsiteX10" fmla="*/ 575639 w 5478756"/>
              <a:gd name="connsiteY10" fmla="*/ 1958070 h 4197855"/>
              <a:gd name="connsiteX11" fmla="*/ 3964135 w 5478756"/>
              <a:gd name="connsiteY11" fmla="*/ 6 h 419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78756" h="4197855">
                <a:moveTo>
                  <a:pt x="3964135" y="6"/>
                </a:moveTo>
                <a:cubicBezTo>
                  <a:pt x="4415609" y="699"/>
                  <a:pt x="4888895" y="67916"/>
                  <a:pt x="5376297" y="202809"/>
                </a:cubicBezTo>
                <a:lnTo>
                  <a:pt x="5478756" y="233396"/>
                </a:lnTo>
                <a:lnTo>
                  <a:pt x="5478756" y="3659606"/>
                </a:lnTo>
                <a:lnTo>
                  <a:pt x="5351198" y="3598941"/>
                </a:lnTo>
                <a:cubicBezTo>
                  <a:pt x="4659486" y="3293110"/>
                  <a:pt x="4088785" y="3367839"/>
                  <a:pt x="3803096" y="3862667"/>
                </a:cubicBezTo>
                <a:cubicBezTo>
                  <a:pt x="3748679" y="3956919"/>
                  <a:pt x="3713807" y="4053506"/>
                  <a:pt x="3696284" y="4152415"/>
                </a:cubicBezTo>
                <a:lnTo>
                  <a:pt x="3692182" y="4197855"/>
                </a:lnTo>
                <a:lnTo>
                  <a:pt x="10739" y="4197855"/>
                </a:lnTo>
                <a:lnTo>
                  <a:pt x="9379" y="4184886"/>
                </a:lnTo>
                <a:cubicBezTo>
                  <a:pt x="-41651" y="3501776"/>
                  <a:pt x="111201" y="2762500"/>
                  <a:pt x="575639" y="1958070"/>
                </a:cubicBezTo>
                <a:cubicBezTo>
                  <a:pt x="1323522" y="662699"/>
                  <a:pt x="2534467" y="-2190"/>
                  <a:pt x="3964135" y="6"/>
                </a:cubicBezTo>
                <a:close/>
              </a:path>
            </a:pathLst>
          </a:custGeom>
          <a:solidFill>
            <a:srgbClr val="ECF9F4"/>
          </a:solidFill>
        </p:spPr>
        <p:txBody>
          <a:bodyPr wrap="square" lIns="90000" anchor="ctr" anchorCtr="0">
            <a:noAutofit/>
          </a:bodyPr>
          <a:lstStyle>
            <a:lvl1pPr marL="0" indent="0" algn="ctr">
              <a:buFontTx/>
              <a:buNone/>
              <a:defRPr sz="1600"/>
            </a:lvl1pPr>
          </a:lstStyle>
          <a:p>
            <a:r>
              <a:rPr lang="en-GB"/>
              <a:t>Click to add picture</a:t>
            </a:r>
          </a:p>
        </p:txBody>
      </p:sp>
    </p:spTree>
    <p:extLst>
      <p:ext uri="{BB962C8B-B14F-4D97-AF65-F5344CB8AC3E}">
        <p14:creationId xmlns:p14="http://schemas.microsoft.com/office/powerpoint/2010/main" val="29888801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 With imag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17F581-9A67-B08D-C9B9-2EE653E46906}"/>
              </a:ext>
            </a:extLst>
          </p:cNvPr>
          <p:cNvSpPr txBox="1"/>
          <p:nvPr userDrawn="1"/>
        </p:nvSpPr>
        <p:spPr>
          <a:xfrm>
            <a:off x="-2817957" y="-4564111"/>
            <a:ext cx="184731" cy="355482"/>
          </a:xfrm>
          <a:prstGeom prst="rect">
            <a:avLst/>
          </a:prstGeom>
          <a:noFill/>
        </p:spPr>
        <p:txBody>
          <a:bodyPr wrap="none" rtlCol="0">
            <a:spAutoFit/>
          </a:bodyPr>
          <a:lstStyle/>
          <a:p>
            <a:endParaRPr lang="en-GB" sz="1710"/>
          </a:p>
        </p:txBody>
      </p:sp>
      <p:sp>
        <p:nvSpPr>
          <p:cNvPr id="4" name="Text Placeholder 21">
            <a:extLst>
              <a:ext uri="{FF2B5EF4-FFF2-40B4-BE49-F238E27FC236}">
                <a16:creationId xmlns:a16="http://schemas.microsoft.com/office/drawing/2014/main" id="{883FAEE3-35F0-DD0C-794A-15F4416285E6}"/>
              </a:ext>
            </a:extLst>
          </p:cNvPr>
          <p:cNvSpPr>
            <a:spLocks noGrp="1"/>
          </p:cNvSpPr>
          <p:nvPr>
            <p:ph type="body" sz="quarter" idx="18"/>
          </p:nvPr>
        </p:nvSpPr>
        <p:spPr>
          <a:xfrm>
            <a:off x="549157" y="4192467"/>
            <a:ext cx="6182639" cy="17689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10711904-09C7-05B3-ADC7-97FDF0ABA74A}"/>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5" name="Freeform 18">
              <a:extLst>
                <a:ext uri="{FF2B5EF4-FFF2-40B4-BE49-F238E27FC236}">
                  <a16:creationId xmlns:a16="http://schemas.microsoft.com/office/drawing/2014/main" id="{66344121-2FB9-8D1B-EDD2-5C5FB60A0E5F}"/>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6" name="Freeform 19">
              <a:extLst>
                <a:ext uri="{FF2B5EF4-FFF2-40B4-BE49-F238E27FC236}">
                  <a16:creationId xmlns:a16="http://schemas.microsoft.com/office/drawing/2014/main" id="{BB179072-E832-85FC-C5B8-982DE3DAE866}"/>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682A6FCF-22DD-6567-8AD0-A16F1949FC94}"/>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86138060-28C6-FC78-C9DD-626FCB4739A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5D4E8FBE-41E0-6410-E731-69EC52B3A0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05097D18-445F-BC9F-B839-900A332E474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FAB3E1D0-E197-ED58-CC43-EA4D4F08DEA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8" name="Picture Placeholder 18">
            <a:extLst>
              <a:ext uri="{FF2B5EF4-FFF2-40B4-BE49-F238E27FC236}">
                <a16:creationId xmlns:a16="http://schemas.microsoft.com/office/drawing/2014/main" id="{572611FC-523B-6878-056A-4A6DCABB5C53}"/>
              </a:ext>
            </a:extLst>
          </p:cNvPr>
          <p:cNvSpPr>
            <a:spLocks noGrp="1"/>
          </p:cNvSpPr>
          <p:nvPr>
            <p:ph type="pic" sz="quarter" idx="13"/>
          </p:nvPr>
        </p:nvSpPr>
        <p:spPr>
          <a:xfrm>
            <a:off x="0" y="0"/>
            <a:ext cx="13463588" cy="7573268"/>
          </a:xfrm>
          <a:custGeom>
            <a:avLst/>
            <a:gdLst>
              <a:gd name="connsiteX0" fmla="*/ 172455 w 9144000"/>
              <a:gd name="connsiteY0" fmla="*/ 3822347 h 5143500"/>
              <a:gd name="connsiteX1" fmla="*/ 2825489 w 9144000"/>
              <a:gd name="connsiteY1" fmla="*/ 5100578 h 5143500"/>
              <a:gd name="connsiteX2" fmla="*/ 2998072 w 9144000"/>
              <a:gd name="connsiteY2" fmla="*/ 5143500 h 5143500"/>
              <a:gd name="connsiteX3" fmla="*/ 0 w 9144000"/>
              <a:gd name="connsiteY3" fmla="*/ 5143500 h 5143500"/>
              <a:gd name="connsiteX4" fmla="*/ 0 w 9144000"/>
              <a:gd name="connsiteY4" fmla="*/ 4072738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0" fmla="*/ 172455 w 9144000"/>
              <a:gd name="connsiteY0" fmla="*/ 3822347 h 5143500"/>
              <a:gd name="connsiteX1" fmla="*/ 2825489 w 9144000"/>
              <a:gd name="connsiteY1" fmla="*/ 5100578 h 5143500"/>
              <a:gd name="connsiteX2" fmla="*/ 0 w 9144000"/>
              <a:gd name="connsiteY2" fmla="*/ 5143500 h 5143500"/>
              <a:gd name="connsiteX3" fmla="*/ 0 w 9144000"/>
              <a:gd name="connsiteY3" fmla="*/ 4072738 h 5143500"/>
              <a:gd name="connsiteX4" fmla="*/ 172455 w 9144000"/>
              <a:gd name="connsiteY4" fmla="*/ 3822347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17" fmla="*/ 0 w 9144000"/>
              <a:gd name="connsiteY17" fmla="*/ 0 h 5143500"/>
              <a:gd name="connsiteX0" fmla="*/ 172455 w 9144000"/>
              <a:gd name="connsiteY0" fmla="*/ 3822347 h 5143500"/>
              <a:gd name="connsiteX1" fmla="*/ 0 w 9144000"/>
              <a:gd name="connsiteY1" fmla="*/ 5143500 h 5143500"/>
              <a:gd name="connsiteX2" fmla="*/ 0 w 9144000"/>
              <a:gd name="connsiteY2" fmla="*/ 4072738 h 5143500"/>
              <a:gd name="connsiteX3" fmla="*/ 172455 w 9144000"/>
              <a:gd name="connsiteY3" fmla="*/ 3822347 h 5143500"/>
              <a:gd name="connsiteX4" fmla="*/ 0 w 9144000"/>
              <a:gd name="connsiteY4" fmla="*/ 0 h 5143500"/>
              <a:gd name="connsiteX5" fmla="*/ 6778853 w 9144000"/>
              <a:gd name="connsiteY5" fmla="*/ 0 h 5143500"/>
              <a:gd name="connsiteX6" fmla="*/ 6848351 w 9144000"/>
              <a:gd name="connsiteY6" fmla="*/ 27291 h 5143500"/>
              <a:gd name="connsiteX7" fmla="*/ 9128944 w 9144000"/>
              <a:gd name="connsiteY7" fmla="*/ 1578722 h 5143500"/>
              <a:gd name="connsiteX8" fmla="*/ 9144000 w 9144000"/>
              <a:gd name="connsiteY8" fmla="*/ 1598646 h 5143500"/>
              <a:gd name="connsiteX9" fmla="*/ 9144000 w 9144000"/>
              <a:gd name="connsiteY9" fmla="*/ 5143500 h 5143500"/>
              <a:gd name="connsiteX10" fmla="*/ 5123144 w 9144000"/>
              <a:gd name="connsiteY10" fmla="*/ 5143500 h 5143500"/>
              <a:gd name="connsiteX11" fmla="*/ 5161703 w 9144000"/>
              <a:gd name="connsiteY11" fmla="*/ 5133423 h 5143500"/>
              <a:gd name="connsiteX12" fmla="*/ 5972059 w 9144000"/>
              <a:gd name="connsiteY12" fmla="*/ 4152322 h 5143500"/>
              <a:gd name="connsiteX13" fmla="*/ 3318602 w 9144000"/>
              <a:gd name="connsiteY13" fmla="*/ 2231025 h 5143500"/>
              <a:gd name="connsiteX14" fmla="*/ 1561 w 9144000"/>
              <a:gd name="connsiteY14" fmla="*/ 592097 h 5143500"/>
              <a:gd name="connsiteX15" fmla="*/ 0 w 9144000"/>
              <a:gd name="connsiteY15" fmla="*/ 590570 h 5143500"/>
              <a:gd name="connsiteX16" fmla="*/ 0 w 9144000"/>
              <a:gd name="connsiteY16" fmla="*/ 0 h 5143500"/>
              <a:gd name="connsiteX0" fmla="*/ 172455 w 9144000"/>
              <a:gd name="connsiteY0" fmla="*/ 3822347 h 5143500"/>
              <a:gd name="connsiteX1" fmla="*/ 0 w 9144000"/>
              <a:gd name="connsiteY1" fmla="*/ 4072738 h 5143500"/>
              <a:gd name="connsiteX2" fmla="*/ 172455 w 9144000"/>
              <a:gd name="connsiteY2" fmla="*/ 3822347 h 5143500"/>
              <a:gd name="connsiteX3" fmla="*/ 0 w 9144000"/>
              <a:gd name="connsiteY3" fmla="*/ 0 h 5143500"/>
              <a:gd name="connsiteX4" fmla="*/ 6778853 w 9144000"/>
              <a:gd name="connsiteY4" fmla="*/ 0 h 5143500"/>
              <a:gd name="connsiteX5" fmla="*/ 6848351 w 9144000"/>
              <a:gd name="connsiteY5" fmla="*/ 27291 h 5143500"/>
              <a:gd name="connsiteX6" fmla="*/ 9128944 w 9144000"/>
              <a:gd name="connsiteY6" fmla="*/ 1578722 h 5143500"/>
              <a:gd name="connsiteX7" fmla="*/ 9144000 w 9144000"/>
              <a:gd name="connsiteY7" fmla="*/ 1598646 h 5143500"/>
              <a:gd name="connsiteX8" fmla="*/ 9144000 w 9144000"/>
              <a:gd name="connsiteY8" fmla="*/ 5143500 h 5143500"/>
              <a:gd name="connsiteX9" fmla="*/ 5123144 w 9144000"/>
              <a:gd name="connsiteY9" fmla="*/ 5143500 h 5143500"/>
              <a:gd name="connsiteX10" fmla="*/ 5161703 w 9144000"/>
              <a:gd name="connsiteY10" fmla="*/ 5133423 h 5143500"/>
              <a:gd name="connsiteX11" fmla="*/ 5972059 w 9144000"/>
              <a:gd name="connsiteY11" fmla="*/ 4152322 h 5143500"/>
              <a:gd name="connsiteX12" fmla="*/ 3318602 w 9144000"/>
              <a:gd name="connsiteY12" fmla="*/ 2231025 h 5143500"/>
              <a:gd name="connsiteX13" fmla="*/ 1561 w 9144000"/>
              <a:gd name="connsiteY13" fmla="*/ 592097 h 5143500"/>
              <a:gd name="connsiteX14" fmla="*/ 0 w 9144000"/>
              <a:gd name="connsiteY14" fmla="*/ 590570 h 5143500"/>
              <a:gd name="connsiteX15" fmla="*/ 0 w 9144000"/>
              <a:gd name="connsiteY15" fmla="*/ 0 h 5143500"/>
              <a:gd name="connsiteX0" fmla="*/ 0 w 9144000"/>
              <a:gd name="connsiteY0" fmla="*/ 0 h 5143500"/>
              <a:gd name="connsiteX1" fmla="*/ 6778853 w 9144000"/>
              <a:gd name="connsiteY1" fmla="*/ 0 h 5143500"/>
              <a:gd name="connsiteX2" fmla="*/ 6848351 w 9144000"/>
              <a:gd name="connsiteY2" fmla="*/ 27291 h 5143500"/>
              <a:gd name="connsiteX3" fmla="*/ 9128944 w 9144000"/>
              <a:gd name="connsiteY3" fmla="*/ 1578722 h 5143500"/>
              <a:gd name="connsiteX4" fmla="*/ 9144000 w 9144000"/>
              <a:gd name="connsiteY4" fmla="*/ 1598646 h 5143500"/>
              <a:gd name="connsiteX5" fmla="*/ 9144000 w 9144000"/>
              <a:gd name="connsiteY5" fmla="*/ 5143500 h 5143500"/>
              <a:gd name="connsiteX6" fmla="*/ 5123144 w 9144000"/>
              <a:gd name="connsiteY6" fmla="*/ 5143500 h 5143500"/>
              <a:gd name="connsiteX7" fmla="*/ 5161703 w 9144000"/>
              <a:gd name="connsiteY7" fmla="*/ 5133423 h 5143500"/>
              <a:gd name="connsiteX8" fmla="*/ 5972059 w 9144000"/>
              <a:gd name="connsiteY8" fmla="*/ 4152322 h 5143500"/>
              <a:gd name="connsiteX9" fmla="*/ 3318602 w 9144000"/>
              <a:gd name="connsiteY9" fmla="*/ 2231025 h 5143500"/>
              <a:gd name="connsiteX10" fmla="*/ 1561 w 9144000"/>
              <a:gd name="connsiteY10" fmla="*/ 592097 h 5143500"/>
              <a:gd name="connsiteX11" fmla="*/ 0 w 9144000"/>
              <a:gd name="connsiteY11" fmla="*/ 590570 h 5143500"/>
              <a:gd name="connsiteX12" fmla="*/ 0 w 9144000"/>
              <a:gd name="connsiteY12"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00" h="5143500">
                <a:moveTo>
                  <a:pt x="0" y="0"/>
                </a:moveTo>
                <a:lnTo>
                  <a:pt x="6778853" y="0"/>
                </a:lnTo>
                <a:lnTo>
                  <a:pt x="6848351" y="27291"/>
                </a:lnTo>
                <a:cubicBezTo>
                  <a:pt x="7721879" y="388321"/>
                  <a:pt x="8551740" y="860396"/>
                  <a:pt x="9128944" y="1578722"/>
                </a:cubicBezTo>
                <a:lnTo>
                  <a:pt x="9144000" y="1598646"/>
                </a:lnTo>
                <a:lnTo>
                  <a:pt x="9144000" y="5143500"/>
                </a:lnTo>
                <a:lnTo>
                  <a:pt x="5123144" y="5143500"/>
                </a:lnTo>
                <a:lnTo>
                  <a:pt x="5161703" y="5133423"/>
                </a:lnTo>
                <a:cubicBezTo>
                  <a:pt x="5696884" y="4971577"/>
                  <a:pt x="5972059" y="4656479"/>
                  <a:pt x="5972059" y="4152322"/>
                </a:cubicBezTo>
                <a:cubicBezTo>
                  <a:pt x="5972059" y="3155007"/>
                  <a:pt x="4705555" y="2689340"/>
                  <a:pt x="3318602" y="2231025"/>
                </a:cubicBezTo>
                <a:cubicBezTo>
                  <a:pt x="2191493" y="1857725"/>
                  <a:pt x="908470" y="1434536"/>
                  <a:pt x="1561" y="592097"/>
                </a:cubicBezTo>
                <a:lnTo>
                  <a:pt x="0" y="590570"/>
                </a:lnTo>
                <a:lnTo>
                  <a:pt x="0" y="0"/>
                </a:lnTo>
                <a:close/>
              </a:path>
            </a:pathLst>
          </a:custGeom>
          <a:solidFill>
            <a:srgbClr val="ECF9F4"/>
          </a:solidFill>
        </p:spPr>
        <p:txBody>
          <a:bodyPr wrap="square" rIns="1080000" anchor="ctr">
            <a:noAutofit/>
          </a:bodyPr>
          <a:lstStyle>
            <a:lvl1pPr algn="r">
              <a:defRPr sz="1400"/>
            </a:lvl1pPr>
          </a:lstStyle>
          <a:p>
            <a:r>
              <a:rPr lang="en-GB"/>
              <a:t>Click icon to add picture</a:t>
            </a:r>
          </a:p>
        </p:txBody>
      </p:sp>
    </p:spTree>
    <p:extLst>
      <p:ext uri="{BB962C8B-B14F-4D97-AF65-F5344CB8AC3E}">
        <p14:creationId xmlns:p14="http://schemas.microsoft.com/office/powerpoint/2010/main" val="341307562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5 - With image">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6C33BFA9-5F41-F421-4516-1C8FF4B7376E}"/>
              </a:ext>
            </a:extLst>
          </p:cNvPr>
          <p:cNvSpPr txBox="1"/>
          <p:nvPr userDrawn="1"/>
        </p:nvSpPr>
        <p:spPr>
          <a:xfrm>
            <a:off x="-1615625" y="723813"/>
            <a:ext cx="184731" cy="355482"/>
          </a:xfrm>
          <a:prstGeom prst="rect">
            <a:avLst/>
          </a:prstGeom>
          <a:noFill/>
        </p:spPr>
        <p:txBody>
          <a:bodyPr wrap="none" rtlCol="0">
            <a:spAutoFit/>
          </a:bodyPr>
          <a:lstStyle/>
          <a:p>
            <a:endParaRPr lang="en-GB" sz="1710"/>
          </a:p>
        </p:txBody>
      </p:sp>
      <p:sp>
        <p:nvSpPr>
          <p:cNvPr id="12" name="Text Placeholder 21">
            <a:extLst>
              <a:ext uri="{FF2B5EF4-FFF2-40B4-BE49-F238E27FC236}">
                <a16:creationId xmlns:a16="http://schemas.microsoft.com/office/drawing/2014/main" id="{33A31E22-6654-3033-8B67-19D21E755388}"/>
              </a:ext>
            </a:extLst>
          </p:cNvPr>
          <p:cNvSpPr>
            <a:spLocks noGrp="1"/>
          </p:cNvSpPr>
          <p:nvPr>
            <p:ph type="body" sz="quarter" idx="18"/>
          </p:nvPr>
        </p:nvSpPr>
        <p:spPr>
          <a:xfrm>
            <a:off x="6862763" y="539750"/>
            <a:ext cx="6062662" cy="1768952"/>
          </a:xfrm>
        </p:spPr>
        <p:txBody>
          <a:bodyPr/>
          <a:lstStyle>
            <a:lvl1pPr algn="r">
              <a:defRPr sz="3400">
                <a:solidFill>
                  <a:schemeClr val="bg2"/>
                </a:solidFill>
              </a:defRPr>
            </a:lvl1pPr>
            <a:lvl2pPr algn="r">
              <a:defRPr sz="1800">
                <a:solidFill>
                  <a:schemeClr val="tx1"/>
                </a:solidFill>
              </a:defRPr>
            </a:lvl2pPr>
            <a:lvl3pPr algn="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11" name="Group 10">
            <a:extLst>
              <a:ext uri="{FF2B5EF4-FFF2-40B4-BE49-F238E27FC236}">
                <a16:creationId xmlns:a16="http://schemas.microsoft.com/office/drawing/2014/main" id="{A820E625-E061-21E9-5D3F-D19F6F85ADF2}"/>
              </a:ext>
            </a:extLst>
          </p:cNvPr>
          <p:cNvGrpSpPr>
            <a:grpSpLocks noChangeAspect="1"/>
          </p:cNvGrpSpPr>
          <p:nvPr userDrawn="1"/>
        </p:nvGrpSpPr>
        <p:grpSpPr>
          <a:xfrm>
            <a:off x="538163" y="550996"/>
            <a:ext cx="1195185" cy="508054"/>
            <a:chOff x="5868144" y="2000579"/>
            <a:chExt cx="1381170" cy="574833"/>
          </a:xfrm>
          <a:solidFill>
            <a:schemeClr val="bg2"/>
          </a:solidFill>
        </p:grpSpPr>
        <p:sp>
          <p:nvSpPr>
            <p:cNvPr id="13" name="Freeform 18">
              <a:extLst>
                <a:ext uri="{FF2B5EF4-FFF2-40B4-BE49-F238E27FC236}">
                  <a16:creationId xmlns:a16="http://schemas.microsoft.com/office/drawing/2014/main" id="{F8224CB0-6BC2-0DC6-6226-833622A10BC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4" name="Freeform 19">
              <a:extLst>
                <a:ext uri="{FF2B5EF4-FFF2-40B4-BE49-F238E27FC236}">
                  <a16:creationId xmlns:a16="http://schemas.microsoft.com/office/drawing/2014/main" id="{33DA4C61-0C6A-B29D-C49B-B689B3A12890}"/>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15" name="Freeform 20">
              <a:extLst>
                <a:ext uri="{FF2B5EF4-FFF2-40B4-BE49-F238E27FC236}">
                  <a16:creationId xmlns:a16="http://schemas.microsoft.com/office/drawing/2014/main" id="{74178341-35C5-42B5-2E27-9F54E07B074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6" name="Freeform 21">
              <a:extLst>
                <a:ext uri="{FF2B5EF4-FFF2-40B4-BE49-F238E27FC236}">
                  <a16:creationId xmlns:a16="http://schemas.microsoft.com/office/drawing/2014/main" id="{351CA051-9A67-4EEC-A970-ABB75B8AD5D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7" name="Freeform 22">
              <a:extLst>
                <a:ext uri="{FF2B5EF4-FFF2-40B4-BE49-F238E27FC236}">
                  <a16:creationId xmlns:a16="http://schemas.microsoft.com/office/drawing/2014/main" id="{7F7AEB49-3AD4-C73A-358C-38877C8708E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8" name="Freeform 23">
              <a:extLst>
                <a:ext uri="{FF2B5EF4-FFF2-40B4-BE49-F238E27FC236}">
                  <a16:creationId xmlns:a16="http://schemas.microsoft.com/office/drawing/2014/main" id="{ECF53D52-497A-4AEC-BC19-15772C1F55A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9" name="Freeform 24">
              <a:extLst>
                <a:ext uri="{FF2B5EF4-FFF2-40B4-BE49-F238E27FC236}">
                  <a16:creationId xmlns:a16="http://schemas.microsoft.com/office/drawing/2014/main" id="{C2660F72-5DFD-B87C-BCC9-35F9F5ABC9E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20" name="Picture Placeholder 15">
            <a:extLst>
              <a:ext uri="{FF2B5EF4-FFF2-40B4-BE49-F238E27FC236}">
                <a16:creationId xmlns:a16="http://schemas.microsoft.com/office/drawing/2014/main" id="{E74B8649-6E43-9024-9246-024847EA6F49}"/>
              </a:ext>
            </a:extLst>
          </p:cNvPr>
          <p:cNvSpPr>
            <a:spLocks noGrp="1"/>
          </p:cNvSpPr>
          <p:nvPr>
            <p:ph type="pic" sz="quarter" idx="14"/>
          </p:nvPr>
        </p:nvSpPr>
        <p:spPr>
          <a:xfrm>
            <a:off x="0" y="1587500"/>
            <a:ext cx="12945363" cy="5973763"/>
          </a:xfrm>
          <a:custGeom>
            <a:avLst/>
            <a:gdLst>
              <a:gd name="connsiteX0" fmla="*/ 2187979 w 8198597"/>
              <a:gd name="connsiteY0" fmla="*/ 6 h 3783322"/>
              <a:gd name="connsiteX1" fmla="*/ 5234923 w 8198597"/>
              <a:gd name="connsiteY1" fmla="*/ 917991 h 3783322"/>
              <a:gd name="connsiteX2" fmla="*/ 8073580 w 8198597"/>
              <a:gd name="connsiteY2" fmla="*/ 3594902 h 3783322"/>
              <a:gd name="connsiteX3" fmla="*/ 8198597 w 8198597"/>
              <a:gd name="connsiteY3" fmla="*/ 3783322 h 3783322"/>
              <a:gd name="connsiteX4" fmla="*/ 4082354 w 8198597"/>
              <a:gd name="connsiteY4" fmla="*/ 3783322 h 3783322"/>
              <a:gd name="connsiteX5" fmla="*/ 4069484 w 8198597"/>
              <a:gd name="connsiteY5" fmla="*/ 3773798 h 3783322"/>
              <a:gd name="connsiteX6" fmla="*/ 3816131 w 8198597"/>
              <a:gd name="connsiteY6" fmla="*/ 3614924 h 3783322"/>
              <a:gd name="connsiteX7" fmla="*/ 2032864 w 8198597"/>
              <a:gd name="connsiteY7" fmla="*/ 3720367 h 3783322"/>
              <a:gd name="connsiteX8" fmla="*/ 2003288 w 8198597"/>
              <a:gd name="connsiteY8" fmla="*/ 3783322 h 3783322"/>
              <a:gd name="connsiteX9" fmla="*/ 0 w 8198597"/>
              <a:gd name="connsiteY9" fmla="*/ 3783322 h 3783322"/>
              <a:gd name="connsiteX10" fmla="*/ 0 w 8198597"/>
              <a:gd name="connsiteY10" fmla="*/ 675225 h 3783322"/>
              <a:gd name="connsiteX11" fmla="*/ 53853 w 8198597"/>
              <a:gd name="connsiteY11" fmla="*/ 635565 h 3783322"/>
              <a:gd name="connsiteX12" fmla="*/ 2187979 w 8198597"/>
              <a:gd name="connsiteY12" fmla="*/ 6 h 378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98597" h="3783322">
                <a:moveTo>
                  <a:pt x="2187979" y="6"/>
                </a:moveTo>
                <a:cubicBezTo>
                  <a:pt x="3130133" y="1451"/>
                  <a:pt x="4170908" y="303682"/>
                  <a:pt x="5234923" y="917991"/>
                </a:cubicBezTo>
                <a:cubicBezTo>
                  <a:pt x="6232640" y="1494023"/>
                  <a:pt x="7291391" y="2464685"/>
                  <a:pt x="8073580" y="3594902"/>
                </a:cubicBezTo>
                <a:lnTo>
                  <a:pt x="8198597" y="3783322"/>
                </a:lnTo>
                <a:lnTo>
                  <a:pt x="4082354" y="3783322"/>
                </a:lnTo>
                <a:lnTo>
                  <a:pt x="4069484" y="3773798"/>
                </a:lnTo>
                <a:cubicBezTo>
                  <a:pt x="3988001" y="3718062"/>
                  <a:pt x="3903560" y="3664907"/>
                  <a:pt x="3816131" y="3614924"/>
                </a:cubicBezTo>
                <a:cubicBezTo>
                  <a:pt x="3020356" y="3159483"/>
                  <a:pt x="2347338" y="3175682"/>
                  <a:pt x="2032864" y="3720367"/>
                </a:cubicBezTo>
                <a:lnTo>
                  <a:pt x="2003288" y="3783322"/>
                </a:lnTo>
                <a:lnTo>
                  <a:pt x="0" y="3783322"/>
                </a:lnTo>
                <a:lnTo>
                  <a:pt x="0" y="675225"/>
                </a:lnTo>
                <a:lnTo>
                  <a:pt x="53853" y="635565"/>
                </a:lnTo>
                <a:cubicBezTo>
                  <a:pt x="664173" y="212917"/>
                  <a:pt x="1390771" y="-1217"/>
                  <a:pt x="2187979" y="6"/>
                </a:cubicBezTo>
                <a:close/>
              </a:path>
            </a:pathLst>
          </a:custGeom>
          <a:solidFill>
            <a:srgbClr val="ECF9F4"/>
          </a:solidFill>
        </p:spPr>
        <p:txBody>
          <a:bodyPr wrap="square" anchor="ctr">
            <a:noAutofit/>
          </a:bodyPr>
          <a:lstStyle>
            <a:lvl1pPr algn="ctr">
              <a:defRPr sz="1400"/>
            </a:lvl1pPr>
          </a:lstStyle>
          <a:p>
            <a:r>
              <a:rPr lang="en-GB"/>
              <a:t>Click icon to add picture</a:t>
            </a:r>
          </a:p>
        </p:txBody>
      </p:sp>
    </p:spTree>
    <p:extLst>
      <p:ext uri="{BB962C8B-B14F-4D97-AF65-F5344CB8AC3E}">
        <p14:creationId xmlns:p14="http://schemas.microsoft.com/office/powerpoint/2010/main" val="178961498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1 - Im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7252984-1CA4-1C03-524E-EA008F44C739}"/>
              </a:ext>
            </a:extLst>
          </p:cNvPr>
          <p:cNvSpPr>
            <a:spLocks noGrp="1"/>
          </p:cNvSpPr>
          <p:nvPr>
            <p:ph type="subTitle" idx="13" hasCustomPrompt="1"/>
          </p:nvPr>
        </p:nvSpPr>
        <p:spPr>
          <a:xfrm>
            <a:off x="8350384" y="1361761"/>
            <a:ext cx="4362880" cy="2255627"/>
          </a:xfrm>
        </p:spPr>
        <p:txBody>
          <a:bodyPr wrap="square">
            <a:noAutofit/>
          </a:bodyPr>
          <a:lstStyle>
            <a:lvl1pPr marL="0" indent="0" algn="l">
              <a:spcAft>
                <a:spcPts val="0"/>
              </a:spcAft>
              <a:buNone/>
              <a:defRPr sz="135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4" name="Text Placeholder 4">
            <a:extLst>
              <a:ext uri="{FF2B5EF4-FFF2-40B4-BE49-F238E27FC236}">
                <a16:creationId xmlns:a16="http://schemas.microsoft.com/office/drawing/2014/main" id="{AFD537F6-1443-38DA-CEB3-1B98CB727A3E}"/>
              </a:ext>
            </a:extLst>
          </p:cNvPr>
          <p:cNvSpPr>
            <a:spLocks noGrp="1"/>
          </p:cNvSpPr>
          <p:nvPr>
            <p:ph type="body" sz="quarter" idx="15" hasCustomPrompt="1"/>
          </p:nvPr>
        </p:nvSpPr>
        <p:spPr>
          <a:xfrm>
            <a:off x="8350384" y="3616009"/>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7" name="Picture Placeholder 6">
            <a:extLst>
              <a:ext uri="{FF2B5EF4-FFF2-40B4-BE49-F238E27FC236}">
                <a16:creationId xmlns:a16="http://schemas.microsoft.com/office/drawing/2014/main" id="{6E786D76-DE8B-3FEA-25A8-87C41218E58C}"/>
              </a:ext>
            </a:extLst>
          </p:cNvPr>
          <p:cNvSpPr>
            <a:spLocks noGrp="1"/>
          </p:cNvSpPr>
          <p:nvPr>
            <p:ph type="pic" sz="quarter" idx="16"/>
          </p:nvPr>
        </p:nvSpPr>
        <p:spPr>
          <a:xfrm>
            <a:off x="2" y="3"/>
            <a:ext cx="7131271" cy="7561263"/>
          </a:xfrm>
          <a:custGeom>
            <a:avLst/>
            <a:gdLst>
              <a:gd name="connsiteX0" fmla="*/ 0 w 5663983"/>
              <a:gd name="connsiteY0" fmla="*/ 0 h 7561263"/>
              <a:gd name="connsiteX1" fmla="*/ 4165724 w 5663983"/>
              <a:gd name="connsiteY1" fmla="*/ 0 h 7561263"/>
              <a:gd name="connsiteX2" fmla="*/ 4308447 w 5663983"/>
              <a:gd name="connsiteY2" fmla="*/ 150924 h 7561263"/>
              <a:gd name="connsiteX3" fmla="*/ 5663983 w 5663983"/>
              <a:gd name="connsiteY3" fmla="*/ 3780631 h 7561263"/>
              <a:gd name="connsiteX4" fmla="*/ 4308447 w 5663983"/>
              <a:gd name="connsiteY4" fmla="*/ 7410339 h 7561263"/>
              <a:gd name="connsiteX5" fmla="*/ 4165723 w 5663983"/>
              <a:gd name="connsiteY5" fmla="*/ 7561263 h 7561263"/>
              <a:gd name="connsiteX6" fmla="*/ 0 w 566398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3983" h="7561263">
                <a:moveTo>
                  <a:pt x="0" y="0"/>
                </a:moveTo>
                <a:lnTo>
                  <a:pt x="4165724" y="0"/>
                </a:lnTo>
                <a:lnTo>
                  <a:pt x="4308447" y="150924"/>
                </a:lnTo>
                <a:cubicBezTo>
                  <a:pt x="5145966" y="1079847"/>
                  <a:pt x="5663983" y="2363142"/>
                  <a:pt x="5663983" y="3780631"/>
                </a:cubicBezTo>
                <a:cubicBezTo>
                  <a:pt x="5663983" y="5198120"/>
                  <a:pt x="5145966" y="6481416"/>
                  <a:pt x="4308447" y="7410339"/>
                </a:cubicBezTo>
                <a:lnTo>
                  <a:pt x="416572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3421168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2 - Image">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3B320DF1-01CD-81F1-1917-FDAC2B54EEAA}"/>
              </a:ext>
            </a:extLst>
          </p:cNvPr>
          <p:cNvSpPr>
            <a:spLocks noGrp="1"/>
          </p:cNvSpPr>
          <p:nvPr>
            <p:ph type="subTitle" idx="13" hasCustomPrompt="1"/>
          </p:nvPr>
        </p:nvSpPr>
        <p:spPr>
          <a:xfrm>
            <a:off x="5680451" y="2101048"/>
            <a:ext cx="4362880" cy="1082612"/>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7" name="Text Placeholder 4">
            <a:extLst>
              <a:ext uri="{FF2B5EF4-FFF2-40B4-BE49-F238E27FC236}">
                <a16:creationId xmlns:a16="http://schemas.microsoft.com/office/drawing/2014/main" id="{003E6DB4-8194-DD9D-A623-5B1A98DF462C}"/>
              </a:ext>
            </a:extLst>
          </p:cNvPr>
          <p:cNvSpPr>
            <a:spLocks noGrp="1"/>
          </p:cNvSpPr>
          <p:nvPr>
            <p:ph type="body" sz="quarter" idx="18" hasCustomPrompt="1"/>
          </p:nvPr>
        </p:nvSpPr>
        <p:spPr>
          <a:xfrm>
            <a:off x="5680451" y="3183660"/>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6" name="Picture Placeholder 5">
            <a:extLst>
              <a:ext uri="{FF2B5EF4-FFF2-40B4-BE49-F238E27FC236}">
                <a16:creationId xmlns:a16="http://schemas.microsoft.com/office/drawing/2014/main" id="{694BF1C2-6198-E44A-8B98-E5169090E855}"/>
              </a:ext>
            </a:extLst>
          </p:cNvPr>
          <p:cNvSpPr>
            <a:spLocks noGrp="1"/>
          </p:cNvSpPr>
          <p:nvPr>
            <p:ph type="pic" sz="quarter" idx="16"/>
          </p:nvPr>
        </p:nvSpPr>
        <p:spPr>
          <a:xfrm>
            <a:off x="2" y="3"/>
            <a:ext cx="4500914" cy="7561263"/>
          </a:xfrm>
          <a:custGeom>
            <a:avLst/>
            <a:gdLst>
              <a:gd name="connsiteX0" fmla="*/ 0 w 3574833"/>
              <a:gd name="connsiteY0" fmla="*/ 0 h 7561263"/>
              <a:gd name="connsiteX1" fmla="*/ 2076574 w 3574833"/>
              <a:gd name="connsiteY1" fmla="*/ 0 h 7561263"/>
              <a:gd name="connsiteX2" fmla="*/ 2219297 w 3574833"/>
              <a:gd name="connsiteY2" fmla="*/ 150924 h 7561263"/>
              <a:gd name="connsiteX3" fmla="*/ 3574833 w 3574833"/>
              <a:gd name="connsiteY3" fmla="*/ 3780631 h 7561263"/>
              <a:gd name="connsiteX4" fmla="*/ 2219297 w 3574833"/>
              <a:gd name="connsiteY4" fmla="*/ 7410339 h 7561263"/>
              <a:gd name="connsiteX5" fmla="*/ 2076573 w 3574833"/>
              <a:gd name="connsiteY5" fmla="*/ 7561263 h 7561263"/>
              <a:gd name="connsiteX6" fmla="*/ 0 w 357483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4833" h="7561263">
                <a:moveTo>
                  <a:pt x="0" y="0"/>
                </a:moveTo>
                <a:lnTo>
                  <a:pt x="2076574" y="0"/>
                </a:lnTo>
                <a:lnTo>
                  <a:pt x="2219297" y="150924"/>
                </a:lnTo>
                <a:cubicBezTo>
                  <a:pt x="3056816" y="1079847"/>
                  <a:pt x="3574833" y="2363142"/>
                  <a:pt x="3574833" y="3780631"/>
                </a:cubicBezTo>
                <a:cubicBezTo>
                  <a:pt x="3574833" y="5198120"/>
                  <a:pt x="3056816" y="6481416"/>
                  <a:pt x="2219297" y="7410339"/>
                </a:cubicBezTo>
                <a:lnTo>
                  <a:pt x="207657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260482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Slide 1 - No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798459-3266-4920-4006-264F2E05703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19" name="Subtitle 2">
            <a:extLst>
              <a:ext uri="{FF2B5EF4-FFF2-40B4-BE49-F238E27FC236}">
                <a16:creationId xmlns:a16="http://schemas.microsoft.com/office/drawing/2014/main" id="{11F0D162-E561-9539-BE1A-9BB541A6F8AA}"/>
              </a:ext>
            </a:extLst>
          </p:cNvPr>
          <p:cNvSpPr>
            <a:spLocks noGrp="1"/>
          </p:cNvSpPr>
          <p:nvPr>
            <p:ph type="subTitle" idx="13" hasCustomPrompt="1"/>
          </p:nvPr>
        </p:nvSpPr>
        <p:spPr>
          <a:xfrm>
            <a:off x="539750" y="4392616"/>
            <a:ext cx="4500707" cy="1082675"/>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20" name="Text Placeholder 4">
            <a:extLst>
              <a:ext uri="{FF2B5EF4-FFF2-40B4-BE49-F238E27FC236}">
                <a16:creationId xmlns:a16="http://schemas.microsoft.com/office/drawing/2014/main" id="{A0D4D127-6F35-10CB-5062-F9CAD0FF3933}"/>
              </a:ext>
            </a:extLst>
          </p:cNvPr>
          <p:cNvSpPr>
            <a:spLocks noGrp="1"/>
          </p:cNvSpPr>
          <p:nvPr>
            <p:ph type="body" sz="quarter" idx="18" hasCustomPrompt="1"/>
          </p:nvPr>
        </p:nvSpPr>
        <p:spPr>
          <a:xfrm>
            <a:off x="1573017" y="4529137"/>
            <a:ext cx="4500706" cy="2492376"/>
          </a:xfrm>
        </p:spPr>
        <p:txBody>
          <a:bodyPr/>
          <a:lstStyle>
            <a:lvl1pPr>
              <a:defRPr sz="2800" b="0">
                <a:solidFill>
                  <a:schemeClr val="tx1"/>
                </a:solidFill>
                <a:latin typeface="+mj-lt"/>
              </a:defRPr>
            </a:lvl1pPr>
            <a:lvl2pPr>
              <a:defRPr sz="1400">
                <a:solidFill>
                  <a:schemeClr val="tx1"/>
                </a:solidFill>
                <a:latin typeface="+mj-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4" name="TextBox 3">
            <a:extLst>
              <a:ext uri="{FF2B5EF4-FFF2-40B4-BE49-F238E27FC236}">
                <a16:creationId xmlns:a16="http://schemas.microsoft.com/office/drawing/2014/main" id="{2BF9BF78-0D73-525E-D523-82034E4E85EA}"/>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5" name="TextBox 4">
            <a:extLst>
              <a:ext uri="{FF2B5EF4-FFF2-40B4-BE49-F238E27FC236}">
                <a16:creationId xmlns:a16="http://schemas.microsoft.com/office/drawing/2014/main" id="{DBB9998E-D84C-C8EB-63BD-E04062B1C9A5}"/>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9" name="Group 8">
            <a:extLst>
              <a:ext uri="{FF2B5EF4-FFF2-40B4-BE49-F238E27FC236}">
                <a16:creationId xmlns:a16="http://schemas.microsoft.com/office/drawing/2014/main" id="{C6A4A458-7E75-2DAB-1B2B-3B5A6400852E}"/>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17" name="Freeform 16">
              <a:extLst>
                <a:ext uri="{FF2B5EF4-FFF2-40B4-BE49-F238E27FC236}">
                  <a16:creationId xmlns:a16="http://schemas.microsoft.com/office/drawing/2014/main" id="{0242A683-BBA4-8DAD-1E46-BBC14B995ED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8" name="Freeform 17">
              <a:extLst>
                <a:ext uri="{FF2B5EF4-FFF2-40B4-BE49-F238E27FC236}">
                  <a16:creationId xmlns:a16="http://schemas.microsoft.com/office/drawing/2014/main" id="{F9E5C136-6C02-1500-B8C9-EA467B4534F8}"/>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1" name="Freeform 18">
              <a:extLst>
                <a:ext uri="{FF2B5EF4-FFF2-40B4-BE49-F238E27FC236}">
                  <a16:creationId xmlns:a16="http://schemas.microsoft.com/office/drawing/2014/main" id="{5232FCAF-D3F5-CC3A-46EE-3EF8B719D1AF}"/>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2" name="Freeform 19">
              <a:extLst>
                <a:ext uri="{FF2B5EF4-FFF2-40B4-BE49-F238E27FC236}">
                  <a16:creationId xmlns:a16="http://schemas.microsoft.com/office/drawing/2014/main" id="{1F4297A4-C49E-7AD9-A91F-7A16495886AF}"/>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3" name="Freeform 20">
              <a:extLst>
                <a:ext uri="{FF2B5EF4-FFF2-40B4-BE49-F238E27FC236}">
                  <a16:creationId xmlns:a16="http://schemas.microsoft.com/office/drawing/2014/main" id="{68ADF13D-A09F-9EC3-3B85-1B039CC03FE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4" name="Freeform 21">
              <a:extLst>
                <a:ext uri="{FF2B5EF4-FFF2-40B4-BE49-F238E27FC236}">
                  <a16:creationId xmlns:a16="http://schemas.microsoft.com/office/drawing/2014/main" id="{EE2D27F9-F25B-A07D-31FB-28D48E37335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5" name="Freeform 22">
              <a:extLst>
                <a:ext uri="{FF2B5EF4-FFF2-40B4-BE49-F238E27FC236}">
                  <a16:creationId xmlns:a16="http://schemas.microsoft.com/office/drawing/2014/main" id="{98309DFB-AB7F-2B1A-EB55-862BDB09887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148324130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indow orange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0B15542B-061E-EC14-9481-3E1EA21FC549}"/>
              </a:ext>
            </a:extLst>
          </p:cNvPr>
          <p:cNvSpPr>
            <a:spLocks noGrp="1"/>
          </p:cNvSpPr>
          <p:nvPr>
            <p:ph type="pic" sz="quarter" idx="13" hasCustomPrompt="1"/>
          </p:nvPr>
        </p:nvSpPr>
        <p:spPr>
          <a:xfrm>
            <a:off x="3247488" y="0"/>
            <a:ext cx="10216100" cy="7561263"/>
          </a:xfrm>
          <a:custGeom>
            <a:avLst/>
            <a:gdLst>
              <a:gd name="connsiteX0" fmla="*/ 5247413 w 6925682"/>
              <a:gd name="connsiteY0" fmla="*/ 1424 h 5125919"/>
              <a:gd name="connsiteX1" fmla="*/ 6885783 w 6925682"/>
              <a:gd name="connsiteY1" fmla="*/ 140113 h 5125919"/>
              <a:gd name="connsiteX2" fmla="*/ 6925682 w 6925682"/>
              <a:gd name="connsiteY2" fmla="*/ 148115 h 5125919"/>
              <a:gd name="connsiteX3" fmla="*/ 6925682 w 6925682"/>
              <a:gd name="connsiteY3" fmla="*/ 4347207 h 5125919"/>
              <a:gd name="connsiteX4" fmla="*/ 6748322 w 6925682"/>
              <a:gd name="connsiteY4" fmla="*/ 4304196 h 5125919"/>
              <a:gd name="connsiteX5" fmla="*/ 4866078 w 6925682"/>
              <a:gd name="connsiteY5" fmla="*/ 5044551 h 5125919"/>
              <a:gd name="connsiteX6" fmla="*/ 4843061 w 6925682"/>
              <a:gd name="connsiteY6" fmla="*/ 5125919 h 5125919"/>
              <a:gd name="connsiteX7" fmla="*/ 0 w 6925682"/>
              <a:gd name="connsiteY7" fmla="*/ 5125919 h 5125919"/>
              <a:gd name="connsiteX8" fmla="*/ 39 w 6925682"/>
              <a:gd name="connsiteY8" fmla="*/ 5080278 h 5125919"/>
              <a:gd name="connsiteX9" fmla="*/ 295357 w 6925682"/>
              <a:gd name="connsiteY9" fmla="*/ 3493700 h 5125919"/>
              <a:gd name="connsiteX10" fmla="*/ 5247413 w 6925682"/>
              <a:gd name="connsiteY10" fmla="*/ 1424 h 512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25682" h="5125919">
                <a:moveTo>
                  <a:pt x="5247413" y="1424"/>
                </a:moveTo>
                <a:cubicBezTo>
                  <a:pt x="5768432" y="-8880"/>
                  <a:pt x="6316368" y="36679"/>
                  <a:pt x="6885783" y="140113"/>
                </a:cubicBezTo>
                <a:lnTo>
                  <a:pt x="6925682" y="148115"/>
                </a:lnTo>
                <a:lnTo>
                  <a:pt x="6925682" y="4347207"/>
                </a:lnTo>
                <a:lnTo>
                  <a:pt x="6748322" y="4304196"/>
                </a:lnTo>
                <a:cubicBezTo>
                  <a:pt x="5795691" y="4100869"/>
                  <a:pt x="5095883" y="4345441"/>
                  <a:pt x="4866078" y="5044551"/>
                </a:cubicBezTo>
                <a:lnTo>
                  <a:pt x="4843061" y="5125919"/>
                </a:lnTo>
                <a:lnTo>
                  <a:pt x="0" y="5125919"/>
                </a:lnTo>
                <a:lnTo>
                  <a:pt x="39" y="5080278"/>
                </a:lnTo>
                <a:cubicBezTo>
                  <a:pt x="15682" y="4589168"/>
                  <a:pt x="108563" y="4061963"/>
                  <a:pt x="295357" y="3493700"/>
                </a:cubicBezTo>
                <a:cubicBezTo>
                  <a:pt x="1023596" y="1278263"/>
                  <a:pt x="2850724" y="48822"/>
                  <a:pt x="5247413" y="1424"/>
                </a:cubicBezTo>
                <a:close/>
              </a:path>
            </a:pathLst>
          </a:custGeom>
          <a:solidFill>
            <a:srgbClr val="EEEEEE"/>
          </a:solidFill>
        </p:spPr>
        <p:txBody>
          <a:bodyPr wrap="square" anchor="ctr">
            <a:noAutofit/>
          </a:bodyPr>
          <a:lstStyle>
            <a:lvl1pPr marL="0" indent="0" algn="ctr">
              <a:buNone/>
              <a:defRPr sz="1600"/>
            </a:lvl1pPr>
          </a:lstStyle>
          <a:p>
            <a:pPr marL="171450" marR="0" lvl="0" indent="-171450" algn="ctr"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GB"/>
              <a:t>Click to add picture</a:t>
            </a:r>
          </a:p>
        </p:txBody>
      </p:sp>
      <p:sp>
        <p:nvSpPr>
          <p:cNvPr id="9" name="Title Placeholder 1">
            <a:extLst>
              <a:ext uri="{FF2B5EF4-FFF2-40B4-BE49-F238E27FC236}">
                <a16:creationId xmlns:a16="http://schemas.microsoft.com/office/drawing/2014/main" id="{9BF65283-883C-7892-106A-DD6C1B025B38}"/>
              </a:ext>
            </a:extLst>
          </p:cNvPr>
          <p:cNvSpPr>
            <a:spLocks noGrp="1"/>
          </p:cNvSpPr>
          <p:nvPr>
            <p:ph type="title"/>
          </p:nvPr>
        </p:nvSpPr>
        <p:spPr>
          <a:xfrm>
            <a:off x="539751" y="1948150"/>
            <a:ext cx="9169399" cy="3532153"/>
          </a:xfrm>
          <a:prstGeom prst="rect">
            <a:avLst/>
          </a:prstGeom>
        </p:spPr>
        <p:txBody>
          <a:bodyPr vert="horz" wrap="square" lIns="0" tIns="0" rIns="0" bIns="0" rtlCol="0" anchor="ctr" anchorCtr="0">
            <a:noAutofit/>
          </a:bodyPr>
          <a:lstStyle>
            <a:lvl1pPr>
              <a:lnSpc>
                <a:spcPct val="85000"/>
              </a:lnSpc>
              <a:defRPr sz="6601" b="1">
                <a:solidFill>
                  <a:srgbClr val="FF9F00"/>
                </a:solidFill>
              </a:defRPr>
            </a:lvl1pPr>
          </a:lstStyle>
          <a:p>
            <a:pPr lvl="0">
              <a:lnSpc>
                <a:spcPct val="85000"/>
              </a:lnSpc>
            </a:pPr>
            <a:r>
              <a:rPr lang="en-GB"/>
              <a:t>Click to edit Master title style</a:t>
            </a:r>
          </a:p>
        </p:txBody>
      </p:sp>
    </p:spTree>
    <p:extLst>
      <p:ext uri="{BB962C8B-B14F-4D97-AF65-F5344CB8AC3E}">
        <p14:creationId xmlns:p14="http://schemas.microsoft.com/office/powerpoint/2010/main" val="2107241355"/>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ndow with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3B5F2039-A9A6-E10E-F444-F5E0600637D5}"/>
              </a:ext>
            </a:extLst>
          </p:cNvPr>
          <p:cNvSpPr txBox="1">
            <a:spLocks/>
          </p:cNvSpPr>
          <p:nvPr userDrawn="1"/>
        </p:nvSpPr>
        <p:spPr>
          <a:xfrm>
            <a:off x="4879876" y="688489"/>
            <a:ext cx="8583712" cy="6872774"/>
          </a:xfrm>
          <a:custGeom>
            <a:avLst/>
            <a:gdLst>
              <a:gd name="connsiteX0" fmla="*/ 4414867 w 6284333"/>
              <a:gd name="connsiteY0" fmla="*/ 156 h 4926784"/>
              <a:gd name="connsiteX1" fmla="*/ 6033295 w 6284333"/>
              <a:gd name="connsiteY1" fmla="*/ 214080 h 4926784"/>
              <a:gd name="connsiteX2" fmla="*/ 6284333 w 6284333"/>
              <a:gd name="connsiteY2" fmla="*/ 280993 h 4926784"/>
              <a:gd name="connsiteX3" fmla="*/ 6284333 w 6284333"/>
              <a:gd name="connsiteY3" fmla="*/ 3824283 h 4926784"/>
              <a:gd name="connsiteX4" fmla="*/ 6196194 w 6284333"/>
              <a:gd name="connsiteY4" fmla="*/ 3780822 h 4926784"/>
              <a:gd name="connsiteX5" fmla="*/ 5892198 w 6284333"/>
              <a:gd name="connsiteY5" fmla="*/ 3659009 h 4926784"/>
              <a:gd name="connsiteX6" fmla="*/ 3991051 w 6284333"/>
              <a:gd name="connsiteY6" fmla="*/ 4120310 h 4926784"/>
              <a:gd name="connsiteX7" fmla="*/ 4053112 w 6284333"/>
              <a:gd name="connsiteY7" fmla="*/ 4913518 h 4926784"/>
              <a:gd name="connsiteX8" fmla="*/ 4060481 w 6284333"/>
              <a:gd name="connsiteY8" fmla="*/ 4926784 h 4926784"/>
              <a:gd name="connsiteX9" fmla="*/ 61241 w 6284333"/>
              <a:gd name="connsiteY9" fmla="*/ 4926784 h 4926784"/>
              <a:gd name="connsiteX10" fmla="*/ 30217 w 6284333"/>
              <a:gd name="connsiteY10" fmla="*/ 4735657 h 4926784"/>
              <a:gd name="connsiteX11" fmla="*/ 283541 w 6284333"/>
              <a:gd name="connsiteY11" fmla="*/ 2749530 h 4926784"/>
              <a:gd name="connsiteX12" fmla="*/ 4414867 w 6284333"/>
              <a:gd name="connsiteY12" fmla="*/ 156 h 4926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84333" h="4926784">
                <a:moveTo>
                  <a:pt x="4414867" y="156"/>
                </a:moveTo>
                <a:cubicBezTo>
                  <a:pt x="4926982" y="3871"/>
                  <a:pt x="5469048" y="74299"/>
                  <a:pt x="6033295" y="214080"/>
                </a:cubicBezTo>
                <a:lnTo>
                  <a:pt x="6284333" y="280993"/>
                </a:lnTo>
                <a:lnTo>
                  <a:pt x="6284333" y="3824283"/>
                </a:lnTo>
                <a:lnTo>
                  <a:pt x="6196194" y="3780822"/>
                </a:lnTo>
                <a:cubicBezTo>
                  <a:pt x="6097518" y="3736645"/>
                  <a:pt x="5996159" y="3695826"/>
                  <a:pt x="5892198" y="3659009"/>
                </a:cubicBezTo>
                <a:cubicBezTo>
                  <a:pt x="4945851" y="3323359"/>
                  <a:pt x="4223744" y="3472030"/>
                  <a:pt x="3991051" y="4120310"/>
                </a:cubicBezTo>
                <a:cubicBezTo>
                  <a:pt x="3894097" y="4390423"/>
                  <a:pt x="3926667" y="4652745"/>
                  <a:pt x="4053112" y="4913518"/>
                </a:cubicBezTo>
                <a:lnTo>
                  <a:pt x="4060481" y="4926784"/>
                </a:lnTo>
                <a:lnTo>
                  <a:pt x="61241" y="4926784"/>
                </a:lnTo>
                <a:lnTo>
                  <a:pt x="30217" y="4735657"/>
                </a:lnTo>
                <a:cubicBezTo>
                  <a:pt x="-46909" y="4144254"/>
                  <a:pt x="18742" y="3487255"/>
                  <a:pt x="283541" y="2749530"/>
                </a:cubicBezTo>
                <a:cubicBezTo>
                  <a:pt x="928758" y="951963"/>
                  <a:pt x="2451758" y="-14088"/>
                  <a:pt x="4414867" y="156"/>
                </a:cubicBezTo>
                <a:close/>
              </a:path>
            </a:pathLst>
          </a:custGeom>
          <a:solidFill>
            <a:srgbClr val="ECF9F4"/>
          </a:solidFill>
        </p:spPr>
        <p:txBody>
          <a:bodyPr vert="horz" wrap="square" lIns="2628000" tIns="0" rIns="0" bIns="0" rtlCol="0" anchor="ctr">
            <a:noAutofit/>
          </a:bodyPr>
          <a:lstStyle>
            <a:lvl1pPr marL="0" indent="0" algn="ctr" defTabSz="802072" rtl="0" eaLnBrk="1" latinLnBrk="0" hangingPunct="1">
              <a:lnSpc>
                <a:spcPct val="100000"/>
              </a:lnSpc>
              <a:spcBef>
                <a:spcPts val="600"/>
              </a:spcBef>
              <a:spcAft>
                <a:spcPts val="600"/>
              </a:spcAft>
              <a:buFont typeface="Arial" panose="020B0604020202020204" pitchFamily="34" charset="0"/>
              <a:buNone/>
              <a:tabLst/>
              <a:defRPr sz="1511" b="0" i="0" kern="1200">
                <a:solidFill>
                  <a:schemeClr val="accent6"/>
                </a:solidFill>
                <a:latin typeface="TT Hoves Light" panose="02000503020000020004" pitchFamily="50" charset="0"/>
                <a:ea typeface="+mn-ea"/>
                <a:cs typeface="+mn-cs"/>
              </a:defRPr>
            </a:lvl1pPr>
            <a:lvl2pPr marL="401036" indent="0" algn="ctr" defTabSz="802072" rtl="0" eaLnBrk="1" latinLnBrk="0" hangingPunct="1">
              <a:lnSpc>
                <a:spcPct val="100000"/>
              </a:lnSpc>
              <a:spcBef>
                <a:spcPts val="0"/>
              </a:spcBef>
              <a:spcAft>
                <a:spcPts val="600"/>
              </a:spcAft>
              <a:buFont typeface="Arial" panose="020B0604020202020204" pitchFamily="34" charset="0"/>
              <a:buNone/>
              <a:tabLst/>
              <a:defRPr sz="1754" b="1" i="0" kern="1200">
                <a:solidFill>
                  <a:schemeClr val="tx1"/>
                </a:solidFill>
                <a:latin typeface="+mj-lt"/>
                <a:ea typeface="+mn-ea"/>
                <a:cs typeface="+mn-cs"/>
              </a:defRPr>
            </a:lvl2pPr>
            <a:lvl3pPr marL="802072" indent="0" algn="ctr" defTabSz="802072" rtl="0" eaLnBrk="1" latinLnBrk="0" hangingPunct="1">
              <a:lnSpc>
                <a:spcPct val="100000"/>
              </a:lnSpc>
              <a:spcBef>
                <a:spcPts val="0"/>
              </a:spcBef>
              <a:spcAft>
                <a:spcPts val="600"/>
              </a:spcAft>
              <a:buClrTx/>
              <a:buFont typeface="Arial" panose="020B0604020202020204" pitchFamily="34" charset="0"/>
              <a:buNone/>
              <a:tabLst/>
              <a:defRPr sz="1579" b="0" i="0" kern="1200">
                <a:solidFill>
                  <a:schemeClr val="tx1"/>
                </a:solidFill>
                <a:latin typeface="+mn-lt"/>
                <a:ea typeface="+mn-ea"/>
                <a:cs typeface="+mn-cs"/>
              </a:defRPr>
            </a:lvl3pPr>
            <a:lvl4pPr marL="1203107" indent="0" algn="ctr" defTabSz="802072" rtl="0" eaLnBrk="1" latinLnBrk="0" hangingPunct="1">
              <a:lnSpc>
                <a:spcPct val="100000"/>
              </a:lnSpc>
              <a:spcBef>
                <a:spcPts val="0"/>
              </a:spcBef>
              <a:spcAft>
                <a:spcPts val="600"/>
              </a:spcAft>
              <a:buClrTx/>
              <a:buSzPct val="100000"/>
              <a:buFont typeface="Arial" panose="020B0604020202020204" pitchFamily="34" charset="0"/>
              <a:buNone/>
              <a:tabLst/>
              <a:defRPr sz="1404" b="0" i="0" kern="1200">
                <a:solidFill>
                  <a:schemeClr val="tx1"/>
                </a:solidFill>
                <a:latin typeface="+mn-lt"/>
                <a:ea typeface="+mn-ea"/>
                <a:cs typeface="+mn-cs"/>
              </a:defRPr>
            </a:lvl4pPr>
            <a:lvl5pPr marL="1604143"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5pPr>
            <a:lvl6pPr marL="2005179"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6pPr>
            <a:lvl7pPr marL="2406215"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7pPr>
            <a:lvl8pPr marL="2807251"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8pPr>
            <a:lvl9pPr marL="3208286"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9pPr>
          </a:lstStyle>
          <a:p>
            <a:pPr marL="8550" lvl="3" indent="0" algn="l">
              <a:buNone/>
            </a:pPr>
            <a:endParaRPr lang="en-GB" b="1">
              <a:latin typeface="+mj-lt"/>
            </a:endParaRPr>
          </a:p>
        </p:txBody>
      </p:sp>
      <p:sp>
        <p:nvSpPr>
          <p:cNvPr id="3" name="Speech Bubble: Oval 2">
            <a:extLst>
              <a:ext uri="{FF2B5EF4-FFF2-40B4-BE49-F238E27FC236}">
                <a16:creationId xmlns:a16="http://schemas.microsoft.com/office/drawing/2014/main" id="{610C5E6E-0AF7-B448-303B-4EB7C33E6C65}"/>
              </a:ext>
            </a:extLst>
          </p:cNvPr>
          <p:cNvSpPr/>
          <p:nvPr userDrawn="1"/>
        </p:nvSpPr>
        <p:spPr>
          <a:xfrm flipH="1">
            <a:off x="9364060" y="1332331"/>
            <a:ext cx="3564000" cy="3564000"/>
          </a:xfrm>
          <a:prstGeom prst="wedgeEllipseCallout">
            <a:avLst>
              <a:gd name="adj1" fmla="val 60676"/>
              <a:gd name="adj2" fmla="val -2968"/>
            </a:avLst>
          </a:prstGeom>
          <a:solidFill>
            <a:schemeClr val="bg1"/>
          </a:solidFill>
          <a:ln>
            <a:noFill/>
          </a:ln>
          <a:effectLst>
            <a:outerShdw blurRad="850900" dist="939800" dir="5400000" sx="85000" sy="85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b="0" i="0">
              <a:latin typeface="Arial" panose="020B0604020202020204" pitchFamily="34" charset="0"/>
            </a:endParaRPr>
          </a:p>
        </p:txBody>
      </p:sp>
      <p:sp>
        <p:nvSpPr>
          <p:cNvPr id="4" name="Picture Placeholder 3">
            <a:extLst>
              <a:ext uri="{FF2B5EF4-FFF2-40B4-BE49-F238E27FC236}">
                <a16:creationId xmlns:a16="http://schemas.microsoft.com/office/drawing/2014/main" id="{FEBEF2F8-A025-92B9-2CAC-C01414255200}"/>
              </a:ext>
            </a:extLst>
          </p:cNvPr>
          <p:cNvSpPr>
            <a:spLocks noGrp="1"/>
          </p:cNvSpPr>
          <p:nvPr>
            <p:ph type="pic" sz="quarter" idx="10"/>
          </p:nvPr>
        </p:nvSpPr>
        <p:spPr>
          <a:xfrm>
            <a:off x="9364059" y="1332331"/>
            <a:ext cx="3564000" cy="3564000"/>
          </a:xfrm>
          <a:prstGeom prst="ellipse">
            <a:avLst/>
          </a:prstGeo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180767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Green">
    <p:bg>
      <p:bgPr>
        <a:solidFill>
          <a:schemeClr val="bg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6781E85-25F8-EE4A-2030-260A34FE98C3}"/>
              </a:ext>
            </a:extLst>
          </p:cNvPr>
          <p:cNvSpPr>
            <a:spLocks noGrp="1"/>
          </p:cNvSpPr>
          <p:nvPr>
            <p:ph type="title"/>
          </p:nvPr>
        </p:nvSpPr>
        <p:spPr>
          <a:xfrm>
            <a:off x="539750" y="540000"/>
            <a:ext cx="12384088" cy="543914"/>
          </a:xfrm>
        </p:spPr>
        <p:txBody>
          <a:bodyPr/>
          <a:lstStyle>
            <a:lvl1pPr>
              <a:defRPr>
                <a:solidFill>
                  <a:schemeClr val="bg1"/>
                </a:solidFill>
              </a:defRPr>
            </a:lvl1pPr>
          </a:lstStyle>
          <a:p>
            <a:r>
              <a:rPr lang="en-GB"/>
              <a:t>Click to edit Master title style</a:t>
            </a:r>
          </a:p>
        </p:txBody>
      </p:sp>
      <p:sp>
        <p:nvSpPr>
          <p:cNvPr id="26" name="Subtitle 2">
            <a:extLst>
              <a:ext uri="{FF2B5EF4-FFF2-40B4-BE49-F238E27FC236}">
                <a16:creationId xmlns:a16="http://schemas.microsoft.com/office/drawing/2014/main" id="{1BF6F057-CC7C-E29C-B3D1-3542CDFDBD38}"/>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bg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extBox 1">
            <a:extLst>
              <a:ext uri="{FF2B5EF4-FFF2-40B4-BE49-F238E27FC236}">
                <a16:creationId xmlns:a16="http://schemas.microsoft.com/office/drawing/2014/main" id="{54322464-9DA9-5DBE-06F1-6CC4752EAFFF}"/>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sp>
        <p:nvSpPr>
          <p:cNvPr id="7" name="TextBox 6">
            <a:extLst>
              <a:ext uri="{FF2B5EF4-FFF2-40B4-BE49-F238E27FC236}">
                <a16:creationId xmlns:a16="http://schemas.microsoft.com/office/drawing/2014/main" id="{2FB40942-1503-4A56-DE16-47E6FE930E34}"/>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grpSp>
        <p:nvGrpSpPr>
          <p:cNvPr id="8" name="Group 7">
            <a:extLst>
              <a:ext uri="{FF2B5EF4-FFF2-40B4-BE49-F238E27FC236}">
                <a16:creationId xmlns:a16="http://schemas.microsoft.com/office/drawing/2014/main" id="{B2B05B1B-9972-EF0E-3FC3-BE7B81061D9F}"/>
              </a:ext>
            </a:extLst>
          </p:cNvPr>
          <p:cNvGrpSpPr>
            <a:grpSpLocks noChangeAspect="1"/>
          </p:cNvGrpSpPr>
          <p:nvPr userDrawn="1"/>
        </p:nvGrpSpPr>
        <p:grpSpPr>
          <a:xfrm>
            <a:off x="535236" y="7137829"/>
            <a:ext cx="432000" cy="183624"/>
            <a:chOff x="5868144" y="2000579"/>
            <a:chExt cx="1381170" cy="574833"/>
          </a:xfrm>
          <a:solidFill>
            <a:schemeClr val="bg1"/>
          </a:solidFill>
        </p:grpSpPr>
        <p:sp>
          <p:nvSpPr>
            <p:cNvPr id="9" name="Freeform 16">
              <a:extLst>
                <a:ext uri="{FF2B5EF4-FFF2-40B4-BE49-F238E27FC236}">
                  <a16:creationId xmlns:a16="http://schemas.microsoft.com/office/drawing/2014/main" id="{41230590-FC0A-6393-A3F0-D43BCF3F5333}"/>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17">
              <a:extLst>
                <a:ext uri="{FF2B5EF4-FFF2-40B4-BE49-F238E27FC236}">
                  <a16:creationId xmlns:a16="http://schemas.microsoft.com/office/drawing/2014/main" id="{32ABB4CC-C705-8F8D-0755-7BE1F2EDB56F}"/>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3" name="Freeform 18">
              <a:extLst>
                <a:ext uri="{FF2B5EF4-FFF2-40B4-BE49-F238E27FC236}">
                  <a16:creationId xmlns:a16="http://schemas.microsoft.com/office/drawing/2014/main" id="{C4DF2099-4D35-6286-A8D0-8281A9D59685}"/>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4" name="Freeform 19">
              <a:extLst>
                <a:ext uri="{FF2B5EF4-FFF2-40B4-BE49-F238E27FC236}">
                  <a16:creationId xmlns:a16="http://schemas.microsoft.com/office/drawing/2014/main" id="{7473F893-A91D-C265-6034-1A48700A0C50}"/>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5" name="Freeform 20">
              <a:extLst>
                <a:ext uri="{FF2B5EF4-FFF2-40B4-BE49-F238E27FC236}">
                  <a16:creationId xmlns:a16="http://schemas.microsoft.com/office/drawing/2014/main" id="{7E25FDDC-6ECE-C855-4746-BC597EF25C19}"/>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6" name="Freeform 21">
              <a:extLst>
                <a:ext uri="{FF2B5EF4-FFF2-40B4-BE49-F238E27FC236}">
                  <a16:creationId xmlns:a16="http://schemas.microsoft.com/office/drawing/2014/main" id="{D9710F6C-B71F-0DCC-9CE4-8DD78664B1FE}"/>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7" name="Freeform 22">
              <a:extLst>
                <a:ext uri="{FF2B5EF4-FFF2-40B4-BE49-F238E27FC236}">
                  <a16:creationId xmlns:a16="http://schemas.microsoft.com/office/drawing/2014/main" id="{1ACE6827-115C-7EAB-A1BA-2878B857A9F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Tree>
    <p:extLst>
      <p:ext uri="{BB962C8B-B14F-4D97-AF65-F5344CB8AC3E}">
        <p14:creationId xmlns:p14="http://schemas.microsoft.com/office/powerpoint/2010/main" val="3716290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14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Tree>
    <p:extLst>
      <p:ext uri="{BB962C8B-B14F-4D97-AF65-F5344CB8AC3E}">
        <p14:creationId xmlns:p14="http://schemas.microsoft.com/office/powerpoint/2010/main" val="4145910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itle 1">
            <a:extLst>
              <a:ext uri="{FF2B5EF4-FFF2-40B4-BE49-F238E27FC236}">
                <a16:creationId xmlns:a16="http://schemas.microsoft.com/office/drawing/2014/main" id="{8EC00C2F-BDA7-EC10-00D7-D941E1D2D0DB}"/>
              </a:ext>
            </a:extLst>
          </p:cNvPr>
          <p:cNvSpPr>
            <a:spLocks noGrp="1"/>
          </p:cNvSpPr>
          <p:nvPr>
            <p:ph type="title"/>
          </p:nvPr>
        </p:nvSpPr>
        <p:spPr>
          <a:xfrm>
            <a:off x="539750" y="540000"/>
            <a:ext cx="12384088" cy="543914"/>
          </a:xfrm>
        </p:spPr>
        <p:txBody>
          <a:bodyPr/>
          <a:lstStyle/>
          <a:p>
            <a:r>
              <a:rPr lang="en-GB"/>
              <a:t>Click to edit Master title style</a:t>
            </a:r>
          </a:p>
        </p:txBody>
      </p:sp>
      <p:sp>
        <p:nvSpPr>
          <p:cNvPr id="9" name="Text Placeholder 8">
            <a:extLst>
              <a:ext uri="{FF2B5EF4-FFF2-40B4-BE49-F238E27FC236}">
                <a16:creationId xmlns:a16="http://schemas.microsoft.com/office/drawing/2014/main" id="{3A3250C5-DC7D-95E4-CC46-754EA6ED41CA}"/>
              </a:ext>
            </a:extLst>
          </p:cNvPr>
          <p:cNvSpPr>
            <a:spLocks noGrp="1"/>
          </p:cNvSpPr>
          <p:nvPr>
            <p:ph type="body" sz="quarter" idx="14"/>
          </p:nvPr>
        </p:nvSpPr>
        <p:spPr>
          <a:xfrm>
            <a:off x="539749" y="1800225"/>
            <a:ext cx="12384088" cy="5221288"/>
          </a:xfrm>
        </p:spPr>
        <p:txBody>
          <a:bodyPr/>
          <a:lstStyle>
            <a:lvl5pPr>
              <a:defRPr/>
            </a:lvl5pPr>
            <a:lvl6pPr>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54549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4B0099F6-B218-4AFA-9EBA-133D8998EA59}"/>
              </a:ext>
            </a:extLst>
          </p:cNvPr>
          <p:cNvSpPr>
            <a:spLocks noGrp="1"/>
          </p:cNvSpPr>
          <p:nvPr>
            <p:ph type="body" sz="quarter" idx="16"/>
          </p:nvPr>
        </p:nvSpPr>
        <p:spPr>
          <a:xfrm>
            <a:off x="539749" y="1800226"/>
            <a:ext cx="6054726"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3D6FEB61-2A9A-4276-A6F4-A93D335B5D74}"/>
              </a:ext>
            </a:extLst>
          </p:cNvPr>
          <p:cNvSpPr>
            <a:spLocks noGrp="1"/>
          </p:cNvSpPr>
          <p:nvPr>
            <p:ph type="body" sz="quarter" idx="17"/>
          </p:nvPr>
        </p:nvSpPr>
        <p:spPr>
          <a:xfrm>
            <a:off x="6862762" y="1800225"/>
            <a:ext cx="6054725" cy="52210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ED9D13B6-659B-36DE-E947-4B51D3709082}"/>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2261796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D885E639-384A-4743-B2C4-0FC1D6B328DF}"/>
              </a:ext>
            </a:extLst>
          </p:cNvPr>
          <p:cNvSpPr>
            <a:spLocks noGrp="1"/>
          </p:cNvSpPr>
          <p:nvPr>
            <p:ph type="body" sz="quarter" idx="17"/>
          </p:nvPr>
        </p:nvSpPr>
        <p:spPr>
          <a:xfrm>
            <a:off x="539750" y="1800227"/>
            <a:ext cx="3941451"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9ACC94F9-5D2A-414F-A072-9E7965AA4C98}"/>
              </a:ext>
            </a:extLst>
          </p:cNvPr>
          <p:cNvSpPr>
            <a:spLocks noGrp="1"/>
          </p:cNvSpPr>
          <p:nvPr>
            <p:ph type="body" sz="quarter" idx="18"/>
          </p:nvPr>
        </p:nvSpPr>
        <p:spPr>
          <a:xfrm>
            <a:off x="4752975" y="1800226"/>
            <a:ext cx="3951287"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11">
            <a:extLst>
              <a:ext uri="{FF2B5EF4-FFF2-40B4-BE49-F238E27FC236}">
                <a16:creationId xmlns:a16="http://schemas.microsoft.com/office/drawing/2014/main" id="{483CF262-C493-4134-B216-D75722F2D1E2}"/>
              </a:ext>
            </a:extLst>
          </p:cNvPr>
          <p:cNvSpPr>
            <a:spLocks noGrp="1"/>
          </p:cNvSpPr>
          <p:nvPr>
            <p:ph type="body" sz="quarter" idx="19"/>
          </p:nvPr>
        </p:nvSpPr>
        <p:spPr>
          <a:xfrm>
            <a:off x="8976036" y="1800225"/>
            <a:ext cx="3931811"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8E0A8938-B49F-2B16-4D70-CE04ECBAB05F}"/>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160156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1E02B655-73AC-4416-A7F5-80AAC7CA2C75}"/>
              </a:ext>
            </a:extLst>
          </p:cNvPr>
          <p:cNvSpPr>
            <a:spLocks noGrp="1"/>
          </p:cNvSpPr>
          <p:nvPr>
            <p:ph type="body" sz="quarter" idx="19"/>
          </p:nvPr>
        </p:nvSpPr>
        <p:spPr>
          <a:xfrm>
            <a:off x="535237"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5">
            <a:extLst>
              <a:ext uri="{FF2B5EF4-FFF2-40B4-BE49-F238E27FC236}">
                <a16:creationId xmlns:a16="http://schemas.microsoft.com/office/drawing/2014/main" id="{BA805347-7089-428A-9206-2A55F9756D9C}"/>
              </a:ext>
            </a:extLst>
          </p:cNvPr>
          <p:cNvSpPr>
            <a:spLocks noGrp="1"/>
          </p:cNvSpPr>
          <p:nvPr>
            <p:ph type="body" sz="quarter" idx="20"/>
          </p:nvPr>
        </p:nvSpPr>
        <p:spPr>
          <a:xfrm>
            <a:off x="3699815"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8">
            <a:extLst>
              <a:ext uri="{FF2B5EF4-FFF2-40B4-BE49-F238E27FC236}">
                <a16:creationId xmlns:a16="http://schemas.microsoft.com/office/drawing/2014/main" id="{245E7010-E915-4D22-9625-3896AAD63A97}"/>
              </a:ext>
            </a:extLst>
          </p:cNvPr>
          <p:cNvSpPr>
            <a:spLocks noGrp="1"/>
          </p:cNvSpPr>
          <p:nvPr>
            <p:ph type="body" sz="quarter" idx="21"/>
          </p:nvPr>
        </p:nvSpPr>
        <p:spPr>
          <a:xfrm>
            <a:off x="6864394"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10">
            <a:extLst>
              <a:ext uri="{FF2B5EF4-FFF2-40B4-BE49-F238E27FC236}">
                <a16:creationId xmlns:a16="http://schemas.microsoft.com/office/drawing/2014/main" id="{F1DE9131-771D-4C62-ADA1-9ABE07FC5D7E}"/>
              </a:ext>
            </a:extLst>
          </p:cNvPr>
          <p:cNvSpPr>
            <a:spLocks noGrp="1"/>
          </p:cNvSpPr>
          <p:nvPr>
            <p:ph type="body" sz="quarter" idx="22"/>
          </p:nvPr>
        </p:nvSpPr>
        <p:spPr>
          <a:xfrm>
            <a:off x="10028972"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ubtitle 2">
            <a:extLst>
              <a:ext uri="{FF2B5EF4-FFF2-40B4-BE49-F238E27FC236}">
                <a16:creationId xmlns:a16="http://schemas.microsoft.com/office/drawing/2014/main" id="{CAB6BB5B-9F3F-C3F8-AB37-4E5864A05EE7}"/>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894723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os - 2">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E0B0B247-A9F1-7921-6401-8A63D649D96B}"/>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C303BDEC-BFA8-88D3-9C31-C7B2485BF04A}"/>
              </a:ext>
            </a:extLst>
          </p:cNvPr>
          <p:cNvSpPr>
            <a:spLocks noGrp="1"/>
          </p:cNvSpPr>
          <p:nvPr>
            <p:ph type="body" sz="quarter" idx="22" hasCustomPrompt="1"/>
          </p:nvPr>
        </p:nvSpPr>
        <p:spPr>
          <a:xfrm>
            <a:off x="539749" y="2672081"/>
            <a:ext cx="6054725"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73E7AB23-2CA5-E914-3BF4-F4CD1D4A988B}"/>
              </a:ext>
            </a:extLst>
          </p:cNvPr>
          <p:cNvSpPr>
            <a:spLocks noGrp="1"/>
          </p:cNvSpPr>
          <p:nvPr>
            <p:ph type="body" sz="quarter" idx="23" hasCustomPrompt="1"/>
          </p:nvPr>
        </p:nvSpPr>
        <p:spPr>
          <a:xfrm>
            <a:off x="6862763" y="2672081"/>
            <a:ext cx="606107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Picture Placeholder 5">
            <a:extLst>
              <a:ext uri="{FF2B5EF4-FFF2-40B4-BE49-F238E27FC236}">
                <a16:creationId xmlns:a16="http://schemas.microsoft.com/office/drawing/2014/main" id="{1CA14629-F9C6-8DA5-40EA-A5F8253C7095}"/>
              </a:ext>
            </a:extLst>
          </p:cNvPr>
          <p:cNvSpPr>
            <a:spLocks noGrp="1"/>
          </p:cNvSpPr>
          <p:nvPr>
            <p:ph type="pic" sz="quarter" idx="11"/>
          </p:nvPr>
        </p:nvSpPr>
        <p:spPr>
          <a:xfrm>
            <a:off x="539749"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1" name="Picture Placeholder 5">
            <a:extLst>
              <a:ext uri="{FF2B5EF4-FFF2-40B4-BE49-F238E27FC236}">
                <a16:creationId xmlns:a16="http://schemas.microsoft.com/office/drawing/2014/main" id="{6E21A60B-37C7-50F5-F9DF-E5F042774B93}"/>
              </a:ext>
            </a:extLst>
          </p:cNvPr>
          <p:cNvSpPr>
            <a:spLocks noGrp="1"/>
          </p:cNvSpPr>
          <p:nvPr>
            <p:ph type="pic" sz="quarter" idx="26"/>
          </p:nvPr>
        </p:nvSpPr>
        <p:spPr>
          <a:xfrm>
            <a:off x="6862763"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2" name="Title 1">
            <a:extLst>
              <a:ext uri="{FF2B5EF4-FFF2-40B4-BE49-F238E27FC236}">
                <a16:creationId xmlns:a16="http://schemas.microsoft.com/office/drawing/2014/main" id="{70B64035-8729-DBB5-2CDE-73C5824494F7}"/>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601019193"/>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os - 3">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8A16C33A-935A-7258-75E6-829B8CAD1BD4}"/>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6E750E53-B214-206B-9E5D-74769EC49410}"/>
              </a:ext>
            </a:extLst>
          </p:cNvPr>
          <p:cNvSpPr>
            <a:spLocks noGrp="1"/>
          </p:cNvSpPr>
          <p:nvPr>
            <p:ph type="body" sz="quarter" idx="22" hasCustomPrompt="1"/>
          </p:nvPr>
        </p:nvSpPr>
        <p:spPr>
          <a:xfrm>
            <a:off x="539750"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68233BAF-ED28-454E-F97E-D1404842BF2B}"/>
              </a:ext>
            </a:extLst>
          </p:cNvPr>
          <p:cNvSpPr>
            <a:spLocks noGrp="1"/>
          </p:cNvSpPr>
          <p:nvPr>
            <p:ph type="body" sz="quarter" idx="23" hasCustomPrompt="1"/>
          </p:nvPr>
        </p:nvSpPr>
        <p:spPr>
          <a:xfrm>
            <a:off x="4752975"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Text Placeholder 3">
            <a:extLst>
              <a:ext uri="{FF2B5EF4-FFF2-40B4-BE49-F238E27FC236}">
                <a16:creationId xmlns:a16="http://schemas.microsoft.com/office/drawing/2014/main" id="{31EF5646-8FFB-0BB4-5E3B-62CC36A0CBC1}"/>
              </a:ext>
            </a:extLst>
          </p:cNvPr>
          <p:cNvSpPr>
            <a:spLocks noGrp="1"/>
          </p:cNvSpPr>
          <p:nvPr>
            <p:ph type="body" sz="quarter" idx="24" hasCustomPrompt="1"/>
          </p:nvPr>
        </p:nvSpPr>
        <p:spPr>
          <a:xfrm>
            <a:off x="8972936"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DFD1E45B-2935-E9FB-2B35-F44193D0789F}"/>
              </a:ext>
            </a:extLst>
          </p:cNvPr>
          <p:cNvSpPr>
            <a:spLocks noGrp="1"/>
          </p:cNvSpPr>
          <p:nvPr>
            <p:ph type="pic" sz="quarter" idx="11"/>
          </p:nvPr>
        </p:nvSpPr>
        <p:spPr>
          <a:xfrm>
            <a:off x="539750"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4" name="Picture Placeholder 5">
            <a:extLst>
              <a:ext uri="{FF2B5EF4-FFF2-40B4-BE49-F238E27FC236}">
                <a16:creationId xmlns:a16="http://schemas.microsoft.com/office/drawing/2014/main" id="{C47FA2DE-0D51-F719-B367-642A97B5D40D}"/>
              </a:ext>
            </a:extLst>
          </p:cNvPr>
          <p:cNvSpPr>
            <a:spLocks noGrp="1"/>
          </p:cNvSpPr>
          <p:nvPr>
            <p:ph type="pic" sz="quarter" idx="25"/>
          </p:nvPr>
        </p:nvSpPr>
        <p:spPr>
          <a:xfrm>
            <a:off x="475297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792D24DB-83E1-6897-47C8-932F6A5362B2}"/>
              </a:ext>
            </a:extLst>
          </p:cNvPr>
          <p:cNvSpPr>
            <a:spLocks noGrp="1"/>
          </p:cNvSpPr>
          <p:nvPr>
            <p:ph type="pic" sz="quarter" idx="26"/>
          </p:nvPr>
        </p:nvSpPr>
        <p:spPr>
          <a:xfrm>
            <a:off x="8972936"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Title 6">
            <a:extLst>
              <a:ext uri="{FF2B5EF4-FFF2-40B4-BE49-F238E27FC236}">
                <a16:creationId xmlns:a16="http://schemas.microsoft.com/office/drawing/2014/main" id="{0F18DA70-BD7B-4E54-03F1-4E5E4C1E34EA}"/>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3931367155"/>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os - 4">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7"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6" name="Text Placeholder 3">
            <a:extLst>
              <a:ext uri="{FF2B5EF4-FFF2-40B4-BE49-F238E27FC236}">
                <a16:creationId xmlns:a16="http://schemas.microsoft.com/office/drawing/2014/main" id="{4FBC681F-63E2-60F8-AA8F-4C24A5A6E410}"/>
              </a:ext>
            </a:extLst>
          </p:cNvPr>
          <p:cNvSpPr>
            <a:spLocks noGrp="1"/>
          </p:cNvSpPr>
          <p:nvPr>
            <p:ph type="body" sz="quarter" idx="23" hasCustomPrompt="1"/>
          </p:nvPr>
        </p:nvSpPr>
        <p:spPr>
          <a:xfrm>
            <a:off x="3699815"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7" name="Text Placeholder 3">
            <a:extLst>
              <a:ext uri="{FF2B5EF4-FFF2-40B4-BE49-F238E27FC236}">
                <a16:creationId xmlns:a16="http://schemas.microsoft.com/office/drawing/2014/main" id="{5152024C-9189-82E9-8D65-C4ABC4B20F8C}"/>
              </a:ext>
            </a:extLst>
          </p:cNvPr>
          <p:cNvSpPr>
            <a:spLocks noGrp="1"/>
          </p:cNvSpPr>
          <p:nvPr>
            <p:ph type="body" sz="quarter" idx="24" hasCustomPrompt="1"/>
          </p:nvPr>
        </p:nvSpPr>
        <p:spPr>
          <a:xfrm>
            <a:off x="6864394"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8" name="Text Placeholder 3">
            <a:extLst>
              <a:ext uri="{FF2B5EF4-FFF2-40B4-BE49-F238E27FC236}">
                <a16:creationId xmlns:a16="http://schemas.microsoft.com/office/drawing/2014/main" id="{FD384476-035F-93EA-68D4-DD6F73AF76BF}"/>
              </a:ext>
            </a:extLst>
          </p:cNvPr>
          <p:cNvSpPr>
            <a:spLocks noGrp="1"/>
          </p:cNvSpPr>
          <p:nvPr>
            <p:ph type="body" sz="quarter" idx="25" hasCustomPrompt="1"/>
          </p:nvPr>
        </p:nvSpPr>
        <p:spPr>
          <a:xfrm>
            <a:off x="10001838"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31CB38D6-0652-ADFC-CB6C-56315EBCE04D}"/>
              </a:ext>
            </a:extLst>
          </p:cNvPr>
          <p:cNvSpPr>
            <a:spLocks noGrp="1"/>
          </p:cNvSpPr>
          <p:nvPr>
            <p:ph type="pic" sz="quarter" idx="26"/>
          </p:nvPr>
        </p:nvSpPr>
        <p:spPr>
          <a:xfrm>
            <a:off x="36998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Picture Placeholder 5">
            <a:extLst>
              <a:ext uri="{FF2B5EF4-FFF2-40B4-BE49-F238E27FC236}">
                <a16:creationId xmlns:a16="http://schemas.microsoft.com/office/drawing/2014/main" id="{1492A7A5-4A09-D1D1-03D1-6ECAEF6B5957}"/>
              </a:ext>
            </a:extLst>
          </p:cNvPr>
          <p:cNvSpPr>
            <a:spLocks noGrp="1"/>
          </p:cNvSpPr>
          <p:nvPr>
            <p:ph type="pic" sz="quarter" idx="27"/>
          </p:nvPr>
        </p:nvSpPr>
        <p:spPr>
          <a:xfrm>
            <a:off x="6864394"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9" name="Picture Placeholder 5">
            <a:extLst>
              <a:ext uri="{FF2B5EF4-FFF2-40B4-BE49-F238E27FC236}">
                <a16:creationId xmlns:a16="http://schemas.microsoft.com/office/drawing/2014/main" id="{D366B33C-7857-114D-B7B2-FD9481084206}"/>
              </a:ext>
            </a:extLst>
          </p:cNvPr>
          <p:cNvSpPr>
            <a:spLocks noGrp="1"/>
          </p:cNvSpPr>
          <p:nvPr>
            <p:ph type="pic" sz="quarter" idx="28"/>
          </p:nvPr>
        </p:nvSpPr>
        <p:spPr>
          <a:xfrm>
            <a:off x="10001838"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538871898"/>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os - 4 (2)">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6"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5" name="Text Placeholder 3">
            <a:extLst>
              <a:ext uri="{FF2B5EF4-FFF2-40B4-BE49-F238E27FC236}">
                <a16:creationId xmlns:a16="http://schemas.microsoft.com/office/drawing/2014/main" id="{72DA8A2D-744F-28D9-2367-D84B14F723F3}"/>
              </a:ext>
            </a:extLst>
          </p:cNvPr>
          <p:cNvSpPr>
            <a:spLocks noGrp="1"/>
          </p:cNvSpPr>
          <p:nvPr>
            <p:ph type="body" sz="quarter" idx="23" hasCustomPrompt="1"/>
          </p:nvPr>
        </p:nvSpPr>
        <p:spPr>
          <a:xfrm>
            <a:off x="6845614"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8" name="Picture Placeholder 5">
            <a:extLst>
              <a:ext uri="{FF2B5EF4-FFF2-40B4-BE49-F238E27FC236}">
                <a16:creationId xmlns:a16="http://schemas.microsoft.com/office/drawing/2014/main" id="{FA006BB0-ACA9-FDFC-6461-6408B41AEAE5}"/>
              </a:ext>
            </a:extLst>
          </p:cNvPr>
          <p:cNvSpPr>
            <a:spLocks noGrp="1"/>
          </p:cNvSpPr>
          <p:nvPr>
            <p:ph type="pic" sz="quarter" idx="24"/>
          </p:nvPr>
        </p:nvSpPr>
        <p:spPr>
          <a:xfrm>
            <a:off x="68456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0" name="Text Placeholder 3">
            <a:extLst>
              <a:ext uri="{FF2B5EF4-FFF2-40B4-BE49-F238E27FC236}">
                <a16:creationId xmlns:a16="http://schemas.microsoft.com/office/drawing/2014/main" id="{A085B774-B9B0-4770-F47A-2EAB4102733D}"/>
              </a:ext>
            </a:extLst>
          </p:cNvPr>
          <p:cNvSpPr>
            <a:spLocks noGrp="1"/>
          </p:cNvSpPr>
          <p:nvPr>
            <p:ph type="body" sz="quarter" idx="25" hasCustomPrompt="1"/>
          </p:nvPr>
        </p:nvSpPr>
        <p:spPr>
          <a:xfrm>
            <a:off x="535236"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1" name="Picture Placeholder 5">
            <a:extLst>
              <a:ext uri="{FF2B5EF4-FFF2-40B4-BE49-F238E27FC236}">
                <a16:creationId xmlns:a16="http://schemas.microsoft.com/office/drawing/2014/main" id="{FB5943DD-7B76-DF26-BE6E-5C112FA896E8}"/>
              </a:ext>
            </a:extLst>
          </p:cNvPr>
          <p:cNvSpPr>
            <a:spLocks noGrp="1"/>
          </p:cNvSpPr>
          <p:nvPr>
            <p:ph type="pic" sz="quarter" idx="26"/>
          </p:nvPr>
        </p:nvSpPr>
        <p:spPr>
          <a:xfrm>
            <a:off x="535237"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2" name="Text Placeholder 3">
            <a:extLst>
              <a:ext uri="{FF2B5EF4-FFF2-40B4-BE49-F238E27FC236}">
                <a16:creationId xmlns:a16="http://schemas.microsoft.com/office/drawing/2014/main" id="{36A1E702-325A-5140-3BB8-D7D701ECE601}"/>
              </a:ext>
            </a:extLst>
          </p:cNvPr>
          <p:cNvSpPr>
            <a:spLocks noGrp="1"/>
          </p:cNvSpPr>
          <p:nvPr>
            <p:ph type="body" sz="quarter" idx="27" hasCustomPrompt="1"/>
          </p:nvPr>
        </p:nvSpPr>
        <p:spPr>
          <a:xfrm>
            <a:off x="6845614"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9" name="Picture Placeholder 5">
            <a:extLst>
              <a:ext uri="{FF2B5EF4-FFF2-40B4-BE49-F238E27FC236}">
                <a16:creationId xmlns:a16="http://schemas.microsoft.com/office/drawing/2014/main" id="{2189EB97-CEBC-0E0F-D61F-CCA87D922886}"/>
              </a:ext>
            </a:extLst>
          </p:cNvPr>
          <p:cNvSpPr>
            <a:spLocks noGrp="1"/>
          </p:cNvSpPr>
          <p:nvPr>
            <p:ph type="pic" sz="quarter" idx="28"/>
          </p:nvPr>
        </p:nvSpPr>
        <p:spPr>
          <a:xfrm>
            <a:off x="6845615"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3715328470"/>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t">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
        <p:nvSpPr>
          <p:cNvPr id="2" name="Picture Placeholder 41">
            <a:extLst>
              <a:ext uri="{FF2B5EF4-FFF2-40B4-BE49-F238E27FC236}">
                <a16:creationId xmlns:a16="http://schemas.microsoft.com/office/drawing/2014/main" id="{D2F29644-CA5E-94A8-86FE-616DF372C6D5}"/>
              </a:ext>
            </a:extLst>
          </p:cNvPr>
          <p:cNvSpPr>
            <a:spLocks noGrp="1"/>
          </p:cNvSpPr>
          <p:nvPr>
            <p:ph type="pic" sz="quarter" idx="14"/>
          </p:nvPr>
        </p:nvSpPr>
        <p:spPr>
          <a:xfrm>
            <a:off x="6381750" y="2076449"/>
            <a:ext cx="6381750" cy="4705351"/>
          </a:xfrm>
        </p:spPr>
        <p:txBody>
          <a:bodyPr anchor="ctr"/>
          <a:lstStyle>
            <a:lvl1pPr algn="ctr">
              <a:defRPr sz="3600"/>
            </a:lvl1pPr>
          </a:lstStyle>
          <a:p>
            <a:r>
              <a:rPr lang="en-GB"/>
              <a:t>Click icon to add picture</a:t>
            </a:r>
            <a:endParaRPr lang="en-GB" dirty="0"/>
          </a:p>
        </p:txBody>
      </p:sp>
    </p:spTree>
    <p:extLst>
      <p:ext uri="{BB962C8B-B14F-4D97-AF65-F5344CB8AC3E}">
        <p14:creationId xmlns:p14="http://schemas.microsoft.com/office/powerpoint/2010/main" val="2587731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hank you / Questions">
    <p:bg>
      <p:bgPr>
        <a:solidFill>
          <a:schemeClr val="bg2"/>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bg1"/>
                </a:solidFill>
              </a:defRPr>
            </a:lvl1pPr>
          </a:lstStyle>
          <a:p>
            <a:r>
              <a:rPr lang="en-GB"/>
              <a:t>Click add title</a:t>
            </a:r>
          </a:p>
        </p:txBody>
      </p:sp>
    </p:spTree>
    <p:extLst>
      <p:ext uri="{BB962C8B-B14F-4D97-AF65-F5344CB8AC3E}">
        <p14:creationId xmlns:p14="http://schemas.microsoft.com/office/powerpoint/2010/main" val="1483525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Thank you / Questio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tx1"/>
                </a:solidFill>
              </a:defRPr>
            </a:lvl1pPr>
          </a:lstStyle>
          <a:p>
            <a:r>
              <a:rPr lang="en-GB"/>
              <a:t>Click add title</a:t>
            </a:r>
          </a:p>
        </p:txBody>
      </p:sp>
      <p:sp>
        <p:nvSpPr>
          <p:cNvPr id="2" name="TextBox 1">
            <a:extLst>
              <a:ext uri="{FF2B5EF4-FFF2-40B4-BE49-F238E27FC236}">
                <a16:creationId xmlns:a16="http://schemas.microsoft.com/office/drawing/2014/main" id="{2CD33A44-FEAA-7F20-C8DB-DF791222B0EC}"/>
              </a:ext>
            </a:extLst>
          </p:cNvPr>
          <p:cNvSpPr txBox="1"/>
          <p:nvPr userDrawn="1"/>
        </p:nvSpPr>
        <p:spPr>
          <a:xfrm>
            <a:off x="12350562"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grpSp>
        <p:nvGrpSpPr>
          <p:cNvPr id="3" name="Group 2">
            <a:extLst>
              <a:ext uri="{FF2B5EF4-FFF2-40B4-BE49-F238E27FC236}">
                <a16:creationId xmlns:a16="http://schemas.microsoft.com/office/drawing/2014/main" id="{30B19A9C-B9CA-796E-F827-07594B0C925A}"/>
              </a:ext>
            </a:extLst>
          </p:cNvPr>
          <p:cNvGrpSpPr>
            <a:grpSpLocks noChangeAspect="1"/>
          </p:cNvGrpSpPr>
          <p:nvPr userDrawn="1"/>
        </p:nvGrpSpPr>
        <p:grpSpPr>
          <a:xfrm>
            <a:off x="673892" y="7137829"/>
            <a:ext cx="543912" cy="183624"/>
            <a:chOff x="5868144" y="2000579"/>
            <a:chExt cx="1381170" cy="574833"/>
          </a:xfrm>
          <a:solidFill>
            <a:schemeClr val="bg1"/>
          </a:solidFill>
        </p:grpSpPr>
        <p:sp>
          <p:nvSpPr>
            <p:cNvPr id="4" name="Freeform 16">
              <a:extLst>
                <a:ext uri="{FF2B5EF4-FFF2-40B4-BE49-F238E27FC236}">
                  <a16:creationId xmlns:a16="http://schemas.microsoft.com/office/drawing/2014/main" id="{A2B37B80-8AAC-3060-F69B-DF3E344EF53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6" name="Freeform 17">
              <a:extLst>
                <a:ext uri="{FF2B5EF4-FFF2-40B4-BE49-F238E27FC236}">
                  <a16:creationId xmlns:a16="http://schemas.microsoft.com/office/drawing/2014/main" id="{B318D5FA-DB9E-1D75-62F4-5AA4DB0EBE9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7" name="Freeform 18">
              <a:extLst>
                <a:ext uri="{FF2B5EF4-FFF2-40B4-BE49-F238E27FC236}">
                  <a16:creationId xmlns:a16="http://schemas.microsoft.com/office/drawing/2014/main" id="{E5F9EC9F-01BE-FDE9-FA9E-4D526875B10C}"/>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8" name="Freeform 19">
              <a:extLst>
                <a:ext uri="{FF2B5EF4-FFF2-40B4-BE49-F238E27FC236}">
                  <a16:creationId xmlns:a16="http://schemas.microsoft.com/office/drawing/2014/main" id="{2A180E62-DB15-01B0-934F-11BAAB2EB971}"/>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9" name="Freeform 20">
              <a:extLst>
                <a:ext uri="{FF2B5EF4-FFF2-40B4-BE49-F238E27FC236}">
                  <a16:creationId xmlns:a16="http://schemas.microsoft.com/office/drawing/2014/main" id="{F3783A93-5D33-4918-5EAE-F44D2918A98C}"/>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0" name="Freeform 21">
              <a:extLst>
                <a:ext uri="{FF2B5EF4-FFF2-40B4-BE49-F238E27FC236}">
                  <a16:creationId xmlns:a16="http://schemas.microsoft.com/office/drawing/2014/main" id="{E1C4D14F-2A34-8E3D-DB3B-4CDFDBBAAFF7}"/>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22">
              <a:extLst>
                <a:ext uri="{FF2B5EF4-FFF2-40B4-BE49-F238E27FC236}">
                  <a16:creationId xmlns:a16="http://schemas.microsoft.com/office/drawing/2014/main" id="{08BE9166-DCCF-01AC-E778-6AEFD50F9918}"/>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
        <p:nvSpPr>
          <p:cNvPr id="14" name="TextBox 13">
            <a:extLst>
              <a:ext uri="{FF2B5EF4-FFF2-40B4-BE49-F238E27FC236}">
                <a16:creationId xmlns:a16="http://schemas.microsoft.com/office/drawing/2014/main" id="{E7805508-FA4F-9F5E-EBBF-6FDD0240F93D}"/>
              </a:ext>
            </a:extLst>
          </p:cNvPr>
          <p:cNvSpPr txBox="1"/>
          <p:nvPr userDrawn="1"/>
        </p:nvSpPr>
        <p:spPr>
          <a:xfrm>
            <a:off x="8453292"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spTree>
    <p:extLst>
      <p:ext uri="{BB962C8B-B14F-4D97-AF65-F5344CB8AC3E}">
        <p14:creationId xmlns:p14="http://schemas.microsoft.com/office/powerpoint/2010/main" val="2797389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ack Page">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0ACABE19-381C-4D09-8FCA-1131859BDDA6}"/>
              </a:ext>
            </a:extLst>
          </p:cNvPr>
          <p:cNvSpPr>
            <a:spLocks noChangeArrowheads="1"/>
          </p:cNvSpPr>
          <p:nvPr/>
        </p:nvSpPr>
        <p:spPr bwMode="auto">
          <a:xfrm>
            <a:off x="549157" y="6022056"/>
            <a:ext cx="8155106"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tx2"/>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tx2"/>
                </a:solidFill>
                <a:latin typeface="+mn-lt"/>
              </a:rPr>
              <a:t>Isio</a:t>
            </a:r>
            <a:r>
              <a:rPr lang="en-GB" altLang="en-US" sz="800">
                <a:solidFill>
                  <a:schemeClr val="tx2"/>
                </a:solidFill>
                <a:latin typeface="+mn-lt"/>
              </a:rPr>
              <a:t> Services Limited is authorised and regulated by the Financial Conduct Authority FRN 922376</a:t>
            </a:r>
          </a:p>
        </p:txBody>
      </p:sp>
      <p:grpSp>
        <p:nvGrpSpPr>
          <p:cNvPr id="5" name="Group 4">
            <a:extLst>
              <a:ext uri="{FF2B5EF4-FFF2-40B4-BE49-F238E27FC236}">
                <a16:creationId xmlns:a16="http://schemas.microsoft.com/office/drawing/2014/main" id="{9B55814A-3FC7-E92E-8978-104C27104DFC}"/>
              </a:ext>
            </a:extLst>
          </p:cNvPr>
          <p:cNvGrpSpPr>
            <a:grpSpLocks noChangeAspect="1"/>
          </p:cNvGrpSpPr>
          <p:nvPr userDrawn="1"/>
        </p:nvGrpSpPr>
        <p:grpSpPr>
          <a:xfrm>
            <a:off x="538163" y="5221070"/>
            <a:ext cx="1195185" cy="508054"/>
            <a:chOff x="5868144" y="2000579"/>
            <a:chExt cx="1381170" cy="574833"/>
          </a:xfrm>
          <a:solidFill>
            <a:schemeClr val="bg2"/>
          </a:solidFill>
        </p:grpSpPr>
        <p:sp>
          <p:nvSpPr>
            <p:cNvPr id="6" name="Freeform 18">
              <a:extLst>
                <a:ext uri="{FF2B5EF4-FFF2-40B4-BE49-F238E27FC236}">
                  <a16:creationId xmlns:a16="http://schemas.microsoft.com/office/drawing/2014/main" id="{A5E181D8-5B1A-ECA3-1ACE-EA740D4BF73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7" name="Freeform 19">
              <a:extLst>
                <a:ext uri="{FF2B5EF4-FFF2-40B4-BE49-F238E27FC236}">
                  <a16:creationId xmlns:a16="http://schemas.microsoft.com/office/drawing/2014/main" id="{3B695F51-CCB1-CC71-1D94-D0DF0D443805}"/>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8" name="Freeform 20">
              <a:extLst>
                <a:ext uri="{FF2B5EF4-FFF2-40B4-BE49-F238E27FC236}">
                  <a16:creationId xmlns:a16="http://schemas.microsoft.com/office/drawing/2014/main" id="{CE2B8C21-C8CD-C05B-E2FB-C746429DE81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9" name="Freeform 21">
              <a:extLst>
                <a:ext uri="{FF2B5EF4-FFF2-40B4-BE49-F238E27FC236}">
                  <a16:creationId xmlns:a16="http://schemas.microsoft.com/office/drawing/2014/main" id="{1CE7FB46-3DE6-314A-666C-259CCED2080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2DF71616-C988-FC3D-E6D4-43DC0E5FC955}"/>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47F1A38F-47DC-FB62-27F3-36150B3128E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687DA508-9DD1-EFF7-46E6-D51864C87A0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161892541"/>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ack Page Green">
    <p:bg>
      <p:bgPr>
        <a:solidFill>
          <a:srgbClr val="00BA8D"/>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E21BF325-A866-139F-055A-99CC555BE7AB}"/>
              </a:ext>
            </a:extLst>
          </p:cNvPr>
          <p:cNvSpPr>
            <a:spLocks noChangeArrowheads="1"/>
          </p:cNvSpPr>
          <p:nvPr userDrawn="1"/>
        </p:nvSpPr>
        <p:spPr bwMode="auto">
          <a:xfrm>
            <a:off x="538163" y="6022056"/>
            <a:ext cx="8166100"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bg1"/>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bg1"/>
                </a:solidFill>
                <a:latin typeface="+mn-lt"/>
              </a:rPr>
              <a:t>Isio</a:t>
            </a:r>
            <a:r>
              <a:rPr lang="en-GB" altLang="en-US" sz="800">
                <a:solidFill>
                  <a:schemeClr val="bg1"/>
                </a:solidFill>
                <a:latin typeface="+mn-lt"/>
              </a:rPr>
              <a:t> Services Limited is authorised and regulated by the Financial Conduct Authority FRN 922376</a:t>
            </a:r>
          </a:p>
        </p:txBody>
      </p:sp>
      <p:grpSp>
        <p:nvGrpSpPr>
          <p:cNvPr id="3" name="Group 2">
            <a:extLst>
              <a:ext uri="{FF2B5EF4-FFF2-40B4-BE49-F238E27FC236}">
                <a16:creationId xmlns:a16="http://schemas.microsoft.com/office/drawing/2014/main" id="{17C5FA80-9E1F-7366-41B9-A0001BDBEB53}"/>
              </a:ext>
            </a:extLst>
          </p:cNvPr>
          <p:cNvGrpSpPr>
            <a:grpSpLocks noChangeAspect="1"/>
          </p:cNvGrpSpPr>
          <p:nvPr userDrawn="1"/>
        </p:nvGrpSpPr>
        <p:grpSpPr>
          <a:xfrm>
            <a:off x="538163" y="5221070"/>
            <a:ext cx="1195185" cy="508054"/>
            <a:chOff x="5868144" y="2000579"/>
            <a:chExt cx="1381170" cy="574833"/>
          </a:xfrm>
          <a:solidFill>
            <a:schemeClr val="bg1"/>
          </a:solidFill>
        </p:grpSpPr>
        <p:sp>
          <p:nvSpPr>
            <p:cNvPr id="4" name="Freeform 18">
              <a:extLst>
                <a:ext uri="{FF2B5EF4-FFF2-40B4-BE49-F238E27FC236}">
                  <a16:creationId xmlns:a16="http://schemas.microsoft.com/office/drawing/2014/main" id="{49917BA7-3B1E-9A1C-0952-CBCDD3695E6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1D43A02-6F79-37CC-FA25-295F5A55C86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CA811516-19A6-646C-DD78-31A532E579C0}"/>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200E5E13-056A-B4F3-456D-D2F37D6AF523}"/>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8" name="Freeform 22">
              <a:extLst>
                <a:ext uri="{FF2B5EF4-FFF2-40B4-BE49-F238E27FC236}">
                  <a16:creationId xmlns:a16="http://schemas.microsoft.com/office/drawing/2014/main" id="{A0382AB3-3ED6-F176-9D08-0A57BFA8EA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9" name="Freeform 23">
              <a:extLst>
                <a:ext uri="{FF2B5EF4-FFF2-40B4-BE49-F238E27FC236}">
                  <a16:creationId xmlns:a16="http://schemas.microsoft.com/office/drawing/2014/main" id="{567A94C7-6678-97D9-7F9F-0C6114E141C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0" name="Freeform 24">
              <a:extLst>
                <a:ext uri="{FF2B5EF4-FFF2-40B4-BE49-F238E27FC236}">
                  <a16:creationId xmlns:a16="http://schemas.microsoft.com/office/drawing/2014/main" id="{E24C2CD0-4FCC-47F3-BBA9-F00BDB4B4A0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423229286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750" y="540000"/>
            <a:ext cx="12384088" cy="543914"/>
          </a:xfrm>
          <a:prstGeom prst="rect">
            <a:avLst/>
          </a:prstGeom>
        </p:spPr>
        <p:txBody>
          <a:bodyPr vert="horz" wrap="square" lIns="0" tIns="0" rIns="0" bIns="0" rtlCol="0" anchor="t">
            <a:noAutofit/>
          </a:bodyPr>
          <a:lstStyle/>
          <a:p>
            <a:r>
              <a:rPr lang="en-GB"/>
              <a:t>Click to edit Master title style</a:t>
            </a:r>
          </a:p>
        </p:txBody>
      </p:sp>
      <p:sp>
        <p:nvSpPr>
          <p:cNvPr id="3" name="Text Placeholder 2"/>
          <p:cNvSpPr>
            <a:spLocks noGrp="1"/>
          </p:cNvSpPr>
          <p:nvPr>
            <p:ph type="body" idx="1"/>
          </p:nvPr>
        </p:nvSpPr>
        <p:spPr>
          <a:xfrm>
            <a:off x="535236" y="1800225"/>
            <a:ext cx="12388352" cy="522128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Box 8">
            <a:extLst>
              <a:ext uri="{FF2B5EF4-FFF2-40B4-BE49-F238E27FC236}">
                <a16:creationId xmlns:a16="http://schemas.microsoft.com/office/drawing/2014/main" id="{B2A6B4BD-1BDF-4C63-81D0-1860693E539C}"/>
              </a:ext>
            </a:extLst>
          </p:cNvPr>
          <p:cNvSpPr txBox="1"/>
          <p:nvPr/>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46" name="TextBox 45">
            <a:extLst>
              <a:ext uri="{FF2B5EF4-FFF2-40B4-BE49-F238E27FC236}">
                <a16:creationId xmlns:a16="http://schemas.microsoft.com/office/drawing/2014/main" id="{83E7C9F8-1911-FC84-3D32-1EE77A20C242}"/>
              </a:ext>
            </a:extLst>
          </p:cNvPr>
          <p:cNvSpPr txBox="1"/>
          <p:nvPr userDrawn="1"/>
        </p:nvSpPr>
        <p:spPr>
          <a:xfrm>
            <a:off x="-1975237" y="484094"/>
            <a:ext cx="0" cy="0"/>
          </a:xfrm>
          <a:prstGeom prst="rect">
            <a:avLst/>
          </a:prstGeom>
          <a:noFill/>
        </p:spPr>
        <p:txBody>
          <a:bodyPr wrap="none" lIns="0" tIns="0" rIns="0" bIns="0" rtlCol="0">
            <a:noAutofit/>
          </a:bodyPr>
          <a:lstStyle/>
          <a:p>
            <a:pPr marL="0" algn="l">
              <a:spcAft>
                <a:spcPts val="600"/>
              </a:spcAft>
            </a:pPr>
            <a:endParaRPr lang="en-GB" sz="1100">
              <a:latin typeface="TT Hoves Light" panose="02000503020000020004" pitchFamily="50" charset="0"/>
            </a:endParaRPr>
          </a:p>
        </p:txBody>
      </p:sp>
      <p:sp>
        <p:nvSpPr>
          <p:cNvPr id="55" name="TextBox 54">
            <a:extLst>
              <a:ext uri="{FF2B5EF4-FFF2-40B4-BE49-F238E27FC236}">
                <a16:creationId xmlns:a16="http://schemas.microsoft.com/office/drawing/2014/main" id="{232BFD52-B099-4EAF-8A65-3993E000D7EC}"/>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6" name="Group 5">
            <a:extLst>
              <a:ext uri="{FF2B5EF4-FFF2-40B4-BE49-F238E27FC236}">
                <a16:creationId xmlns:a16="http://schemas.microsoft.com/office/drawing/2014/main" id="{855A12F2-D2D2-4CD7-116C-6407313964BF}"/>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7" name="Freeform 16">
              <a:extLst>
                <a:ext uri="{FF2B5EF4-FFF2-40B4-BE49-F238E27FC236}">
                  <a16:creationId xmlns:a16="http://schemas.microsoft.com/office/drawing/2014/main" id="{E42AD2E4-46D4-4ED6-A3B1-05983D0884E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8" name="Freeform 17">
              <a:extLst>
                <a:ext uri="{FF2B5EF4-FFF2-40B4-BE49-F238E27FC236}">
                  <a16:creationId xmlns:a16="http://schemas.microsoft.com/office/drawing/2014/main" id="{1795393D-BB93-058D-5071-59C266597C9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0" name="Freeform 18">
              <a:extLst>
                <a:ext uri="{FF2B5EF4-FFF2-40B4-BE49-F238E27FC236}">
                  <a16:creationId xmlns:a16="http://schemas.microsoft.com/office/drawing/2014/main" id="{751D98BD-B3E5-1CE1-B619-76FFB658896B}"/>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1" name="Freeform 19">
              <a:extLst>
                <a:ext uri="{FF2B5EF4-FFF2-40B4-BE49-F238E27FC236}">
                  <a16:creationId xmlns:a16="http://schemas.microsoft.com/office/drawing/2014/main" id="{D12966F3-35FC-C795-D0D9-0BFE1ED3D98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2" name="Freeform 20">
              <a:extLst>
                <a:ext uri="{FF2B5EF4-FFF2-40B4-BE49-F238E27FC236}">
                  <a16:creationId xmlns:a16="http://schemas.microsoft.com/office/drawing/2014/main" id="{01EF34B8-0CF9-B1C7-C322-FA60E29458C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3" name="Freeform 21">
              <a:extLst>
                <a:ext uri="{FF2B5EF4-FFF2-40B4-BE49-F238E27FC236}">
                  <a16:creationId xmlns:a16="http://schemas.microsoft.com/office/drawing/2014/main" id="{83FD3F17-5644-8899-92B8-493930445449}"/>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4" name="Freeform 22">
              <a:extLst>
                <a:ext uri="{FF2B5EF4-FFF2-40B4-BE49-F238E27FC236}">
                  <a16:creationId xmlns:a16="http://schemas.microsoft.com/office/drawing/2014/main" id="{6809BF8C-2A12-EDBE-B3E0-DCAB9968CB1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2424699095"/>
      </p:ext>
    </p:extLst>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6" r:id="rId4"/>
    <p:sldLayoutId id="2147483797" r:id="rId5"/>
    <p:sldLayoutId id="2147483749" r:id="rId6"/>
    <p:sldLayoutId id="2147483790" r:id="rId7"/>
    <p:sldLayoutId id="2147483799" r:id="rId8"/>
    <p:sldLayoutId id="2147483803" r:id="rId9"/>
    <p:sldLayoutId id="2147483808" r:id="rId10"/>
    <p:sldLayoutId id="2147483750" r:id="rId11"/>
    <p:sldLayoutId id="2147483805" r:id="rId12"/>
    <p:sldLayoutId id="2147483754" r:id="rId13"/>
    <p:sldLayoutId id="2147483770" r:id="rId14"/>
    <p:sldLayoutId id="2147483771" r:id="rId15"/>
    <p:sldLayoutId id="2147483772" r:id="rId16"/>
    <p:sldLayoutId id="2147483762" r:id="rId17"/>
    <p:sldLayoutId id="2147483782" r:id="rId18"/>
    <p:sldLayoutId id="2147483783" r:id="rId19"/>
    <p:sldLayoutId id="2147483784" r:id="rId20"/>
    <p:sldLayoutId id="2147483809" r:id="rId21"/>
    <p:sldLayoutId id="2147483807" r:id="rId22"/>
    <p:sldLayoutId id="2147483768" r:id="rId23"/>
    <p:sldLayoutId id="2147483806" r:id="rId24"/>
    <p:sldLayoutId id="2147483780" r:id="rId25"/>
    <p:sldLayoutId id="2147483781" r:id="rId26"/>
  </p:sldLayoutIdLst>
  <p:hf hdr="0" dt="0"/>
  <p:txStyles>
    <p:titleStyle>
      <a:lvl1pPr algn="l" defTabSz="802054" rtl="0" eaLnBrk="1" latinLnBrk="0" hangingPunct="1">
        <a:lnSpc>
          <a:spcPct val="100000"/>
        </a:lnSpc>
        <a:spcBef>
          <a:spcPct val="0"/>
        </a:spcBef>
        <a:buNone/>
        <a:defRPr sz="3400" b="1" i="0" kern="1200" spc="-13" baseline="0">
          <a:solidFill>
            <a:schemeClr val="bg2"/>
          </a:solidFill>
          <a:latin typeface="+mj-lt"/>
          <a:ea typeface="+mj-ea"/>
          <a:cs typeface="+mj-cs"/>
        </a:defRPr>
      </a:lvl1pPr>
    </p:titleStyle>
    <p:body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p:bodyStyle>
    <p:otherStyle>
      <a:defPPr>
        <a:defRPr lang="en-US"/>
      </a:defPPr>
      <a:lvl1pPr marL="0" algn="l" defTabSz="802054" rtl="0" eaLnBrk="1" latinLnBrk="0" hangingPunct="1">
        <a:defRPr sz="1579" kern="1200">
          <a:solidFill>
            <a:schemeClr val="tx1"/>
          </a:solidFill>
          <a:latin typeface="+mn-lt"/>
          <a:ea typeface="+mn-ea"/>
          <a:cs typeface="+mn-cs"/>
        </a:defRPr>
      </a:lvl1pPr>
      <a:lvl2pPr marL="401027" algn="l" defTabSz="802054" rtl="0" eaLnBrk="1" latinLnBrk="0" hangingPunct="1">
        <a:defRPr sz="1579" kern="1200">
          <a:solidFill>
            <a:schemeClr val="tx1"/>
          </a:solidFill>
          <a:latin typeface="+mn-lt"/>
          <a:ea typeface="+mn-ea"/>
          <a:cs typeface="+mn-cs"/>
        </a:defRPr>
      </a:lvl2pPr>
      <a:lvl3pPr marL="802054" algn="l" defTabSz="802054" rtl="0" eaLnBrk="1" latinLnBrk="0" hangingPunct="1">
        <a:defRPr sz="1579" kern="1200">
          <a:solidFill>
            <a:schemeClr val="tx1"/>
          </a:solidFill>
          <a:latin typeface="+mn-lt"/>
          <a:ea typeface="+mn-ea"/>
          <a:cs typeface="+mn-cs"/>
        </a:defRPr>
      </a:lvl3pPr>
      <a:lvl4pPr marL="1203080" algn="l" defTabSz="802054" rtl="0" eaLnBrk="1" latinLnBrk="0" hangingPunct="1">
        <a:defRPr sz="1579" kern="1200">
          <a:solidFill>
            <a:schemeClr val="tx1"/>
          </a:solidFill>
          <a:latin typeface="+mn-lt"/>
          <a:ea typeface="+mn-ea"/>
          <a:cs typeface="+mn-cs"/>
        </a:defRPr>
      </a:lvl4pPr>
      <a:lvl5pPr marL="1604106" algn="l" defTabSz="802054" rtl="0" eaLnBrk="1" latinLnBrk="0" hangingPunct="1">
        <a:defRPr sz="1579" kern="1200">
          <a:solidFill>
            <a:schemeClr val="tx1"/>
          </a:solidFill>
          <a:latin typeface="+mn-lt"/>
          <a:ea typeface="+mn-ea"/>
          <a:cs typeface="+mn-cs"/>
        </a:defRPr>
      </a:lvl5pPr>
      <a:lvl6pPr marL="2005133" algn="l" defTabSz="802054" rtl="0" eaLnBrk="1" latinLnBrk="0" hangingPunct="1">
        <a:defRPr sz="1579" kern="1200">
          <a:solidFill>
            <a:schemeClr val="tx1"/>
          </a:solidFill>
          <a:latin typeface="+mn-lt"/>
          <a:ea typeface="+mn-ea"/>
          <a:cs typeface="+mn-cs"/>
        </a:defRPr>
      </a:lvl6pPr>
      <a:lvl7pPr marL="2406160" algn="l" defTabSz="802054" rtl="0" eaLnBrk="1" latinLnBrk="0" hangingPunct="1">
        <a:defRPr sz="1579" kern="1200">
          <a:solidFill>
            <a:schemeClr val="tx1"/>
          </a:solidFill>
          <a:latin typeface="+mn-lt"/>
          <a:ea typeface="+mn-ea"/>
          <a:cs typeface="+mn-cs"/>
        </a:defRPr>
      </a:lvl7pPr>
      <a:lvl8pPr marL="2807187" algn="l" defTabSz="802054" rtl="0" eaLnBrk="1" latinLnBrk="0" hangingPunct="1">
        <a:defRPr sz="1579" kern="1200">
          <a:solidFill>
            <a:schemeClr val="tx1"/>
          </a:solidFill>
          <a:latin typeface="+mn-lt"/>
          <a:ea typeface="+mn-ea"/>
          <a:cs typeface="+mn-cs"/>
        </a:defRPr>
      </a:lvl8pPr>
      <a:lvl9pPr marL="3208213" algn="l" defTabSz="802054"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04" pos="340" userDrawn="1">
          <p15:clr>
            <a:srgbClr val="F26B43"/>
          </p15:clr>
        </p15:guide>
        <p15:guide id="119" pos="4154" userDrawn="1">
          <p15:clr>
            <a:srgbClr val="F26B43"/>
          </p15:clr>
        </p15:guide>
        <p15:guide id="120" pos="4323" userDrawn="1">
          <p15:clr>
            <a:srgbClr val="F26B43"/>
          </p15:clr>
        </p15:guide>
        <p15:guide id="134" pos="8141" userDrawn="1">
          <p15:clr>
            <a:srgbClr val="F26B43"/>
          </p15:clr>
        </p15:guide>
        <p15:guide id="135" orient="horz" pos="340" userDrawn="1">
          <p15:clr>
            <a:srgbClr val="F26B43"/>
          </p15:clr>
        </p15:guide>
        <p15:guide id="137" orient="horz" pos="1134" userDrawn="1">
          <p15:clr>
            <a:srgbClr val="F26B43"/>
          </p15:clr>
        </p15:guide>
        <p15:guide id="139" orient="horz" pos="4423" userDrawn="1">
          <p15:clr>
            <a:srgbClr val="F26B43"/>
          </p15:clr>
        </p15:guide>
        <p15:guide id="140" orient="horz" pos="681" userDrawn="1">
          <p15:clr>
            <a:srgbClr val="F26B43"/>
          </p15:clr>
        </p15:guide>
        <p15:guide id="141" pos="2994" userDrawn="1">
          <p15:clr>
            <a:srgbClr val="F26B43"/>
          </p15:clr>
        </p15:guide>
        <p15:guide id="142" pos="2825" userDrawn="1">
          <p15:clr>
            <a:srgbClr val="F26B43"/>
          </p15:clr>
        </p15:guide>
        <p15:guide id="143" pos="5483" userDrawn="1">
          <p15:clr>
            <a:srgbClr val="F26B43"/>
          </p15:clr>
        </p15:guide>
        <p15:guide id="144" pos="56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30760-D5F5-DC6F-8987-C8153E1CDE0F}"/>
              </a:ext>
            </a:extLst>
          </p:cNvPr>
          <p:cNvSpPr>
            <a:spLocks noGrp="1"/>
          </p:cNvSpPr>
          <p:nvPr>
            <p:ph type="title"/>
          </p:nvPr>
        </p:nvSpPr>
        <p:spPr/>
        <p:txBody>
          <a:bodyPr/>
          <a:lstStyle/>
          <a:p>
            <a:r>
              <a:rPr lang="en-GB" dirty="0"/>
              <a:t>Team structure</a:t>
            </a:r>
          </a:p>
        </p:txBody>
      </p:sp>
      <p:sp>
        <p:nvSpPr>
          <p:cNvPr id="6" name="Subtitle 5">
            <a:extLst>
              <a:ext uri="{FF2B5EF4-FFF2-40B4-BE49-F238E27FC236}">
                <a16:creationId xmlns:a16="http://schemas.microsoft.com/office/drawing/2014/main" id="{50B9E69E-01AB-7E24-F8B4-5EC5037ABC4F}"/>
              </a:ext>
            </a:extLst>
          </p:cNvPr>
          <p:cNvSpPr>
            <a:spLocks noGrp="1"/>
          </p:cNvSpPr>
          <p:nvPr>
            <p:ph type="subTitle" idx="13"/>
          </p:nvPr>
        </p:nvSpPr>
        <p:spPr>
          <a:xfrm>
            <a:off x="539749" y="286056"/>
            <a:ext cx="12384088" cy="246221"/>
          </a:xfrm>
        </p:spPr>
        <p:txBody>
          <a:bodyPr/>
          <a:lstStyle/>
          <a:p>
            <a:r>
              <a:rPr lang="en-GB" dirty="0"/>
              <a:t>Subheading</a:t>
            </a:r>
          </a:p>
        </p:txBody>
      </p:sp>
      <p:grpSp>
        <p:nvGrpSpPr>
          <p:cNvPr id="7" name="Group 6">
            <a:extLst>
              <a:ext uri="{FF2B5EF4-FFF2-40B4-BE49-F238E27FC236}">
                <a16:creationId xmlns:a16="http://schemas.microsoft.com/office/drawing/2014/main" id="{EB0AD6BA-DC05-900D-84DC-79440220ADE0}"/>
              </a:ext>
            </a:extLst>
          </p:cNvPr>
          <p:cNvGrpSpPr/>
          <p:nvPr/>
        </p:nvGrpSpPr>
        <p:grpSpPr>
          <a:xfrm>
            <a:off x="3550024" y="1800224"/>
            <a:ext cx="9373813" cy="2359399"/>
            <a:chOff x="538163" y="4577292"/>
            <a:chExt cx="9615487" cy="1939942"/>
          </a:xfrm>
        </p:grpSpPr>
        <p:sp>
          <p:nvSpPr>
            <p:cNvPr id="8" name="Rectangle 7">
              <a:extLst>
                <a:ext uri="{FF2B5EF4-FFF2-40B4-BE49-F238E27FC236}">
                  <a16:creationId xmlns:a16="http://schemas.microsoft.com/office/drawing/2014/main" id="{3140604F-6DF8-F5AD-E3CB-DC0F9A148561}"/>
                </a:ext>
              </a:extLst>
            </p:cNvPr>
            <p:cNvSpPr/>
            <p:nvPr/>
          </p:nvSpPr>
          <p:spPr bwMode="auto">
            <a:xfrm>
              <a:off x="538164" y="4577292"/>
              <a:ext cx="9615486" cy="555203"/>
            </a:xfrm>
            <a:prstGeom prst="rect">
              <a:avLst/>
            </a:prstGeom>
            <a:solidFill>
              <a:srgbClr val="3B3482"/>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solidFill>
                    <a:schemeClr val="bg1"/>
                  </a:solidFill>
                  <a:latin typeface="+mj-lt"/>
                </a:rPr>
                <a:t>[Name]</a:t>
              </a:r>
            </a:p>
            <a:p>
              <a:pPr eaLnBrk="0" hangingPunct="0">
                <a:spcAft>
                  <a:spcPts val="300"/>
                </a:spcAft>
              </a:pPr>
              <a:r>
                <a:rPr lang="en-GB" sz="1400">
                  <a:solidFill>
                    <a:schemeClr val="bg1"/>
                  </a:solidFill>
                </a:rPr>
                <a:t>[Role]</a:t>
              </a:r>
            </a:p>
          </p:txBody>
        </p:sp>
        <p:sp>
          <p:nvSpPr>
            <p:cNvPr id="9" name="Rectangle 8">
              <a:extLst>
                <a:ext uri="{FF2B5EF4-FFF2-40B4-BE49-F238E27FC236}">
                  <a16:creationId xmlns:a16="http://schemas.microsoft.com/office/drawing/2014/main" id="{33D0A802-93DB-4836-8236-D266216A8D9B}"/>
                </a:ext>
              </a:extLst>
            </p:cNvPr>
            <p:cNvSpPr/>
            <p:nvPr/>
          </p:nvSpPr>
          <p:spPr bwMode="auto">
            <a:xfrm>
              <a:off x="538163" y="5269248"/>
              <a:ext cx="3021011" cy="555616"/>
            </a:xfrm>
            <a:prstGeom prst="rect">
              <a:avLst/>
            </a:prstGeom>
            <a:solidFill>
              <a:srgbClr val="4F5353"/>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solidFill>
                    <a:schemeClr val="bg1"/>
                  </a:solidFill>
                  <a:latin typeface="+mj-lt"/>
                </a:rPr>
                <a:t>[Name]</a:t>
              </a:r>
            </a:p>
            <a:p>
              <a:pPr>
                <a:spcAft>
                  <a:spcPts val="300"/>
                </a:spcAft>
              </a:pPr>
              <a:r>
                <a:rPr lang="en-GB" sz="1400">
                  <a:solidFill>
                    <a:schemeClr val="bg1"/>
                  </a:solidFill>
                </a:rPr>
                <a:t>[Role]</a:t>
              </a:r>
            </a:p>
          </p:txBody>
        </p:sp>
        <p:sp>
          <p:nvSpPr>
            <p:cNvPr id="10" name="Rectangle 9">
              <a:extLst>
                <a:ext uri="{FF2B5EF4-FFF2-40B4-BE49-F238E27FC236}">
                  <a16:creationId xmlns:a16="http://schemas.microsoft.com/office/drawing/2014/main" id="{E5D2DF39-6D30-2E18-70B7-5D205D0211B8}"/>
                </a:ext>
              </a:extLst>
            </p:cNvPr>
            <p:cNvSpPr/>
            <p:nvPr/>
          </p:nvSpPr>
          <p:spPr bwMode="auto">
            <a:xfrm>
              <a:off x="538163" y="5961618"/>
              <a:ext cx="3021011" cy="555616"/>
            </a:xfrm>
            <a:prstGeom prst="rect">
              <a:avLst/>
            </a:prstGeom>
            <a:solidFill>
              <a:srgbClr val="EDEBF4"/>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latin typeface="+mj-lt"/>
                </a:rPr>
                <a:t>[Name]</a:t>
              </a:r>
            </a:p>
            <a:p>
              <a:pPr eaLnBrk="0" hangingPunct="0">
                <a:spcAft>
                  <a:spcPts val="300"/>
                </a:spcAft>
              </a:pPr>
              <a:r>
                <a:rPr lang="en-GB" sz="1400"/>
                <a:t>[Role]</a:t>
              </a:r>
            </a:p>
          </p:txBody>
        </p:sp>
        <p:sp>
          <p:nvSpPr>
            <p:cNvPr id="11" name="Rectangle 10">
              <a:extLst>
                <a:ext uri="{FF2B5EF4-FFF2-40B4-BE49-F238E27FC236}">
                  <a16:creationId xmlns:a16="http://schemas.microsoft.com/office/drawing/2014/main" id="{5374CAE5-01FC-A586-8199-CD7EA3EA2C29}"/>
                </a:ext>
              </a:extLst>
            </p:cNvPr>
            <p:cNvSpPr/>
            <p:nvPr/>
          </p:nvSpPr>
          <p:spPr bwMode="auto">
            <a:xfrm>
              <a:off x="3832225" y="5961618"/>
              <a:ext cx="3021011" cy="555616"/>
            </a:xfrm>
            <a:prstGeom prst="rect">
              <a:avLst/>
            </a:prstGeom>
            <a:solidFill>
              <a:srgbClr val="EDEBF4"/>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latin typeface="+mj-lt"/>
                </a:rPr>
                <a:t>[Name]</a:t>
              </a:r>
            </a:p>
            <a:p>
              <a:pPr eaLnBrk="0" hangingPunct="0">
                <a:spcAft>
                  <a:spcPts val="300"/>
                </a:spcAft>
              </a:pPr>
              <a:r>
                <a:rPr lang="en-GB" sz="1400"/>
                <a:t>[Role]</a:t>
              </a:r>
            </a:p>
          </p:txBody>
        </p:sp>
        <p:sp>
          <p:nvSpPr>
            <p:cNvPr id="12" name="Rectangle 11">
              <a:extLst>
                <a:ext uri="{FF2B5EF4-FFF2-40B4-BE49-F238E27FC236}">
                  <a16:creationId xmlns:a16="http://schemas.microsoft.com/office/drawing/2014/main" id="{8960494E-F944-9A1D-85FA-F1A7A181ECEF}"/>
                </a:ext>
              </a:extLst>
            </p:cNvPr>
            <p:cNvSpPr/>
            <p:nvPr/>
          </p:nvSpPr>
          <p:spPr bwMode="auto">
            <a:xfrm>
              <a:off x="7121525" y="5269248"/>
              <a:ext cx="3021011" cy="555616"/>
            </a:xfrm>
            <a:prstGeom prst="rect">
              <a:avLst/>
            </a:prstGeom>
            <a:solidFill>
              <a:srgbClr val="4F5353"/>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solidFill>
                    <a:schemeClr val="bg1"/>
                  </a:solidFill>
                  <a:latin typeface="+mj-lt"/>
                </a:rPr>
                <a:t>[Name]</a:t>
              </a:r>
            </a:p>
            <a:p>
              <a:pPr>
                <a:spcAft>
                  <a:spcPts val="300"/>
                </a:spcAft>
              </a:pPr>
              <a:r>
                <a:rPr lang="en-GB" sz="1400">
                  <a:solidFill>
                    <a:schemeClr val="bg1"/>
                  </a:solidFill>
                </a:rPr>
                <a:t>[Role]</a:t>
              </a:r>
            </a:p>
          </p:txBody>
        </p:sp>
        <p:sp>
          <p:nvSpPr>
            <p:cNvPr id="13" name="Rectangle 12">
              <a:extLst>
                <a:ext uri="{FF2B5EF4-FFF2-40B4-BE49-F238E27FC236}">
                  <a16:creationId xmlns:a16="http://schemas.microsoft.com/office/drawing/2014/main" id="{6735FE79-CE0C-907E-0AE0-42A4E9DBBC17}"/>
                </a:ext>
              </a:extLst>
            </p:cNvPr>
            <p:cNvSpPr/>
            <p:nvPr/>
          </p:nvSpPr>
          <p:spPr bwMode="auto">
            <a:xfrm>
              <a:off x="7121525" y="5961618"/>
              <a:ext cx="3021011" cy="555616"/>
            </a:xfrm>
            <a:prstGeom prst="rect">
              <a:avLst/>
            </a:prstGeom>
            <a:solidFill>
              <a:srgbClr val="EDEBF4"/>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latin typeface="+mj-lt"/>
                </a:rPr>
                <a:t>[Name]</a:t>
              </a:r>
            </a:p>
            <a:p>
              <a:pPr eaLnBrk="0" hangingPunct="0">
                <a:spcAft>
                  <a:spcPts val="300"/>
                </a:spcAft>
              </a:pPr>
              <a:r>
                <a:rPr lang="en-GB" sz="1400"/>
                <a:t>[Role]</a:t>
              </a:r>
            </a:p>
          </p:txBody>
        </p:sp>
        <p:sp>
          <p:nvSpPr>
            <p:cNvPr id="14" name="Rectangle 13">
              <a:extLst>
                <a:ext uri="{FF2B5EF4-FFF2-40B4-BE49-F238E27FC236}">
                  <a16:creationId xmlns:a16="http://schemas.microsoft.com/office/drawing/2014/main" id="{AA509FE1-A7CE-1CFF-5941-8B85401E7F60}"/>
                </a:ext>
              </a:extLst>
            </p:cNvPr>
            <p:cNvSpPr/>
            <p:nvPr/>
          </p:nvSpPr>
          <p:spPr bwMode="auto">
            <a:xfrm>
              <a:off x="3832225" y="5269248"/>
              <a:ext cx="3021011" cy="555616"/>
            </a:xfrm>
            <a:prstGeom prst="rect">
              <a:avLst/>
            </a:prstGeom>
            <a:solidFill>
              <a:srgbClr val="4F5353"/>
            </a:solidFill>
            <a:ln w="9525" cap="flat" cmpd="sng" algn="ctr">
              <a:no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a:spcAft>
                  <a:spcPts val="300"/>
                </a:spcAft>
              </a:pPr>
              <a:r>
                <a:rPr lang="en-GB" sz="1400" b="1">
                  <a:solidFill>
                    <a:schemeClr val="bg1"/>
                  </a:solidFill>
                  <a:latin typeface="+mj-lt"/>
                </a:rPr>
                <a:t>[Name]</a:t>
              </a:r>
            </a:p>
            <a:p>
              <a:pPr>
                <a:spcAft>
                  <a:spcPts val="300"/>
                </a:spcAft>
              </a:pPr>
              <a:r>
                <a:rPr lang="en-GB" sz="1400">
                  <a:solidFill>
                    <a:schemeClr val="bg1"/>
                  </a:solidFill>
                </a:rPr>
                <a:t>[Role]</a:t>
              </a:r>
            </a:p>
          </p:txBody>
        </p:sp>
      </p:grpSp>
      <p:sp>
        <p:nvSpPr>
          <p:cNvPr id="15" name="Text Placeholder 31">
            <a:extLst>
              <a:ext uri="{FF2B5EF4-FFF2-40B4-BE49-F238E27FC236}">
                <a16:creationId xmlns:a16="http://schemas.microsoft.com/office/drawing/2014/main" id="{5E92B11E-4FD2-BE7E-50E5-9248E0EBF702}"/>
              </a:ext>
            </a:extLst>
          </p:cNvPr>
          <p:cNvSpPr txBox="1">
            <a:spLocks/>
          </p:cNvSpPr>
          <p:nvPr/>
        </p:nvSpPr>
        <p:spPr>
          <a:xfrm>
            <a:off x="0" y="1800224"/>
            <a:ext cx="3245224" cy="5221289"/>
          </a:xfrm>
          <a:prstGeom prst="rect">
            <a:avLst/>
          </a:prstGeom>
          <a:solidFill>
            <a:srgbClr val="EDEBF4"/>
          </a:solidFill>
        </p:spPr>
        <p:txBody>
          <a:bodyPr lIns="540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dirty="0">
                <a:solidFill>
                  <a:srgbClr val="3B3482"/>
                </a:solidFill>
              </a:rPr>
              <a:t>Lorem ipsum </a:t>
            </a:r>
            <a:r>
              <a:rPr lang="en-GB" sz="1600" dirty="0" err="1">
                <a:solidFill>
                  <a:srgbClr val="3B3482"/>
                </a:solidFill>
              </a:rPr>
              <a:t>dolor</a:t>
            </a:r>
            <a:r>
              <a:rPr lang="en-GB" sz="1600" dirty="0">
                <a:solidFill>
                  <a:srgbClr val="3B3482"/>
                </a:solidFill>
              </a:rPr>
              <a:t> sit </a:t>
            </a:r>
            <a:r>
              <a:rPr lang="en-GB" sz="1600" dirty="0" err="1">
                <a:solidFill>
                  <a:srgbClr val="3B3482"/>
                </a:solidFill>
              </a:rPr>
              <a:t>amet</a:t>
            </a:r>
            <a:r>
              <a:rPr lang="en-GB" sz="1600" dirty="0">
                <a:solidFill>
                  <a:srgbClr val="3B3482"/>
                </a:solidFill>
              </a:rPr>
              <a:t>, </a:t>
            </a:r>
            <a:r>
              <a:rPr lang="en-GB" sz="1600" dirty="0" err="1">
                <a:solidFill>
                  <a:srgbClr val="3B3482"/>
                </a:solidFill>
              </a:rPr>
              <a:t>consectetur</a:t>
            </a:r>
            <a:r>
              <a:rPr lang="en-GB" sz="1600" dirty="0">
                <a:solidFill>
                  <a:srgbClr val="3B3482"/>
                </a:solidFill>
              </a:rPr>
              <a:t> </a:t>
            </a:r>
            <a:r>
              <a:rPr lang="en-GB" sz="1600" dirty="0" err="1">
                <a:solidFill>
                  <a:srgbClr val="3B3482"/>
                </a:solidFill>
              </a:rPr>
              <a:t>adipiscing</a:t>
            </a:r>
            <a:r>
              <a:rPr lang="en-GB" sz="1600" dirty="0">
                <a:solidFill>
                  <a:srgbClr val="3B3482"/>
                </a:solidFill>
              </a:rPr>
              <a:t> </a:t>
            </a:r>
            <a:r>
              <a:rPr lang="en-GB" sz="1600" dirty="0" err="1">
                <a:solidFill>
                  <a:srgbClr val="3B3482"/>
                </a:solidFill>
              </a:rPr>
              <a:t>elit</a:t>
            </a:r>
            <a:r>
              <a:rPr lang="en-GB" sz="1600" dirty="0">
                <a:solidFill>
                  <a:srgbClr val="3B3482"/>
                </a:solidFill>
              </a:rPr>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a:t>
            </a:r>
            <a:r>
              <a:rPr lang="en-GB" sz="1400" dirty="0" err="1"/>
              <a:t>nunc</a:t>
            </a:r>
            <a:r>
              <a:rPr lang="en-GB" sz="1400" dirty="0"/>
              <a:t> </a:t>
            </a:r>
            <a:r>
              <a:rPr lang="en-GB" sz="1400" dirty="0" err="1"/>
              <a:t>nisl</a:t>
            </a:r>
            <a:r>
              <a:rPr lang="en-GB" sz="1400" dirty="0"/>
              <a:t>, lacinia a </a:t>
            </a:r>
            <a:r>
              <a:rPr lang="en-GB" sz="1400" dirty="0" err="1"/>
              <a:t>condimentum</a:t>
            </a:r>
            <a:r>
              <a:rPr lang="en-GB" sz="1400" dirty="0"/>
              <a:t> id, </a:t>
            </a:r>
            <a:r>
              <a:rPr lang="en-GB" sz="1400" dirty="0" err="1"/>
              <a:t>molestie</a:t>
            </a:r>
            <a:r>
              <a:rPr lang="en-GB" sz="1400" dirty="0"/>
              <a:t>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a:p>
            <a:pPr lvl="4"/>
            <a:r>
              <a:rPr lang="en-GB" sz="1400" dirty="0"/>
              <a:t>ac tempus </a:t>
            </a:r>
            <a:r>
              <a:rPr lang="en-GB" sz="1400" dirty="0" err="1"/>
              <a:t>mauris</a:t>
            </a:r>
            <a:r>
              <a:rPr lang="en-GB" sz="1400" dirty="0"/>
              <a:t> </a:t>
            </a:r>
            <a:r>
              <a:rPr lang="en-GB" sz="1400" dirty="0" err="1"/>
              <a:t>ullamcorper</a:t>
            </a:r>
            <a:r>
              <a:rPr lang="en-GB" sz="1400" dirty="0"/>
              <a:t> id. tum id, </a:t>
            </a:r>
          </a:p>
          <a:p>
            <a:pPr lvl="5"/>
            <a:r>
              <a:rPr lang="en-GB" sz="1400" dirty="0"/>
              <a:t>ac tempus </a:t>
            </a:r>
            <a:r>
              <a:rPr lang="en-GB" sz="1400" dirty="0" err="1"/>
              <a:t>mauris</a:t>
            </a:r>
            <a:r>
              <a:rPr lang="en-GB" sz="1400" dirty="0"/>
              <a:t> </a:t>
            </a:r>
            <a:r>
              <a:rPr lang="en-GB" sz="1400" dirty="0" err="1"/>
              <a:t>ullamcorper</a:t>
            </a:r>
            <a:r>
              <a:rPr lang="en-GB" sz="1400" dirty="0"/>
              <a:t> id. tum</a:t>
            </a:r>
          </a:p>
        </p:txBody>
      </p:sp>
    </p:spTree>
    <p:extLst>
      <p:ext uri="{BB962C8B-B14F-4D97-AF65-F5344CB8AC3E}">
        <p14:creationId xmlns:p14="http://schemas.microsoft.com/office/powerpoint/2010/main" val="1321119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A9A99-A520-CB57-3E20-A9F11A9DFBE0}"/>
              </a:ext>
            </a:extLst>
          </p:cNvPr>
          <p:cNvSpPr>
            <a:spLocks noGrp="1"/>
          </p:cNvSpPr>
          <p:nvPr>
            <p:ph type="title"/>
          </p:nvPr>
        </p:nvSpPr>
        <p:spPr/>
        <p:txBody>
          <a:bodyPr/>
          <a:lstStyle/>
          <a:p>
            <a:r>
              <a:rPr lang="en-GB" dirty="0"/>
              <a:t>Team structure</a:t>
            </a:r>
          </a:p>
        </p:txBody>
      </p:sp>
      <p:sp>
        <p:nvSpPr>
          <p:cNvPr id="3" name="Text Placeholder 2">
            <a:extLst>
              <a:ext uri="{FF2B5EF4-FFF2-40B4-BE49-F238E27FC236}">
                <a16:creationId xmlns:a16="http://schemas.microsoft.com/office/drawing/2014/main" id="{6761FDB5-1849-9FED-08C3-09423FA92934}"/>
              </a:ext>
            </a:extLst>
          </p:cNvPr>
          <p:cNvSpPr>
            <a:spLocks noGrp="1"/>
          </p:cNvSpPr>
          <p:nvPr>
            <p:ph type="body" sz="quarter" idx="17"/>
          </p:nvPr>
        </p:nvSpPr>
        <p:spPr/>
        <p:txBody>
          <a:bodyPr/>
          <a:lstStyle/>
          <a:p>
            <a:r>
              <a:rPr lang="en-GB" dirty="0">
                <a:solidFill>
                  <a:schemeClr val="accent1"/>
                </a:solidFill>
              </a:rPr>
              <a:t>Lorem ipsum </a:t>
            </a:r>
            <a:r>
              <a:rPr lang="en-GB" dirty="0" err="1">
                <a:solidFill>
                  <a:schemeClr val="accent1"/>
                </a:solidFill>
              </a:rPr>
              <a:t>dolor</a:t>
            </a:r>
            <a:r>
              <a:rPr lang="en-GB" dirty="0">
                <a:solidFill>
                  <a:schemeClr val="accent1"/>
                </a:solidFill>
              </a:rPr>
              <a:t> sit </a:t>
            </a:r>
            <a:r>
              <a:rPr lang="en-GB" dirty="0" err="1">
                <a:solidFill>
                  <a:schemeClr val="accent1"/>
                </a:solidFill>
              </a:rPr>
              <a:t>amet</a:t>
            </a:r>
            <a:r>
              <a:rPr lang="en-GB" dirty="0">
                <a:solidFill>
                  <a:schemeClr val="accent1"/>
                </a:solidFill>
              </a:rPr>
              <a:t>, </a:t>
            </a:r>
            <a:r>
              <a:rPr lang="en-GB" dirty="0" err="1">
                <a:solidFill>
                  <a:schemeClr val="accent1"/>
                </a:solidFill>
              </a:rPr>
              <a:t>consectetur</a:t>
            </a:r>
            <a:r>
              <a:rPr lang="en-GB" dirty="0">
                <a:solidFill>
                  <a:schemeClr val="accent1"/>
                </a:solidFill>
              </a:rPr>
              <a:t> </a:t>
            </a:r>
            <a:r>
              <a:rPr lang="en-GB" dirty="0" err="1">
                <a:solidFill>
                  <a:schemeClr val="accent1"/>
                </a:solidFill>
              </a:rPr>
              <a:t>adipiscing</a:t>
            </a:r>
            <a:r>
              <a:rPr lang="en-GB" dirty="0">
                <a:solidFill>
                  <a:schemeClr val="accent1"/>
                </a:solidFill>
              </a:rPr>
              <a:t> </a:t>
            </a:r>
            <a:r>
              <a:rPr lang="en-GB" dirty="0" err="1">
                <a:solidFill>
                  <a:schemeClr val="accent1"/>
                </a:solidFill>
              </a:rPr>
              <a:t>elit</a:t>
            </a:r>
            <a:r>
              <a:rPr lang="en-GB" dirty="0">
                <a:solidFill>
                  <a:schemeClr val="accent1"/>
                </a:solidFill>
              </a:rPr>
              <a:t> </a:t>
            </a:r>
          </a:p>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r>
              <a:rPr lang="en-GB" dirty="0" err="1"/>
              <a:t>molestie</a:t>
            </a:r>
            <a:r>
              <a:rPr lang="en-GB" dirty="0"/>
              <a:t> in </a:t>
            </a:r>
            <a:r>
              <a:rPr lang="en-GB" dirty="0" err="1"/>
              <a:t>nulla</a:t>
            </a:r>
            <a:r>
              <a:rPr lang="en-GB" dirty="0"/>
              <a:t>. Ut </a:t>
            </a:r>
            <a:r>
              <a:rPr lang="en-GB" dirty="0" err="1"/>
              <a:t>eget</a:t>
            </a:r>
            <a:r>
              <a:rPr lang="en-GB" dirty="0"/>
              <a:t> </a:t>
            </a:r>
            <a:r>
              <a:rPr lang="en-GB" dirty="0" err="1"/>
              <a:t>erat</a:t>
            </a:r>
            <a:r>
              <a:rPr lang="en-GB" dirty="0"/>
              <a:t> </a:t>
            </a:r>
            <a:r>
              <a:rPr lang="en-GB" dirty="0" err="1"/>
              <a:t>pretium</a:t>
            </a:r>
            <a:r>
              <a:rPr lang="en-GB" dirty="0"/>
              <a:t> </a:t>
            </a:r>
            <a:r>
              <a:rPr lang="en-GB" dirty="0" err="1"/>
              <a:t>odio</a:t>
            </a:r>
            <a:r>
              <a:rPr lang="en-GB" dirty="0"/>
              <a:t>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 </a:t>
            </a:r>
            <a:r>
              <a:rPr lang="en-GB" dirty="0" err="1"/>
              <a:t>amet</a:t>
            </a:r>
            <a:r>
              <a:rPr lang="en-GB" dirty="0"/>
              <a:t> tempus.</a:t>
            </a:r>
          </a:p>
          <a:p>
            <a:pPr lvl="3"/>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p>
          <a:p>
            <a:pPr lvl="3"/>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t>
            </a:r>
          </a:p>
          <a:p>
            <a:pPr lvl="4"/>
            <a:r>
              <a:rPr lang="en-GB" dirty="0"/>
              <a:t>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p>
          <a:p>
            <a:endParaRPr lang="en-GB" dirty="0"/>
          </a:p>
        </p:txBody>
      </p:sp>
      <p:sp>
        <p:nvSpPr>
          <p:cNvPr id="6" name="Subtitle 5">
            <a:extLst>
              <a:ext uri="{FF2B5EF4-FFF2-40B4-BE49-F238E27FC236}">
                <a16:creationId xmlns:a16="http://schemas.microsoft.com/office/drawing/2014/main" id="{00C8745C-C3DD-122A-01F5-CAC39460EA70}"/>
              </a:ext>
            </a:extLst>
          </p:cNvPr>
          <p:cNvSpPr>
            <a:spLocks noGrp="1"/>
          </p:cNvSpPr>
          <p:nvPr>
            <p:ph type="subTitle" idx="13"/>
          </p:nvPr>
        </p:nvSpPr>
        <p:spPr>
          <a:xfrm>
            <a:off x="539749" y="286056"/>
            <a:ext cx="12384088" cy="246221"/>
          </a:xfrm>
        </p:spPr>
        <p:txBody>
          <a:bodyPr/>
          <a:lstStyle/>
          <a:p>
            <a:r>
              <a:rPr lang="en-GB" dirty="0"/>
              <a:t>Subheading</a:t>
            </a:r>
          </a:p>
        </p:txBody>
      </p:sp>
      <p:sp>
        <p:nvSpPr>
          <p:cNvPr id="7" name="Rectangle 6">
            <a:extLst>
              <a:ext uri="{FF2B5EF4-FFF2-40B4-BE49-F238E27FC236}">
                <a16:creationId xmlns:a16="http://schemas.microsoft.com/office/drawing/2014/main" id="{C7B06DC6-74F0-67A9-3648-F3CF9784D0F8}"/>
              </a:ext>
            </a:extLst>
          </p:cNvPr>
          <p:cNvSpPr/>
          <p:nvPr/>
        </p:nvSpPr>
        <p:spPr>
          <a:xfrm>
            <a:off x="4752975" y="1800226"/>
            <a:ext cx="8710613" cy="5221288"/>
          </a:xfrm>
          <a:prstGeom prst="rect">
            <a:avLst/>
          </a:prstGeom>
          <a:solidFill>
            <a:srgbClr val="FDEFED"/>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sp>
        <p:nvSpPr>
          <p:cNvPr id="9" name="Text Placeholder 24">
            <a:extLst>
              <a:ext uri="{FF2B5EF4-FFF2-40B4-BE49-F238E27FC236}">
                <a16:creationId xmlns:a16="http://schemas.microsoft.com/office/drawing/2014/main" id="{46744D34-D6AB-0EF2-8B60-9BCAA6A7A95E}"/>
              </a:ext>
            </a:extLst>
          </p:cNvPr>
          <p:cNvSpPr txBox="1">
            <a:spLocks/>
          </p:cNvSpPr>
          <p:nvPr/>
        </p:nvSpPr>
        <p:spPr bwMode="gray">
          <a:xfrm>
            <a:off x="5163785" y="2093696"/>
            <a:ext cx="4934649" cy="391628"/>
          </a:xfrm>
          <a:prstGeom prst="rect">
            <a:avLst/>
          </a:prstGeom>
          <a:solidFill>
            <a:srgbClr val="E76151"/>
          </a:solidFill>
        </p:spPr>
        <p:txBody>
          <a:bodyPr wrap="square" lIns="72000" tIns="72000" rIns="72000" bIns="72000" anchor="ctr">
            <a:sp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a:t>[Team]</a:t>
            </a:r>
          </a:p>
        </p:txBody>
      </p:sp>
      <p:sp>
        <p:nvSpPr>
          <p:cNvPr id="10" name="Text Placeholder 24">
            <a:extLst>
              <a:ext uri="{FF2B5EF4-FFF2-40B4-BE49-F238E27FC236}">
                <a16:creationId xmlns:a16="http://schemas.microsoft.com/office/drawing/2014/main" id="{ECEFEAB2-07E8-C49C-5E5A-EF8919B86528}"/>
              </a:ext>
            </a:extLst>
          </p:cNvPr>
          <p:cNvSpPr txBox="1">
            <a:spLocks/>
          </p:cNvSpPr>
          <p:nvPr/>
        </p:nvSpPr>
        <p:spPr bwMode="gray">
          <a:xfrm>
            <a:off x="10410331" y="2080805"/>
            <a:ext cx="2432851" cy="391628"/>
          </a:xfrm>
          <a:prstGeom prst="rect">
            <a:avLst/>
          </a:prstGeom>
          <a:solidFill>
            <a:srgbClr val="E76151"/>
          </a:solidFill>
        </p:spPr>
        <p:txBody>
          <a:bodyPr wrap="square" lIns="72000" tIns="72000" rIns="72000" bIns="72000" anchor="ctr">
            <a:sp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a:t>[Team]</a:t>
            </a:r>
          </a:p>
        </p:txBody>
      </p:sp>
      <p:sp>
        <p:nvSpPr>
          <p:cNvPr id="11" name="Text Placeholder 24">
            <a:extLst>
              <a:ext uri="{FF2B5EF4-FFF2-40B4-BE49-F238E27FC236}">
                <a16:creationId xmlns:a16="http://schemas.microsoft.com/office/drawing/2014/main" id="{5F16F5B3-C8DE-FF9E-D752-05804F8807C2}"/>
              </a:ext>
            </a:extLst>
          </p:cNvPr>
          <p:cNvSpPr txBox="1">
            <a:spLocks/>
          </p:cNvSpPr>
          <p:nvPr/>
        </p:nvSpPr>
        <p:spPr bwMode="gray">
          <a:xfrm>
            <a:off x="5163754" y="4531242"/>
            <a:ext cx="4934649" cy="391628"/>
          </a:xfrm>
          <a:prstGeom prst="rect">
            <a:avLst/>
          </a:prstGeom>
          <a:solidFill>
            <a:srgbClr val="E76151"/>
          </a:solidFill>
        </p:spPr>
        <p:txBody>
          <a:bodyPr wrap="square" lIns="72000" tIns="72000" rIns="72000" bIns="72000" anchor="ctr">
            <a:spAutoFit/>
          </a:bodyPr>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1"/>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solidFill>
                  <a:schemeClr val="bg1"/>
                </a:solidFill>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solidFill>
                  <a:schemeClr val="bg1"/>
                </a:solidFill>
              </a:defRPr>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solidFill>
                  <a:schemeClr val="bg1"/>
                </a:solidFill>
              </a:defRPr>
            </a:lvl4pPr>
            <a:lvl5pPr marL="360000" lvl="4"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5pPr>
            <a:lvl6pPr marL="540000" lvl="5" indent="-180000" defTabSz="802072">
              <a:lnSpc>
                <a:spcPct val="100000"/>
              </a:lnSpc>
              <a:spcBef>
                <a:spcPts val="0"/>
              </a:spcBef>
              <a:spcAft>
                <a:spcPts val="600"/>
              </a:spcAft>
              <a:buClrTx/>
              <a:buFont typeface="Arial" panose="020B0604020202020204" pitchFamily="34" charset="0"/>
              <a:buChar char="•"/>
              <a:tabLst/>
              <a:defRPr sz="1100" b="0" i="0">
                <a:solidFill>
                  <a:schemeClr val="bg1"/>
                </a:solidFill>
              </a:defRPr>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r>
              <a:rPr lang="en-GB" sz="1600"/>
              <a:t>[Team]</a:t>
            </a:r>
          </a:p>
        </p:txBody>
      </p:sp>
      <p:sp>
        <p:nvSpPr>
          <p:cNvPr id="12" name="Content Placeholder 5">
            <a:extLst>
              <a:ext uri="{FF2B5EF4-FFF2-40B4-BE49-F238E27FC236}">
                <a16:creationId xmlns:a16="http://schemas.microsoft.com/office/drawing/2014/main" id="{3FFADA53-2E1D-A638-248C-0D803EFA3867}"/>
              </a:ext>
            </a:extLst>
          </p:cNvPr>
          <p:cNvSpPr txBox="1">
            <a:spLocks/>
          </p:cNvSpPr>
          <p:nvPr/>
        </p:nvSpPr>
        <p:spPr>
          <a:xfrm>
            <a:off x="11027185" y="3049424"/>
            <a:ext cx="1815997" cy="94267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200" err="1"/>
              <a:t>Nulla</a:t>
            </a:r>
            <a:r>
              <a:rPr lang="en-GB" sz="1200"/>
              <a:t> </a:t>
            </a:r>
            <a:r>
              <a:rPr lang="en-GB" sz="1200" err="1"/>
              <a:t>tristique</a:t>
            </a:r>
            <a:r>
              <a:rPr lang="en-GB" sz="1200"/>
              <a:t> </a:t>
            </a:r>
            <a:r>
              <a:rPr lang="en-GB" sz="1200" err="1"/>
              <a:t>elit</a:t>
            </a:r>
            <a:r>
              <a:rPr lang="en-GB" sz="1200"/>
              <a:t> a </a:t>
            </a:r>
            <a:r>
              <a:rPr lang="en-GB" sz="1200" err="1"/>
              <a:t>purus</a:t>
            </a:r>
            <a:r>
              <a:rPr lang="en-GB" sz="1200"/>
              <a:t> </a:t>
            </a:r>
            <a:r>
              <a:rPr lang="en-GB" sz="1200" err="1"/>
              <a:t>luctus</a:t>
            </a:r>
            <a:r>
              <a:rPr lang="en-GB" sz="1200"/>
              <a:t> lacinia. Cras </a:t>
            </a:r>
            <a:r>
              <a:rPr lang="en-GB" sz="1200" err="1"/>
              <a:t>dolor</a:t>
            </a:r>
            <a:r>
              <a:rPr lang="en-GB" sz="1200"/>
              <a:t> ex, pharetra </a:t>
            </a:r>
            <a:r>
              <a:rPr lang="en-GB" sz="1200" err="1"/>
              <a:t>nec</a:t>
            </a:r>
            <a:r>
              <a:rPr lang="en-GB" sz="1200"/>
              <a:t> pharetra, 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nunc</a:t>
            </a:r>
            <a:r>
              <a:rPr lang="en-GB" sz="1200"/>
              <a:t> </a:t>
            </a:r>
            <a:r>
              <a:rPr lang="en-GB" sz="1200" err="1"/>
              <a:t>nisl</a:t>
            </a:r>
            <a:r>
              <a:rPr lang="en-GB" sz="1200"/>
              <a:t>, lacinia</a:t>
            </a:r>
          </a:p>
        </p:txBody>
      </p:sp>
      <p:sp>
        <p:nvSpPr>
          <p:cNvPr id="13" name="Content Placeholder 5">
            <a:extLst>
              <a:ext uri="{FF2B5EF4-FFF2-40B4-BE49-F238E27FC236}">
                <a16:creationId xmlns:a16="http://schemas.microsoft.com/office/drawing/2014/main" id="{52EF58A0-7497-118D-C755-36E1A3AD7279}"/>
              </a:ext>
            </a:extLst>
          </p:cNvPr>
          <p:cNvSpPr txBox="1">
            <a:spLocks/>
          </p:cNvSpPr>
          <p:nvPr/>
        </p:nvSpPr>
        <p:spPr>
          <a:xfrm>
            <a:off x="10410331" y="2596119"/>
            <a:ext cx="2220525" cy="213406"/>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a:t>[Name]</a:t>
            </a:r>
          </a:p>
        </p:txBody>
      </p:sp>
      <p:sp>
        <p:nvSpPr>
          <p:cNvPr id="14" name="Content Placeholder 5">
            <a:extLst>
              <a:ext uri="{FF2B5EF4-FFF2-40B4-BE49-F238E27FC236}">
                <a16:creationId xmlns:a16="http://schemas.microsoft.com/office/drawing/2014/main" id="{3D359E40-5E7B-8A76-8061-ED2EE9450D12}"/>
              </a:ext>
            </a:extLst>
          </p:cNvPr>
          <p:cNvSpPr txBox="1">
            <a:spLocks/>
          </p:cNvSpPr>
          <p:nvPr/>
        </p:nvSpPr>
        <p:spPr>
          <a:xfrm>
            <a:off x="5798530" y="3049424"/>
            <a:ext cx="1815997" cy="94267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a:t>
            </a:r>
            <a:r>
              <a:rPr lang="en-GB" sz="1200" dirty="0" err="1"/>
              <a:t>nunc</a:t>
            </a:r>
            <a:r>
              <a:rPr lang="en-GB" sz="1200" dirty="0"/>
              <a:t> </a:t>
            </a:r>
            <a:r>
              <a:rPr lang="en-GB" sz="1200" dirty="0" err="1"/>
              <a:t>nisl</a:t>
            </a:r>
            <a:r>
              <a:rPr lang="en-GB" sz="1200" dirty="0"/>
              <a:t>, lacinia</a:t>
            </a:r>
          </a:p>
        </p:txBody>
      </p:sp>
      <p:sp>
        <p:nvSpPr>
          <p:cNvPr id="15" name="Content Placeholder 5">
            <a:extLst>
              <a:ext uri="{FF2B5EF4-FFF2-40B4-BE49-F238E27FC236}">
                <a16:creationId xmlns:a16="http://schemas.microsoft.com/office/drawing/2014/main" id="{8256154B-E692-3814-29C9-BA2183CF21A2}"/>
              </a:ext>
            </a:extLst>
          </p:cNvPr>
          <p:cNvSpPr txBox="1">
            <a:spLocks/>
          </p:cNvSpPr>
          <p:nvPr/>
        </p:nvSpPr>
        <p:spPr>
          <a:xfrm>
            <a:off x="5181677" y="2596119"/>
            <a:ext cx="2220525" cy="213406"/>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dirty="0"/>
              <a:t>[Name]</a:t>
            </a:r>
          </a:p>
        </p:txBody>
      </p:sp>
      <p:sp>
        <p:nvSpPr>
          <p:cNvPr id="16" name="Content Placeholder 5">
            <a:extLst>
              <a:ext uri="{FF2B5EF4-FFF2-40B4-BE49-F238E27FC236}">
                <a16:creationId xmlns:a16="http://schemas.microsoft.com/office/drawing/2014/main" id="{FE208856-7449-1618-A6F5-3BF2B70B3A26}"/>
              </a:ext>
            </a:extLst>
          </p:cNvPr>
          <p:cNvSpPr txBox="1">
            <a:spLocks/>
          </p:cNvSpPr>
          <p:nvPr/>
        </p:nvSpPr>
        <p:spPr>
          <a:xfrm>
            <a:off x="8282437" y="3049424"/>
            <a:ext cx="1815997" cy="94267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a:t>
            </a:r>
            <a:r>
              <a:rPr lang="en-GB" sz="1200" dirty="0" err="1"/>
              <a:t>nunc</a:t>
            </a:r>
            <a:r>
              <a:rPr lang="en-GB" sz="1200" dirty="0"/>
              <a:t> </a:t>
            </a:r>
            <a:r>
              <a:rPr lang="en-GB" sz="1200" dirty="0" err="1"/>
              <a:t>nisl</a:t>
            </a:r>
            <a:r>
              <a:rPr lang="en-GB" sz="1200" dirty="0"/>
              <a:t>, lacinia</a:t>
            </a:r>
          </a:p>
        </p:txBody>
      </p:sp>
      <p:sp>
        <p:nvSpPr>
          <p:cNvPr id="17" name="Content Placeholder 5">
            <a:extLst>
              <a:ext uri="{FF2B5EF4-FFF2-40B4-BE49-F238E27FC236}">
                <a16:creationId xmlns:a16="http://schemas.microsoft.com/office/drawing/2014/main" id="{083BB171-C9B9-34D8-E026-7CABB7B129AB}"/>
              </a:ext>
            </a:extLst>
          </p:cNvPr>
          <p:cNvSpPr txBox="1">
            <a:spLocks/>
          </p:cNvSpPr>
          <p:nvPr/>
        </p:nvSpPr>
        <p:spPr>
          <a:xfrm>
            <a:off x="7665585" y="2596119"/>
            <a:ext cx="2220525" cy="213406"/>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a:t>[Name]</a:t>
            </a:r>
          </a:p>
        </p:txBody>
      </p:sp>
      <p:sp>
        <p:nvSpPr>
          <p:cNvPr id="18" name="Content Placeholder 5">
            <a:extLst>
              <a:ext uri="{FF2B5EF4-FFF2-40B4-BE49-F238E27FC236}">
                <a16:creationId xmlns:a16="http://schemas.microsoft.com/office/drawing/2014/main" id="{9565620A-4763-1F59-A862-48E7F294691D}"/>
              </a:ext>
            </a:extLst>
          </p:cNvPr>
          <p:cNvSpPr txBox="1">
            <a:spLocks/>
          </p:cNvSpPr>
          <p:nvPr/>
        </p:nvSpPr>
        <p:spPr>
          <a:xfrm>
            <a:off x="5798530" y="5481678"/>
            <a:ext cx="1815997" cy="94267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200" dirty="0" err="1"/>
              <a:t>Nulla</a:t>
            </a:r>
            <a:r>
              <a:rPr lang="en-GB" sz="1200" dirty="0"/>
              <a:t> </a:t>
            </a:r>
            <a:r>
              <a:rPr lang="en-GB" sz="1200" dirty="0" err="1"/>
              <a:t>tristique</a:t>
            </a:r>
            <a:r>
              <a:rPr lang="en-GB" sz="1200" dirty="0"/>
              <a:t> </a:t>
            </a:r>
            <a:r>
              <a:rPr lang="en-GB" sz="1200" dirty="0" err="1"/>
              <a:t>elit</a:t>
            </a:r>
            <a:r>
              <a:rPr lang="en-GB" sz="1200" dirty="0"/>
              <a:t> a </a:t>
            </a:r>
            <a:r>
              <a:rPr lang="en-GB" sz="1200" dirty="0" err="1"/>
              <a:t>purus</a:t>
            </a:r>
            <a:r>
              <a:rPr lang="en-GB" sz="1200" dirty="0"/>
              <a:t> </a:t>
            </a:r>
            <a:r>
              <a:rPr lang="en-GB" sz="1200" dirty="0" err="1"/>
              <a:t>luctus</a:t>
            </a:r>
            <a:r>
              <a:rPr lang="en-GB" sz="1200" dirty="0"/>
              <a:t> lacinia. Cras </a:t>
            </a:r>
            <a:r>
              <a:rPr lang="en-GB" sz="1200" dirty="0" err="1"/>
              <a:t>dolor</a:t>
            </a:r>
            <a:r>
              <a:rPr lang="en-GB" sz="1200" dirty="0"/>
              <a:t> ex, pharetra </a:t>
            </a:r>
            <a:r>
              <a:rPr lang="en-GB" sz="1200" dirty="0" err="1"/>
              <a:t>nec</a:t>
            </a:r>
            <a:r>
              <a:rPr lang="en-GB" sz="1200" dirty="0"/>
              <a:t> pharetra, 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a:t>
            </a:r>
            <a:r>
              <a:rPr lang="en-GB" sz="1200" dirty="0" err="1"/>
              <a:t>nunc</a:t>
            </a:r>
            <a:r>
              <a:rPr lang="en-GB" sz="1200" dirty="0"/>
              <a:t> </a:t>
            </a:r>
            <a:r>
              <a:rPr lang="en-GB" sz="1200" dirty="0" err="1"/>
              <a:t>nisl</a:t>
            </a:r>
            <a:r>
              <a:rPr lang="en-GB" sz="1200" dirty="0"/>
              <a:t>, lacinia</a:t>
            </a:r>
          </a:p>
        </p:txBody>
      </p:sp>
      <p:sp>
        <p:nvSpPr>
          <p:cNvPr id="19" name="Content Placeholder 5">
            <a:extLst>
              <a:ext uri="{FF2B5EF4-FFF2-40B4-BE49-F238E27FC236}">
                <a16:creationId xmlns:a16="http://schemas.microsoft.com/office/drawing/2014/main" id="{D89145BA-8646-7943-ABBB-D259EF2C6706}"/>
              </a:ext>
            </a:extLst>
          </p:cNvPr>
          <p:cNvSpPr txBox="1">
            <a:spLocks/>
          </p:cNvSpPr>
          <p:nvPr/>
        </p:nvSpPr>
        <p:spPr>
          <a:xfrm>
            <a:off x="5181677" y="5028373"/>
            <a:ext cx="2220525" cy="213406"/>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a:t>[Name]</a:t>
            </a:r>
          </a:p>
        </p:txBody>
      </p:sp>
      <p:sp>
        <p:nvSpPr>
          <p:cNvPr id="20" name="Content Placeholder 5">
            <a:extLst>
              <a:ext uri="{FF2B5EF4-FFF2-40B4-BE49-F238E27FC236}">
                <a16:creationId xmlns:a16="http://schemas.microsoft.com/office/drawing/2014/main" id="{AE325F4B-A984-AB4B-ACCC-281DB5DE8121}"/>
              </a:ext>
            </a:extLst>
          </p:cNvPr>
          <p:cNvSpPr txBox="1">
            <a:spLocks/>
          </p:cNvSpPr>
          <p:nvPr/>
        </p:nvSpPr>
        <p:spPr>
          <a:xfrm>
            <a:off x="8282437" y="5481678"/>
            <a:ext cx="1815997" cy="942670"/>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2"/>
            <a:r>
              <a:rPr lang="en-GB" sz="1200" err="1"/>
              <a:t>Nulla</a:t>
            </a:r>
            <a:r>
              <a:rPr lang="en-GB" sz="1200"/>
              <a:t> </a:t>
            </a:r>
            <a:r>
              <a:rPr lang="en-GB" sz="1200" err="1"/>
              <a:t>tristique</a:t>
            </a:r>
            <a:r>
              <a:rPr lang="en-GB" sz="1200"/>
              <a:t> </a:t>
            </a:r>
            <a:r>
              <a:rPr lang="en-GB" sz="1200" err="1"/>
              <a:t>elit</a:t>
            </a:r>
            <a:r>
              <a:rPr lang="en-GB" sz="1200"/>
              <a:t> a </a:t>
            </a:r>
            <a:r>
              <a:rPr lang="en-GB" sz="1200" err="1"/>
              <a:t>purus</a:t>
            </a:r>
            <a:r>
              <a:rPr lang="en-GB" sz="1200"/>
              <a:t> </a:t>
            </a:r>
            <a:r>
              <a:rPr lang="en-GB" sz="1200" err="1"/>
              <a:t>luctus</a:t>
            </a:r>
            <a:r>
              <a:rPr lang="en-GB" sz="1200"/>
              <a:t> lacinia. Cras </a:t>
            </a:r>
            <a:r>
              <a:rPr lang="en-GB" sz="1200" err="1"/>
              <a:t>dolor</a:t>
            </a:r>
            <a:r>
              <a:rPr lang="en-GB" sz="1200"/>
              <a:t> ex, pharetra </a:t>
            </a:r>
            <a:r>
              <a:rPr lang="en-GB" sz="1200" err="1"/>
              <a:t>nec</a:t>
            </a:r>
            <a:r>
              <a:rPr lang="en-GB" sz="1200"/>
              <a:t> pharetra, 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nunc</a:t>
            </a:r>
            <a:r>
              <a:rPr lang="en-GB" sz="1200"/>
              <a:t> </a:t>
            </a:r>
            <a:r>
              <a:rPr lang="en-GB" sz="1200" err="1"/>
              <a:t>nisl</a:t>
            </a:r>
            <a:r>
              <a:rPr lang="en-GB" sz="1200"/>
              <a:t>, lacinia</a:t>
            </a:r>
          </a:p>
        </p:txBody>
      </p:sp>
      <p:sp>
        <p:nvSpPr>
          <p:cNvPr id="21" name="Content Placeholder 5">
            <a:extLst>
              <a:ext uri="{FF2B5EF4-FFF2-40B4-BE49-F238E27FC236}">
                <a16:creationId xmlns:a16="http://schemas.microsoft.com/office/drawing/2014/main" id="{B563A73E-58C7-A8E9-1297-98EAE92EBE50}"/>
              </a:ext>
            </a:extLst>
          </p:cNvPr>
          <p:cNvSpPr txBox="1">
            <a:spLocks/>
          </p:cNvSpPr>
          <p:nvPr/>
        </p:nvSpPr>
        <p:spPr>
          <a:xfrm>
            <a:off x="7665585" y="5028373"/>
            <a:ext cx="2220525" cy="213406"/>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1"/>
            <a:r>
              <a:rPr lang="en-GB" sz="1400"/>
              <a:t>[Name]</a:t>
            </a:r>
          </a:p>
        </p:txBody>
      </p:sp>
      <p:pic>
        <p:nvPicPr>
          <p:cNvPr id="22" name="Picture Placeholder 18">
            <a:extLst>
              <a:ext uri="{FF2B5EF4-FFF2-40B4-BE49-F238E27FC236}">
                <a16:creationId xmlns:a16="http://schemas.microsoft.com/office/drawing/2014/main" id="{0D04F91E-E1F4-8F9B-F7EB-B578A24BB354}"/>
              </a:ext>
            </a:extLst>
          </p:cNvPr>
          <p:cNvPicPr>
            <a:picLocks noChangeAspect="1"/>
          </p:cNvPicPr>
          <p:nvPr/>
        </p:nvPicPr>
        <p:blipFill>
          <a:blip r:embed="rId3"/>
          <a:srcRect l="431" r="431"/>
          <a:stretch/>
        </p:blipFill>
        <p:spPr>
          <a:xfrm>
            <a:off x="5181676" y="3029272"/>
            <a:ext cx="542383" cy="542334"/>
          </a:xfrm>
          <a:prstGeom prst="ellipse">
            <a:avLst/>
          </a:prstGeom>
          <a:ln w="12700">
            <a:solidFill>
              <a:schemeClr val="accent1"/>
            </a:solidFill>
          </a:ln>
        </p:spPr>
      </p:pic>
      <p:pic>
        <p:nvPicPr>
          <p:cNvPr id="23" name="Picture Placeholder 21">
            <a:extLst>
              <a:ext uri="{FF2B5EF4-FFF2-40B4-BE49-F238E27FC236}">
                <a16:creationId xmlns:a16="http://schemas.microsoft.com/office/drawing/2014/main" id="{3FB7CE4E-6B5C-E2E3-7003-8F93A99F931E}"/>
              </a:ext>
            </a:extLst>
          </p:cNvPr>
          <p:cNvPicPr>
            <a:picLocks noChangeAspect="1"/>
          </p:cNvPicPr>
          <p:nvPr/>
        </p:nvPicPr>
        <p:blipFill>
          <a:blip r:embed="rId4"/>
          <a:srcRect l="534" r="534"/>
          <a:stretch/>
        </p:blipFill>
        <p:spPr>
          <a:xfrm>
            <a:off x="7665584" y="3029272"/>
            <a:ext cx="542383" cy="542334"/>
          </a:xfrm>
          <a:prstGeom prst="ellipse">
            <a:avLst/>
          </a:prstGeom>
          <a:ln w="12700">
            <a:solidFill>
              <a:schemeClr val="accent1"/>
            </a:solidFill>
          </a:ln>
        </p:spPr>
      </p:pic>
      <p:pic>
        <p:nvPicPr>
          <p:cNvPr id="24" name="Picture Placeholder 18">
            <a:extLst>
              <a:ext uri="{FF2B5EF4-FFF2-40B4-BE49-F238E27FC236}">
                <a16:creationId xmlns:a16="http://schemas.microsoft.com/office/drawing/2014/main" id="{94D741EE-E12E-4ECD-2213-3CBDA6C1FB6A}"/>
              </a:ext>
            </a:extLst>
          </p:cNvPr>
          <p:cNvPicPr>
            <a:picLocks noChangeAspect="1"/>
          </p:cNvPicPr>
          <p:nvPr/>
        </p:nvPicPr>
        <p:blipFill>
          <a:blip r:embed="rId3"/>
          <a:srcRect l="431" r="431"/>
          <a:stretch/>
        </p:blipFill>
        <p:spPr>
          <a:xfrm>
            <a:off x="10410331" y="3029272"/>
            <a:ext cx="542383" cy="542334"/>
          </a:xfrm>
          <a:prstGeom prst="ellipse">
            <a:avLst/>
          </a:prstGeom>
          <a:ln w="12700">
            <a:solidFill>
              <a:schemeClr val="accent1"/>
            </a:solidFill>
          </a:ln>
        </p:spPr>
      </p:pic>
      <p:pic>
        <p:nvPicPr>
          <p:cNvPr id="25" name="Picture Placeholder 21">
            <a:extLst>
              <a:ext uri="{FF2B5EF4-FFF2-40B4-BE49-F238E27FC236}">
                <a16:creationId xmlns:a16="http://schemas.microsoft.com/office/drawing/2014/main" id="{E55F1A11-E963-143F-E05C-0D0B1267B9A4}"/>
              </a:ext>
            </a:extLst>
          </p:cNvPr>
          <p:cNvPicPr>
            <a:picLocks noChangeAspect="1"/>
          </p:cNvPicPr>
          <p:nvPr/>
        </p:nvPicPr>
        <p:blipFill>
          <a:blip r:embed="rId4"/>
          <a:srcRect l="534" r="534"/>
          <a:stretch/>
        </p:blipFill>
        <p:spPr>
          <a:xfrm>
            <a:off x="7665585" y="5461526"/>
            <a:ext cx="542383" cy="542334"/>
          </a:xfrm>
          <a:prstGeom prst="ellipse">
            <a:avLst/>
          </a:prstGeom>
          <a:ln w="12700">
            <a:solidFill>
              <a:schemeClr val="accent1"/>
            </a:solidFill>
          </a:ln>
        </p:spPr>
      </p:pic>
      <p:pic>
        <p:nvPicPr>
          <p:cNvPr id="26" name="Picture Placeholder 18">
            <a:extLst>
              <a:ext uri="{FF2B5EF4-FFF2-40B4-BE49-F238E27FC236}">
                <a16:creationId xmlns:a16="http://schemas.microsoft.com/office/drawing/2014/main" id="{59CC78EF-CF42-7DF4-AB88-F17010939AAC}"/>
              </a:ext>
            </a:extLst>
          </p:cNvPr>
          <p:cNvPicPr>
            <a:picLocks noChangeAspect="1"/>
          </p:cNvPicPr>
          <p:nvPr/>
        </p:nvPicPr>
        <p:blipFill>
          <a:blip r:embed="rId3"/>
          <a:srcRect l="431" r="431"/>
          <a:stretch/>
        </p:blipFill>
        <p:spPr>
          <a:xfrm>
            <a:off x="5181677" y="5461526"/>
            <a:ext cx="542383" cy="542334"/>
          </a:xfrm>
          <a:prstGeom prst="ellipse">
            <a:avLst/>
          </a:prstGeom>
          <a:ln w="12700">
            <a:solidFill>
              <a:schemeClr val="accent1"/>
            </a:solidFill>
          </a:ln>
        </p:spPr>
      </p:pic>
    </p:spTree>
    <p:extLst>
      <p:ext uri="{BB962C8B-B14F-4D97-AF65-F5344CB8AC3E}">
        <p14:creationId xmlns:p14="http://schemas.microsoft.com/office/powerpoint/2010/main" val="1272818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2B026146-3AD5-F03D-FE6C-081D6A713715}"/>
              </a:ext>
            </a:extLst>
          </p:cNvPr>
          <p:cNvSpPr>
            <a:spLocks noGrp="1"/>
          </p:cNvSpPr>
          <p:nvPr>
            <p:ph type="subTitle" idx="13"/>
          </p:nvPr>
        </p:nvSpPr>
        <p:spPr>
          <a:xfrm>
            <a:off x="539749" y="286056"/>
            <a:ext cx="12384088" cy="246221"/>
          </a:xfrm>
        </p:spPr>
        <p:txBody>
          <a:bodyPr/>
          <a:lstStyle/>
          <a:p>
            <a:r>
              <a:rPr lang="en-GB" dirty="0"/>
              <a:t>Subheading</a:t>
            </a:r>
          </a:p>
        </p:txBody>
      </p:sp>
      <p:sp>
        <p:nvSpPr>
          <p:cNvPr id="7" name="Title 6">
            <a:extLst>
              <a:ext uri="{FF2B5EF4-FFF2-40B4-BE49-F238E27FC236}">
                <a16:creationId xmlns:a16="http://schemas.microsoft.com/office/drawing/2014/main" id="{AB99524B-AA69-8305-71D4-C55C29244DB1}"/>
              </a:ext>
            </a:extLst>
          </p:cNvPr>
          <p:cNvSpPr>
            <a:spLocks noGrp="1"/>
          </p:cNvSpPr>
          <p:nvPr>
            <p:ph type="title"/>
          </p:nvPr>
        </p:nvSpPr>
        <p:spPr/>
        <p:txBody>
          <a:bodyPr/>
          <a:lstStyle/>
          <a:p>
            <a:r>
              <a:rPr lang="en-GB" dirty="0"/>
              <a:t>Team structure</a:t>
            </a:r>
          </a:p>
        </p:txBody>
      </p:sp>
      <p:sp>
        <p:nvSpPr>
          <p:cNvPr id="9" name="Content Placeholder 5">
            <a:extLst>
              <a:ext uri="{FF2B5EF4-FFF2-40B4-BE49-F238E27FC236}">
                <a16:creationId xmlns:a16="http://schemas.microsoft.com/office/drawing/2014/main" id="{C572B4B3-C1CD-0D8B-4105-1AED36800E2F}"/>
              </a:ext>
            </a:extLst>
          </p:cNvPr>
          <p:cNvSpPr txBox="1">
            <a:spLocks/>
          </p:cNvSpPr>
          <p:nvPr/>
        </p:nvSpPr>
        <p:spPr>
          <a:xfrm>
            <a:off x="8970963" y="1800224"/>
            <a:ext cx="3952874" cy="809669"/>
          </a:xfrm>
          <a:prstGeom prst="rect">
            <a:avLst/>
          </a:prstGeom>
        </p:spPr>
        <p:txBody>
          <a:bodyPr lIns="0" tIns="0" rIns="0" bIns="0"/>
          <a:lstStyle>
            <a:defPPr>
              <a:defRPr lang="en-US"/>
            </a:defPPr>
            <a:lvl1pPr indent="0" defTabSz="802072">
              <a:lnSpc>
                <a:spcPct val="100000"/>
              </a:lnSpc>
              <a:spcBef>
                <a:spcPts val="600"/>
              </a:spcBef>
              <a:spcAft>
                <a:spcPts val="600"/>
              </a:spcAft>
              <a:buFont typeface="Arial" panose="020B0604020202020204" pitchFamily="34" charset="0"/>
              <a:buNone/>
              <a:tabLst/>
              <a:defRPr sz="1400" b="1" i="0">
                <a:solidFill>
                  <a:schemeClr val="bg2"/>
                </a:solidFill>
                <a:latin typeface="+mj-lt"/>
              </a:defRPr>
            </a:lvl1pPr>
            <a:lvl2pPr marL="0" lvl="1" indent="0" defTabSz="802072">
              <a:lnSpc>
                <a:spcPct val="100000"/>
              </a:lnSpc>
              <a:spcBef>
                <a:spcPts val="0"/>
              </a:spcBef>
              <a:spcAft>
                <a:spcPts val="600"/>
              </a:spcAft>
              <a:buFont typeface="Arial" panose="020B0604020202020204" pitchFamily="34" charset="0"/>
              <a:buNone/>
              <a:tabLst/>
              <a:defRPr sz="1200" b="1" i="0">
                <a:latin typeface="+mj-lt"/>
              </a:defRPr>
            </a:lvl2pPr>
            <a:lvl3pPr marL="0" lvl="2" indent="0" defTabSz="802072">
              <a:lnSpc>
                <a:spcPct val="100000"/>
              </a:lnSpc>
              <a:spcBef>
                <a:spcPts val="0"/>
              </a:spcBef>
              <a:spcAft>
                <a:spcPts val="600"/>
              </a:spcAft>
              <a:buClrTx/>
              <a:buFont typeface="Arial" panose="020B0604020202020204" pitchFamily="34" charset="0"/>
              <a:buNone/>
              <a:tabLst/>
              <a:defRPr sz="1100" b="0" i="0"/>
            </a:lvl3pPr>
            <a:lvl4pPr marL="180000" lvl="3" indent="-171450" defTabSz="802072">
              <a:lnSpc>
                <a:spcPct val="100000"/>
              </a:lnSpc>
              <a:spcBef>
                <a:spcPts val="0"/>
              </a:spcBef>
              <a:spcAft>
                <a:spcPts val="600"/>
              </a:spcAft>
              <a:buClrTx/>
              <a:buSzPct val="100000"/>
              <a:buFont typeface="Arial" panose="020B0604020202020204" pitchFamily="34" charset="0"/>
              <a:buChar char="•"/>
              <a:tabLst/>
              <a:defRPr sz="1100" b="0" i="0"/>
            </a:lvl4pPr>
            <a:lvl5pPr marL="360000" lvl="4" indent="-180000" defTabSz="802072">
              <a:lnSpc>
                <a:spcPct val="100000"/>
              </a:lnSpc>
              <a:spcBef>
                <a:spcPts val="0"/>
              </a:spcBef>
              <a:spcAft>
                <a:spcPts val="600"/>
              </a:spcAft>
              <a:buClrTx/>
              <a:buFont typeface="Arial" panose="020B0604020202020204" pitchFamily="34" charset="0"/>
              <a:buChar char="•"/>
              <a:tabLst/>
              <a:defRPr sz="1100" b="0" i="0"/>
            </a:lvl5pPr>
            <a:lvl6pPr marL="540000" lvl="5" indent="-180000" defTabSz="802072">
              <a:lnSpc>
                <a:spcPct val="100000"/>
              </a:lnSpc>
              <a:spcBef>
                <a:spcPts val="0"/>
              </a:spcBef>
              <a:spcAft>
                <a:spcPts val="600"/>
              </a:spcAft>
              <a:buClr>
                <a:schemeClr val="tx1"/>
              </a:buClr>
              <a:buFont typeface="Arial" panose="020B0604020202020204" pitchFamily="34" charset="0"/>
              <a:buChar char="•"/>
              <a:tabLst/>
              <a:defRPr sz="1100" b="0" i="0"/>
            </a:lvl6pPr>
            <a:lvl7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7pPr>
            <a:lvl8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8pPr>
            <a:lvl9pPr marL="0" indent="0" defTabSz="802072">
              <a:lnSpc>
                <a:spcPct val="117000"/>
              </a:lnSpc>
              <a:spcBef>
                <a:spcPts val="0"/>
              </a:spcBef>
              <a:buFont typeface="Arial" panose="020B0604020202020204" pitchFamily="34" charset="0"/>
              <a:buNone/>
              <a:tabLst/>
              <a:defRPr sz="877" b="0" i="0">
                <a:latin typeface="Helvetica Now Text" panose="020B0504030202020204" pitchFamily="34" charset="77"/>
              </a:defRPr>
            </a:lvl9pPr>
          </a:lstStyle>
          <a:p>
            <a:pPr lvl="0"/>
            <a:r>
              <a:rPr lang="en-GB" sz="1600" dirty="0"/>
              <a:t>Lorem ipsum </a:t>
            </a:r>
            <a:r>
              <a:rPr lang="en-GB" sz="1600" dirty="0" err="1"/>
              <a:t>dolor</a:t>
            </a:r>
            <a:r>
              <a:rPr lang="en-GB" sz="1600" dirty="0"/>
              <a:t> sit </a:t>
            </a:r>
            <a:r>
              <a:rPr lang="en-GB" sz="1600" dirty="0" err="1"/>
              <a:t>amet</a:t>
            </a:r>
            <a:r>
              <a:rPr lang="en-GB" sz="1600" dirty="0"/>
              <a:t>, </a:t>
            </a:r>
            <a:r>
              <a:rPr lang="en-GB" sz="1600" dirty="0" err="1"/>
              <a:t>consectetur</a:t>
            </a:r>
            <a:r>
              <a:rPr lang="en-GB" sz="1600" dirty="0"/>
              <a:t> </a:t>
            </a:r>
            <a:r>
              <a:rPr lang="en-GB" sz="1600" dirty="0" err="1"/>
              <a:t>adipiscing</a:t>
            </a:r>
            <a:r>
              <a:rPr lang="en-GB" sz="1600" dirty="0"/>
              <a:t> </a:t>
            </a:r>
            <a:r>
              <a:rPr lang="en-GB" sz="1600" dirty="0" err="1"/>
              <a:t>elit</a:t>
            </a:r>
            <a:r>
              <a:rPr lang="en-GB" sz="1600" dirty="0"/>
              <a:t> </a:t>
            </a:r>
          </a:p>
          <a:p>
            <a:pPr lvl="1"/>
            <a:r>
              <a:rPr lang="en-GB" sz="1400" dirty="0"/>
              <a:t>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p>
          <a:p>
            <a:pPr lvl="2"/>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Lorem ipsum </a:t>
            </a:r>
            <a:r>
              <a:rPr lang="en-GB" sz="1400" dirty="0" err="1"/>
              <a:t>dolor</a:t>
            </a:r>
            <a:r>
              <a:rPr lang="en-GB" sz="1400" dirty="0"/>
              <a:t> sit </a:t>
            </a:r>
            <a:r>
              <a:rPr lang="en-GB" sz="1400" dirty="0" err="1"/>
              <a:t>amet</a:t>
            </a:r>
            <a:r>
              <a:rPr lang="en-GB" sz="1400" dirty="0"/>
              <a:t>, </a:t>
            </a:r>
            <a:r>
              <a:rPr lang="en-GB" sz="1400" dirty="0" err="1"/>
              <a:t>consectetur</a:t>
            </a:r>
            <a:r>
              <a:rPr lang="en-GB" sz="1400" dirty="0"/>
              <a:t> </a:t>
            </a:r>
            <a:r>
              <a:rPr lang="en-GB" sz="1400" dirty="0" err="1"/>
              <a:t>adipiscing</a:t>
            </a:r>
            <a:r>
              <a:rPr lang="en-GB" sz="1400" dirty="0"/>
              <a:t> </a:t>
            </a:r>
            <a:r>
              <a:rPr lang="en-GB" sz="1400" dirty="0" err="1"/>
              <a:t>elit</a:t>
            </a:r>
            <a:r>
              <a:rPr lang="en-GB" sz="1400" dirty="0"/>
              <a:t> Ut </a:t>
            </a:r>
            <a:r>
              <a:rPr lang="en-GB" sz="1400" dirty="0" err="1"/>
              <a:t>quis</a:t>
            </a:r>
            <a:r>
              <a:rPr lang="en-GB" sz="1400" dirty="0"/>
              <a:t> </a:t>
            </a:r>
            <a:r>
              <a:rPr lang="en-GB" sz="1400" dirty="0" err="1"/>
              <a:t>erat</a:t>
            </a:r>
            <a:r>
              <a:rPr lang="en-GB" sz="1400" dirty="0"/>
              <a:t> sit </a:t>
            </a:r>
            <a:r>
              <a:rPr lang="en-GB" sz="1400" dirty="0" err="1"/>
              <a:t>amet</a:t>
            </a:r>
            <a:r>
              <a:rPr lang="en-GB" sz="1400" dirty="0"/>
              <a:t> </a:t>
            </a:r>
            <a:r>
              <a:rPr lang="en-GB" sz="1400" dirty="0" err="1"/>
              <a:t>enim</a:t>
            </a:r>
            <a:r>
              <a:rPr lang="en-GB" sz="1400" dirty="0"/>
              <a:t> </a:t>
            </a:r>
            <a:r>
              <a:rPr lang="en-GB" sz="1400" dirty="0" err="1"/>
              <a:t>aliquet</a:t>
            </a:r>
            <a:r>
              <a:rPr lang="en-GB" sz="1400" dirty="0"/>
              <a:t> semper at </a:t>
            </a:r>
            <a:r>
              <a:rPr lang="en-GB" sz="1400" dirty="0" err="1"/>
              <a:t>nec</a:t>
            </a:r>
            <a:r>
              <a:rPr lang="en-GB" sz="1400" dirty="0"/>
              <a:t> </a:t>
            </a:r>
            <a:r>
              <a:rPr lang="en-GB" sz="1400" dirty="0" err="1"/>
              <a:t>nisl</a:t>
            </a:r>
            <a:r>
              <a:rPr lang="en-GB" sz="1400" dirty="0"/>
              <a:t>. </a:t>
            </a:r>
            <a:r>
              <a:rPr lang="en-GB" sz="1400" dirty="0" err="1"/>
              <a:t>Nulla</a:t>
            </a:r>
            <a:r>
              <a:rPr lang="en-GB" sz="1400" dirty="0"/>
              <a:t> </a:t>
            </a:r>
            <a:r>
              <a:rPr lang="en-GB" sz="1400" dirty="0" err="1"/>
              <a:t>tristique</a:t>
            </a:r>
            <a:r>
              <a:rPr lang="en-GB" sz="1400" dirty="0"/>
              <a:t> </a:t>
            </a:r>
            <a:r>
              <a:rPr lang="en-GB" sz="1400" dirty="0" err="1"/>
              <a:t>elit</a:t>
            </a:r>
            <a:r>
              <a:rPr lang="en-GB" sz="1400" dirty="0"/>
              <a:t> a </a:t>
            </a:r>
            <a:r>
              <a:rPr lang="en-GB" sz="1400" dirty="0" err="1"/>
              <a:t>purus</a:t>
            </a:r>
            <a:r>
              <a:rPr lang="en-GB" sz="1400" dirty="0"/>
              <a:t> </a:t>
            </a:r>
            <a:r>
              <a:rPr lang="en-GB" sz="1400" dirty="0" err="1"/>
              <a:t>luctus</a:t>
            </a:r>
            <a:r>
              <a:rPr lang="en-GB" sz="1400" dirty="0"/>
              <a:t> lacinia. Cras </a:t>
            </a:r>
            <a:r>
              <a:rPr lang="en-GB" sz="1400" dirty="0" err="1"/>
              <a:t>dolor</a:t>
            </a:r>
            <a:r>
              <a:rPr lang="en-GB" sz="1400" dirty="0"/>
              <a:t> ex, pharetra </a:t>
            </a:r>
            <a:r>
              <a:rPr lang="en-GB" sz="1400" dirty="0" err="1"/>
              <a:t>nec</a:t>
            </a:r>
            <a:r>
              <a:rPr lang="en-GB" sz="1400" dirty="0"/>
              <a:t> pharetra, </a:t>
            </a:r>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ac tempus </a:t>
            </a:r>
            <a:r>
              <a:rPr lang="en-GB" sz="1400" dirty="0" err="1"/>
              <a:t>mauris</a:t>
            </a:r>
            <a:r>
              <a:rPr lang="en-GB" sz="1400" dirty="0"/>
              <a:t> </a:t>
            </a:r>
            <a:r>
              <a:rPr lang="en-GB" sz="1400" dirty="0" err="1"/>
              <a:t>ullamcorper</a:t>
            </a:r>
            <a:r>
              <a:rPr lang="en-GB" sz="1400" dirty="0"/>
              <a:t> id. </a:t>
            </a:r>
            <a:r>
              <a:rPr lang="en-GB" sz="1400" dirty="0" err="1"/>
              <a:t>Quisque</a:t>
            </a:r>
            <a:r>
              <a:rPr lang="en-GB" sz="1400" dirty="0"/>
              <a:t> </a:t>
            </a:r>
            <a:r>
              <a:rPr lang="en-GB" sz="1400" dirty="0" err="1"/>
              <a:t>nunc</a:t>
            </a:r>
            <a:r>
              <a:rPr lang="en-GB" sz="1400" dirty="0"/>
              <a:t>..</a:t>
            </a:r>
          </a:p>
          <a:p>
            <a:pPr lvl="3"/>
            <a:r>
              <a:rPr lang="en-GB" sz="1400" dirty="0" err="1"/>
              <a:t>condimentum</a:t>
            </a:r>
            <a:r>
              <a:rPr lang="en-GB" sz="1400" dirty="0"/>
              <a:t> a </a:t>
            </a:r>
            <a:r>
              <a:rPr lang="en-GB" sz="1400" dirty="0" err="1"/>
              <a:t>tortor</a:t>
            </a:r>
            <a:r>
              <a:rPr lang="en-GB" sz="1400" dirty="0"/>
              <a:t>. Cras vitae </a:t>
            </a:r>
            <a:r>
              <a:rPr lang="en-GB" sz="1400" dirty="0" err="1"/>
              <a:t>pretium</a:t>
            </a:r>
            <a:r>
              <a:rPr lang="en-GB" sz="1400" dirty="0"/>
              <a:t> </a:t>
            </a:r>
            <a:r>
              <a:rPr lang="en-GB" sz="1400" dirty="0" err="1"/>
              <a:t>nisl</a:t>
            </a:r>
            <a:r>
              <a:rPr lang="en-GB" sz="1400" dirty="0"/>
              <a:t>. </a:t>
            </a:r>
            <a:r>
              <a:rPr lang="en-GB" sz="1400" dirty="0" err="1"/>
              <a:t>Suspendisse</a:t>
            </a:r>
            <a:r>
              <a:rPr lang="en-GB" sz="1400" dirty="0"/>
              <a:t> at magna. </a:t>
            </a:r>
          </a:p>
          <a:p>
            <a:pPr lvl="3"/>
            <a:r>
              <a:rPr lang="en-GB" sz="1400" dirty="0" err="1"/>
              <a:t>sed</a:t>
            </a:r>
            <a:r>
              <a:rPr lang="en-GB" sz="1400" dirty="0"/>
              <a:t> </a:t>
            </a:r>
            <a:r>
              <a:rPr lang="en-GB" sz="1400" dirty="0" err="1"/>
              <a:t>lectus</a:t>
            </a:r>
            <a:r>
              <a:rPr lang="en-GB" sz="1400" dirty="0"/>
              <a:t> </a:t>
            </a:r>
            <a:r>
              <a:rPr lang="en-GB" sz="1400" dirty="0" err="1"/>
              <a:t>consequat</a:t>
            </a:r>
            <a:r>
              <a:rPr lang="en-GB" sz="1400" dirty="0"/>
              <a:t> </a:t>
            </a:r>
            <a:r>
              <a:rPr lang="en-GB" sz="1400" dirty="0" err="1"/>
              <a:t>rutrum</a:t>
            </a:r>
            <a:r>
              <a:rPr lang="en-GB" sz="1400" dirty="0"/>
              <a:t>. Proin id </a:t>
            </a:r>
            <a:r>
              <a:rPr lang="en-GB" sz="1400" dirty="0" err="1"/>
              <a:t>nibh</a:t>
            </a:r>
            <a:r>
              <a:rPr lang="en-GB" sz="1400" dirty="0"/>
              <a:t> at nisi </a:t>
            </a:r>
            <a:r>
              <a:rPr lang="en-GB" sz="1400" dirty="0" err="1"/>
              <a:t>molestie</a:t>
            </a:r>
            <a:r>
              <a:rPr lang="en-GB" sz="1400" dirty="0"/>
              <a:t> </a:t>
            </a:r>
            <a:r>
              <a:rPr lang="en-GB" sz="1400" dirty="0" err="1"/>
              <a:t>ullamcorper</a:t>
            </a:r>
            <a:r>
              <a:rPr lang="en-GB" sz="1400" dirty="0"/>
              <a:t>. Cras tempus </a:t>
            </a:r>
            <a:r>
              <a:rPr lang="en-GB" sz="1400" dirty="0" err="1"/>
              <a:t>urna</a:t>
            </a:r>
            <a:r>
              <a:rPr lang="en-GB" sz="1400" dirty="0"/>
              <a:t> </a:t>
            </a:r>
            <a:r>
              <a:rPr lang="en-GB" sz="1400" dirty="0" err="1"/>
              <a:t>augue</a:t>
            </a:r>
            <a:r>
              <a:rPr lang="en-GB" sz="1400" dirty="0"/>
              <a:t>, </a:t>
            </a:r>
          </a:p>
          <a:p>
            <a:pPr lvl="4"/>
            <a:r>
              <a:rPr lang="en-GB" sz="1400" dirty="0"/>
              <a:t>ac tempus </a:t>
            </a:r>
            <a:r>
              <a:rPr lang="en-GB" sz="1400" dirty="0" err="1"/>
              <a:t>mauris</a:t>
            </a:r>
            <a:r>
              <a:rPr lang="en-GB" sz="1400" dirty="0"/>
              <a:t> </a:t>
            </a:r>
            <a:r>
              <a:rPr lang="en-GB" sz="1400" dirty="0" err="1"/>
              <a:t>ullamcorper</a:t>
            </a:r>
            <a:r>
              <a:rPr lang="en-GB" sz="1400" dirty="0"/>
              <a:t> id. </a:t>
            </a:r>
            <a:r>
              <a:rPr lang="en-GB" sz="1400" dirty="0" err="1"/>
              <a:t>Quisque</a:t>
            </a:r>
            <a:r>
              <a:rPr lang="en-GB" sz="1400" dirty="0"/>
              <a:t> </a:t>
            </a:r>
            <a:r>
              <a:rPr lang="en-GB" sz="1400" dirty="0" err="1"/>
              <a:t>nunc</a:t>
            </a:r>
            <a:r>
              <a:rPr lang="en-GB" sz="1400" dirty="0"/>
              <a:t> </a:t>
            </a:r>
            <a:r>
              <a:rPr lang="en-GB" sz="1400" dirty="0" err="1"/>
              <a:t>nisl</a:t>
            </a:r>
            <a:r>
              <a:rPr lang="en-GB" sz="1400" dirty="0"/>
              <a:t>, lacinia a </a:t>
            </a:r>
            <a:r>
              <a:rPr lang="en-GB" sz="1400" dirty="0" err="1"/>
              <a:t>condimentum</a:t>
            </a:r>
            <a:r>
              <a:rPr lang="en-GB" sz="1400" dirty="0"/>
              <a:t> id.</a:t>
            </a:r>
          </a:p>
        </p:txBody>
      </p:sp>
      <p:sp>
        <p:nvSpPr>
          <p:cNvPr id="95" name="Content Placeholder 5">
            <a:extLst>
              <a:ext uri="{FF2B5EF4-FFF2-40B4-BE49-F238E27FC236}">
                <a16:creationId xmlns:a16="http://schemas.microsoft.com/office/drawing/2014/main" id="{F1233EC0-0D45-4A49-6F59-DD742C6E0F7C}"/>
              </a:ext>
            </a:extLst>
          </p:cNvPr>
          <p:cNvSpPr txBox="1">
            <a:spLocks/>
          </p:cNvSpPr>
          <p:nvPr/>
        </p:nvSpPr>
        <p:spPr>
          <a:xfrm>
            <a:off x="1844023" y="3067526"/>
            <a:ext cx="6810317" cy="2311061"/>
          </a:xfrm>
          <a:prstGeom prst="rect">
            <a:avLst/>
          </a:prstGeom>
          <a:solidFill>
            <a:srgbClr val="ECF9F4"/>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endParaRPr lang="en-GB" sz="800">
              <a:solidFill>
                <a:schemeClr val="bg1"/>
              </a:solidFill>
              <a:latin typeface="+mn-lt"/>
            </a:endParaRPr>
          </a:p>
        </p:txBody>
      </p:sp>
      <p:sp>
        <p:nvSpPr>
          <p:cNvPr id="96" name="Content Placeholder 5">
            <a:extLst>
              <a:ext uri="{FF2B5EF4-FFF2-40B4-BE49-F238E27FC236}">
                <a16:creationId xmlns:a16="http://schemas.microsoft.com/office/drawing/2014/main" id="{DF5AADCA-8C4B-5215-80AC-C7C04379ED65}"/>
              </a:ext>
            </a:extLst>
          </p:cNvPr>
          <p:cNvSpPr txBox="1">
            <a:spLocks/>
          </p:cNvSpPr>
          <p:nvPr/>
        </p:nvSpPr>
        <p:spPr>
          <a:xfrm>
            <a:off x="1844023" y="5479101"/>
            <a:ext cx="6810317" cy="1247582"/>
          </a:xfrm>
          <a:prstGeom prst="rect">
            <a:avLst/>
          </a:prstGeom>
          <a:solidFill>
            <a:srgbClr val="ECF9F4"/>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endParaRPr lang="en-GB" sz="800">
              <a:solidFill>
                <a:schemeClr val="bg1"/>
              </a:solidFill>
              <a:latin typeface="+mn-lt"/>
            </a:endParaRPr>
          </a:p>
        </p:txBody>
      </p:sp>
      <p:sp>
        <p:nvSpPr>
          <p:cNvPr id="97" name="Content Placeholder 5">
            <a:extLst>
              <a:ext uri="{FF2B5EF4-FFF2-40B4-BE49-F238E27FC236}">
                <a16:creationId xmlns:a16="http://schemas.microsoft.com/office/drawing/2014/main" id="{778B580B-F227-C3C9-A200-EA28A5F3C8BE}"/>
              </a:ext>
            </a:extLst>
          </p:cNvPr>
          <p:cNvSpPr txBox="1">
            <a:spLocks/>
          </p:cNvSpPr>
          <p:nvPr/>
        </p:nvSpPr>
        <p:spPr>
          <a:xfrm>
            <a:off x="556806" y="5479101"/>
            <a:ext cx="1200409" cy="1247582"/>
          </a:xfrm>
          <a:prstGeom prst="rect">
            <a:avLst/>
          </a:prstGeom>
          <a:solidFill>
            <a:srgbClr val="00BA8D"/>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bg1"/>
                </a:solidFill>
                <a:latin typeface="+mj-lt"/>
              </a:rPr>
              <a:t>Team</a:t>
            </a:r>
          </a:p>
        </p:txBody>
      </p:sp>
      <p:sp>
        <p:nvSpPr>
          <p:cNvPr id="98" name="Content Placeholder 5">
            <a:extLst>
              <a:ext uri="{FF2B5EF4-FFF2-40B4-BE49-F238E27FC236}">
                <a16:creationId xmlns:a16="http://schemas.microsoft.com/office/drawing/2014/main" id="{6FA3B727-E82C-11B6-EE82-69BE23C34AFC}"/>
              </a:ext>
            </a:extLst>
          </p:cNvPr>
          <p:cNvSpPr txBox="1">
            <a:spLocks/>
          </p:cNvSpPr>
          <p:nvPr/>
        </p:nvSpPr>
        <p:spPr>
          <a:xfrm>
            <a:off x="556806" y="1800226"/>
            <a:ext cx="1200409" cy="1166788"/>
          </a:xfrm>
          <a:prstGeom prst="rect">
            <a:avLst/>
          </a:prstGeom>
          <a:solidFill>
            <a:srgbClr val="00BA8D"/>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bg1"/>
                </a:solidFill>
                <a:latin typeface="+mj-lt"/>
              </a:rPr>
              <a:t>Team</a:t>
            </a:r>
          </a:p>
        </p:txBody>
      </p:sp>
      <p:sp>
        <p:nvSpPr>
          <p:cNvPr id="99" name="Content Placeholder 5">
            <a:extLst>
              <a:ext uri="{FF2B5EF4-FFF2-40B4-BE49-F238E27FC236}">
                <a16:creationId xmlns:a16="http://schemas.microsoft.com/office/drawing/2014/main" id="{B542C461-2FCF-47CC-7613-BB2DBB69CAB4}"/>
              </a:ext>
            </a:extLst>
          </p:cNvPr>
          <p:cNvSpPr txBox="1">
            <a:spLocks/>
          </p:cNvSpPr>
          <p:nvPr/>
        </p:nvSpPr>
        <p:spPr>
          <a:xfrm>
            <a:off x="556806" y="3062964"/>
            <a:ext cx="1200409" cy="2320189"/>
          </a:xfrm>
          <a:prstGeom prst="rect">
            <a:avLst/>
          </a:prstGeom>
          <a:solidFill>
            <a:srgbClr val="00BA8D"/>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bg1"/>
                </a:solidFill>
                <a:latin typeface="+mj-lt"/>
              </a:rPr>
              <a:t>Team</a:t>
            </a:r>
          </a:p>
        </p:txBody>
      </p:sp>
      <p:sp>
        <p:nvSpPr>
          <p:cNvPr id="100" name="Content Placeholder 5">
            <a:extLst>
              <a:ext uri="{FF2B5EF4-FFF2-40B4-BE49-F238E27FC236}">
                <a16:creationId xmlns:a16="http://schemas.microsoft.com/office/drawing/2014/main" id="{AE8B91F7-E2ED-6C68-1DEA-A58751B73C37}"/>
              </a:ext>
            </a:extLst>
          </p:cNvPr>
          <p:cNvSpPr txBox="1">
            <a:spLocks/>
          </p:cNvSpPr>
          <p:nvPr/>
        </p:nvSpPr>
        <p:spPr>
          <a:xfrm>
            <a:off x="1844023" y="1800226"/>
            <a:ext cx="6810317" cy="1166788"/>
          </a:xfrm>
          <a:prstGeom prst="rect">
            <a:avLst/>
          </a:prstGeom>
          <a:solidFill>
            <a:srgbClr val="ECF9F4"/>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endParaRPr lang="en-GB" sz="800">
              <a:solidFill>
                <a:schemeClr val="bg1"/>
              </a:solidFill>
              <a:latin typeface="+mn-lt"/>
            </a:endParaRPr>
          </a:p>
        </p:txBody>
      </p:sp>
      <p:sp>
        <p:nvSpPr>
          <p:cNvPr id="101" name="TextBox 100">
            <a:extLst>
              <a:ext uri="{FF2B5EF4-FFF2-40B4-BE49-F238E27FC236}">
                <a16:creationId xmlns:a16="http://schemas.microsoft.com/office/drawing/2014/main" id="{C9CF12D3-3BD2-9DE9-C3E9-9288A0662A19}"/>
              </a:ext>
            </a:extLst>
          </p:cNvPr>
          <p:cNvSpPr txBox="1"/>
          <p:nvPr/>
        </p:nvSpPr>
        <p:spPr>
          <a:xfrm>
            <a:off x="550226" y="6812184"/>
            <a:ext cx="6312537" cy="205977"/>
          </a:xfrm>
          <a:prstGeom prst="rect">
            <a:avLst/>
          </a:prstGeom>
          <a:noFill/>
        </p:spPr>
        <p:txBody>
          <a:bodyPr wrap="square" lIns="0" tIns="0" rIns="0" bIns="0" rtlCol="0">
            <a:noAutofit/>
          </a:bodyPr>
          <a:lstStyle/>
          <a:p>
            <a:pPr>
              <a:spcAft>
                <a:spcPts val="600"/>
              </a:spcAft>
            </a:pPr>
            <a:r>
              <a:rPr lang="en-GB" sz="1100">
                <a:solidFill>
                  <a:srgbClr val="FF9F00"/>
                </a:solidFill>
                <a:sym typeface="Webdings" panose="05030102010509060703" pitchFamily="18" charset="2"/>
              </a:rPr>
              <a:t></a:t>
            </a:r>
            <a:r>
              <a:rPr lang="en-GB" sz="1100">
                <a:solidFill>
                  <a:srgbClr val="0055A8"/>
                </a:solidFill>
                <a:sym typeface="Webdings" panose="05030102010509060703" pitchFamily="18" charset="2"/>
              </a:rPr>
              <a:t> </a:t>
            </a:r>
            <a:r>
              <a:rPr lang="en-GB" sz="1100">
                <a:solidFill>
                  <a:schemeClr val="tx2"/>
                </a:solidFill>
                <a:sym typeface="Webdings" panose="05030102010509060703" pitchFamily="18" charset="2"/>
              </a:rPr>
              <a:t>[</a:t>
            </a:r>
            <a:r>
              <a:rPr lang="en-GB" sz="1100">
                <a:solidFill>
                  <a:schemeClr val="tx2"/>
                </a:solidFill>
              </a:rPr>
              <a:t>Day to day contact].</a:t>
            </a:r>
          </a:p>
        </p:txBody>
      </p:sp>
      <p:pic>
        <p:nvPicPr>
          <p:cNvPr id="103" name="Picture Placeholder 21">
            <a:extLst>
              <a:ext uri="{FF2B5EF4-FFF2-40B4-BE49-F238E27FC236}">
                <a16:creationId xmlns:a16="http://schemas.microsoft.com/office/drawing/2014/main" id="{2BFAEF27-F3CD-502B-9E6B-C27D56B0331E}"/>
              </a:ext>
            </a:extLst>
          </p:cNvPr>
          <p:cNvPicPr>
            <a:picLocks noChangeAspect="1"/>
          </p:cNvPicPr>
          <p:nvPr/>
        </p:nvPicPr>
        <p:blipFill>
          <a:blip r:embed="rId2"/>
          <a:srcRect l="534" r="534"/>
          <a:stretch/>
        </p:blipFill>
        <p:spPr>
          <a:xfrm>
            <a:off x="7543015" y="4312417"/>
            <a:ext cx="573979" cy="573925"/>
          </a:xfrm>
          <a:prstGeom prst="ellipse">
            <a:avLst/>
          </a:prstGeom>
          <a:ln w="12700">
            <a:solidFill>
              <a:schemeClr val="bg2"/>
            </a:solidFill>
          </a:ln>
        </p:spPr>
      </p:pic>
      <p:pic>
        <p:nvPicPr>
          <p:cNvPr id="104" name="Picture Placeholder 21">
            <a:extLst>
              <a:ext uri="{FF2B5EF4-FFF2-40B4-BE49-F238E27FC236}">
                <a16:creationId xmlns:a16="http://schemas.microsoft.com/office/drawing/2014/main" id="{6C66D9CC-722D-8A86-92A9-2AACE84F0E6F}"/>
              </a:ext>
            </a:extLst>
          </p:cNvPr>
          <p:cNvPicPr>
            <a:picLocks noChangeAspect="1"/>
          </p:cNvPicPr>
          <p:nvPr/>
        </p:nvPicPr>
        <p:blipFill>
          <a:blip r:embed="rId2"/>
          <a:srcRect l="534" r="534"/>
          <a:stretch/>
        </p:blipFill>
        <p:spPr>
          <a:xfrm>
            <a:off x="7543015" y="5593076"/>
            <a:ext cx="573979" cy="573925"/>
          </a:xfrm>
          <a:prstGeom prst="ellipse">
            <a:avLst/>
          </a:prstGeom>
          <a:ln w="12700">
            <a:solidFill>
              <a:schemeClr val="bg2"/>
            </a:solidFill>
          </a:ln>
        </p:spPr>
      </p:pic>
      <p:pic>
        <p:nvPicPr>
          <p:cNvPr id="105" name="Picture Placeholder 21">
            <a:extLst>
              <a:ext uri="{FF2B5EF4-FFF2-40B4-BE49-F238E27FC236}">
                <a16:creationId xmlns:a16="http://schemas.microsoft.com/office/drawing/2014/main" id="{7E66CE21-E9D0-E519-A895-D659E6CC16C2}"/>
              </a:ext>
            </a:extLst>
          </p:cNvPr>
          <p:cNvPicPr>
            <a:picLocks noChangeAspect="1"/>
          </p:cNvPicPr>
          <p:nvPr/>
        </p:nvPicPr>
        <p:blipFill>
          <a:blip r:embed="rId2"/>
          <a:srcRect l="534" r="534"/>
          <a:stretch/>
        </p:blipFill>
        <p:spPr>
          <a:xfrm>
            <a:off x="7543015" y="3232480"/>
            <a:ext cx="573979" cy="573925"/>
          </a:xfrm>
          <a:prstGeom prst="ellipse">
            <a:avLst/>
          </a:prstGeom>
          <a:ln w="12700">
            <a:solidFill>
              <a:schemeClr val="bg2"/>
            </a:solidFill>
          </a:ln>
        </p:spPr>
      </p:pic>
      <p:sp>
        <p:nvSpPr>
          <p:cNvPr id="106" name="TextBox 105">
            <a:extLst>
              <a:ext uri="{FF2B5EF4-FFF2-40B4-BE49-F238E27FC236}">
                <a16:creationId xmlns:a16="http://schemas.microsoft.com/office/drawing/2014/main" id="{9C0C9CE7-0C33-3AD4-46D0-657DD58C4A9A}"/>
              </a:ext>
            </a:extLst>
          </p:cNvPr>
          <p:cNvSpPr txBox="1"/>
          <p:nvPr/>
        </p:nvSpPr>
        <p:spPr>
          <a:xfrm>
            <a:off x="7270772" y="4886339"/>
            <a:ext cx="1118425"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07" name="TextBox 106">
            <a:extLst>
              <a:ext uri="{FF2B5EF4-FFF2-40B4-BE49-F238E27FC236}">
                <a16:creationId xmlns:a16="http://schemas.microsoft.com/office/drawing/2014/main" id="{4E664749-0F6B-EF9F-1DCD-4469CB1FFBAB}"/>
              </a:ext>
            </a:extLst>
          </p:cNvPr>
          <p:cNvSpPr txBox="1"/>
          <p:nvPr/>
        </p:nvSpPr>
        <p:spPr>
          <a:xfrm>
            <a:off x="7270767" y="3806405"/>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08" name="TextBox 107">
            <a:extLst>
              <a:ext uri="{FF2B5EF4-FFF2-40B4-BE49-F238E27FC236}">
                <a16:creationId xmlns:a16="http://schemas.microsoft.com/office/drawing/2014/main" id="{E25E9E1C-01B6-CCEF-2862-83101E6C877A}"/>
              </a:ext>
            </a:extLst>
          </p:cNvPr>
          <p:cNvSpPr txBox="1"/>
          <p:nvPr/>
        </p:nvSpPr>
        <p:spPr>
          <a:xfrm>
            <a:off x="7270772" y="6166998"/>
            <a:ext cx="1118425"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pic>
        <p:nvPicPr>
          <p:cNvPr id="110" name="Picture Placeholder 18">
            <a:extLst>
              <a:ext uri="{FF2B5EF4-FFF2-40B4-BE49-F238E27FC236}">
                <a16:creationId xmlns:a16="http://schemas.microsoft.com/office/drawing/2014/main" id="{9CDB6412-9FB0-76E4-F920-E2D095FF9028}"/>
              </a:ext>
            </a:extLst>
          </p:cNvPr>
          <p:cNvPicPr>
            <a:picLocks noChangeAspect="1"/>
          </p:cNvPicPr>
          <p:nvPr/>
        </p:nvPicPr>
        <p:blipFill>
          <a:blip r:embed="rId3"/>
          <a:srcRect l="431" r="431"/>
          <a:stretch/>
        </p:blipFill>
        <p:spPr>
          <a:xfrm>
            <a:off x="5735125" y="4312417"/>
            <a:ext cx="573979" cy="573925"/>
          </a:xfrm>
          <a:prstGeom prst="ellipse">
            <a:avLst/>
          </a:prstGeom>
          <a:ln w="12700">
            <a:solidFill>
              <a:schemeClr val="bg2"/>
            </a:solidFill>
          </a:ln>
        </p:spPr>
      </p:pic>
      <p:pic>
        <p:nvPicPr>
          <p:cNvPr id="111" name="Picture Placeholder 18">
            <a:extLst>
              <a:ext uri="{FF2B5EF4-FFF2-40B4-BE49-F238E27FC236}">
                <a16:creationId xmlns:a16="http://schemas.microsoft.com/office/drawing/2014/main" id="{86A66966-22AD-33C1-C89D-FC47634D97BB}"/>
              </a:ext>
            </a:extLst>
          </p:cNvPr>
          <p:cNvPicPr>
            <a:picLocks noChangeAspect="1"/>
          </p:cNvPicPr>
          <p:nvPr/>
        </p:nvPicPr>
        <p:blipFill>
          <a:blip r:embed="rId3"/>
          <a:srcRect l="431" r="431"/>
          <a:stretch/>
        </p:blipFill>
        <p:spPr>
          <a:xfrm>
            <a:off x="5735125" y="5593076"/>
            <a:ext cx="573979" cy="573925"/>
          </a:xfrm>
          <a:prstGeom prst="ellipse">
            <a:avLst/>
          </a:prstGeom>
          <a:ln w="12700">
            <a:solidFill>
              <a:schemeClr val="bg2"/>
            </a:solidFill>
          </a:ln>
        </p:spPr>
      </p:pic>
      <p:pic>
        <p:nvPicPr>
          <p:cNvPr id="112" name="Picture Placeholder 18">
            <a:extLst>
              <a:ext uri="{FF2B5EF4-FFF2-40B4-BE49-F238E27FC236}">
                <a16:creationId xmlns:a16="http://schemas.microsoft.com/office/drawing/2014/main" id="{B1A1871D-FBDD-A912-368C-B93A5ECDE479}"/>
              </a:ext>
            </a:extLst>
          </p:cNvPr>
          <p:cNvPicPr>
            <a:picLocks noChangeAspect="1"/>
          </p:cNvPicPr>
          <p:nvPr/>
        </p:nvPicPr>
        <p:blipFill>
          <a:blip r:embed="rId3"/>
          <a:srcRect l="431" r="431"/>
          <a:stretch/>
        </p:blipFill>
        <p:spPr>
          <a:xfrm>
            <a:off x="5735125" y="3232480"/>
            <a:ext cx="573979" cy="573925"/>
          </a:xfrm>
          <a:prstGeom prst="ellipse">
            <a:avLst/>
          </a:prstGeom>
          <a:ln w="12700">
            <a:solidFill>
              <a:schemeClr val="bg2"/>
            </a:solidFill>
          </a:ln>
        </p:spPr>
      </p:pic>
      <p:sp>
        <p:nvSpPr>
          <p:cNvPr id="113" name="TextBox 112">
            <a:extLst>
              <a:ext uri="{FF2B5EF4-FFF2-40B4-BE49-F238E27FC236}">
                <a16:creationId xmlns:a16="http://schemas.microsoft.com/office/drawing/2014/main" id="{EA03CAA1-C408-6AD3-D195-70D23FD9021A}"/>
              </a:ext>
            </a:extLst>
          </p:cNvPr>
          <p:cNvSpPr txBox="1"/>
          <p:nvPr/>
        </p:nvSpPr>
        <p:spPr>
          <a:xfrm>
            <a:off x="5462875" y="3806405"/>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14" name="TextBox 113">
            <a:extLst>
              <a:ext uri="{FF2B5EF4-FFF2-40B4-BE49-F238E27FC236}">
                <a16:creationId xmlns:a16="http://schemas.microsoft.com/office/drawing/2014/main" id="{43B592BF-28A5-2089-EB6B-01DE3F336345}"/>
              </a:ext>
            </a:extLst>
          </p:cNvPr>
          <p:cNvSpPr txBox="1"/>
          <p:nvPr/>
        </p:nvSpPr>
        <p:spPr>
          <a:xfrm>
            <a:off x="5453082" y="4886340"/>
            <a:ext cx="1138030"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15" name="TextBox 114">
            <a:extLst>
              <a:ext uri="{FF2B5EF4-FFF2-40B4-BE49-F238E27FC236}">
                <a16:creationId xmlns:a16="http://schemas.microsoft.com/office/drawing/2014/main" id="{CA82942D-820B-9477-AA8B-3BB0E9FC80C4}"/>
              </a:ext>
            </a:extLst>
          </p:cNvPr>
          <p:cNvSpPr txBox="1"/>
          <p:nvPr/>
        </p:nvSpPr>
        <p:spPr>
          <a:xfrm>
            <a:off x="5453082" y="6166999"/>
            <a:ext cx="1138030"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pic>
        <p:nvPicPr>
          <p:cNvPr id="117" name="Picture Placeholder 21">
            <a:extLst>
              <a:ext uri="{FF2B5EF4-FFF2-40B4-BE49-F238E27FC236}">
                <a16:creationId xmlns:a16="http://schemas.microsoft.com/office/drawing/2014/main" id="{0ABFB873-9E4F-2C88-D835-F896D0EB9289}"/>
              </a:ext>
            </a:extLst>
          </p:cNvPr>
          <p:cNvPicPr>
            <a:picLocks noChangeAspect="1"/>
          </p:cNvPicPr>
          <p:nvPr/>
        </p:nvPicPr>
        <p:blipFill>
          <a:blip r:embed="rId2"/>
          <a:srcRect l="534" r="534"/>
          <a:stretch/>
        </p:blipFill>
        <p:spPr>
          <a:xfrm>
            <a:off x="3927253" y="4312417"/>
            <a:ext cx="573979" cy="573925"/>
          </a:xfrm>
          <a:prstGeom prst="ellipse">
            <a:avLst/>
          </a:prstGeom>
          <a:ln w="12700">
            <a:solidFill>
              <a:schemeClr val="bg2"/>
            </a:solidFill>
          </a:ln>
        </p:spPr>
      </p:pic>
      <p:pic>
        <p:nvPicPr>
          <p:cNvPr id="118" name="Picture Placeholder 21">
            <a:extLst>
              <a:ext uri="{FF2B5EF4-FFF2-40B4-BE49-F238E27FC236}">
                <a16:creationId xmlns:a16="http://schemas.microsoft.com/office/drawing/2014/main" id="{B304C606-6819-13A3-DBDF-D8B5F642E6EE}"/>
              </a:ext>
            </a:extLst>
          </p:cNvPr>
          <p:cNvPicPr>
            <a:picLocks noChangeAspect="1"/>
          </p:cNvPicPr>
          <p:nvPr/>
        </p:nvPicPr>
        <p:blipFill>
          <a:blip r:embed="rId2"/>
          <a:srcRect l="534" r="534"/>
          <a:stretch/>
        </p:blipFill>
        <p:spPr>
          <a:xfrm>
            <a:off x="3927253" y="5593076"/>
            <a:ext cx="573979" cy="573925"/>
          </a:xfrm>
          <a:prstGeom prst="ellipse">
            <a:avLst/>
          </a:prstGeom>
          <a:ln w="12700">
            <a:solidFill>
              <a:schemeClr val="bg2"/>
            </a:solidFill>
          </a:ln>
        </p:spPr>
      </p:pic>
      <p:pic>
        <p:nvPicPr>
          <p:cNvPr id="119" name="Picture Placeholder 21">
            <a:extLst>
              <a:ext uri="{FF2B5EF4-FFF2-40B4-BE49-F238E27FC236}">
                <a16:creationId xmlns:a16="http://schemas.microsoft.com/office/drawing/2014/main" id="{9FE16B89-D139-E3C8-5068-DD01CD7E4300}"/>
              </a:ext>
            </a:extLst>
          </p:cNvPr>
          <p:cNvPicPr>
            <a:picLocks noChangeAspect="1"/>
          </p:cNvPicPr>
          <p:nvPr/>
        </p:nvPicPr>
        <p:blipFill>
          <a:blip r:embed="rId2"/>
          <a:srcRect l="534" r="534"/>
          <a:stretch/>
        </p:blipFill>
        <p:spPr>
          <a:xfrm>
            <a:off x="3927253" y="3232480"/>
            <a:ext cx="573979" cy="573925"/>
          </a:xfrm>
          <a:prstGeom prst="ellipse">
            <a:avLst/>
          </a:prstGeom>
          <a:ln w="12700">
            <a:solidFill>
              <a:schemeClr val="bg2"/>
            </a:solidFill>
          </a:ln>
        </p:spPr>
      </p:pic>
      <p:sp>
        <p:nvSpPr>
          <p:cNvPr id="120" name="TextBox 119">
            <a:extLst>
              <a:ext uri="{FF2B5EF4-FFF2-40B4-BE49-F238E27FC236}">
                <a16:creationId xmlns:a16="http://schemas.microsoft.com/office/drawing/2014/main" id="{D04BFB86-F0A9-45FE-BE54-DD2A019D21E4}"/>
              </a:ext>
            </a:extLst>
          </p:cNvPr>
          <p:cNvSpPr txBox="1"/>
          <p:nvPr/>
        </p:nvSpPr>
        <p:spPr>
          <a:xfrm>
            <a:off x="3655003" y="2439222"/>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21" name="TextBox 120">
            <a:extLst>
              <a:ext uri="{FF2B5EF4-FFF2-40B4-BE49-F238E27FC236}">
                <a16:creationId xmlns:a16="http://schemas.microsoft.com/office/drawing/2014/main" id="{2F68F796-D404-D7F9-8098-FF7757B1F20D}"/>
              </a:ext>
            </a:extLst>
          </p:cNvPr>
          <p:cNvSpPr txBox="1"/>
          <p:nvPr/>
        </p:nvSpPr>
        <p:spPr>
          <a:xfrm>
            <a:off x="3622357" y="4890548"/>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22" name="TextBox 121">
            <a:extLst>
              <a:ext uri="{FF2B5EF4-FFF2-40B4-BE49-F238E27FC236}">
                <a16:creationId xmlns:a16="http://schemas.microsoft.com/office/drawing/2014/main" id="{C554FC10-543F-646A-AAD3-4A35593B89E7}"/>
              </a:ext>
            </a:extLst>
          </p:cNvPr>
          <p:cNvSpPr txBox="1"/>
          <p:nvPr/>
        </p:nvSpPr>
        <p:spPr>
          <a:xfrm>
            <a:off x="3655003" y="3806405"/>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23" name="Oval 122">
            <a:extLst>
              <a:ext uri="{FF2B5EF4-FFF2-40B4-BE49-F238E27FC236}">
                <a16:creationId xmlns:a16="http://schemas.microsoft.com/office/drawing/2014/main" id="{A1F08D6C-56C0-91C9-9F56-040FE71DC9AE}"/>
              </a:ext>
            </a:extLst>
          </p:cNvPr>
          <p:cNvSpPr/>
          <p:nvPr/>
        </p:nvSpPr>
        <p:spPr>
          <a:xfrm>
            <a:off x="3927254" y="3648095"/>
            <a:ext cx="158311" cy="158311"/>
          </a:xfrm>
          <a:prstGeom prst="ellipse">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endParaRPr>
          </a:p>
        </p:txBody>
      </p:sp>
      <p:sp>
        <p:nvSpPr>
          <p:cNvPr id="124" name="TextBox 123">
            <a:extLst>
              <a:ext uri="{FF2B5EF4-FFF2-40B4-BE49-F238E27FC236}">
                <a16:creationId xmlns:a16="http://schemas.microsoft.com/office/drawing/2014/main" id="{A14278EB-B200-C0D5-6A57-90B63DAFBA88}"/>
              </a:ext>
            </a:extLst>
          </p:cNvPr>
          <p:cNvSpPr txBox="1"/>
          <p:nvPr/>
        </p:nvSpPr>
        <p:spPr>
          <a:xfrm>
            <a:off x="3622357" y="6171207"/>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pic>
        <p:nvPicPr>
          <p:cNvPr id="125" name="Picture Placeholder 21">
            <a:extLst>
              <a:ext uri="{FF2B5EF4-FFF2-40B4-BE49-F238E27FC236}">
                <a16:creationId xmlns:a16="http://schemas.microsoft.com/office/drawing/2014/main" id="{BFABD6BB-87D7-F47F-1D0D-32846F0EF2D8}"/>
              </a:ext>
            </a:extLst>
          </p:cNvPr>
          <p:cNvPicPr>
            <a:picLocks noChangeAspect="1"/>
          </p:cNvPicPr>
          <p:nvPr/>
        </p:nvPicPr>
        <p:blipFill>
          <a:blip r:embed="rId2"/>
          <a:srcRect l="534" r="534"/>
          <a:stretch/>
        </p:blipFill>
        <p:spPr>
          <a:xfrm>
            <a:off x="3927254" y="1865299"/>
            <a:ext cx="573979" cy="573925"/>
          </a:xfrm>
          <a:prstGeom prst="ellipse">
            <a:avLst/>
          </a:prstGeom>
          <a:ln w="12700">
            <a:solidFill>
              <a:schemeClr val="bg2"/>
            </a:solidFill>
          </a:ln>
        </p:spPr>
      </p:pic>
      <p:pic>
        <p:nvPicPr>
          <p:cNvPr id="127" name="Picture Placeholder 18">
            <a:extLst>
              <a:ext uri="{FF2B5EF4-FFF2-40B4-BE49-F238E27FC236}">
                <a16:creationId xmlns:a16="http://schemas.microsoft.com/office/drawing/2014/main" id="{804028AC-4253-BB73-B7BD-ADC278DC9437}"/>
              </a:ext>
            </a:extLst>
          </p:cNvPr>
          <p:cNvPicPr>
            <a:picLocks noChangeAspect="1"/>
          </p:cNvPicPr>
          <p:nvPr/>
        </p:nvPicPr>
        <p:blipFill>
          <a:blip r:embed="rId3"/>
          <a:srcRect l="431" r="431"/>
          <a:stretch/>
        </p:blipFill>
        <p:spPr>
          <a:xfrm>
            <a:off x="2096527" y="4312417"/>
            <a:ext cx="573979" cy="573925"/>
          </a:xfrm>
          <a:prstGeom prst="ellipse">
            <a:avLst/>
          </a:prstGeom>
          <a:ln w="12700">
            <a:solidFill>
              <a:schemeClr val="bg2"/>
            </a:solidFill>
          </a:ln>
        </p:spPr>
      </p:pic>
      <p:pic>
        <p:nvPicPr>
          <p:cNvPr id="128" name="Picture Placeholder 18">
            <a:extLst>
              <a:ext uri="{FF2B5EF4-FFF2-40B4-BE49-F238E27FC236}">
                <a16:creationId xmlns:a16="http://schemas.microsoft.com/office/drawing/2014/main" id="{039696B0-015B-D352-F144-6F8C04981467}"/>
              </a:ext>
            </a:extLst>
          </p:cNvPr>
          <p:cNvPicPr>
            <a:picLocks noChangeAspect="1"/>
          </p:cNvPicPr>
          <p:nvPr/>
        </p:nvPicPr>
        <p:blipFill>
          <a:blip r:embed="rId3"/>
          <a:srcRect l="431" r="431"/>
          <a:stretch/>
        </p:blipFill>
        <p:spPr>
          <a:xfrm>
            <a:off x="2096527" y="5593076"/>
            <a:ext cx="573979" cy="573925"/>
          </a:xfrm>
          <a:prstGeom prst="ellipse">
            <a:avLst/>
          </a:prstGeom>
          <a:ln w="12700">
            <a:solidFill>
              <a:schemeClr val="bg2"/>
            </a:solidFill>
          </a:ln>
        </p:spPr>
      </p:pic>
      <p:pic>
        <p:nvPicPr>
          <p:cNvPr id="129" name="Picture Placeholder 18">
            <a:extLst>
              <a:ext uri="{FF2B5EF4-FFF2-40B4-BE49-F238E27FC236}">
                <a16:creationId xmlns:a16="http://schemas.microsoft.com/office/drawing/2014/main" id="{7781D8F0-9831-0E14-2FEA-70D26D966876}"/>
              </a:ext>
            </a:extLst>
          </p:cNvPr>
          <p:cNvPicPr>
            <a:picLocks noChangeAspect="1"/>
          </p:cNvPicPr>
          <p:nvPr/>
        </p:nvPicPr>
        <p:blipFill>
          <a:blip r:embed="rId3"/>
          <a:srcRect l="431" r="431"/>
          <a:stretch/>
        </p:blipFill>
        <p:spPr>
          <a:xfrm>
            <a:off x="2096527" y="3232480"/>
            <a:ext cx="573979" cy="573925"/>
          </a:xfrm>
          <a:prstGeom prst="ellipse">
            <a:avLst/>
          </a:prstGeom>
          <a:ln w="12700">
            <a:solidFill>
              <a:schemeClr val="bg2"/>
            </a:solidFill>
          </a:ln>
        </p:spPr>
      </p:pic>
      <p:sp>
        <p:nvSpPr>
          <p:cNvPr id="130" name="TextBox 129">
            <a:extLst>
              <a:ext uri="{FF2B5EF4-FFF2-40B4-BE49-F238E27FC236}">
                <a16:creationId xmlns:a16="http://schemas.microsoft.com/office/drawing/2014/main" id="{5A014E59-32B0-95FC-0D44-3B1572B966D2}"/>
              </a:ext>
            </a:extLst>
          </p:cNvPr>
          <p:cNvSpPr txBox="1"/>
          <p:nvPr/>
        </p:nvSpPr>
        <p:spPr>
          <a:xfrm>
            <a:off x="1824278" y="2439222"/>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dirty="0">
                <a:solidFill>
                  <a:schemeClr val="tx1"/>
                </a:solidFill>
                <a:latin typeface="+mj-lt"/>
              </a:rPr>
              <a:t>Name</a:t>
            </a:r>
          </a:p>
          <a:p>
            <a:r>
              <a:rPr lang="en-GB" sz="1200" dirty="0">
                <a:solidFill>
                  <a:schemeClr val="tx1"/>
                </a:solidFill>
                <a:latin typeface="+mn-lt"/>
              </a:rPr>
              <a:t>Role</a:t>
            </a:r>
          </a:p>
        </p:txBody>
      </p:sp>
      <p:sp>
        <p:nvSpPr>
          <p:cNvPr id="131" name="TextBox 130">
            <a:extLst>
              <a:ext uri="{FF2B5EF4-FFF2-40B4-BE49-F238E27FC236}">
                <a16:creationId xmlns:a16="http://schemas.microsoft.com/office/drawing/2014/main" id="{A58E4421-0256-FBBF-3903-6C8E25BEB544}"/>
              </a:ext>
            </a:extLst>
          </p:cNvPr>
          <p:cNvSpPr txBox="1"/>
          <p:nvPr/>
        </p:nvSpPr>
        <p:spPr>
          <a:xfrm>
            <a:off x="1824278" y="3806405"/>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32" name="Oval 131">
            <a:extLst>
              <a:ext uri="{FF2B5EF4-FFF2-40B4-BE49-F238E27FC236}">
                <a16:creationId xmlns:a16="http://schemas.microsoft.com/office/drawing/2014/main" id="{C5735EA3-87BC-FA77-E0ED-01716318318E}"/>
              </a:ext>
            </a:extLst>
          </p:cNvPr>
          <p:cNvSpPr/>
          <p:nvPr/>
        </p:nvSpPr>
        <p:spPr>
          <a:xfrm>
            <a:off x="2096529" y="3648095"/>
            <a:ext cx="158311" cy="158311"/>
          </a:xfrm>
          <a:prstGeom prst="ellipse">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endParaRPr>
          </a:p>
        </p:txBody>
      </p:sp>
      <p:sp>
        <p:nvSpPr>
          <p:cNvPr id="133" name="TextBox 132">
            <a:extLst>
              <a:ext uri="{FF2B5EF4-FFF2-40B4-BE49-F238E27FC236}">
                <a16:creationId xmlns:a16="http://schemas.microsoft.com/office/drawing/2014/main" id="{F8568AE1-5918-1ADE-1BAC-13A91FD11E3C}"/>
              </a:ext>
            </a:extLst>
          </p:cNvPr>
          <p:cNvSpPr txBox="1"/>
          <p:nvPr/>
        </p:nvSpPr>
        <p:spPr>
          <a:xfrm>
            <a:off x="1824278" y="4886351"/>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34" name="Oval 133">
            <a:extLst>
              <a:ext uri="{FF2B5EF4-FFF2-40B4-BE49-F238E27FC236}">
                <a16:creationId xmlns:a16="http://schemas.microsoft.com/office/drawing/2014/main" id="{852EEA1C-4C7B-F006-38D9-6CE2398AED82}"/>
              </a:ext>
            </a:extLst>
          </p:cNvPr>
          <p:cNvSpPr/>
          <p:nvPr/>
        </p:nvSpPr>
        <p:spPr>
          <a:xfrm>
            <a:off x="2096529" y="4728040"/>
            <a:ext cx="158311" cy="158311"/>
          </a:xfrm>
          <a:prstGeom prst="ellipse">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endParaRPr>
          </a:p>
        </p:txBody>
      </p:sp>
      <p:sp>
        <p:nvSpPr>
          <p:cNvPr id="135" name="TextBox 134">
            <a:extLst>
              <a:ext uri="{FF2B5EF4-FFF2-40B4-BE49-F238E27FC236}">
                <a16:creationId xmlns:a16="http://schemas.microsoft.com/office/drawing/2014/main" id="{A29A0384-5430-5FB6-E4F2-FABDB343CDCF}"/>
              </a:ext>
            </a:extLst>
          </p:cNvPr>
          <p:cNvSpPr txBox="1"/>
          <p:nvPr/>
        </p:nvSpPr>
        <p:spPr>
          <a:xfrm>
            <a:off x="1824278" y="6167009"/>
            <a:ext cx="1118424" cy="405683"/>
          </a:xfrm>
          <a:prstGeom prst="rect">
            <a:avLst/>
          </a:prstGeom>
          <a:noFill/>
        </p:spPr>
        <p:txBody>
          <a:bodyPr wrap="square" lIns="0" tIns="36000" rIns="0" bIns="0" rtlCol="0" anchor="t">
            <a:spAutoFit/>
          </a:bodyPr>
          <a:lstStyle>
            <a:defPPr>
              <a:defRPr lang="en-US"/>
            </a:defPPr>
            <a:lvl1pPr algn="ctr">
              <a:defRPr sz="900">
                <a:solidFill>
                  <a:schemeClr val="accent1"/>
                </a:solidFill>
                <a:latin typeface="Helvetica Now Text" panose="020B0504030202020204" pitchFamily="34" charset="0"/>
              </a:defRPr>
            </a:lvl1pPr>
          </a:lstStyle>
          <a:p>
            <a:r>
              <a:rPr lang="en-GB" sz="1200">
                <a:solidFill>
                  <a:schemeClr val="tx1"/>
                </a:solidFill>
                <a:latin typeface="+mj-lt"/>
              </a:rPr>
              <a:t>Name</a:t>
            </a:r>
          </a:p>
          <a:p>
            <a:r>
              <a:rPr lang="en-GB" sz="1200">
                <a:solidFill>
                  <a:schemeClr val="tx1"/>
                </a:solidFill>
                <a:latin typeface="+mn-lt"/>
              </a:rPr>
              <a:t>Role</a:t>
            </a:r>
          </a:p>
        </p:txBody>
      </p:sp>
      <p:sp>
        <p:nvSpPr>
          <p:cNvPr id="136" name="Oval 135">
            <a:extLst>
              <a:ext uri="{FF2B5EF4-FFF2-40B4-BE49-F238E27FC236}">
                <a16:creationId xmlns:a16="http://schemas.microsoft.com/office/drawing/2014/main" id="{C85B3A20-75F1-F30D-DDCD-2175BA1A6C23}"/>
              </a:ext>
            </a:extLst>
          </p:cNvPr>
          <p:cNvSpPr/>
          <p:nvPr/>
        </p:nvSpPr>
        <p:spPr>
          <a:xfrm>
            <a:off x="2096529" y="6008699"/>
            <a:ext cx="158311" cy="158311"/>
          </a:xfrm>
          <a:prstGeom prst="ellipse">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endParaRPr>
          </a:p>
        </p:txBody>
      </p:sp>
      <p:pic>
        <p:nvPicPr>
          <p:cNvPr id="137" name="Picture Placeholder 18">
            <a:extLst>
              <a:ext uri="{FF2B5EF4-FFF2-40B4-BE49-F238E27FC236}">
                <a16:creationId xmlns:a16="http://schemas.microsoft.com/office/drawing/2014/main" id="{4E70451D-44A5-CF50-5163-7B09BAE5C686}"/>
              </a:ext>
            </a:extLst>
          </p:cNvPr>
          <p:cNvPicPr>
            <a:picLocks noChangeAspect="1"/>
          </p:cNvPicPr>
          <p:nvPr/>
        </p:nvPicPr>
        <p:blipFill>
          <a:blip r:embed="rId3"/>
          <a:srcRect l="431" r="431"/>
          <a:stretch/>
        </p:blipFill>
        <p:spPr>
          <a:xfrm>
            <a:off x="2096527" y="1865299"/>
            <a:ext cx="573979" cy="573925"/>
          </a:xfrm>
          <a:prstGeom prst="ellipse">
            <a:avLst/>
          </a:prstGeom>
          <a:ln w="12700">
            <a:solidFill>
              <a:schemeClr val="bg2"/>
            </a:solidFill>
          </a:ln>
        </p:spPr>
      </p:pic>
      <p:sp>
        <p:nvSpPr>
          <p:cNvPr id="138" name="Oval 137">
            <a:extLst>
              <a:ext uri="{FF2B5EF4-FFF2-40B4-BE49-F238E27FC236}">
                <a16:creationId xmlns:a16="http://schemas.microsoft.com/office/drawing/2014/main" id="{67B19CE0-51BE-DC9D-E23D-3B2349B76786}"/>
              </a:ext>
            </a:extLst>
          </p:cNvPr>
          <p:cNvSpPr/>
          <p:nvPr/>
        </p:nvSpPr>
        <p:spPr>
          <a:xfrm>
            <a:off x="2096529" y="2280913"/>
            <a:ext cx="158311" cy="158311"/>
          </a:xfrm>
          <a:prstGeom prst="ellipse">
            <a:avLst/>
          </a:prstGeom>
          <a:solidFill>
            <a:srgbClr val="FF9F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spcAft>
                <a:spcPts val="600"/>
              </a:spcAft>
            </a:pPr>
            <a:endParaRPr lang="en-GB" sz="1100">
              <a:solidFill>
                <a:schemeClr val="tx1"/>
              </a:solidFill>
            </a:endParaRPr>
          </a:p>
        </p:txBody>
      </p:sp>
    </p:spTree>
    <p:extLst>
      <p:ext uri="{BB962C8B-B14F-4D97-AF65-F5344CB8AC3E}">
        <p14:creationId xmlns:p14="http://schemas.microsoft.com/office/powerpoint/2010/main" val="3950190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ubtitle 95">
            <a:extLst>
              <a:ext uri="{FF2B5EF4-FFF2-40B4-BE49-F238E27FC236}">
                <a16:creationId xmlns:a16="http://schemas.microsoft.com/office/drawing/2014/main" id="{98FEA532-4C1C-32AE-3752-A460E002EE54}"/>
              </a:ext>
            </a:extLst>
          </p:cNvPr>
          <p:cNvSpPr>
            <a:spLocks noGrp="1"/>
          </p:cNvSpPr>
          <p:nvPr>
            <p:ph type="subTitle" idx="13"/>
          </p:nvPr>
        </p:nvSpPr>
        <p:spPr>
          <a:xfrm>
            <a:off x="539749" y="286056"/>
            <a:ext cx="12384088" cy="246221"/>
          </a:xfrm>
        </p:spPr>
        <p:txBody>
          <a:bodyPr/>
          <a:lstStyle/>
          <a:p>
            <a:r>
              <a:rPr lang="en-GB" dirty="0"/>
              <a:t>Subheading</a:t>
            </a:r>
          </a:p>
        </p:txBody>
      </p:sp>
      <p:sp>
        <p:nvSpPr>
          <p:cNvPr id="95" name="Title 94">
            <a:extLst>
              <a:ext uri="{FF2B5EF4-FFF2-40B4-BE49-F238E27FC236}">
                <a16:creationId xmlns:a16="http://schemas.microsoft.com/office/drawing/2014/main" id="{0D26DFA0-8DEE-2380-E149-D2A83520A652}"/>
              </a:ext>
            </a:extLst>
          </p:cNvPr>
          <p:cNvSpPr>
            <a:spLocks noGrp="1"/>
          </p:cNvSpPr>
          <p:nvPr>
            <p:ph type="title"/>
          </p:nvPr>
        </p:nvSpPr>
        <p:spPr/>
        <p:txBody>
          <a:bodyPr/>
          <a:lstStyle/>
          <a:p>
            <a:r>
              <a:rPr lang="en-GB" dirty="0"/>
              <a:t>Team structure</a:t>
            </a:r>
          </a:p>
        </p:txBody>
      </p:sp>
      <p:sp>
        <p:nvSpPr>
          <p:cNvPr id="97" name="Text Placeholder 96">
            <a:extLst>
              <a:ext uri="{FF2B5EF4-FFF2-40B4-BE49-F238E27FC236}">
                <a16:creationId xmlns:a16="http://schemas.microsoft.com/office/drawing/2014/main" id="{5D85CC91-1394-6A2F-3951-9008650FE19F}"/>
              </a:ext>
            </a:extLst>
          </p:cNvPr>
          <p:cNvSpPr>
            <a:spLocks noGrp="1"/>
          </p:cNvSpPr>
          <p:nvPr>
            <p:ph type="body" sz="quarter" idx="14"/>
          </p:nvPr>
        </p:nvSpPr>
        <p:spPr>
          <a:xfrm>
            <a:off x="539749" y="1800225"/>
            <a:ext cx="2653924" cy="5221288"/>
          </a:xfrm>
        </p:spPr>
        <p:txBody>
          <a:body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a:t>
            </a:r>
            <a:r>
              <a:rPr lang="en-GB" dirty="0" err="1"/>
              <a:t>rutrum</a:t>
            </a:r>
            <a:r>
              <a:rPr lang="en-GB" dirty="0"/>
              <a:t>. </a:t>
            </a:r>
          </a:p>
          <a:p>
            <a:pPr lvl="3"/>
            <a:r>
              <a:rPr lang="en-GB" dirty="0" err="1"/>
              <a:t>sed</a:t>
            </a:r>
            <a:r>
              <a:rPr lang="en-GB" dirty="0"/>
              <a:t> </a:t>
            </a:r>
            <a:r>
              <a:rPr lang="en-GB" dirty="0" err="1"/>
              <a:t>lectus</a:t>
            </a:r>
            <a:r>
              <a:rPr lang="en-GB" dirty="0"/>
              <a:t> </a:t>
            </a:r>
            <a:r>
              <a:rPr lang="en-GB" dirty="0" err="1"/>
              <a:t>consequat</a:t>
            </a:r>
            <a:r>
              <a:rPr lang="en-GB" dirty="0"/>
              <a:t> </a:t>
            </a:r>
            <a:r>
              <a:rPr lang="en-GB" dirty="0" err="1"/>
              <a:t>rutrum</a:t>
            </a:r>
            <a:r>
              <a:rPr lang="en-GB" dirty="0"/>
              <a:t>. Proin id </a:t>
            </a:r>
            <a:r>
              <a:rPr lang="en-GB" dirty="0" err="1"/>
              <a:t>nibh</a:t>
            </a:r>
            <a:r>
              <a:rPr lang="en-GB" dirty="0"/>
              <a:t> at nisi </a:t>
            </a:r>
            <a:r>
              <a:rPr lang="en-GB" dirty="0" err="1"/>
              <a:t>molestie</a:t>
            </a:r>
            <a:r>
              <a:rPr lang="en-GB" dirty="0"/>
              <a:t> </a:t>
            </a:r>
            <a:r>
              <a:rPr lang="en-GB" dirty="0" err="1"/>
              <a:t>ullamcorper</a:t>
            </a:r>
            <a:r>
              <a:rPr lang="en-GB" dirty="0"/>
              <a:t>. Cras tempus </a:t>
            </a:r>
            <a:r>
              <a:rPr lang="en-GB" dirty="0" err="1"/>
              <a:t>urna</a:t>
            </a:r>
            <a:r>
              <a:rPr lang="en-GB" dirty="0"/>
              <a:t> </a:t>
            </a:r>
            <a:r>
              <a:rPr lang="en-GB" dirty="0" err="1"/>
              <a:t>augue</a:t>
            </a:r>
            <a:r>
              <a:rPr lang="en-GB" dirty="0"/>
              <a:t>, </a:t>
            </a:r>
          </a:p>
          <a:p>
            <a:pPr lvl="3"/>
            <a:r>
              <a:rPr lang="en-GB" dirty="0"/>
              <a:t>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a:t>
            </a:r>
          </a:p>
          <a:p>
            <a:endParaRPr lang="en-GB" dirty="0"/>
          </a:p>
        </p:txBody>
      </p:sp>
      <p:grpSp>
        <p:nvGrpSpPr>
          <p:cNvPr id="94" name="Group 93">
            <a:extLst>
              <a:ext uri="{FF2B5EF4-FFF2-40B4-BE49-F238E27FC236}">
                <a16:creationId xmlns:a16="http://schemas.microsoft.com/office/drawing/2014/main" id="{FD497367-D705-9F87-DE38-A8D4377B6749}"/>
              </a:ext>
            </a:extLst>
          </p:cNvPr>
          <p:cNvGrpSpPr/>
          <p:nvPr/>
        </p:nvGrpSpPr>
        <p:grpSpPr>
          <a:xfrm>
            <a:off x="3463427" y="1800225"/>
            <a:ext cx="9502527" cy="5221038"/>
            <a:chOff x="539749" y="1800225"/>
            <a:chExt cx="9502527" cy="5221038"/>
          </a:xfrm>
        </p:grpSpPr>
        <p:sp>
          <p:nvSpPr>
            <p:cNvPr id="50" name="Rectangle 49">
              <a:extLst>
                <a:ext uri="{FF2B5EF4-FFF2-40B4-BE49-F238E27FC236}">
                  <a16:creationId xmlns:a16="http://schemas.microsoft.com/office/drawing/2014/main" id="{67D64ADD-A923-9CA2-7EEC-7F85FA999694}"/>
                </a:ext>
              </a:extLst>
            </p:cNvPr>
            <p:cNvSpPr/>
            <p:nvPr/>
          </p:nvSpPr>
          <p:spPr>
            <a:xfrm>
              <a:off x="539749" y="1816374"/>
              <a:ext cx="1150454" cy="162690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defTabSz="1828668">
                <a:defRPr/>
              </a:pPr>
              <a:r>
                <a:rPr lang="en-GB" sz="1400" b="1">
                  <a:solidFill>
                    <a:schemeClr val="bg1"/>
                  </a:solidFill>
                  <a:latin typeface="Helvetica Now Text"/>
                </a:rPr>
                <a:t>Team</a:t>
              </a:r>
            </a:p>
          </p:txBody>
        </p:sp>
        <p:sp>
          <p:nvSpPr>
            <p:cNvPr id="51" name="Rectangle 50">
              <a:extLst>
                <a:ext uri="{FF2B5EF4-FFF2-40B4-BE49-F238E27FC236}">
                  <a16:creationId xmlns:a16="http://schemas.microsoft.com/office/drawing/2014/main" id="{20AA93E8-F07B-57E1-01B3-223DFE5A76C7}"/>
                </a:ext>
              </a:extLst>
            </p:cNvPr>
            <p:cNvSpPr/>
            <p:nvPr/>
          </p:nvSpPr>
          <p:spPr>
            <a:xfrm>
              <a:off x="539749" y="3605203"/>
              <a:ext cx="1150454" cy="1626905"/>
            </a:xfrm>
            <a:prstGeom prst="rect">
              <a:avLst/>
            </a:prstGeom>
            <a:solidFill>
              <a:srgbClr val="E7615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defTabSz="1828668">
                <a:defRPr/>
              </a:pPr>
              <a:r>
                <a:rPr lang="en-GB" sz="1400" b="1">
                  <a:solidFill>
                    <a:schemeClr val="bg1"/>
                  </a:solidFill>
                  <a:latin typeface="Helvetica Now Text"/>
                </a:rPr>
                <a:t>Team</a:t>
              </a:r>
            </a:p>
          </p:txBody>
        </p:sp>
        <p:sp>
          <p:nvSpPr>
            <p:cNvPr id="52" name="Rectangle 51">
              <a:extLst>
                <a:ext uri="{FF2B5EF4-FFF2-40B4-BE49-F238E27FC236}">
                  <a16:creationId xmlns:a16="http://schemas.microsoft.com/office/drawing/2014/main" id="{A28B0EAA-E641-71D5-10D8-DEBD71429CA2}"/>
                </a:ext>
              </a:extLst>
            </p:cNvPr>
            <p:cNvSpPr/>
            <p:nvPr/>
          </p:nvSpPr>
          <p:spPr>
            <a:xfrm>
              <a:off x="539749" y="5394030"/>
              <a:ext cx="1150454" cy="1626905"/>
            </a:xfrm>
            <a:prstGeom prst="rect">
              <a:avLst/>
            </a:prstGeom>
            <a:solidFill>
              <a:srgbClr val="3B34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defTabSz="1828668">
                <a:defRPr/>
              </a:pPr>
              <a:r>
                <a:rPr lang="en-GB" sz="1400" b="1">
                  <a:solidFill>
                    <a:schemeClr val="bg1"/>
                  </a:solidFill>
                  <a:latin typeface="Helvetica Now Text"/>
                </a:rPr>
                <a:t>Team</a:t>
              </a:r>
            </a:p>
          </p:txBody>
        </p:sp>
        <p:sp>
          <p:nvSpPr>
            <p:cNvPr id="53" name="Rectangle 52">
              <a:extLst>
                <a:ext uri="{FF2B5EF4-FFF2-40B4-BE49-F238E27FC236}">
                  <a16:creationId xmlns:a16="http://schemas.microsoft.com/office/drawing/2014/main" id="{493339BB-5FFD-556A-2C00-8E167D2C86A8}"/>
                </a:ext>
              </a:extLst>
            </p:cNvPr>
            <p:cNvSpPr/>
            <p:nvPr/>
          </p:nvSpPr>
          <p:spPr>
            <a:xfrm>
              <a:off x="1896153" y="1816374"/>
              <a:ext cx="1150454" cy="1626905"/>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dirty="0">
                  <a:solidFill>
                    <a:schemeClr val="tx1"/>
                  </a:solidFill>
                  <a:latin typeface="+mj-lt"/>
                </a:rPr>
                <a:t>[Name]</a:t>
              </a:r>
            </a:p>
            <a:p>
              <a:pPr algn="ctr"/>
              <a:r>
                <a:rPr lang="en-GB" sz="1200" dirty="0">
                  <a:solidFill>
                    <a:schemeClr val="tx1"/>
                  </a:solidFill>
                </a:rPr>
                <a:t>[Role]</a:t>
              </a:r>
            </a:p>
          </p:txBody>
        </p:sp>
        <p:sp>
          <p:nvSpPr>
            <p:cNvPr id="54" name="Rectangle 53">
              <a:extLst>
                <a:ext uri="{FF2B5EF4-FFF2-40B4-BE49-F238E27FC236}">
                  <a16:creationId xmlns:a16="http://schemas.microsoft.com/office/drawing/2014/main" id="{7340BCD5-3F73-72CA-3944-A297285A7F6E}"/>
                </a:ext>
              </a:extLst>
            </p:cNvPr>
            <p:cNvSpPr/>
            <p:nvPr/>
          </p:nvSpPr>
          <p:spPr>
            <a:xfrm>
              <a:off x="7329472" y="3602635"/>
              <a:ext cx="1150454" cy="162690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55" name="Rectangle 54">
              <a:extLst>
                <a:ext uri="{FF2B5EF4-FFF2-40B4-BE49-F238E27FC236}">
                  <a16:creationId xmlns:a16="http://schemas.microsoft.com/office/drawing/2014/main" id="{F518F529-B73F-AD6D-EC6D-9E2374AF2CB6}"/>
                </a:ext>
              </a:extLst>
            </p:cNvPr>
            <p:cNvSpPr/>
            <p:nvPr/>
          </p:nvSpPr>
          <p:spPr>
            <a:xfrm>
              <a:off x="3252556" y="1816374"/>
              <a:ext cx="1150454" cy="1626905"/>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56" name="Rectangle 55">
              <a:extLst>
                <a:ext uri="{FF2B5EF4-FFF2-40B4-BE49-F238E27FC236}">
                  <a16:creationId xmlns:a16="http://schemas.microsoft.com/office/drawing/2014/main" id="{F85E394A-79D3-58BB-A93A-665DD36E5A99}"/>
                </a:ext>
              </a:extLst>
            </p:cNvPr>
            <p:cNvSpPr/>
            <p:nvPr/>
          </p:nvSpPr>
          <p:spPr>
            <a:xfrm>
              <a:off x="5958452" y="3605203"/>
              <a:ext cx="1150454" cy="162690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57" name="Rectangle 56">
              <a:extLst>
                <a:ext uri="{FF2B5EF4-FFF2-40B4-BE49-F238E27FC236}">
                  <a16:creationId xmlns:a16="http://schemas.microsoft.com/office/drawing/2014/main" id="{86AD62CD-32AB-4505-9FA2-020D12E37135}"/>
                </a:ext>
              </a:extLst>
            </p:cNvPr>
            <p:cNvSpPr/>
            <p:nvPr/>
          </p:nvSpPr>
          <p:spPr>
            <a:xfrm>
              <a:off x="4606146" y="3602633"/>
              <a:ext cx="1150454" cy="162690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58" name="Rectangle 57">
              <a:extLst>
                <a:ext uri="{FF2B5EF4-FFF2-40B4-BE49-F238E27FC236}">
                  <a16:creationId xmlns:a16="http://schemas.microsoft.com/office/drawing/2014/main" id="{511EE512-78EB-426A-A105-D3294989C162}"/>
                </a:ext>
              </a:extLst>
            </p:cNvPr>
            <p:cNvSpPr/>
            <p:nvPr/>
          </p:nvSpPr>
          <p:spPr>
            <a:xfrm>
              <a:off x="8884119" y="1816374"/>
              <a:ext cx="1150454" cy="1626905"/>
            </a:xfrm>
            <a:prstGeom prst="rect">
              <a:avLst/>
            </a:prstGeom>
            <a:solidFill>
              <a:srgbClr val="B22470"/>
            </a:solidFill>
            <a:ln>
              <a:noFill/>
            </a:ln>
          </p:spPr>
          <p:style>
            <a:lnRef idx="2">
              <a:schemeClr val="accent1">
                <a:shade val="50000"/>
              </a:schemeClr>
            </a:lnRef>
            <a:fillRef idx="1">
              <a:schemeClr val="accent1"/>
            </a:fillRef>
            <a:effectRef idx="0">
              <a:schemeClr val="accent1"/>
            </a:effectRef>
            <a:fontRef idx="minor">
              <a:schemeClr val="lt1"/>
            </a:fontRef>
          </p:style>
          <p:txBody>
            <a:bodyPr lIns="72017" tIns="72017" rIns="72017" bIns="72017" rtlCol="0" anchor="t"/>
            <a:lstStyle/>
            <a:p>
              <a:pPr defTabSz="1828668">
                <a:defRPr/>
              </a:pPr>
              <a:r>
                <a:rPr lang="en-GB" sz="1400" b="1">
                  <a:solidFill>
                    <a:schemeClr val="bg1"/>
                  </a:solidFill>
                  <a:latin typeface="Helvetica Now Text"/>
                </a:rPr>
                <a:t>Team</a:t>
              </a:r>
            </a:p>
          </p:txBody>
        </p:sp>
        <p:sp>
          <p:nvSpPr>
            <p:cNvPr id="61" name="Rectangle 60">
              <a:extLst>
                <a:ext uri="{FF2B5EF4-FFF2-40B4-BE49-F238E27FC236}">
                  <a16:creationId xmlns:a16="http://schemas.microsoft.com/office/drawing/2014/main" id="{F2E3089F-76DC-7EC9-B2B4-7CD90C68B4FA}"/>
                </a:ext>
              </a:extLst>
            </p:cNvPr>
            <p:cNvSpPr/>
            <p:nvPr/>
          </p:nvSpPr>
          <p:spPr>
            <a:xfrm>
              <a:off x="5948297" y="5394358"/>
              <a:ext cx="1150454" cy="1626905"/>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2" name="Rectangle 61">
              <a:extLst>
                <a:ext uri="{FF2B5EF4-FFF2-40B4-BE49-F238E27FC236}">
                  <a16:creationId xmlns:a16="http://schemas.microsoft.com/office/drawing/2014/main" id="{6C762F82-B0E3-7C71-DC42-DFF167C12B8A}"/>
                </a:ext>
              </a:extLst>
            </p:cNvPr>
            <p:cNvSpPr/>
            <p:nvPr/>
          </p:nvSpPr>
          <p:spPr>
            <a:xfrm>
              <a:off x="4601286" y="1810982"/>
              <a:ext cx="1150454" cy="1626905"/>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3" name="Rectangle 62">
              <a:extLst>
                <a:ext uri="{FF2B5EF4-FFF2-40B4-BE49-F238E27FC236}">
                  <a16:creationId xmlns:a16="http://schemas.microsoft.com/office/drawing/2014/main" id="{4D583132-A44D-76D9-24BF-2F95ED2343B7}"/>
                </a:ext>
              </a:extLst>
            </p:cNvPr>
            <p:cNvSpPr/>
            <p:nvPr/>
          </p:nvSpPr>
          <p:spPr>
            <a:xfrm>
              <a:off x="3244885" y="5394030"/>
              <a:ext cx="1150454" cy="1626905"/>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cxnSp>
          <p:nvCxnSpPr>
            <p:cNvPr id="64" name="Straight Connector 63">
              <a:extLst>
                <a:ext uri="{FF2B5EF4-FFF2-40B4-BE49-F238E27FC236}">
                  <a16:creationId xmlns:a16="http://schemas.microsoft.com/office/drawing/2014/main" id="{D586F67A-86D3-F447-477C-1A518BBEE0BC}"/>
                </a:ext>
              </a:extLst>
            </p:cNvPr>
            <p:cNvCxnSpPr>
              <a:cxnSpLocks/>
            </p:cNvCxnSpPr>
            <p:nvPr/>
          </p:nvCxnSpPr>
          <p:spPr>
            <a:xfrm>
              <a:off x="8739161" y="1800225"/>
              <a:ext cx="0" cy="5204561"/>
            </a:xfrm>
            <a:prstGeom prst="line">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BABB1CBE-1A7C-278A-7FBD-A773E4FD34C9}"/>
                </a:ext>
              </a:extLst>
            </p:cNvPr>
            <p:cNvSpPr/>
            <p:nvPr/>
          </p:nvSpPr>
          <p:spPr>
            <a:xfrm>
              <a:off x="1885652" y="3617528"/>
              <a:ext cx="1150454" cy="162690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6" name="Rectangle 65">
              <a:extLst>
                <a:ext uri="{FF2B5EF4-FFF2-40B4-BE49-F238E27FC236}">
                  <a16:creationId xmlns:a16="http://schemas.microsoft.com/office/drawing/2014/main" id="{CBC785E8-6010-D167-EC56-CECA41E623DD}"/>
                </a:ext>
              </a:extLst>
            </p:cNvPr>
            <p:cNvSpPr/>
            <p:nvPr/>
          </p:nvSpPr>
          <p:spPr>
            <a:xfrm>
              <a:off x="8891822" y="3617527"/>
              <a:ext cx="1150454" cy="1626905"/>
            </a:xfrm>
            <a:prstGeom prst="rect">
              <a:avLst/>
            </a:prstGeom>
            <a:solidFill>
              <a:srgbClr val="F9EB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7" name="Rectangle 66">
              <a:extLst>
                <a:ext uri="{FF2B5EF4-FFF2-40B4-BE49-F238E27FC236}">
                  <a16:creationId xmlns:a16="http://schemas.microsoft.com/office/drawing/2014/main" id="{D445E726-0B4F-58E7-CCA2-050DFF235A39}"/>
                </a:ext>
              </a:extLst>
            </p:cNvPr>
            <p:cNvSpPr/>
            <p:nvPr/>
          </p:nvSpPr>
          <p:spPr>
            <a:xfrm>
              <a:off x="3238050" y="3602635"/>
              <a:ext cx="1150454" cy="1626905"/>
            </a:xfrm>
            <a:prstGeom prst="rect">
              <a:avLst/>
            </a:prstGeom>
            <a:solidFill>
              <a:srgbClr val="FDEF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8" name="Rectangle 67">
              <a:extLst>
                <a:ext uri="{FF2B5EF4-FFF2-40B4-BE49-F238E27FC236}">
                  <a16:creationId xmlns:a16="http://schemas.microsoft.com/office/drawing/2014/main" id="{605CFE21-62E1-DBEB-73D3-D36BEDEDDB0F}"/>
                </a:ext>
              </a:extLst>
            </p:cNvPr>
            <p:cNvSpPr/>
            <p:nvPr/>
          </p:nvSpPr>
          <p:spPr>
            <a:xfrm>
              <a:off x="5957686" y="1810982"/>
              <a:ext cx="1150454" cy="1626905"/>
            </a:xfrm>
            <a:prstGeom prst="rect">
              <a:avLst/>
            </a:prstGeom>
            <a:solidFill>
              <a:srgbClr val="ECF9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69" name="Rectangle 68">
              <a:extLst>
                <a:ext uri="{FF2B5EF4-FFF2-40B4-BE49-F238E27FC236}">
                  <a16:creationId xmlns:a16="http://schemas.microsoft.com/office/drawing/2014/main" id="{B48C7D48-B475-4981-1FE7-F946FE71ACF1}"/>
                </a:ext>
              </a:extLst>
            </p:cNvPr>
            <p:cNvSpPr/>
            <p:nvPr/>
          </p:nvSpPr>
          <p:spPr>
            <a:xfrm>
              <a:off x="1892180" y="5394292"/>
              <a:ext cx="1150454" cy="1626905"/>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70" name="Rectangle 69">
              <a:extLst>
                <a:ext uri="{FF2B5EF4-FFF2-40B4-BE49-F238E27FC236}">
                  <a16:creationId xmlns:a16="http://schemas.microsoft.com/office/drawing/2014/main" id="{D1612B53-9143-4F7A-3582-6EBA635CC26F}"/>
                </a:ext>
              </a:extLst>
            </p:cNvPr>
            <p:cNvSpPr/>
            <p:nvPr/>
          </p:nvSpPr>
          <p:spPr>
            <a:xfrm>
              <a:off x="4601286" y="5394358"/>
              <a:ext cx="1150454" cy="1626905"/>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71" name="Rectangle 70">
              <a:extLst>
                <a:ext uri="{FF2B5EF4-FFF2-40B4-BE49-F238E27FC236}">
                  <a16:creationId xmlns:a16="http://schemas.microsoft.com/office/drawing/2014/main" id="{3DB52D4B-F43D-F36B-D328-D671EAC7BB33}"/>
                </a:ext>
              </a:extLst>
            </p:cNvPr>
            <p:cNvSpPr/>
            <p:nvPr/>
          </p:nvSpPr>
          <p:spPr>
            <a:xfrm>
              <a:off x="7323656" y="5394358"/>
              <a:ext cx="1150454" cy="1626905"/>
            </a:xfrm>
            <a:prstGeom prst="rect">
              <a:avLst/>
            </a:prstGeom>
            <a:solidFill>
              <a:srgbClr val="EDEBF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72" name="Rectangle 71">
              <a:extLst>
                <a:ext uri="{FF2B5EF4-FFF2-40B4-BE49-F238E27FC236}">
                  <a16:creationId xmlns:a16="http://schemas.microsoft.com/office/drawing/2014/main" id="{847098F5-F847-BD73-34CC-BCE19E3A1453}"/>
                </a:ext>
              </a:extLst>
            </p:cNvPr>
            <p:cNvSpPr/>
            <p:nvPr/>
          </p:nvSpPr>
          <p:spPr>
            <a:xfrm>
              <a:off x="8884119" y="5394030"/>
              <a:ext cx="1150454" cy="1626905"/>
            </a:xfrm>
            <a:prstGeom prst="rect">
              <a:avLst/>
            </a:prstGeom>
            <a:solidFill>
              <a:srgbClr val="F9EB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ctr"/>
              <a:r>
                <a:rPr lang="en-GB" sz="1200" b="1">
                  <a:solidFill>
                    <a:schemeClr val="tx1"/>
                  </a:solidFill>
                  <a:latin typeface="+mj-lt"/>
                </a:rPr>
                <a:t>[Name]</a:t>
              </a:r>
            </a:p>
            <a:p>
              <a:pPr algn="ctr"/>
              <a:r>
                <a:rPr lang="en-GB" sz="1200">
                  <a:solidFill>
                    <a:schemeClr val="tx1"/>
                  </a:solidFill>
                </a:rPr>
                <a:t>[Role]</a:t>
              </a:r>
            </a:p>
          </p:txBody>
        </p:sp>
        <p:sp>
          <p:nvSpPr>
            <p:cNvPr id="74" name="Rectangle 73">
              <a:extLst>
                <a:ext uri="{FF2B5EF4-FFF2-40B4-BE49-F238E27FC236}">
                  <a16:creationId xmlns:a16="http://schemas.microsoft.com/office/drawing/2014/main" id="{8DA1C725-BB34-E99F-EF50-AFE18B7C6354}"/>
                </a:ext>
              </a:extLst>
            </p:cNvPr>
            <p:cNvSpPr/>
            <p:nvPr/>
          </p:nvSpPr>
          <p:spPr>
            <a:xfrm>
              <a:off x="1797399" y="3522060"/>
              <a:ext cx="2705058" cy="1798667"/>
            </a:xfrm>
            <a:prstGeom prst="rect">
              <a:avLst/>
            </a:prstGeom>
            <a:noFill/>
            <a:ln>
              <a:solidFill>
                <a:srgbClr val="E76151"/>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oAutofit/>
            </a:bodyPr>
            <a:lstStyle/>
            <a:p>
              <a:pPr>
                <a:spcAft>
                  <a:spcPts val="600"/>
                </a:spcAft>
              </a:pPr>
              <a:endParaRPr lang="en-GB" sz="1100">
                <a:solidFill>
                  <a:schemeClr val="tx1"/>
                </a:solidFill>
                <a:latin typeface="Helvetica Now Text" panose="020B0504030202020204" pitchFamily="34" charset="0"/>
              </a:endParaRPr>
            </a:p>
          </p:txBody>
        </p:sp>
        <p:pic>
          <p:nvPicPr>
            <p:cNvPr id="75" name="Picture Placeholder 18">
              <a:extLst>
                <a:ext uri="{FF2B5EF4-FFF2-40B4-BE49-F238E27FC236}">
                  <a16:creationId xmlns:a16="http://schemas.microsoft.com/office/drawing/2014/main" id="{DB198EF2-6E4E-CAD4-17DE-F773D3E08C9E}"/>
                </a:ext>
              </a:extLst>
            </p:cNvPr>
            <p:cNvPicPr>
              <a:picLocks noChangeAspect="1"/>
            </p:cNvPicPr>
            <p:nvPr/>
          </p:nvPicPr>
          <p:blipFill>
            <a:blip r:embed="rId2"/>
            <a:srcRect l="431" r="431"/>
            <a:stretch/>
          </p:blipFill>
          <p:spPr>
            <a:xfrm>
              <a:off x="2196626" y="2698160"/>
              <a:ext cx="518690" cy="518641"/>
            </a:xfrm>
            <a:prstGeom prst="ellipse">
              <a:avLst/>
            </a:prstGeom>
            <a:ln w="12700">
              <a:solidFill>
                <a:schemeClr val="bg2"/>
              </a:solidFill>
            </a:ln>
          </p:spPr>
        </p:pic>
        <p:pic>
          <p:nvPicPr>
            <p:cNvPr id="76" name="Picture Placeholder 21">
              <a:extLst>
                <a:ext uri="{FF2B5EF4-FFF2-40B4-BE49-F238E27FC236}">
                  <a16:creationId xmlns:a16="http://schemas.microsoft.com/office/drawing/2014/main" id="{6D582C43-D592-DE36-DB76-DD8D8A9C5366}"/>
                </a:ext>
              </a:extLst>
            </p:cNvPr>
            <p:cNvPicPr>
              <a:picLocks noChangeAspect="1"/>
            </p:cNvPicPr>
            <p:nvPr/>
          </p:nvPicPr>
          <p:blipFill>
            <a:blip r:embed="rId3"/>
            <a:srcRect l="534" r="534"/>
            <a:stretch/>
          </p:blipFill>
          <p:spPr>
            <a:xfrm>
              <a:off x="3546472" y="2698160"/>
              <a:ext cx="518690" cy="518641"/>
            </a:xfrm>
            <a:prstGeom prst="ellipse">
              <a:avLst/>
            </a:prstGeom>
            <a:ln w="12700">
              <a:solidFill>
                <a:schemeClr val="bg2"/>
              </a:solidFill>
            </a:ln>
          </p:spPr>
        </p:pic>
        <p:pic>
          <p:nvPicPr>
            <p:cNvPr id="77" name="Picture Placeholder 18">
              <a:extLst>
                <a:ext uri="{FF2B5EF4-FFF2-40B4-BE49-F238E27FC236}">
                  <a16:creationId xmlns:a16="http://schemas.microsoft.com/office/drawing/2014/main" id="{23A91ECB-72C7-1575-99BD-B91029F8C737}"/>
                </a:ext>
              </a:extLst>
            </p:cNvPr>
            <p:cNvPicPr>
              <a:picLocks noChangeAspect="1"/>
            </p:cNvPicPr>
            <p:nvPr/>
          </p:nvPicPr>
          <p:blipFill>
            <a:blip r:embed="rId2"/>
            <a:srcRect l="431" r="431"/>
            <a:stretch/>
          </p:blipFill>
          <p:spPr>
            <a:xfrm>
              <a:off x="4923315" y="2698160"/>
              <a:ext cx="518690" cy="518641"/>
            </a:xfrm>
            <a:prstGeom prst="ellipse">
              <a:avLst/>
            </a:prstGeom>
            <a:ln w="12700">
              <a:solidFill>
                <a:schemeClr val="bg2"/>
              </a:solidFill>
            </a:ln>
          </p:spPr>
        </p:pic>
        <p:pic>
          <p:nvPicPr>
            <p:cNvPr id="78" name="Picture Placeholder 21">
              <a:extLst>
                <a:ext uri="{FF2B5EF4-FFF2-40B4-BE49-F238E27FC236}">
                  <a16:creationId xmlns:a16="http://schemas.microsoft.com/office/drawing/2014/main" id="{B3463D43-A2F0-82EA-2C65-6380FCD6712A}"/>
                </a:ext>
              </a:extLst>
            </p:cNvPr>
            <p:cNvPicPr>
              <a:picLocks noChangeAspect="1"/>
            </p:cNvPicPr>
            <p:nvPr/>
          </p:nvPicPr>
          <p:blipFill>
            <a:blip r:embed="rId3"/>
            <a:srcRect l="534" r="534"/>
            <a:stretch/>
          </p:blipFill>
          <p:spPr>
            <a:xfrm>
              <a:off x="6273567" y="2698160"/>
              <a:ext cx="518690" cy="518641"/>
            </a:xfrm>
            <a:prstGeom prst="ellipse">
              <a:avLst/>
            </a:prstGeom>
            <a:ln w="12700">
              <a:solidFill>
                <a:schemeClr val="bg2"/>
              </a:solidFill>
            </a:ln>
          </p:spPr>
        </p:pic>
        <p:pic>
          <p:nvPicPr>
            <p:cNvPr id="79" name="Picture Placeholder 18">
              <a:extLst>
                <a:ext uri="{FF2B5EF4-FFF2-40B4-BE49-F238E27FC236}">
                  <a16:creationId xmlns:a16="http://schemas.microsoft.com/office/drawing/2014/main" id="{47B0FC83-6143-BAA6-0F04-370D826F4685}"/>
                </a:ext>
              </a:extLst>
            </p:cNvPr>
            <p:cNvPicPr>
              <a:picLocks noChangeAspect="1"/>
            </p:cNvPicPr>
            <p:nvPr/>
          </p:nvPicPr>
          <p:blipFill>
            <a:blip r:embed="rId2"/>
            <a:srcRect l="431" r="431"/>
            <a:stretch/>
          </p:blipFill>
          <p:spPr>
            <a:xfrm>
              <a:off x="2196626" y="4501594"/>
              <a:ext cx="518690" cy="518641"/>
            </a:xfrm>
            <a:prstGeom prst="ellipse">
              <a:avLst/>
            </a:prstGeom>
            <a:ln w="12700">
              <a:solidFill>
                <a:srgbClr val="E76151"/>
              </a:solidFill>
            </a:ln>
          </p:spPr>
        </p:pic>
        <p:pic>
          <p:nvPicPr>
            <p:cNvPr id="80" name="Picture Placeholder 21">
              <a:extLst>
                <a:ext uri="{FF2B5EF4-FFF2-40B4-BE49-F238E27FC236}">
                  <a16:creationId xmlns:a16="http://schemas.microsoft.com/office/drawing/2014/main" id="{55CE6EFB-6CA3-6B90-42B3-BDEFE93C78DB}"/>
                </a:ext>
              </a:extLst>
            </p:cNvPr>
            <p:cNvPicPr>
              <a:picLocks noChangeAspect="1"/>
            </p:cNvPicPr>
            <p:nvPr/>
          </p:nvPicPr>
          <p:blipFill>
            <a:blip r:embed="rId3"/>
            <a:srcRect l="534" r="534"/>
            <a:stretch/>
          </p:blipFill>
          <p:spPr>
            <a:xfrm>
              <a:off x="3546472" y="4501594"/>
              <a:ext cx="518690" cy="518641"/>
            </a:xfrm>
            <a:prstGeom prst="ellipse">
              <a:avLst/>
            </a:prstGeom>
            <a:ln w="12700">
              <a:solidFill>
                <a:srgbClr val="E76151"/>
              </a:solidFill>
            </a:ln>
          </p:spPr>
        </p:pic>
        <p:pic>
          <p:nvPicPr>
            <p:cNvPr id="81" name="Picture Placeholder 18">
              <a:extLst>
                <a:ext uri="{FF2B5EF4-FFF2-40B4-BE49-F238E27FC236}">
                  <a16:creationId xmlns:a16="http://schemas.microsoft.com/office/drawing/2014/main" id="{D9810C7D-9739-D37B-98B3-49DC289B3DE9}"/>
                </a:ext>
              </a:extLst>
            </p:cNvPr>
            <p:cNvPicPr>
              <a:picLocks noChangeAspect="1"/>
            </p:cNvPicPr>
            <p:nvPr/>
          </p:nvPicPr>
          <p:blipFill>
            <a:blip r:embed="rId2"/>
            <a:srcRect l="431" r="431"/>
            <a:stretch/>
          </p:blipFill>
          <p:spPr>
            <a:xfrm>
              <a:off x="4923315" y="4501594"/>
              <a:ext cx="518690" cy="518641"/>
            </a:xfrm>
            <a:prstGeom prst="ellipse">
              <a:avLst/>
            </a:prstGeom>
            <a:ln w="12700">
              <a:solidFill>
                <a:srgbClr val="E76151"/>
              </a:solidFill>
            </a:ln>
          </p:spPr>
        </p:pic>
        <p:pic>
          <p:nvPicPr>
            <p:cNvPr id="82" name="Picture Placeholder 21">
              <a:extLst>
                <a:ext uri="{FF2B5EF4-FFF2-40B4-BE49-F238E27FC236}">
                  <a16:creationId xmlns:a16="http://schemas.microsoft.com/office/drawing/2014/main" id="{E4D5D843-B72B-C055-6DDA-FE42F93FC90D}"/>
                </a:ext>
              </a:extLst>
            </p:cNvPr>
            <p:cNvPicPr>
              <a:picLocks noChangeAspect="1"/>
            </p:cNvPicPr>
            <p:nvPr/>
          </p:nvPicPr>
          <p:blipFill>
            <a:blip r:embed="rId3"/>
            <a:srcRect l="534" r="534"/>
            <a:stretch/>
          </p:blipFill>
          <p:spPr>
            <a:xfrm>
              <a:off x="6273567" y="4501594"/>
              <a:ext cx="518690" cy="518641"/>
            </a:xfrm>
            <a:prstGeom prst="ellipse">
              <a:avLst/>
            </a:prstGeom>
            <a:ln w="12700">
              <a:solidFill>
                <a:srgbClr val="E76151"/>
              </a:solidFill>
            </a:ln>
          </p:spPr>
        </p:pic>
        <p:pic>
          <p:nvPicPr>
            <p:cNvPr id="83" name="Picture Placeholder 18">
              <a:extLst>
                <a:ext uri="{FF2B5EF4-FFF2-40B4-BE49-F238E27FC236}">
                  <a16:creationId xmlns:a16="http://schemas.microsoft.com/office/drawing/2014/main" id="{7FF26B0A-5C79-4038-6CC3-BFBAC2EDD5C4}"/>
                </a:ext>
              </a:extLst>
            </p:cNvPr>
            <p:cNvPicPr>
              <a:picLocks noChangeAspect="1"/>
            </p:cNvPicPr>
            <p:nvPr/>
          </p:nvPicPr>
          <p:blipFill>
            <a:blip r:embed="rId2"/>
            <a:srcRect l="431" r="431"/>
            <a:stretch/>
          </p:blipFill>
          <p:spPr>
            <a:xfrm>
              <a:off x="7651034" y="4501594"/>
              <a:ext cx="518690" cy="518641"/>
            </a:xfrm>
            <a:prstGeom prst="ellipse">
              <a:avLst/>
            </a:prstGeom>
            <a:ln w="12700">
              <a:solidFill>
                <a:srgbClr val="E76151"/>
              </a:solidFill>
            </a:ln>
          </p:spPr>
        </p:pic>
        <p:pic>
          <p:nvPicPr>
            <p:cNvPr id="84" name="Picture Placeholder 21">
              <a:extLst>
                <a:ext uri="{FF2B5EF4-FFF2-40B4-BE49-F238E27FC236}">
                  <a16:creationId xmlns:a16="http://schemas.microsoft.com/office/drawing/2014/main" id="{2EBEA4CE-476C-A590-47E5-AE90ACBEE50D}"/>
                </a:ext>
              </a:extLst>
            </p:cNvPr>
            <p:cNvPicPr>
              <a:picLocks noChangeAspect="1"/>
            </p:cNvPicPr>
            <p:nvPr/>
          </p:nvPicPr>
          <p:blipFill>
            <a:blip r:embed="rId3"/>
            <a:srcRect l="534" r="534"/>
            <a:stretch/>
          </p:blipFill>
          <p:spPr>
            <a:xfrm>
              <a:off x="9199999" y="4501594"/>
              <a:ext cx="518690" cy="518641"/>
            </a:xfrm>
            <a:prstGeom prst="ellipse">
              <a:avLst/>
            </a:prstGeom>
            <a:ln w="12700">
              <a:solidFill>
                <a:srgbClr val="B22470"/>
              </a:solidFill>
            </a:ln>
          </p:spPr>
        </p:pic>
        <p:pic>
          <p:nvPicPr>
            <p:cNvPr id="86" name="Picture Placeholder 18">
              <a:extLst>
                <a:ext uri="{FF2B5EF4-FFF2-40B4-BE49-F238E27FC236}">
                  <a16:creationId xmlns:a16="http://schemas.microsoft.com/office/drawing/2014/main" id="{7CA81820-09CA-0165-73B9-D26FBC892BA1}"/>
                </a:ext>
              </a:extLst>
            </p:cNvPr>
            <p:cNvPicPr>
              <a:picLocks noChangeAspect="1"/>
            </p:cNvPicPr>
            <p:nvPr/>
          </p:nvPicPr>
          <p:blipFill>
            <a:blip r:embed="rId2"/>
            <a:srcRect l="431" r="431"/>
            <a:stretch/>
          </p:blipFill>
          <p:spPr>
            <a:xfrm>
              <a:off x="2196626" y="6282497"/>
              <a:ext cx="518690" cy="518641"/>
            </a:xfrm>
            <a:prstGeom prst="ellipse">
              <a:avLst/>
            </a:prstGeom>
            <a:ln w="12700">
              <a:solidFill>
                <a:srgbClr val="3B3482"/>
              </a:solidFill>
            </a:ln>
          </p:spPr>
        </p:pic>
        <p:pic>
          <p:nvPicPr>
            <p:cNvPr id="87" name="Picture Placeholder 21">
              <a:extLst>
                <a:ext uri="{FF2B5EF4-FFF2-40B4-BE49-F238E27FC236}">
                  <a16:creationId xmlns:a16="http://schemas.microsoft.com/office/drawing/2014/main" id="{81FC1502-9205-F3F6-5657-333BDA78493F}"/>
                </a:ext>
              </a:extLst>
            </p:cNvPr>
            <p:cNvPicPr>
              <a:picLocks noChangeAspect="1"/>
            </p:cNvPicPr>
            <p:nvPr/>
          </p:nvPicPr>
          <p:blipFill>
            <a:blip r:embed="rId3"/>
            <a:srcRect l="534" r="534"/>
            <a:stretch/>
          </p:blipFill>
          <p:spPr>
            <a:xfrm>
              <a:off x="3546472" y="6282497"/>
              <a:ext cx="518690" cy="518641"/>
            </a:xfrm>
            <a:prstGeom prst="ellipse">
              <a:avLst/>
            </a:prstGeom>
            <a:ln w="12700">
              <a:solidFill>
                <a:srgbClr val="3B3482"/>
              </a:solidFill>
            </a:ln>
          </p:spPr>
        </p:pic>
        <p:pic>
          <p:nvPicPr>
            <p:cNvPr id="88" name="Picture Placeholder 18">
              <a:extLst>
                <a:ext uri="{FF2B5EF4-FFF2-40B4-BE49-F238E27FC236}">
                  <a16:creationId xmlns:a16="http://schemas.microsoft.com/office/drawing/2014/main" id="{AA9CC1B1-72B6-7341-287B-0F536C5C2D3A}"/>
                </a:ext>
              </a:extLst>
            </p:cNvPr>
            <p:cNvPicPr>
              <a:picLocks noChangeAspect="1"/>
            </p:cNvPicPr>
            <p:nvPr/>
          </p:nvPicPr>
          <p:blipFill>
            <a:blip r:embed="rId2"/>
            <a:srcRect l="431" r="431"/>
            <a:stretch/>
          </p:blipFill>
          <p:spPr>
            <a:xfrm>
              <a:off x="4923315" y="6282497"/>
              <a:ext cx="518690" cy="518641"/>
            </a:xfrm>
            <a:prstGeom prst="ellipse">
              <a:avLst/>
            </a:prstGeom>
            <a:ln w="12700">
              <a:solidFill>
                <a:srgbClr val="3B3482"/>
              </a:solidFill>
            </a:ln>
          </p:spPr>
        </p:pic>
        <p:pic>
          <p:nvPicPr>
            <p:cNvPr id="89" name="Picture Placeholder 21">
              <a:extLst>
                <a:ext uri="{FF2B5EF4-FFF2-40B4-BE49-F238E27FC236}">
                  <a16:creationId xmlns:a16="http://schemas.microsoft.com/office/drawing/2014/main" id="{108C4160-F109-0864-8C37-DC5AE1768C64}"/>
                </a:ext>
              </a:extLst>
            </p:cNvPr>
            <p:cNvPicPr>
              <a:picLocks noChangeAspect="1"/>
            </p:cNvPicPr>
            <p:nvPr/>
          </p:nvPicPr>
          <p:blipFill>
            <a:blip r:embed="rId3"/>
            <a:srcRect l="534" r="534"/>
            <a:stretch/>
          </p:blipFill>
          <p:spPr>
            <a:xfrm>
              <a:off x="6273567" y="6282497"/>
              <a:ext cx="518690" cy="518641"/>
            </a:xfrm>
            <a:prstGeom prst="ellipse">
              <a:avLst/>
            </a:prstGeom>
            <a:ln w="12700">
              <a:solidFill>
                <a:srgbClr val="3B3482"/>
              </a:solidFill>
            </a:ln>
          </p:spPr>
        </p:pic>
        <p:pic>
          <p:nvPicPr>
            <p:cNvPr id="90" name="Picture Placeholder 18">
              <a:extLst>
                <a:ext uri="{FF2B5EF4-FFF2-40B4-BE49-F238E27FC236}">
                  <a16:creationId xmlns:a16="http://schemas.microsoft.com/office/drawing/2014/main" id="{05C3811A-B874-9855-C724-E71A0A1B5D5C}"/>
                </a:ext>
              </a:extLst>
            </p:cNvPr>
            <p:cNvPicPr>
              <a:picLocks noChangeAspect="1"/>
            </p:cNvPicPr>
            <p:nvPr/>
          </p:nvPicPr>
          <p:blipFill>
            <a:blip r:embed="rId2"/>
            <a:srcRect l="431" r="431"/>
            <a:stretch/>
          </p:blipFill>
          <p:spPr>
            <a:xfrm>
              <a:off x="7651034" y="6282497"/>
              <a:ext cx="518690" cy="518641"/>
            </a:xfrm>
            <a:prstGeom prst="ellipse">
              <a:avLst/>
            </a:prstGeom>
            <a:ln w="12700">
              <a:solidFill>
                <a:srgbClr val="3B3482"/>
              </a:solidFill>
            </a:ln>
          </p:spPr>
        </p:pic>
        <p:pic>
          <p:nvPicPr>
            <p:cNvPr id="91" name="Picture Placeholder 21">
              <a:extLst>
                <a:ext uri="{FF2B5EF4-FFF2-40B4-BE49-F238E27FC236}">
                  <a16:creationId xmlns:a16="http://schemas.microsoft.com/office/drawing/2014/main" id="{623C4D52-0C2A-D840-A9D5-F8B45E1A1360}"/>
                </a:ext>
              </a:extLst>
            </p:cNvPr>
            <p:cNvPicPr>
              <a:picLocks noChangeAspect="1"/>
            </p:cNvPicPr>
            <p:nvPr/>
          </p:nvPicPr>
          <p:blipFill>
            <a:blip r:embed="rId3"/>
            <a:srcRect l="534" r="534"/>
            <a:stretch/>
          </p:blipFill>
          <p:spPr>
            <a:xfrm>
              <a:off x="9199999" y="6282497"/>
              <a:ext cx="518690" cy="518641"/>
            </a:xfrm>
            <a:prstGeom prst="ellipse">
              <a:avLst/>
            </a:prstGeom>
            <a:ln w="12700">
              <a:solidFill>
                <a:srgbClr val="B22470"/>
              </a:solidFill>
            </a:ln>
          </p:spPr>
        </p:pic>
      </p:grpSp>
    </p:spTree>
    <p:extLst>
      <p:ext uri="{BB962C8B-B14F-4D97-AF65-F5344CB8AC3E}">
        <p14:creationId xmlns:p14="http://schemas.microsoft.com/office/powerpoint/2010/main" val="233002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739EB49-543C-393A-C538-01CA9BA8A04C}"/>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3E29FE79-5BAC-E18B-0844-61DF60EB98BD}"/>
              </a:ext>
            </a:extLst>
          </p:cNvPr>
          <p:cNvSpPr>
            <a:spLocks noGrp="1"/>
          </p:cNvSpPr>
          <p:nvPr>
            <p:ph type="title"/>
          </p:nvPr>
        </p:nvSpPr>
        <p:spPr/>
        <p:txBody>
          <a:bodyPr/>
          <a:lstStyle/>
          <a:p>
            <a:r>
              <a:rPr lang="en-GB" dirty="0"/>
              <a:t>Team structure</a:t>
            </a:r>
          </a:p>
        </p:txBody>
      </p:sp>
      <p:sp>
        <p:nvSpPr>
          <p:cNvPr id="4" name="Text Placeholder 3">
            <a:extLst>
              <a:ext uri="{FF2B5EF4-FFF2-40B4-BE49-F238E27FC236}">
                <a16:creationId xmlns:a16="http://schemas.microsoft.com/office/drawing/2014/main" id="{89AE5EE6-80F6-FE18-54FF-2D7282E7CE2C}"/>
              </a:ext>
            </a:extLst>
          </p:cNvPr>
          <p:cNvSpPr>
            <a:spLocks noGrp="1"/>
          </p:cNvSpPr>
          <p:nvPr>
            <p:ph type="body" sz="quarter" idx="14"/>
          </p:nvPr>
        </p:nvSpPr>
        <p:spPr>
          <a:xfrm>
            <a:off x="539748" y="1800225"/>
            <a:ext cx="2513253" cy="5221288"/>
          </a:xfrm>
        </p:spPr>
        <p:txBody>
          <a:body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1"/>
            <a:r>
              <a:rPr lang="en-GB" dirty="0"/>
              <a:t>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a:t>
            </a:r>
            <a:r>
              <a:rPr lang="en-GB" dirty="0" err="1"/>
              <a:t>pretium</a:t>
            </a:r>
            <a:r>
              <a:rPr lang="en-GB" dirty="0"/>
              <a:t> </a:t>
            </a:r>
            <a:r>
              <a:rPr lang="en-GB" dirty="0" err="1"/>
              <a:t>eleifend</a:t>
            </a:r>
            <a:r>
              <a:rPr lang="en-GB" dirty="0"/>
              <a:t> ac </a:t>
            </a:r>
            <a:r>
              <a:rPr lang="en-GB" dirty="0" err="1"/>
              <a:t>vel</a:t>
            </a:r>
            <a:r>
              <a:rPr lang="en-GB" dirty="0"/>
              <a:t> </a:t>
            </a:r>
            <a:r>
              <a:rPr lang="en-GB" dirty="0" err="1"/>
              <a:t>mauris</a:t>
            </a:r>
            <a:r>
              <a:rPr lang="en-GB" dirty="0"/>
              <a:t>. </a:t>
            </a:r>
            <a:r>
              <a:rPr lang="en-GB" dirty="0" err="1"/>
              <a:t>Quisque</a:t>
            </a:r>
            <a:r>
              <a:rPr lang="en-GB" dirty="0"/>
              <a:t> </a:t>
            </a:r>
            <a:r>
              <a:rPr lang="en-GB" dirty="0" err="1"/>
              <a:t>aliquet</a:t>
            </a:r>
            <a:r>
              <a:rPr lang="en-GB" dirty="0"/>
              <a:t> tempus </a:t>
            </a:r>
            <a:r>
              <a:rPr lang="en-GB" dirty="0" err="1"/>
              <a:t>diam</a:t>
            </a:r>
            <a:r>
              <a:rPr lang="en-GB" dirty="0"/>
              <a:t> sit </a:t>
            </a:r>
            <a:r>
              <a:rPr lang="en-GB" dirty="0" err="1"/>
              <a:t>amet</a:t>
            </a:r>
            <a:r>
              <a:rPr lang="en-GB" dirty="0"/>
              <a:t> tempus.</a:t>
            </a:r>
          </a:p>
          <a:p>
            <a:pPr lvl="3"/>
            <a:r>
              <a:rPr lang="en-GB" dirty="0" err="1"/>
              <a:t>condimentum</a:t>
            </a:r>
            <a:r>
              <a:rPr lang="en-GB" dirty="0"/>
              <a:t> a </a:t>
            </a:r>
            <a:r>
              <a:rPr lang="en-GB" dirty="0" err="1"/>
              <a:t>tortor</a:t>
            </a:r>
            <a:r>
              <a:rPr lang="en-GB" dirty="0"/>
              <a:t>. Cras vitae </a:t>
            </a:r>
            <a:r>
              <a:rPr lang="en-GB" dirty="0" err="1"/>
              <a:t>pretium</a:t>
            </a:r>
            <a:r>
              <a:rPr lang="en-GB" dirty="0"/>
              <a:t> </a:t>
            </a:r>
            <a:r>
              <a:rPr lang="en-GB" dirty="0" err="1"/>
              <a:t>nisl</a:t>
            </a:r>
            <a:r>
              <a:rPr lang="en-GB" dirty="0"/>
              <a:t>. </a:t>
            </a:r>
            <a:r>
              <a:rPr lang="en-GB" dirty="0" err="1"/>
              <a:t>Suspendisse</a:t>
            </a:r>
            <a:r>
              <a:rPr lang="en-GB" dirty="0"/>
              <a:t> at magna </a:t>
            </a:r>
          </a:p>
          <a:p>
            <a:pPr lvl="4"/>
            <a:r>
              <a:rPr lang="en-GB" dirty="0"/>
              <a:t>ac tempus </a:t>
            </a:r>
            <a:r>
              <a:rPr lang="en-GB" dirty="0" err="1"/>
              <a:t>mauris</a:t>
            </a:r>
            <a:r>
              <a:rPr lang="en-GB" dirty="0"/>
              <a:t> </a:t>
            </a:r>
            <a:r>
              <a:rPr lang="en-GB" dirty="0" err="1"/>
              <a:t>ullamcorper</a:t>
            </a:r>
            <a:r>
              <a:rPr lang="en-GB" dirty="0"/>
              <a:t> id. </a:t>
            </a:r>
            <a:r>
              <a:rPr lang="en-GB" dirty="0" err="1"/>
              <a:t>Quisque</a:t>
            </a:r>
            <a:r>
              <a:rPr lang="en-GB" dirty="0"/>
              <a:t> </a:t>
            </a:r>
            <a:r>
              <a:rPr lang="en-GB" dirty="0" err="1"/>
              <a:t>nunc</a:t>
            </a:r>
            <a:r>
              <a:rPr lang="en-GB" dirty="0"/>
              <a:t> </a:t>
            </a:r>
            <a:r>
              <a:rPr lang="en-GB" dirty="0" err="1"/>
              <a:t>nisl</a:t>
            </a:r>
            <a:r>
              <a:rPr lang="en-GB" dirty="0"/>
              <a:t>, lacinia a </a:t>
            </a:r>
            <a:r>
              <a:rPr lang="en-GB" dirty="0" err="1"/>
              <a:t>condimentum</a:t>
            </a:r>
            <a:r>
              <a:rPr lang="en-GB" dirty="0"/>
              <a:t> id, </a:t>
            </a:r>
          </a:p>
          <a:p>
            <a:endParaRPr lang="en-GB" dirty="0"/>
          </a:p>
        </p:txBody>
      </p:sp>
      <p:sp>
        <p:nvSpPr>
          <p:cNvPr id="73" name="TextBox 72">
            <a:extLst>
              <a:ext uri="{FF2B5EF4-FFF2-40B4-BE49-F238E27FC236}">
                <a16:creationId xmlns:a16="http://schemas.microsoft.com/office/drawing/2014/main" id="{2E5FA529-CF26-C886-1563-149DA0FD11D0}"/>
              </a:ext>
            </a:extLst>
          </p:cNvPr>
          <p:cNvSpPr txBox="1"/>
          <p:nvPr/>
        </p:nvSpPr>
        <p:spPr>
          <a:xfrm>
            <a:off x="3328305" y="2089861"/>
            <a:ext cx="4664299" cy="580242"/>
          </a:xfrm>
          <a:prstGeom prst="rect">
            <a:avLst/>
          </a:prstGeom>
          <a:solidFill>
            <a:srgbClr val="ECF9F4"/>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74" name="Rectangle 73">
            <a:extLst>
              <a:ext uri="{FF2B5EF4-FFF2-40B4-BE49-F238E27FC236}">
                <a16:creationId xmlns:a16="http://schemas.microsoft.com/office/drawing/2014/main" id="{CD589AC0-AA60-6F26-74C7-80C67ECE9D2C}"/>
              </a:ext>
            </a:extLst>
          </p:cNvPr>
          <p:cNvSpPr/>
          <p:nvPr/>
        </p:nvSpPr>
        <p:spPr>
          <a:xfrm>
            <a:off x="3328305" y="1800225"/>
            <a:ext cx="4664298" cy="289636"/>
          </a:xfrm>
          <a:prstGeom prst="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lIns="180000" tIns="36000" rIns="180000" bIns="36000" rtlCol="0" anchor="t">
            <a:noAutofit/>
          </a:bodyPr>
          <a:lstStyle/>
          <a:p>
            <a:pPr algn="ctr"/>
            <a:r>
              <a:rPr lang="en-GB" sz="1400" b="1" dirty="0">
                <a:solidFill>
                  <a:schemeClr val="bg1"/>
                </a:solidFill>
                <a:latin typeface="+mj-lt"/>
              </a:rPr>
              <a:t>Team</a:t>
            </a:r>
            <a:endParaRPr lang="en-GB" sz="1400" dirty="0">
              <a:solidFill>
                <a:schemeClr val="bg1"/>
              </a:solidFill>
              <a:latin typeface="+mj-lt"/>
            </a:endParaRPr>
          </a:p>
        </p:txBody>
      </p:sp>
      <p:sp>
        <p:nvSpPr>
          <p:cNvPr id="75" name="TextBox 74">
            <a:extLst>
              <a:ext uri="{FF2B5EF4-FFF2-40B4-BE49-F238E27FC236}">
                <a16:creationId xmlns:a16="http://schemas.microsoft.com/office/drawing/2014/main" id="{B52D3F02-53D5-A159-7515-F9029124DB89}"/>
              </a:ext>
            </a:extLst>
          </p:cNvPr>
          <p:cNvSpPr txBox="1"/>
          <p:nvPr/>
        </p:nvSpPr>
        <p:spPr>
          <a:xfrm>
            <a:off x="3336194" y="2623495"/>
            <a:ext cx="4655930" cy="523339"/>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144000" tIns="72000" rIns="144000" bIns="54000" rtlCol="0" anchor="t"/>
          <a:lstStyle>
            <a:defPPr>
              <a:defRPr lang="en-US"/>
            </a:defPPr>
            <a:lvl1pPr algn="ctr">
              <a:lnSpc>
                <a:spcPct val="117000"/>
              </a:lnSpc>
              <a:spcAft>
                <a:spcPts val="439"/>
              </a:spcAft>
              <a:defRPr sz="800">
                <a:latin typeface="Helvetica Now Text" panose="020B0504030202020204" pitchFamily="34"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lnSpc>
                <a:spcPct val="117000"/>
              </a:lnSpc>
              <a:spcAft>
                <a:spcPts val="439"/>
              </a:spcAft>
            </a:pPr>
            <a:r>
              <a:rPr lang="en-GB" sz="1000" dirty="0">
                <a:solidFill>
                  <a:schemeClr val="tx1"/>
                </a:solidFill>
                <a:latin typeface="+mn-lt"/>
              </a:rPr>
              <a:t>Lorem ipsum </a:t>
            </a:r>
            <a:r>
              <a:rPr lang="en-GB" sz="1000" dirty="0" err="1">
                <a:solidFill>
                  <a:schemeClr val="tx1"/>
                </a:solidFill>
                <a:latin typeface="+mn-lt"/>
              </a:rPr>
              <a:t>dolor</a:t>
            </a:r>
            <a:r>
              <a:rPr lang="en-GB" sz="1000" dirty="0">
                <a:solidFill>
                  <a:schemeClr val="tx1"/>
                </a:solidFill>
                <a:latin typeface="+mn-lt"/>
              </a:rPr>
              <a:t> sit </a:t>
            </a:r>
            <a:r>
              <a:rPr lang="en-GB" sz="1000" dirty="0" err="1">
                <a:solidFill>
                  <a:schemeClr val="tx1"/>
                </a:solidFill>
                <a:latin typeface="+mn-lt"/>
              </a:rPr>
              <a:t>amet</a:t>
            </a:r>
            <a:r>
              <a:rPr lang="en-GB" sz="1000" dirty="0">
                <a:solidFill>
                  <a:schemeClr val="tx1"/>
                </a:solidFill>
                <a:latin typeface="+mn-lt"/>
              </a:rPr>
              <a:t>, </a:t>
            </a:r>
            <a:r>
              <a:rPr lang="en-GB" sz="1000" dirty="0" err="1">
                <a:solidFill>
                  <a:schemeClr val="tx1"/>
                </a:solidFill>
                <a:latin typeface="+mn-lt"/>
              </a:rPr>
              <a:t>consectetur</a:t>
            </a:r>
            <a:r>
              <a:rPr lang="en-GB" sz="1000" dirty="0">
                <a:solidFill>
                  <a:schemeClr val="tx1"/>
                </a:solidFill>
                <a:latin typeface="+mn-lt"/>
              </a:rPr>
              <a:t> </a:t>
            </a:r>
            <a:r>
              <a:rPr lang="en-GB" sz="1000" dirty="0" err="1">
                <a:solidFill>
                  <a:schemeClr val="tx1"/>
                </a:solidFill>
                <a:latin typeface="+mn-lt"/>
              </a:rPr>
              <a:t>adipiscing</a:t>
            </a:r>
            <a:r>
              <a:rPr lang="en-GB" sz="1000" dirty="0">
                <a:solidFill>
                  <a:schemeClr val="tx1"/>
                </a:solidFill>
                <a:latin typeface="+mn-lt"/>
              </a:rPr>
              <a:t> </a:t>
            </a:r>
            <a:r>
              <a:rPr lang="en-GB" sz="1000" dirty="0" err="1">
                <a:solidFill>
                  <a:schemeClr val="tx1"/>
                </a:solidFill>
                <a:latin typeface="+mn-lt"/>
              </a:rPr>
              <a:t>elit</a:t>
            </a:r>
            <a:r>
              <a:rPr lang="en-GB" sz="1000" dirty="0">
                <a:solidFill>
                  <a:schemeClr val="tx1"/>
                </a:solidFill>
                <a:latin typeface="+mn-lt"/>
              </a:rPr>
              <a:t>. Morbi </a:t>
            </a:r>
            <a:r>
              <a:rPr lang="en-GB" sz="1000" dirty="0" err="1">
                <a:solidFill>
                  <a:schemeClr val="tx1"/>
                </a:solidFill>
                <a:latin typeface="+mn-lt"/>
              </a:rPr>
              <a:t>posuere</a:t>
            </a:r>
            <a:r>
              <a:rPr lang="en-GB" sz="1000" dirty="0">
                <a:solidFill>
                  <a:schemeClr val="tx1"/>
                </a:solidFill>
                <a:latin typeface="+mn-lt"/>
              </a:rPr>
              <a:t> et </a:t>
            </a:r>
            <a:r>
              <a:rPr lang="en-GB" sz="1000" dirty="0" err="1">
                <a:solidFill>
                  <a:schemeClr val="tx1"/>
                </a:solidFill>
                <a:latin typeface="+mn-lt"/>
              </a:rPr>
              <a:t>sem</a:t>
            </a:r>
            <a:r>
              <a:rPr lang="en-GB" sz="1000" dirty="0">
                <a:solidFill>
                  <a:schemeClr val="tx1"/>
                </a:solidFill>
                <a:latin typeface="+mn-lt"/>
              </a:rPr>
              <a:t> a </a:t>
            </a:r>
            <a:r>
              <a:rPr lang="en-GB" sz="1000" dirty="0" err="1">
                <a:solidFill>
                  <a:schemeClr val="tx1"/>
                </a:solidFill>
                <a:latin typeface="+mn-lt"/>
              </a:rPr>
              <a:t>efficitur</a:t>
            </a:r>
            <a:r>
              <a:rPr lang="en-GB" sz="1000" dirty="0">
                <a:solidFill>
                  <a:schemeClr val="tx1"/>
                </a:solidFill>
                <a:latin typeface="+mn-lt"/>
              </a:rPr>
              <a:t>. Nam sit </a:t>
            </a:r>
            <a:r>
              <a:rPr lang="en-GB" sz="1000" dirty="0" err="1">
                <a:solidFill>
                  <a:schemeClr val="tx1"/>
                </a:solidFill>
                <a:latin typeface="+mn-lt"/>
              </a:rPr>
              <a:t>amet</a:t>
            </a:r>
            <a:r>
              <a:rPr lang="en-GB" sz="1000" dirty="0">
                <a:solidFill>
                  <a:schemeClr val="tx1"/>
                </a:solidFill>
                <a:latin typeface="+mn-lt"/>
              </a:rPr>
              <a:t> </a:t>
            </a:r>
            <a:r>
              <a:rPr lang="en-GB" sz="1000" dirty="0" err="1">
                <a:solidFill>
                  <a:schemeClr val="tx1"/>
                </a:solidFill>
                <a:latin typeface="+mn-lt"/>
              </a:rPr>
              <a:t>tellus</a:t>
            </a:r>
            <a:r>
              <a:rPr lang="en-GB" sz="1000" dirty="0">
                <a:solidFill>
                  <a:schemeClr val="tx1"/>
                </a:solidFill>
                <a:latin typeface="+mn-lt"/>
              </a:rPr>
              <a:t> </a:t>
            </a:r>
            <a:r>
              <a:rPr lang="en-GB" sz="1000" dirty="0" err="1">
                <a:solidFill>
                  <a:schemeClr val="tx1"/>
                </a:solidFill>
                <a:latin typeface="+mn-lt"/>
              </a:rPr>
              <a:t>sed</a:t>
            </a:r>
            <a:r>
              <a:rPr lang="en-GB" sz="1000" dirty="0">
                <a:solidFill>
                  <a:schemeClr val="tx1"/>
                </a:solidFill>
                <a:latin typeface="+mn-lt"/>
              </a:rPr>
              <a:t> </a:t>
            </a:r>
            <a:r>
              <a:rPr lang="en-GB" sz="1000" dirty="0" err="1">
                <a:solidFill>
                  <a:schemeClr val="tx1"/>
                </a:solidFill>
                <a:latin typeface="+mn-lt"/>
              </a:rPr>
              <a:t>tortor</a:t>
            </a:r>
            <a:r>
              <a:rPr lang="en-GB" sz="1000" dirty="0">
                <a:solidFill>
                  <a:schemeClr val="tx1"/>
                </a:solidFill>
                <a:latin typeface="+mn-lt"/>
              </a:rPr>
              <a:t> </a:t>
            </a:r>
            <a:r>
              <a:rPr lang="en-GB" sz="1000" dirty="0" err="1">
                <a:solidFill>
                  <a:schemeClr val="tx1"/>
                </a:solidFill>
                <a:latin typeface="+mn-lt"/>
              </a:rPr>
              <a:t>euismod</a:t>
            </a:r>
            <a:r>
              <a:rPr lang="en-GB" sz="1000" dirty="0">
                <a:solidFill>
                  <a:schemeClr val="tx1"/>
                </a:solidFill>
                <a:latin typeface="+mn-lt"/>
              </a:rPr>
              <a:t> </a:t>
            </a:r>
            <a:r>
              <a:rPr lang="en-GB" sz="1000" dirty="0" err="1">
                <a:solidFill>
                  <a:schemeClr val="tx1"/>
                </a:solidFill>
                <a:latin typeface="+mn-lt"/>
              </a:rPr>
              <a:t>finibus</a:t>
            </a:r>
            <a:r>
              <a:rPr lang="en-GB" sz="1000" dirty="0">
                <a:solidFill>
                  <a:schemeClr val="tx1"/>
                </a:solidFill>
                <a:latin typeface="+mn-lt"/>
              </a:rPr>
              <a:t> vitae sit </a:t>
            </a:r>
            <a:r>
              <a:rPr lang="en-GB" sz="1000" dirty="0" err="1">
                <a:solidFill>
                  <a:schemeClr val="tx1"/>
                </a:solidFill>
                <a:latin typeface="+mn-lt"/>
              </a:rPr>
              <a:t>amet</a:t>
            </a:r>
            <a:r>
              <a:rPr lang="en-GB" sz="1000" dirty="0">
                <a:solidFill>
                  <a:schemeClr val="tx1"/>
                </a:solidFill>
                <a:latin typeface="+mn-lt"/>
              </a:rPr>
              <a:t> nisi. </a:t>
            </a:r>
            <a:r>
              <a:rPr lang="en-GB" sz="1000" dirty="0" err="1">
                <a:solidFill>
                  <a:schemeClr val="tx1"/>
                </a:solidFill>
                <a:latin typeface="+mn-lt"/>
              </a:rPr>
              <a:t>Pellentesque</a:t>
            </a:r>
            <a:r>
              <a:rPr lang="en-GB" sz="1000" dirty="0">
                <a:solidFill>
                  <a:schemeClr val="tx1"/>
                </a:solidFill>
                <a:latin typeface="+mn-lt"/>
              </a:rPr>
              <a:t> auctor </a:t>
            </a:r>
            <a:r>
              <a:rPr lang="en-GB" sz="1000" dirty="0" err="1">
                <a:solidFill>
                  <a:schemeClr val="tx1"/>
                </a:solidFill>
                <a:latin typeface="+mn-lt"/>
              </a:rPr>
              <a:t>pellentesque</a:t>
            </a:r>
            <a:r>
              <a:rPr lang="en-GB" sz="1000" dirty="0">
                <a:solidFill>
                  <a:schemeClr val="tx1"/>
                </a:solidFill>
                <a:latin typeface="+mn-lt"/>
              </a:rPr>
              <a:t> ligula.</a:t>
            </a:r>
          </a:p>
        </p:txBody>
      </p:sp>
      <p:sp>
        <p:nvSpPr>
          <p:cNvPr id="76" name="TextBox 75">
            <a:extLst>
              <a:ext uri="{FF2B5EF4-FFF2-40B4-BE49-F238E27FC236}">
                <a16:creationId xmlns:a16="http://schemas.microsoft.com/office/drawing/2014/main" id="{221CECD8-D772-E1F9-B2A3-870B0DCC80D3}"/>
              </a:ext>
            </a:extLst>
          </p:cNvPr>
          <p:cNvSpPr txBox="1"/>
          <p:nvPr/>
        </p:nvSpPr>
        <p:spPr>
          <a:xfrm>
            <a:off x="8259538" y="2089861"/>
            <a:ext cx="4664299" cy="580242"/>
          </a:xfrm>
          <a:prstGeom prst="rect">
            <a:avLst/>
          </a:prstGeom>
          <a:solidFill>
            <a:srgbClr val="ECF9F4"/>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77" name="Rectangle 76">
            <a:extLst>
              <a:ext uri="{FF2B5EF4-FFF2-40B4-BE49-F238E27FC236}">
                <a16:creationId xmlns:a16="http://schemas.microsoft.com/office/drawing/2014/main" id="{F4A664DB-56E8-8BA6-32C8-887747C29B7C}"/>
              </a:ext>
            </a:extLst>
          </p:cNvPr>
          <p:cNvSpPr/>
          <p:nvPr/>
        </p:nvSpPr>
        <p:spPr>
          <a:xfrm>
            <a:off x="8259538" y="1800225"/>
            <a:ext cx="4664298" cy="289636"/>
          </a:xfrm>
          <a:prstGeom prst="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lIns="180000" tIns="36000" rIns="180000" bIns="36000" rtlCol="0" anchor="t">
            <a:noAutofit/>
          </a:bodyPr>
          <a:lstStyle/>
          <a:p>
            <a:pPr algn="ctr"/>
            <a:r>
              <a:rPr lang="en-GB" sz="1400" b="1">
                <a:solidFill>
                  <a:schemeClr val="bg1"/>
                </a:solidFill>
                <a:latin typeface="+mj-lt"/>
              </a:rPr>
              <a:t>Team</a:t>
            </a:r>
            <a:endParaRPr lang="en-GB" sz="1400">
              <a:solidFill>
                <a:schemeClr val="bg1"/>
              </a:solidFill>
              <a:latin typeface="+mj-lt"/>
            </a:endParaRPr>
          </a:p>
        </p:txBody>
      </p:sp>
      <p:sp>
        <p:nvSpPr>
          <p:cNvPr id="78" name="TextBox 77">
            <a:extLst>
              <a:ext uri="{FF2B5EF4-FFF2-40B4-BE49-F238E27FC236}">
                <a16:creationId xmlns:a16="http://schemas.microsoft.com/office/drawing/2014/main" id="{3C092152-2560-8319-8705-05F8C21ED0D0}"/>
              </a:ext>
            </a:extLst>
          </p:cNvPr>
          <p:cNvSpPr txBox="1"/>
          <p:nvPr/>
        </p:nvSpPr>
        <p:spPr>
          <a:xfrm>
            <a:off x="8267427" y="2623495"/>
            <a:ext cx="4655930" cy="523339"/>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144000" tIns="72000" rIns="144000" bIns="54000" rtlCol="0" anchor="t"/>
          <a:lstStyle>
            <a:defPPr>
              <a:defRPr lang="en-US"/>
            </a:defPPr>
            <a:lvl1pPr algn="ctr">
              <a:lnSpc>
                <a:spcPct val="117000"/>
              </a:lnSpc>
              <a:spcAft>
                <a:spcPts val="439"/>
              </a:spcAft>
              <a:defRPr sz="800">
                <a:latin typeface="Helvetica Now Text" panose="020B0504030202020204" pitchFamily="34" charset="77"/>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1000" dirty="0">
                <a:solidFill>
                  <a:schemeClr val="tx1"/>
                </a:solidFill>
                <a:latin typeface="+mn-lt"/>
              </a:rPr>
              <a:t>Lorem ipsum </a:t>
            </a:r>
            <a:r>
              <a:rPr lang="en-GB" sz="1000" dirty="0" err="1">
                <a:solidFill>
                  <a:schemeClr val="tx1"/>
                </a:solidFill>
                <a:latin typeface="+mn-lt"/>
              </a:rPr>
              <a:t>dolor</a:t>
            </a:r>
            <a:r>
              <a:rPr lang="en-GB" sz="1000" dirty="0">
                <a:solidFill>
                  <a:schemeClr val="tx1"/>
                </a:solidFill>
                <a:latin typeface="+mn-lt"/>
              </a:rPr>
              <a:t> sit </a:t>
            </a:r>
            <a:r>
              <a:rPr lang="en-GB" sz="1000" dirty="0" err="1">
                <a:solidFill>
                  <a:schemeClr val="tx1"/>
                </a:solidFill>
                <a:latin typeface="+mn-lt"/>
              </a:rPr>
              <a:t>amet</a:t>
            </a:r>
            <a:r>
              <a:rPr lang="en-GB" sz="1000" dirty="0">
                <a:solidFill>
                  <a:schemeClr val="tx1"/>
                </a:solidFill>
                <a:latin typeface="+mn-lt"/>
              </a:rPr>
              <a:t>, </a:t>
            </a:r>
            <a:r>
              <a:rPr lang="en-GB" sz="1000" dirty="0" err="1">
                <a:solidFill>
                  <a:schemeClr val="tx1"/>
                </a:solidFill>
                <a:latin typeface="+mn-lt"/>
              </a:rPr>
              <a:t>consectetur</a:t>
            </a:r>
            <a:r>
              <a:rPr lang="en-GB" sz="1000" dirty="0">
                <a:solidFill>
                  <a:schemeClr val="tx1"/>
                </a:solidFill>
                <a:latin typeface="+mn-lt"/>
              </a:rPr>
              <a:t> </a:t>
            </a:r>
            <a:r>
              <a:rPr lang="en-GB" sz="1000" dirty="0" err="1">
                <a:solidFill>
                  <a:schemeClr val="tx1"/>
                </a:solidFill>
                <a:latin typeface="+mn-lt"/>
              </a:rPr>
              <a:t>adipiscing</a:t>
            </a:r>
            <a:r>
              <a:rPr lang="en-GB" sz="1000" dirty="0">
                <a:solidFill>
                  <a:schemeClr val="tx1"/>
                </a:solidFill>
                <a:latin typeface="+mn-lt"/>
              </a:rPr>
              <a:t> </a:t>
            </a:r>
            <a:r>
              <a:rPr lang="en-GB" sz="1000" dirty="0" err="1">
                <a:solidFill>
                  <a:schemeClr val="tx1"/>
                </a:solidFill>
                <a:latin typeface="+mn-lt"/>
              </a:rPr>
              <a:t>elit</a:t>
            </a:r>
            <a:r>
              <a:rPr lang="en-GB" sz="1000" dirty="0">
                <a:solidFill>
                  <a:schemeClr val="tx1"/>
                </a:solidFill>
                <a:latin typeface="+mn-lt"/>
              </a:rPr>
              <a:t>. Morbi </a:t>
            </a:r>
            <a:r>
              <a:rPr lang="en-GB" sz="1000" dirty="0" err="1">
                <a:solidFill>
                  <a:schemeClr val="tx1"/>
                </a:solidFill>
                <a:latin typeface="+mn-lt"/>
              </a:rPr>
              <a:t>posuere</a:t>
            </a:r>
            <a:r>
              <a:rPr lang="en-GB" sz="1000" dirty="0">
                <a:solidFill>
                  <a:schemeClr val="tx1"/>
                </a:solidFill>
                <a:latin typeface="+mn-lt"/>
              </a:rPr>
              <a:t> et </a:t>
            </a:r>
            <a:r>
              <a:rPr lang="en-GB" sz="1000" dirty="0" err="1">
                <a:solidFill>
                  <a:schemeClr val="tx1"/>
                </a:solidFill>
                <a:latin typeface="+mn-lt"/>
              </a:rPr>
              <a:t>sem</a:t>
            </a:r>
            <a:r>
              <a:rPr lang="en-GB" sz="1000" dirty="0">
                <a:solidFill>
                  <a:schemeClr val="tx1"/>
                </a:solidFill>
                <a:latin typeface="+mn-lt"/>
              </a:rPr>
              <a:t> a </a:t>
            </a:r>
            <a:r>
              <a:rPr lang="en-GB" sz="1000" dirty="0" err="1">
                <a:solidFill>
                  <a:schemeClr val="tx1"/>
                </a:solidFill>
                <a:latin typeface="+mn-lt"/>
              </a:rPr>
              <a:t>efficitur</a:t>
            </a:r>
            <a:r>
              <a:rPr lang="en-GB" sz="1000" dirty="0">
                <a:solidFill>
                  <a:schemeClr val="tx1"/>
                </a:solidFill>
                <a:latin typeface="+mn-lt"/>
              </a:rPr>
              <a:t>. Nam sit </a:t>
            </a:r>
            <a:r>
              <a:rPr lang="en-GB" sz="1000" dirty="0" err="1">
                <a:solidFill>
                  <a:schemeClr val="tx1"/>
                </a:solidFill>
                <a:latin typeface="+mn-lt"/>
              </a:rPr>
              <a:t>amet</a:t>
            </a:r>
            <a:r>
              <a:rPr lang="en-GB" sz="1000" dirty="0">
                <a:solidFill>
                  <a:schemeClr val="tx1"/>
                </a:solidFill>
                <a:latin typeface="+mn-lt"/>
              </a:rPr>
              <a:t> </a:t>
            </a:r>
            <a:r>
              <a:rPr lang="en-GB" sz="1000" dirty="0" err="1">
                <a:solidFill>
                  <a:schemeClr val="tx1"/>
                </a:solidFill>
                <a:latin typeface="+mn-lt"/>
              </a:rPr>
              <a:t>tellus</a:t>
            </a:r>
            <a:r>
              <a:rPr lang="en-GB" sz="1000" dirty="0">
                <a:solidFill>
                  <a:schemeClr val="tx1"/>
                </a:solidFill>
                <a:latin typeface="+mn-lt"/>
              </a:rPr>
              <a:t> </a:t>
            </a:r>
            <a:r>
              <a:rPr lang="en-GB" sz="1000" dirty="0" err="1">
                <a:solidFill>
                  <a:schemeClr val="tx1"/>
                </a:solidFill>
                <a:latin typeface="+mn-lt"/>
              </a:rPr>
              <a:t>sed</a:t>
            </a:r>
            <a:r>
              <a:rPr lang="en-GB" sz="1000" dirty="0">
                <a:solidFill>
                  <a:schemeClr val="tx1"/>
                </a:solidFill>
                <a:latin typeface="+mn-lt"/>
              </a:rPr>
              <a:t> </a:t>
            </a:r>
            <a:r>
              <a:rPr lang="en-GB" sz="1000" dirty="0" err="1">
                <a:solidFill>
                  <a:schemeClr val="tx1"/>
                </a:solidFill>
                <a:latin typeface="+mn-lt"/>
              </a:rPr>
              <a:t>tortor</a:t>
            </a:r>
            <a:r>
              <a:rPr lang="en-GB" sz="1000" dirty="0">
                <a:solidFill>
                  <a:schemeClr val="tx1"/>
                </a:solidFill>
                <a:latin typeface="+mn-lt"/>
              </a:rPr>
              <a:t> </a:t>
            </a:r>
            <a:r>
              <a:rPr lang="en-GB" sz="1000" dirty="0" err="1">
                <a:solidFill>
                  <a:schemeClr val="tx1"/>
                </a:solidFill>
                <a:latin typeface="+mn-lt"/>
              </a:rPr>
              <a:t>euismod</a:t>
            </a:r>
            <a:r>
              <a:rPr lang="en-GB" sz="1000" dirty="0">
                <a:solidFill>
                  <a:schemeClr val="tx1"/>
                </a:solidFill>
                <a:latin typeface="+mn-lt"/>
              </a:rPr>
              <a:t> </a:t>
            </a:r>
            <a:r>
              <a:rPr lang="en-GB" sz="1000" dirty="0" err="1">
                <a:solidFill>
                  <a:schemeClr val="tx1"/>
                </a:solidFill>
                <a:latin typeface="+mn-lt"/>
              </a:rPr>
              <a:t>finibus</a:t>
            </a:r>
            <a:r>
              <a:rPr lang="en-GB" sz="1000" dirty="0">
                <a:solidFill>
                  <a:schemeClr val="tx1"/>
                </a:solidFill>
                <a:latin typeface="+mn-lt"/>
              </a:rPr>
              <a:t> vitae sit </a:t>
            </a:r>
            <a:r>
              <a:rPr lang="en-GB" sz="1000" dirty="0" err="1">
                <a:solidFill>
                  <a:schemeClr val="tx1"/>
                </a:solidFill>
                <a:latin typeface="+mn-lt"/>
              </a:rPr>
              <a:t>amet</a:t>
            </a:r>
            <a:r>
              <a:rPr lang="en-GB" sz="1000" dirty="0">
                <a:solidFill>
                  <a:schemeClr val="tx1"/>
                </a:solidFill>
                <a:latin typeface="+mn-lt"/>
              </a:rPr>
              <a:t> nisi. </a:t>
            </a:r>
            <a:r>
              <a:rPr lang="en-GB" sz="1000" dirty="0" err="1">
                <a:solidFill>
                  <a:schemeClr val="tx1"/>
                </a:solidFill>
                <a:latin typeface="+mn-lt"/>
              </a:rPr>
              <a:t>Pellentesque</a:t>
            </a:r>
            <a:r>
              <a:rPr lang="en-GB" sz="1000" dirty="0">
                <a:solidFill>
                  <a:schemeClr val="tx1"/>
                </a:solidFill>
                <a:latin typeface="+mn-lt"/>
              </a:rPr>
              <a:t> auctor </a:t>
            </a:r>
            <a:r>
              <a:rPr lang="en-GB" sz="1000" dirty="0" err="1">
                <a:solidFill>
                  <a:schemeClr val="tx1"/>
                </a:solidFill>
                <a:latin typeface="+mn-lt"/>
              </a:rPr>
              <a:t>pellentesque</a:t>
            </a:r>
            <a:r>
              <a:rPr lang="en-GB" sz="1000" dirty="0">
                <a:solidFill>
                  <a:schemeClr val="tx1"/>
                </a:solidFill>
                <a:latin typeface="+mn-lt"/>
              </a:rPr>
              <a:t> ligula.</a:t>
            </a:r>
          </a:p>
        </p:txBody>
      </p:sp>
      <p:sp>
        <p:nvSpPr>
          <p:cNvPr id="79" name="TextBox 78">
            <a:extLst>
              <a:ext uri="{FF2B5EF4-FFF2-40B4-BE49-F238E27FC236}">
                <a16:creationId xmlns:a16="http://schemas.microsoft.com/office/drawing/2014/main" id="{48094F96-7F03-FCE9-B82C-8A7853B67F2C}"/>
              </a:ext>
            </a:extLst>
          </p:cNvPr>
          <p:cNvSpPr txBox="1"/>
          <p:nvPr/>
        </p:nvSpPr>
        <p:spPr>
          <a:xfrm>
            <a:off x="3328305" y="3824259"/>
            <a:ext cx="1785436" cy="1764846"/>
          </a:xfrm>
          <a:prstGeom prst="rect">
            <a:avLst/>
          </a:prstGeom>
          <a:solidFill>
            <a:srgbClr val="F9EBF2"/>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80" name="TextBox 79">
            <a:extLst>
              <a:ext uri="{FF2B5EF4-FFF2-40B4-BE49-F238E27FC236}">
                <a16:creationId xmlns:a16="http://schemas.microsoft.com/office/drawing/2014/main" id="{4DFE4B2D-BC4C-397E-B8EE-54F399C3B695}"/>
              </a:ext>
            </a:extLst>
          </p:cNvPr>
          <p:cNvSpPr txBox="1"/>
          <p:nvPr/>
        </p:nvSpPr>
        <p:spPr>
          <a:xfrm>
            <a:off x="5277486" y="3824259"/>
            <a:ext cx="1785436" cy="1764846"/>
          </a:xfrm>
          <a:prstGeom prst="rect">
            <a:avLst/>
          </a:prstGeom>
          <a:solidFill>
            <a:srgbClr val="F9EBF2"/>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81" name="TextBox 80">
            <a:extLst>
              <a:ext uri="{FF2B5EF4-FFF2-40B4-BE49-F238E27FC236}">
                <a16:creationId xmlns:a16="http://schemas.microsoft.com/office/drawing/2014/main" id="{5E5D09C8-D787-BCA9-D394-919E83D8E69F}"/>
              </a:ext>
            </a:extLst>
          </p:cNvPr>
          <p:cNvSpPr txBox="1"/>
          <p:nvPr/>
        </p:nvSpPr>
        <p:spPr>
          <a:xfrm>
            <a:off x="7226665" y="3824259"/>
            <a:ext cx="1785436" cy="1764846"/>
          </a:xfrm>
          <a:prstGeom prst="rect">
            <a:avLst/>
          </a:prstGeom>
          <a:solidFill>
            <a:srgbClr val="F9EBF2"/>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82" name="TextBox 81">
            <a:extLst>
              <a:ext uri="{FF2B5EF4-FFF2-40B4-BE49-F238E27FC236}">
                <a16:creationId xmlns:a16="http://schemas.microsoft.com/office/drawing/2014/main" id="{C3B038FE-BC49-12C6-2980-31F7036AE1A8}"/>
              </a:ext>
            </a:extLst>
          </p:cNvPr>
          <p:cNvSpPr txBox="1"/>
          <p:nvPr/>
        </p:nvSpPr>
        <p:spPr>
          <a:xfrm>
            <a:off x="9183804" y="3824259"/>
            <a:ext cx="1785436" cy="1764846"/>
          </a:xfrm>
          <a:prstGeom prst="rect">
            <a:avLst/>
          </a:prstGeom>
          <a:solidFill>
            <a:srgbClr val="F9EBF2"/>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83" name="TextBox 82">
            <a:extLst>
              <a:ext uri="{FF2B5EF4-FFF2-40B4-BE49-F238E27FC236}">
                <a16:creationId xmlns:a16="http://schemas.microsoft.com/office/drawing/2014/main" id="{B53E7A92-50F6-D821-DD31-46D7B199138D}"/>
              </a:ext>
            </a:extLst>
          </p:cNvPr>
          <p:cNvSpPr txBox="1"/>
          <p:nvPr/>
        </p:nvSpPr>
        <p:spPr>
          <a:xfrm>
            <a:off x="11142547" y="3824259"/>
            <a:ext cx="1781290" cy="1764846"/>
          </a:xfrm>
          <a:prstGeom prst="rect">
            <a:avLst/>
          </a:prstGeom>
          <a:solidFill>
            <a:srgbClr val="F9EBF2"/>
          </a:solidFill>
          <a:ln>
            <a:noFill/>
          </a:ln>
        </p:spPr>
        <p:txBody>
          <a:bodyPr wrap="square" lIns="0" tIns="31567" rIns="0" bIns="0" rtlCol="0" anchor="t">
            <a:noAutofit/>
          </a:bodyPr>
          <a:lstStyle>
            <a:defPPr>
              <a:defRPr lang="en-US"/>
            </a:defPPr>
            <a:lvl1pPr algn="ctr">
              <a:spcAft>
                <a:spcPts val="544"/>
              </a:spcAft>
              <a:defRPr sz="900">
                <a:solidFill>
                  <a:srgbClr val="262836"/>
                </a:solidFill>
                <a:latin typeface="Helvetica Now Text" panose="020B0504030202020204" pitchFamily="34" charset="0"/>
              </a:defRPr>
            </a:lvl1pPr>
          </a:lstStyle>
          <a:p>
            <a:endParaRPr lang="en-GB" sz="800">
              <a:solidFill>
                <a:schemeClr val="tx2"/>
              </a:solidFill>
              <a:latin typeface="+mn-lt"/>
            </a:endParaRPr>
          </a:p>
        </p:txBody>
      </p:sp>
      <p:sp>
        <p:nvSpPr>
          <p:cNvPr id="84" name="Rectangle 83">
            <a:extLst>
              <a:ext uri="{FF2B5EF4-FFF2-40B4-BE49-F238E27FC236}">
                <a16:creationId xmlns:a16="http://schemas.microsoft.com/office/drawing/2014/main" id="{9A3C63DF-AAB3-3597-E539-C8D1265B191F}"/>
              </a:ext>
            </a:extLst>
          </p:cNvPr>
          <p:cNvSpPr/>
          <p:nvPr/>
        </p:nvSpPr>
        <p:spPr>
          <a:xfrm>
            <a:off x="5280830" y="5709905"/>
            <a:ext cx="1785436" cy="1311358"/>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36000" tIns="72000" rIns="36000" bIns="54000" rtlCol="0" anchor="t"/>
          <a:lstStyle/>
          <a:p>
            <a:pPr algn="ctr">
              <a:lnSpc>
                <a:spcPct val="117000"/>
              </a:lnSpc>
              <a:spcAft>
                <a:spcPts val="439"/>
              </a:spcAft>
            </a:pPr>
            <a:r>
              <a:rPr lang="en-GB" sz="1000" dirty="0">
                <a:solidFill>
                  <a:schemeClr val="tx1"/>
                </a:solidFill>
              </a:rPr>
              <a:t>Lorem ipsum </a:t>
            </a:r>
            <a:r>
              <a:rPr lang="en-GB" sz="1000" dirty="0" err="1">
                <a:solidFill>
                  <a:schemeClr val="tx1"/>
                </a:solidFill>
              </a:rPr>
              <a:t>dolor</a:t>
            </a:r>
            <a:r>
              <a:rPr lang="en-GB" sz="1000" dirty="0">
                <a:solidFill>
                  <a:schemeClr val="tx1"/>
                </a:solidFill>
              </a:rPr>
              <a:t> sit </a:t>
            </a:r>
            <a:r>
              <a:rPr lang="en-GB" sz="1000" dirty="0" err="1">
                <a:solidFill>
                  <a:schemeClr val="tx1"/>
                </a:solidFill>
              </a:rPr>
              <a:t>amet</a:t>
            </a:r>
            <a:r>
              <a:rPr lang="en-GB" sz="1000" dirty="0">
                <a:solidFill>
                  <a:schemeClr val="tx1"/>
                </a:solidFill>
              </a:rPr>
              <a:t>, </a:t>
            </a:r>
            <a:r>
              <a:rPr lang="en-GB" sz="1000" dirty="0" err="1">
                <a:solidFill>
                  <a:schemeClr val="tx1"/>
                </a:solidFill>
              </a:rPr>
              <a:t>consectetur</a:t>
            </a:r>
            <a:r>
              <a:rPr lang="en-GB" sz="1000" dirty="0">
                <a:solidFill>
                  <a:schemeClr val="tx1"/>
                </a:solidFill>
              </a:rPr>
              <a:t> </a:t>
            </a:r>
            <a:r>
              <a:rPr lang="en-GB" sz="1000" dirty="0" err="1">
                <a:solidFill>
                  <a:schemeClr val="tx1"/>
                </a:solidFill>
              </a:rPr>
              <a:t>adipiscing</a:t>
            </a:r>
            <a:r>
              <a:rPr lang="en-GB" sz="1000" dirty="0">
                <a:solidFill>
                  <a:schemeClr val="tx1"/>
                </a:solidFill>
              </a:rPr>
              <a:t> </a:t>
            </a:r>
            <a:r>
              <a:rPr lang="en-GB" sz="1000" dirty="0" err="1">
                <a:solidFill>
                  <a:schemeClr val="tx1"/>
                </a:solidFill>
              </a:rPr>
              <a:t>elit</a:t>
            </a:r>
            <a:r>
              <a:rPr lang="en-GB" sz="1000" dirty="0">
                <a:solidFill>
                  <a:schemeClr val="tx1"/>
                </a:solidFill>
              </a:rPr>
              <a:t>. Morbi </a:t>
            </a:r>
            <a:r>
              <a:rPr lang="en-GB" sz="1000" dirty="0" err="1">
                <a:solidFill>
                  <a:schemeClr val="tx1"/>
                </a:solidFill>
              </a:rPr>
              <a:t>posuere</a:t>
            </a:r>
            <a:r>
              <a:rPr lang="en-GB" sz="1000" dirty="0">
                <a:solidFill>
                  <a:schemeClr val="tx1"/>
                </a:solidFill>
              </a:rPr>
              <a:t> et </a:t>
            </a:r>
            <a:r>
              <a:rPr lang="en-GB" sz="1000" dirty="0" err="1">
                <a:solidFill>
                  <a:schemeClr val="tx1"/>
                </a:solidFill>
              </a:rPr>
              <a:t>sem</a:t>
            </a:r>
            <a:r>
              <a:rPr lang="en-GB" sz="1000" dirty="0">
                <a:solidFill>
                  <a:schemeClr val="tx1"/>
                </a:solidFill>
              </a:rPr>
              <a:t> a </a:t>
            </a:r>
            <a:r>
              <a:rPr lang="en-GB" sz="1000" dirty="0" err="1">
                <a:solidFill>
                  <a:schemeClr val="tx1"/>
                </a:solidFill>
              </a:rPr>
              <a:t>efficitur</a:t>
            </a:r>
            <a:r>
              <a:rPr lang="en-GB" sz="1000" dirty="0">
                <a:solidFill>
                  <a:schemeClr val="tx1"/>
                </a:solidFill>
              </a:rPr>
              <a:t>. Nam sit </a:t>
            </a:r>
            <a:r>
              <a:rPr lang="en-GB" sz="1000" dirty="0" err="1">
                <a:solidFill>
                  <a:schemeClr val="tx1"/>
                </a:solidFill>
              </a:rPr>
              <a:t>amet</a:t>
            </a:r>
            <a:r>
              <a:rPr lang="en-GB" sz="1000" dirty="0">
                <a:solidFill>
                  <a:schemeClr val="tx1"/>
                </a:solidFill>
              </a:rPr>
              <a:t> </a:t>
            </a:r>
            <a:r>
              <a:rPr lang="en-GB" sz="1000" dirty="0" err="1">
                <a:solidFill>
                  <a:schemeClr val="tx1"/>
                </a:solidFill>
              </a:rPr>
              <a:t>tellus</a:t>
            </a:r>
            <a:r>
              <a:rPr lang="en-GB" sz="1000" dirty="0">
                <a:solidFill>
                  <a:schemeClr val="tx1"/>
                </a:solidFill>
              </a:rPr>
              <a:t> </a:t>
            </a:r>
            <a:r>
              <a:rPr lang="en-GB" sz="1000" dirty="0" err="1">
                <a:solidFill>
                  <a:schemeClr val="tx1"/>
                </a:solidFill>
              </a:rPr>
              <a:t>sed</a:t>
            </a:r>
            <a:r>
              <a:rPr lang="en-GB" sz="1000" dirty="0">
                <a:solidFill>
                  <a:schemeClr val="tx1"/>
                </a:solidFill>
              </a:rPr>
              <a:t> </a:t>
            </a:r>
            <a:r>
              <a:rPr lang="en-GB" sz="1000" dirty="0" err="1">
                <a:solidFill>
                  <a:schemeClr val="tx1"/>
                </a:solidFill>
              </a:rPr>
              <a:t>tortor</a:t>
            </a:r>
            <a:r>
              <a:rPr lang="en-GB" sz="1000" dirty="0">
                <a:solidFill>
                  <a:schemeClr val="tx1"/>
                </a:solidFill>
              </a:rPr>
              <a:t> </a:t>
            </a:r>
            <a:r>
              <a:rPr lang="en-GB" sz="1000" dirty="0" err="1">
                <a:solidFill>
                  <a:schemeClr val="tx1"/>
                </a:solidFill>
              </a:rPr>
              <a:t>euismod</a:t>
            </a:r>
            <a:r>
              <a:rPr lang="en-GB" sz="1000" dirty="0">
                <a:solidFill>
                  <a:schemeClr val="tx1"/>
                </a:solidFill>
              </a:rPr>
              <a:t> </a:t>
            </a:r>
            <a:r>
              <a:rPr lang="en-GB" sz="1000" dirty="0" err="1">
                <a:solidFill>
                  <a:schemeClr val="tx1"/>
                </a:solidFill>
              </a:rPr>
              <a:t>finibus</a:t>
            </a:r>
            <a:r>
              <a:rPr lang="en-GB" sz="1000" dirty="0">
                <a:solidFill>
                  <a:schemeClr val="tx1"/>
                </a:solidFill>
              </a:rPr>
              <a:t> vitae sit </a:t>
            </a:r>
            <a:r>
              <a:rPr lang="en-GB" sz="1000" dirty="0" err="1">
                <a:solidFill>
                  <a:schemeClr val="tx1"/>
                </a:solidFill>
              </a:rPr>
              <a:t>amet</a:t>
            </a:r>
            <a:r>
              <a:rPr lang="en-GB" sz="1000" dirty="0">
                <a:solidFill>
                  <a:schemeClr val="tx1"/>
                </a:solidFill>
              </a:rPr>
              <a:t> nisi. </a:t>
            </a:r>
          </a:p>
        </p:txBody>
      </p:sp>
      <p:sp>
        <p:nvSpPr>
          <p:cNvPr id="85" name="Rectangle 84">
            <a:extLst>
              <a:ext uri="{FF2B5EF4-FFF2-40B4-BE49-F238E27FC236}">
                <a16:creationId xmlns:a16="http://schemas.microsoft.com/office/drawing/2014/main" id="{26678259-B972-1A0B-F17E-D98869C9257A}"/>
              </a:ext>
            </a:extLst>
          </p:cNvPr>
          <p:cNvSpPr/>
          <p:nvPr/>
        </p:nvSpPr>
        <p:spPr>
          <a:xfrm>
            <a:off x="3328305" y="5709905"/>
            <a:ext cx="1785436" cy="1311358"/>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36000" tIns="72000" rIns="36000" bIns="54000" rtlCol="0" anchor="t"/>
          <a:lstStyle/>
          <a:p>
            <a:pPr algn="ctr">
              <a:lnSpc>
                <a:spcPct val="117000"/>
              </a:lnSpc>
              <a:spcAft>
                <a:spcPts val="439"/>
              </a:spcAft>
            </a:pPr>
            <a:r>
              <a:rPr lang="en-GB" sz="1000" dirty="0">
                <a:solidFill>
                  <a:schemeClr val="tx1"/>
                </a:solidFill>
              </a:rPr>
              <a:t>Lorem ipsum </a:t>
            </a:r>
            <a:r>
              <a:rPr lang="en-GB" sz="1000" dirty="0" err="1">
                <a:solidFill>
                  <a:schemeClr val="tx1"/>
                </a:solidFill>
              </a:rPr>
              <a:t>dolor</a:t>
            </a:r>
            <a:r>
              <a:rPr lang="en-GB" sz="1000" dirty="0">
                <a:solidFill>
                  <a:schemeClr val="tx1"/>
                </a:solidFill>
              </a:rPr>
              <a:t> sit </a:t>
            </a:r>
            <a:r>
              <a:rPr lang="en-GB" sz="1000" dirty="0" err="1">
                <a:solidFill>
                  <a:schemeClr val="tx1"/>
                </a:solidFill>
              </a:rPr>
              <a:t>amet</a:t>
            </a:r>
            <a:r>
              <a:rPr lang="en-GB" sz="1000" dirty="0">
                <a:solidFill>
                  <a:schemeClr val="tx1"/>
                </a:solidFill>
              </a:rPr>
              <a:t>, </a:t>
            </a:r>
            <a:r>
              <a:rPr lang="en-GB" sz="1000" dirty="0" err="1">
                <a:solidFill>
                  <a:schemeClr val="tx1"/>
                </a:solidFill>
              </a:rPr>
              <a:t>consectetur</a:t>
            </a:r>
            <a:r>
              <a:rPr lang="en-GB" sz="1000" dirty="0">
                <a:solidFill>
                  <a:schemeClr val="tx1"/>
                </a:solidFill>
              </a:rPr>
              <a:t> </a:t>
            </a:r>
            <a:r>
              <a:rPr lang="en-GB" sz="1000" dirty="0" err="1">
                <a:solidFill>
                  <a:schemeClr val="tx1"/>
                </a:solidFill>
              </a:rPr>
              <a:t>adipiscing</a:t>
            </a:r>
            <a:r>
              <a:rPr lang="en-GB" sz="1000" dirty="0">
                <a:solidFill>
                  <a:schemeClr val="tx1"/>
                </a:solidFill>
              </a:rPr>
              <a:t> </a:t>
            </a:r>
            <a:r>
              <a:rPr lang="en-GB" sz="1000" dirty="0" err="1">
                <a:solidFill>
                  <a:schemeClr val="tx1"/>
                </a:solidFill>
              </a:rPr>
              <a:t>elit</a:t>
            </a:r>
            <a:r>
              <a:rPr lang="en-GB" sz="1000" dirty="0">
                <a:solidFill>
                  <a:schemeClr val="tx1"/>
                </a:solidFill>
              </a:rPr>
              <a:t>. Morbi </a:t>
            </a:r>
            <a:r>
              <a:rPr lang="en-GB" sz="1000" dirty="0" err="1">
                <a:solidFill>
                  <a:schemeClr val="tx1"/>
                </a:solidFill>
              </a:rPr>
              <a:t>posuere</a:t>
            </a:r>
            <a:r>
              <a:rPr lang="en-GB" sz="1000" dirty="0">
                <a:solidFill>
                  <a:schemeClr val="tx1"/>
                </a:solidFill>
              </a:rPr>
              <a:t> et </a:t>
            </a:r>
            <a:r>
              <a:rPr lang="en-GB" sz="1000" dirty="0" err="1">
                <a:solidFill>
                  <a:schemeClr val="tx1"/>
                </a:solidFill>
              </a:rPr>
              <a:t>sem</a:t>
            </a:r>
            <a:r>
              <a:rPr lang="en-GB" sz="1000" dirty="0">
                <a:solidFill>
                  <a:schemeClr val="tx1"/>
                </a:solidFill>
              </a:rPr>
              <a:t> a </a:t>
            </a:r>
            <a:r>
              <a:rPr lang="en-GB" sz="1000" dirty="0" err="1">
                <a:solidFill>
                  <a:schemeClr val="tx1"/>
                </a:solidFill>
              </a:rPr>
              <a:t>efficitur</a:t>
            </a:r>
            <a:r>
              <a:rPr lang="en-GB" sz="1000" dirty="0">
                <a:solidFill>
                  <a:schemeClr val="tx1"/>
                </a:solidFill>
              </a:rPr>
              <a:t>. Nam sit </a:t>
            </a:r>
            <a:r>
              <a:rPr lang="en-GB" sz="1000" dirty="0" err="1">
                <a:solidFill>
                  <a:schemeClr val="tx1"/>
                </a:solidFill>
              </a:rPr>
              <a:t>amet</a:t>
            </a:r>
            <a:r>
              <a:rPr lang="en-GB" sz="1000" dirty="0">
                <a:solidFill>
                  <a:schemeClr val="tx1"/>
                </a:solidFill>
              </a:rPr>
              <a:t> </a:t>
            </a:r>
            <a:r>
              <a:rPr lang="en-GB" sz="1000" dirty="0" err="1">
                <a:solidFill>
                  <a:schemeClr val="tx1"/>
                </a:solidFill>
              </a:rPr>
              <a:t>tellus</a:t>
            </a:r>
            <a:r>
              <a:rPr lang="en-GB" sz="1000" dirty="0">
                <a:solidFill>
                  <a:schemeClr val="tx1"/>
                </a:solidFill>
              </a:rPr>
              <a:t> </a:t>
            </a:r>
            <a:r>
              <a:rPr lang="en-GB" sz="1000" dirty="0" err="1">
                <a:solidFill>
                  <a:schemeClr val="tx1"/>
                </a:solidFill>
              </a:rPr>
              <a:t>sed</a:t>
            </a:r>
            <a:r>
              <a:rPr lang="en-GB" sz="1000" dirty="0">
                <a:solidFill>
                  <a:schemeClr val="tx1"/>
                </a:solidFill>
              </a:rPr>
              <a:t> </a:t>
            </a:r>
            <a:r>
              <a:rPr lang="en-GB" sz="1000" dirty="0" err="1">
                <a:solidFill>
                  <a:schemeClr val="tx1"/>
                </a:solidFill>
              </a:rPr>
              <a:t>tortor</a:t>
            </a:r>
            <a:r>
              <a:rPr lang="en-GB" sz="1000" dirty="0">
                <a:solidFill>
                  <a:schemeClr val="tx1"/>
                </a:solidFill>
              </a:rPr>
              <a:t> </a:t>
            </a:r>
            <a:r>
              <a:rPr lang="en-GB" sz="1000" dirty="0" err="1">
                <a:solidFill>
                  <a:schemeClr val="tx1"/>
                </a:solidFill>
              </a:rPr>
              <a:t>euismod</a:t>
            </a:r>
            <a:r>
              <a:rPr lang="en-GB" sz="1000" dirty="0">
                <a:solidFill>
                  <a:schemeClr val="tx1"/>
                </a:solidFill>
              </a:rPr>
              <a:t> </a:t>
            </a:r>
            <a:r>
              <a:rPr lang="en-GB" sz="1000" dirty="0" err="1">
                <a:solidFill>
                  <a:schemeClr val="tx1"/>
                </a:solidFill>
              </a:rPr>
              <a:t>finibus</a:t>
            </a:r>
            <a:r>
              <a:rPr lang="en-GB" sz="1000" dirty="0">
                <a:solidFill>
                  <a:schemeClr val="tx1"/>
                </a:solidFill>
              </a:rPr>
              <a:t> vitae sit </a:t>
            </a:r>
            <a:r>
              <a:rPr lang="en-GB" sz="1000" dirty="0" err="1">
                <a:solidFill>
                  <a:schemeClr val="tx1"/>
                </a:solidFill>
              </a:rPr>
              <a:t>amet</a:t>
            </a:r>
            <a:r>
              <a:rPr lang="en-GB" sz="1000" dirty="0">
                <a:solidFill>
                  <a:schemeClr val="tx1"/>
                </a:solidFill>
              </a:rPr>
              <a:t> nisi. </a:t>
            </a:r>
          </a:p>
        </p:txBody>
      </p:sp>
      <p:sp>
        <p:nvSpPr>
          <p:cNvPr id="86" name="Rectangle 85">
            <a:extLst>
              <a:ext uri="{FF2B5EF4-FFF2-40B4-BE49-F238E27FC236}">
                <a16:creationId xmlns:a16="http://schemas.microsoft.com/office/drawing/2014/main" id="{E664AAD6-4CC4-9FF7-4E6C-90D44C877214}"/>
              </a:ext>
            </a:extLst>
          </p:cNvPr>
          <p:cNvSpPr/>
          <p:nvPr/>
        </p:nvSpPr>
        <p:spPr>
          <a:xfrm>
            <a:off x="9185878" y="5709905"/>
            <a:ext cx="1785436" cy="1311358"/>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36000" tIns="72000" rIns="36000" bIns="54000" rtlCol="0" anchor="t"/>
          <a:lstStyle/>
          <a:p>
            <a:pPr algn="ctr">
              <a:lnSpc>
                <a:spcPct val="117000"/>
              </a:lnSpc>
              <a:spcAft>
                <a:spcPts val="439"/>
              </a:spcAft>
            </a:pPr>
            <a:r>
              <a:rPr lang="en-GB" sz="1000" dirty="0">
                <a:solidFill>
                  <a:schemeClr val="tx1"/>
                </a:solidFill>
              </a:rPr>
              <a:t>Lorem ipsum </a:t>
            </a:r>
            <a:r>
              <a:rPr lang="en-GB" sz="1000" dirty="0" err="1">
                <a:solidFill>
                  <a:schemeClr val="tx1"/>
                </a:solidFill>
              </a:rPr>
              <a:t>dolor</a:t>
            </a:r>
            <a:r>
              <a:rPr lang="en-GB" sz="1000" dirty="0">
                <a:solidFill>
                  <a:schemeClr val="tx1"/>
                </a:solidFill>
              </a:rPr>
              <a:t> sit </a:t>
            </a:r>
            <a:r>
              <a:rPr lang="en-GB" sz="1000" dirty="0" err="1">
                <a:solidFill>
                  <a:schemeClr val="tx1"/>
                </a:solidFill>
              </a:rPr>
              <a:t>amet</a:t>
            </a:r>
            <a:r>
              <a:rPr lang="en-GB" sz="1000" dirty="0">
                <a:solidFill>
                  <a:schemeClr val="tx1"/>
                </a:solidFill>
              </a:rPr>
              <a:t>, </a:t>
            </a:r>
            <a:r>
              <a:rPr lang="en-GB" sz="1000" dirty="0" err="1">
                <a:solidFill>
                  <a:schemeClr val="tx1"/>
                </a:solidFill>
              </a:rPr>
              <a:t>consectetur</a:t>
            </a:r>
            <a:r>
              <a:rPr lang="en-GB" sz="1000" dirty="0">
                <a:solidFill>
                  <a:schemeClr val="tx1"/>
                </a:solidFill>
              </a:rPr>
              <a:t> </a:t>
            </a:r>
            <a:r>
              <a:rPr lang="en-GB" sz="1000" dirty="0" err="1">
                <a:solidFill>
                  <a:schemeClr val="tx1"/>
                </a:solidFill>
              </a:rPr>
              <a:t>adipiscing</a:t>
            </a:r>
            <a:r>
              <a:rPr lang="en-GB" sz="1000" dirty="0">
                <a:solidFill>
                  <a:schemeClr val="tx1"/>
                </a:solidFill>
              </a:rPr>
              <a:t> </a:t>
            </a:r>
            <a:r>
              <a:rPr lang="en-GB" sz="1000" dirty="0" err="1">
                <a:solidFill>
                  <a:schemeClr val="tx1"/>
                </a:solidFill>
              </a:rPr>
              <a:t>elit</a:t>
            </a:r>
            <a:r>
              <a:rPr lang="en-GB" sz="1000" dirty="0">
                <a:solidFill>
                  <a:schemeClr val="tx1"/>
                </a:solidFill>
              </a:rPr>
              <a:t>. Morbi </a:t>
            </a:r>
            <a:r>
              <a:rPr lang="en-GB" sz="1000" dirty="0" err="1">
                <a:solidFill>
                  <a:schemeClr val="tx1"/>
                </a:solidFill>
              </a:rPr>
              <a:t>posuere</a:t>
            </a:r>
            <a:r>
              <a:rPr lang="en-GB" sz="1000" dirty="0">
                <a:solidFill>
                  <a:schemeClr val="tx1"/>
                </a:solidFill>
              </a:rPr>
              <a:t> et </a:t>
            </a:r>
            <a:r>
              <a:rPr lang="en-GB" sz="1000" dirty="0" err="1">
                <a:solidFill>
                  <a:schemeClr val="tx1"/>
                </a:solidFill>
              </a:rPr>
              <a:t>sem</a:t>
            </a:r>
            <a:r>
              <a:rPr lang="en-GB" sz="1000" dirty="0">
                <a:solidFill>
                  <a:schemeClr val="tx1"/>
                </a:solidFill>
              </a:rPr>
              <a:t> a </a:t>
            </a:r>
            <a:r>
              <a:rPr lang="en-GB" sz="1000" dirty="0" err="1">
                <a:solidFill>
                  <a:schemeClr val="tx1"/>
                </a:solidFill>
              </a:rPr>
              <a:t>efficitur</a:t>
            </a:r>
            <a:r>
              <a:rPr lang="en-GB" sz="1000" dirty="0">
                <a:solidFill>
                  <a:schemeClr val="tx1"/>
                </a:solidFill>
              </a:rPr>
              <a:t>. Nam sit </a:t>
            </a:r>
            <a:r>
              <a:rPr lang="en-GB" sz="1000" dirty="0" err="1">
                <a:solidFill>
                  <a:schemeClr val="tx1"/>
                </a:solidFill>
              </a:rPr>
              <a:t>amet</a:t>
            </a:r>
            <a:r>
              <a:rPr lang="en-GB" sz="1000" dirty="0">
                <a:solidFill>
                  <a:schemeClr val="tx1"/>
                </a:solidFill>
              </a:rPr>
              <a:t> </a:t>
            </a:r>
            <a:r>
              <a:rPr lang="en-GB" sz="1000" dirty="0" err="1">
                <a:solidFill>
                  <a:schemeClr val="tx1"/>
                </a:solidFill>
              </a:rPr>
              <a:t>tellus</a:t>
            </a:r>
            <a:r>
              <a:rPr lang="en-GB" sz="1000" dirty="0">
                <a:solidFill>
                  <a:schemeClr val="tx1"/>
                </a:solidFill>
              </a:rPr>
              <a:t> </a:t>
            </a:r>
            <a:r>
              <a:rPr lang="en-GB" sz="1000" dirty="0" err="1">
                <a:solidFill>
                  <a:schemeClr val="tx1"/>
                </a:solidFill>
              </a:rPr>
              <a:t>sed</a:t>
            </a:r>
            <a:r>
              <a:rPr lang="en-GB" sz="1000" dirty="0">
                <a:solidFill>
                  <a:schemeClr val="tx1"/>
                </a:solidFill>
              </a:rPr>
              <a:t> </a:t>
            </a:r>
            <a:r>
              <a:rPr lang="en-GB" sz="1000" dirty="0" err="1">
                <a:solidFill>
                  <a:schemeClr val="tx1"/>
                </a:solidFill>
              </a:rPr>
              <a:t>tortor</a:t>
            </a:r>
            <a:r>
              <a:rPr lang="en-GB" sz="1000" dirty="0">
                <a:solidFill>
                  <a:schemeClr val="tx1"/>
                </a:solidFill>
              </a:rPr>
              <a:t> </a:t>
            </a:r>
            <a:r>
              <a:rPr lang="en-GB" sz="1000" dirty="0" err="1">
                <a:solidFill>
                  <a:schemeClr val="tx1"/>
                </a:solidFill>
              </a:rPr>
              <a:t>euismod</a:t>
            </a:r>
            <a:r>
              <a:rPr lang="en-GB" sz="1000" dirty="0">
                <a:solidFill>
                  <a:schemeClr val="tx1"/>
                </a:solidFill>
              </a:rPr>
              <a:t> </a:t>
            </a:r>
            <a:r>
              <a:rPr lang="en-GB" sz="1000" dirty="0" err="1">
                <a:solidFill>
                  <a:schemeClr val="tx1"/>
                </a:solidFill>
              </a:rPr>
              <a:t>finibus</a:t>
            </a:r>
            <a:r>
              <a:rPr lang="en-GB" sz="1000" dirty="0">
                <a:solidFill>
                  <a:schemeClr val="tx1"/>
                </a:solidFill>
              </a:rPr>
              <a:t> vitae sit </a:t>
            </a:r>
            <a:r>
              <a:rPr lang="en-GB" sz="1000" dirty="0" err="1">
                <a:solidFill>
                  <a:schemeClr val="tx1"/>
                </a:solidFill>
              </a:rPr>
              <a:t>amet</a:t>
            </a:r>
            <a:r>
              <a:rPr lang="en-GB" sz="1000" dirty="0">
                <a:solidFill>
                  <a:schemeClr val="tx1"/>
                </a:solidFill>
              </a:rPr>
              <a:t> nisi. </a:t>
            </a:r>
          </a:p>
        </p:txBody>
      </p:sp>
      <p:sp>
        <p:nvSpPr>
          <p:cNvPr id="87" name="Rectangle 86">
            <a:extLst>
              <a:ext uri="{FF2B5EF4-FFF2-40B4-BE49-F238E27FC236}">
                <a16:creationId xmlns:a16="http://schemas.microsoft.com/office/drawing/2014/main" id="{C4DAE158-7333-3C3A-8AF5-5564B6E4A882}"/>
              </a:ext>
            </a:extLst>
          </p:cNvPr>
          <p:cNvSpPr/>
          <p:nvPr/>
        </p:nvSpPr>
        <p:spPr>
          <a:xfrm>
            <a:off x="11138401" y="5709905"/>
            <a:ext cx="1785436" cy="1311358"/>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36000" tIns="72000" rIns="36000" bIns="54000" rtlCol="0" anchor="t"/>
          <a:lstStyle/>
          <a:p>
            <a:pPr algn="ctr">
              <a:lnSpc>
                <a:spcPct val="117000"/>
              </a:lnSpc>
              <a:spcAft>
                <a:spcPts val="439"/>
              </a:spcAft>
            </a:pPr>
            <a:r>
              <a:rPr lang="en-GB" sz="1000" dirty="0">
                <a:solidFill>
                  <a:schemeClr val="tx1"/>
                </a:solidFill>
              </a:rPr>
              <a:t>Lorem ipsum </a:t>
            </a:r>
            <a:r>
              <a:rPr lang="en-GB" sz="1000" dirty="0" err="1">
                <a:solidFill>
                  <a:schemeClr val="tx1"/>
                </a:solidFill>
              </a:rPr>
              <a:t>dolor</a:t>
            </a:r>
            <a:r>
              <a:rPr lang="en-GB" sz="1000" dirty="0">
                <a:solidFill>
                  <a:schemeClr val="tx1"/>
                </a:solidFill>
              </a:rPr>
              <a:t> sit </a:t>
            </a:r>
            <a:r>
              <a:rPr lang="en-GB" sz="1000" dirty="0" err="1">
                <a:solidFill>
                  <a:schemeClr val="tx1"/>
                </a:solidFill>
              </a:rPr>
              <a:t>amet</a:t>
            </a:r>
            <a:r>
              <a:rPr lang="en-GB" sz="1000" dirty="0">
                <a:solidFill>
                  <a:schemeClr val="tx1"/>
                </a:solidFill>
              </a:rPr>
              <a:t>, </a:t>
            </a:r>
            <a:r>
              <a:rPr lang="en-GB" sz="1000" dirty="0" err="1">
                <a:solidFill>
                  <a:schemeClr val="tx1"/>
                </a:solidFill>
              </a:rPr>
              <a:t>consectetur</a:t>
            </a:r>
            <a:r>
              <a:rPr lang="en-GB" sz="1000" dirty="0">
                <a:solidFill>
                  <a:schemeClr val="tx1"/>
                </a:solidFill>
              </a:rPr>
              <a:t> </a:t>
            </a:r>
            <a:r>
              <a:rPr lang="en-GB" sz="1000" dirty="0" err="1">
                <a:solidFill>
                  <a:schemeClr val="tx1"/>
                </a:solidFill>
              </a:rPr>
              <a:t>adipiscing</a:t>
            </a:r>
            <a:r>
              <a:rPr lang="en-GB" sz="1000" dirty="0">
                <a:solidFill>
                  <a:schemeClr val="tx1"/>
                </a:solidFill>
              </a:rPr>
              <a:t> </a:t>
            </a:r>
            <a:r>
              <a:rPr lang="en-GB" sz="1000" dirty="0" err="1">
                <a:solidFill>
                  <a:schemeClr val="tx1"/>
                </a:solidFill>
              </a:rPr>
              <a:t>elit</a:t>
            </a:r>
            <a:r>
              <a:rPr lang="en-GB" sz="1000" dirty="0">
                <a:solidFill>
                  <a:schemeClr val="tx1"/>
                </a:solidFill>
              </a:rPr>
              <a:t>. Morbi </a:t>
            </a:r>
            <a:r>
              <a:rPr lang="en-GB" sz="1000" dirty="0" err="1">
                <a:solidFill>
                  <a:schemeClr val="tx1"/>
                </a:solidFill>
              </a:rPr>
              <a:t>posuere</a:t>
            </a:r>
            <a:r>
              <a:rPr lang="en-GB" sz="1000" dirty="0">
                <a:solidFill>
                  <a:schemeClr val="tx1"/>
                </a:solidFill>
              </a:rPr>
              <a:t> et </a:t>
            </a:r>
            <a:r>
              <a:rPr lang="en-GB" sz="1000" dirty="0" err="1">
                <a:solidFill>
                  <a:schemeClr val="tx1"/>
                </a:solidFill>
              </a:rPr>
              <a:t>sem</a:t>
            </a:r>
            <a:r>
              <a:rPr lang="en-GB" sz="1000" dirty="0">
                <a:solidFill>
                  <a:schemeClr val="tx1"/>
                </a:solidFill>
              </a:rPr>
              <a:t> a </a:t>
            </a:r>
            <a:r>
              <a:rPr lang="en-GB" sz="1000" dirty="0" err="1">
                <a:solidFill>
                  <a:schemeClr val="tx1"/>
                </a:solidFill>
              </a:rPr>
              <a:t>efficitur</a:t>
            </a:r>
            <a:r>
              <a:rPr lang="en-GB" sz="1000" dirty="0">
                <a:solidFill>
                  <a:schemeClr val="tx1"/>
                </a:solidFill>
              </a:rPr>
              <a:t>. Nam sit </a:t>
            </a:r>
            <a:r>
              <a:rPr lang="en-GB" sz="1000" dirty="0" err="1">
                <a:solidFill>
                  <a:schemeClr val="tx1"/>
                </a:solidFill>
              </a:rPr>
              <a:t>amet</a:t>
            </a:r>
            <a:r>
              <a:rPr lang="en-GB" sz="1000" dirty="0">
                <a:solidFill>
                  <a:schemeClr val="tx1"/>
                </a:solidFill>
              </a:rPr>
              <a:t> </a:t>
            </a:r>
            <a:r>
              <a:rPr lang="en-GB" sz="1000" dirty="0" err="1">
                <a:solidFill>
                  <a:schemeClr val="tx1"/>
                </a:solidFill>
              </a:rPr>
              <a:t>tellus</a:t>
            </a:r>
            <a:r>
              <a:rPr lang="en-GB" sz="1000" dirty="0">
                <a:solidFill>
                  <a:schemeClr val="tx1"/>
                </a:solidFill>
              </a:rPr>
              <a:t> </a:t>
            </a:r>
            <a:r>
              <a:rPr lang="en-GB" sz="1000" dirty="0" err="1">
                <a:solidFill>
                  <a:schemeClr val="tx1"/>
                </a:solidFill>
              </a:rPr>
              <a:t>sed</a:t>
            </a:r>
            <a:r>
              <a:rPr lang="en-GB" sz="1000" dirty="0">
                <a:solidFill>
                  <a:schemeClr val="tx1"/>
                </a:solidFill>
              </a:rPr>
              <a:t> </a:t>
            </a:r>
            <a:r>
              <a:rPr lang="en-GB" sz="1000" dirty="0" err="1">
                <a:solidFill>
                  <a:schemeClr val="tx1"/>
                </a:solidFill>
              </a:rPr>
              <a:t>tortor</a:t>
            </a:r>
            <a:r>
              <a:rPr lang="en-GB" sz="1000" dirty="0">
                <a:solidFill>
                  <a:schemeClr val="tx1"/>
                </a:solidFill>
              </a:rPr>
              <a:t> </a:t>
            </a:r>
            <a:r>
              <a:rPr lang="en-GB" sz="1000" dirty="0" err="1">
                <a:solidFill>
                  <a:schemeClr val="tx1"/>
                </a:solidFill>
              </a:rPr>
              <a:t>euismod</a:t>
            </a:r>
            <a:r>
              <a:rPr lang="en-GB" sz="1000" dirty="0">
                <a:solidFill>
                  <a:schemeClr val="tx1"/>
                </a:solidFill>
              </a:rPr>
              <a:t> </a:t>
            </a:r>
            <a:r>
              <a:rPr lang="en-GB" sz="1000" dirty="0" err="1">
                <a:solidFill>
                  <a:schemeClr val="tx1"/>
                </a:solidFill>
              </a:rPr>
              <a:t>finibus</a:t>
            </a:r>
            <a:r>
              <a:rPr lang="en-GB" sz="1000" dirty="0">
                <a:solidFill>
                  <a:schemeClr val="tx1"/>
                </a:solidFill>
              </a:rPr>
              <a:t> vitae sit </a:t>
            </a:r>
            <a:r>
              <a:rPr lang="en-GB" sz="1000" dirty="0" err="1">
                <a:solidFill>
                  <a:schemeClr val="tx1"/>
                </a:solidFill>
              </a:rPr>
              <a:t>amet</a:t>
            </a:r>
            <a:r>
              <a:rPr lang="en-GB" sz="1000" dirty="0">
                <a:solidFill>
                  <a:schemeClr val="tx1"/>
                </a:solidFill>
              </a:rPr>
              <a:t> nisi. </a:t>
            </a:r>
          </a:p>
        </p:txBody>
      </p:sp>
      <p:sp>
        <p:nvSpPr>
          <p:cNvPr id="88" name="Rectangle 87">
            <a:extLst>
              <a:ext uri="{FF2B5EF4-FFF2-40B4-BE49-F238E27FC236}">
                <a16:creationId xmlns:a16="http://schemas.microsoft.com/office/drawing/2014/main" id="{C66512C2-E1F9-F147-40D5-E35ADC79E953}"/>
              </a:ext>
            </a:extLst>
          </p:cNvPr>
          <p:cNvSpPr/>
          <p:nvPr/>
        </p:nvSpPr>
        <p:spPr>
          <a:xfrm>
            <a:off x="7233353" y="5709905"/>
            <a:ext cx="1785436" cy="1311358"/>
          </a:xfrm>
          <a:prstGeom prst="rect">
            <a:avLst/>
          </a:prstGeom>
          <a:noFill/>
          <a:ln w="6350">
            <a:solidFill>
              <a:srgbClr val="F9FCFC"/>
            </a:solidFill>
          </a:ln>
        </p:spPr>
        <p:style>
          <a:lnRef idx="0">
            <a:scrgbClr r="0" g="0" b="0"/>
          </a:lnRef>
          <a:fillRef idx="0">
            <a:scrgbClr r="0" g="0" b="0"/>
          </a:fillRef>
          <a:effectRef idx="0">
            <a:scrgbClr r="0" g="0" b="0"/>
          </a:effectRef>
          <a:fontRef idx="minor">
            <a:schemeClr val="lt1"/>
          </a:fontRef>
        </p:style>
        <p:txBody>
          <a:bodyPr lIns="36000" tIns="72000" rIns="36000" bIns="54000" rtlCol="0" anchor="t"/>
          <a:lstStyle/>
          <a:p>
            <a:pPr algn="ctr">
              <a:lnSpc>
                <a:spcPct val="117000"/>
              </a:lnSpc>
              <a:spcAft>
                <a:spcPts val="439"/>
              </a:spcAft>
            </a:pPr>
            <a:r>
              <a:rPr lang="en-GB" sz="1000" dirty="0">
                <a:solidFill>
                  <a:schemeClr val="tx1"/>
                </a:solidFill>
              </a:rPr>
              <a:t>Lorem ipsum </a:t>
            </a:r>
            <a:r>
              <a:rPr lang="en-GB" sz="1000" dirty="0" err="1">
                <a:solidFill>
                  <a:schemeClr val="tx1"/>
                </a:solidFill>
              </a:rPr>
              <a:t>dolor</a:t>
            </a:r>
            <a:r>
              <a:rPr lang="en-GB" sz="1000" dirty="0">
                <a:solidFill>
                  <a:schemeClr val="tx1"/>
                </a:solidFill>
              </a:rPr>
              <a:t> sit </a:t>
            </a:r>
            <a:r>
              <a:rPr lang="en-GB" sz="1000" dirty="0" err="1">
                <a:solidFill>
                  <a:schemeClr val="tx1"/>
                </a:solidFill>
              </a:rPr>
              <a:t>amet</a:t>
            </a:r>
            <a:r>
              <a:rPr lang="en-GB" sz="1000" dirty="0">
                <a:solidFill>
                  <a:schemeClr val="tx1"/>
                </a:solidFill>
              </a:rPr>
              <a:t>, </a:t>
            </a:r>
            <a:r>
              <a:rPr lang="en-GB" sz="1000" dirty="0" err="1">
                <a:solidFill>
                  <a:schemeClr val="tx1"/>
                </a:solidFill>
              </a:rPr>
              <a:t>consectetur</a:t>
            </a:r>
            <a:r>
              <a:rPr lang="en-GB" sz="1000" dirty="0">
                <a:solidFill>
                  <a:schemeClr val="tx1"/>
                </a:solidFill>
              </a:rPr>
              <a:t> </a:t>
            </a:r>
            <a:r>
              <a:rPr lang="en-GB" sz="1000" dirty="0" err="1">
                <a:solidFill>
                  <a:schemeClr val="tx1"/>
                </a:solidFill>
              </a:rPr>
              <a:t>adipiscing</a:t>
            </a:r>
            <a:r>
              <a:rPr lang="en-GB" sz="1000" dirty="0">
                <a:solidFill>
                  <a:schemeClr val="tx1"/>
                </a:solidFill>
              </a:rPr>
              <a:t> </a:t>
            </a:r>
            <a:r>
              <a:rPr lang="en-GB" sz="1000" dirty="0" err="1">
                <a:solidFill>
                  <a:schemeClr val="tx1"/>
                </a:solidFill>
              </a:rPr>
              <a:t>elit</a:t>
            </a:r>
            <a:r>
              <a:rPr lang="en-GB" sz="1000" dirty="0">
                <a:solidFill>
                  <a:schemeClr val="tx1"/>
                </a:solidFill>
              </a:rPr>
              <a:t>. Morbi </a:t>
            </a:r>
            <a:r>
              <a:rPr lang="en-GB" sz="1000" dirty="0" err="1">
                <a:solidFill>
                  <a:schemeClr val="tx1"/>
                </a:solidFill>
              </a:rPr>
              <a:t>posuere</a:t>
            </a:r>
            <a:r>
              <a:rPr lang="en-GB" sz="1000" dirty="0">
                <a:solidFill>
                  <a:schemeClr val="tx1"/>
                </a:solidFill>
              </a:rPr>
              <a:t> et </a:t>
            </a:r>
            <a:r>
              <a:rPr lang="en-GB" sz="1000" dirty="0" err="1">
                <a:solidFill>
                  <a:schemeClr val="tx1"/>
                </a:solidFill>
              </a:rPr>
              <a:t>sem</a:t>
            </a:r>
            <a:r>
              <a:rPr lang="en-GB" sz="1000" dirty="0">
                <a:solidFill>
                  <a:schemeClr val="tx1"/>
                </a:solidFill>
              </a:rPr>
              <a:t> a </a:t>
            </a:r>
            <a:r>
              <a:rPr lang="en-GB" sz="1000" dirty="0" err="1">
                <a:solidFill>
                  <a:schemeClr val="tx1"/>
                </a:solidFill>
              </a:rPr>
              <a:t>efficitur</a:t>
            </a:r>
            <a:r>
              <a:rPr lang="en-GB" sz="1000" dirty="0">
                <a:solidFill>
                  <a:schemeClr val="tx1"/>
                </a:solidFill>
              </a:rPr>
              <a:t>. Nam sit </a:t>
            </a:r>
            <a:r>
              <a:rPr lang="en-GB" sz="1000" dirty="0" err="1">
                <a:solidFill>
                  <a:schemeClr val="tx1"/>
                </a:solidFill>
              </a:rPr>
              <a:t>amet</a:t>
            </a:r>
            <a:r>
              <a:rPr lang="en-GB" sz="1000" dirty="0">
                <a:solidFill>
                  <a:schemeClr val="tx1"/>
                </a:solidFill>
              </a:rPr>
              <a:t> </a:t>
            </a:r>
            <a:r>
              <a:rPr lang="en-GB" sz="1000" dirty="0" err="1">
                <a:solidFill>
                  <a:schemeClr val="tx1"/>
                </a:solidFill>
              </a:rPr>
              <a:t>tellus</a:t>
            </a:r>
            <a:r>
              <a:rPr lang="en-GB" sz="1000" dirty="0">
                <a:solidFill>
                  <a:schemeClr val="tx1"/>
                </a:solidFill>
              </a:rPr>
              <a:t> </a:t>
            </a:r>
            <a:r>
              <a:rPr lang="en-GB" sz="1000" dirty="0" err="1">
                <a:solidFill>
                  <a:schemeClr val="tx1"/>
                </a:solidFill>
              </a:rPr>
              <a:t>sed</a:t>
            </a:r>
            <a:r>
              <a:rPr lang="en-GB" sz="1000" dirty="0">
                <a:solidFill>
                  <a:schemeClr val="tx1"/>
                </a:solidFill>
              </a:rPr>
              <a:t> </a:t>
            </a:r>
            <a:r>
              <a:rPr lang="en-GB" sz="1000" dirty="0" err="1">
                <a:solidFill>
                  <a:schemeClr val="tx1"/>
                </a:solidFill>
              </a:rPr>
              <a:t>tortor</a:t>
            </a:r>
            <a:r>
              <a:rPr lang="en-GB" sz="1000" dirty="0">
                <a:solidFill>
                  <a:schemeClr val="tx1"/>
                </a:solidFill>
              </a:rPr>
              <a:t> </a:t>
            </a:r>
            <a:r>
              <a:rPr lang="en-GB" sz="1000" dirty="0" err="1">
                <a:solidFill>
                  <a:schemeClr val="tx1"/>
                </a:solidFill>
              </a:rPr>
              <a:t>euismod</a:t>
            </a:r>
            <a:r>
              <a:rPr lang="en-GB" sz="1000" dirty="0">
                <a:solidFill>
                  <a:schemeClr val="tx1"/>
                </a:solidFill>
              </a:rPr>
              <a:t> </a:t>
            </a:r>
            <a:r>
              <a:rPr lang="en-GB" sz="1000" dirty="0" err="1">
                <a:solidFill>
                  <a:schemeClr val="tx1"/>
                </a:solidFill>
              </a:rPr>
              <a:t>finibus</a:t>
            </a:r>
            <a:r>
              <a:rPr lang="en-GB" sz="1000" dirty="0">
                <a:solidFill>
                  <a:schemeClr val="tx1"/>
                </a:solidFill>
              </a:rPr>
              <a:t> vitae sit </a:t>
            </a:r>
            <a:r>
              <a:rPr lang="en-GB" sz="1000" dirty="0" err="1">
                <a:solidFill>
                  <a:schemeClr val="tx1"/>
                </a:solidFill>
              </a:rPr>
              <a:t>amet</a:t>
            </a:r>
            <a:r>
              <a:rPr lang="en-GB" sz="1000" dirty="0">
                <a:solidFill>
                  <a:schemeClr val="tx1"/>
                </a:solidFill>
              </a:rPr>
              <a:t> nisi. </a:t>
            </a:r>
          </a:p>
        </p:txBody>
      </p:sp>
      <p:sp>
        <p:nvSpPr>
          <p:cNvPr id="89" name="Rectangle 88">
            <a:extLst>
              <a:ext uri="{FF2B5EF4-FFF2-40B4-BE49-F238E27FC236}">
                <a16:creationId xmlns:a16="http://schemas.microsoft.com/office/drawing/2014/main" id="{C1374158-9D0F-8C6A-303D-CB1DFF723EEA}"/>
              </a:ext>
            </a:extLst>
          </p:cNvPr>
          <p:cNvSpPr/>
          <p:nvPr/>
        </p:nvSpPr>
        <p:spPr>
          <a:xfrm>
            <a:off x="5280830" y="3337916"/>
            <a:ext cx="1785436" cy="475142"/>
          </a:xfrm>
          <a:prstGeom prst="rect">
            <a:avLst/>
          </a:prstGeom>
          <a:solidFill>
            <a:srgbClr val="B22470"/>
          </a:solidFill>
          <a:ln w="6350">
            <a:noFill/>
          </a:ln>
        </p:spPr>
        <p:style>
          <a:lnRef idx="0">
            <a:scrgbClr r="0" g="0" b="0"/>
          </a:lnRef>
          <a:fillRef idx="0">
            <a:scrgbClr r="0" g="0" b="0"/>
          </a:fillRef>
          <a:effectRef idx="0">
            <a:scrgbClr r="0" g="0" b="0"/>
          </a:effectRef>
          <a:fontRef idx="minor">
            <a:schemeClr val="lt1"/>
          </a:fontRef>
        </p:style>
        <p:txBody>
          <a:bodyPr lIns="180000" tIns="36000" rIns="180000" bIns="36000" rtlCol="0" anchor="ctr">
            <a:noAutofit/>
          </a:bodyPr>
          <a:lstStyle/>
          <a:p>
            <a:pPr algn="ctr"/>
            <a:r>
              <a:rPr lang="en-GB" sz="1400" b="1">
                <a:solidFill>
                  <a:schemeClr val="bg1"/>
                </a:solidFill>
                <a:latin typeface="+mj-lt"/>
              </a:rPr>
              <a:t>Team</a:t>
            </a:r>
            <a:endParaRPr lang="en-GB" sz="1400">
              <a:solidFill>
                <a:schemeClr val="bg1"/>
              </a:solidFill>
              <a:latin typeface="+mj-lt"/>
            </a:endParaRPr>
          </a:p>
        </p:txBody>
      </p:sp>
      <p:sp>
        <p:nvSpPr>
          <p:cNvPr id="90" name="TextBox 89">
            <a:extLst>
              <a:ext uri="{FF2B5EF4-FFF2-40B4-BE49-F238E27FC236}">
                <a16:creationId xmlns:a16="http://schemas.microsoft.com/office/drawing/2014/main" id="{F0F5C9EB-A02C-EAC4-6F80-F168B9D69DA9}"/>
              </a:ext>
            </a:extLst>
          </p:cNvPr>
          <p:cNvSpPr txBox="1"/>
          <p:nvPr/>
        </p:nvSpPr>
        <p:spPr>
          <a:xfrm>
            <a:off x="5783988" y="3893852"/>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91" name="TextBox 90">
            <a:extLst>
              <a:ext uri="{FF2B5EF4-FFF2-40B4-BE49-F238E27FC236}">
                <a16:creationId xmlns:a16="http://schemas.microsoft.com/office/drawing/2014/main" id="{D10ECC5E-5966-417B-6019-08976A448224}"/>
              </a:ext>
            </a:extLst>
          </p:cNvPr>
          <p:cNvSpPr txBox="1"/>
          <p:nvPr/>
        </p:nvSpPr>
        <p:spPr>
          <a:xfrm>
            <a:off x="5783988" y="4429587"/>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92" name="TextBox 91">
            <a:extLst>
              <a:ext uri="{FF2B5EF4-FFF2-40B4-BE49-F238E27FC236}">
                <a16:creationId xmlns:a16="http://schemas.microsoft.com/office/drawing/2014/main" id="{B2FA4E61-C55E-358F-5B13-1CA7CF05AA3D}"/>
              </a:ext>
            </a:extLst>
          </p:cNvPr>
          <p:cNvSpPr txBox="1"/>
          <p:nvPr/>
        </p:nvSpPr>
        <p:spPr>
          <a:xfrm>
            <a:off x="5783988" y="4965321"/>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93" name="Rectangle 92">
            <a:extLst>
              <a:ext uri="{FF2B5EF4-FFF2-40B4-BE49-F238E27FC236}">
                <a16:creationId xmlns:a16="http://schemas.microsoft.com/office/drawing/2014/main" id="{E4AE62C6-AEB6-F622-C5A7-B5D2AC92D4BB}"/>
              </a:ext>
            </a:extLst>
          </p:cNvPr>
          <p:cNvSpPr/>
          <p:nvPr/>
        </p:nvSpPr>
        <p:spPr>
          <a:xfrm>
            <a:off x="3328305" y="3337916"/>
            <a:ext cx="1785436" cy="486342"/>
          </a:xfrm>
          <a:prstGeom prst="rect">
            <a:avLst/>
          </a:prstGeom>
          <a:solidFill>
            <a:srgbClr val="B22470"/>
          </a:solidFill>
          <a:ln w="6350">
            <a:noFill/>
          </a:ln>
        </p:spPr>
        <p:style>
          <a:lnRef idx="0">
            <a:scrgbClr r="0" g="0" b="0"/>
          </a:lnRef>
          <a:fillRef idx="0">
            <a:scrgbClr r="0" g="0" b="0"/>
          </a:fillRef>
          <a:effectRef idx="0">
            <a:scrgbClr r="0" g="0" b="0"/>
          </a:effectRef>
          <a:fontRef idx="minor">
            <a:schemeClr val="lt1"/>
          </a:fontRef>
        </p:style>
        <p:txBody>
          <a:bodyPr lIns="180000" tIns="36000" rIns="180000" bIns="36000" rtlCol="0" anchor="ctr">
            <a:noAutofit/>
          </a:bodyPr>
          <a:lstStyle/>
          <a:p>
            <a:pPr algn="ctr"/>
            <a:r>
              <a:rPr lang="en-GB" sz="1400" b="1">
                <a:solidFill>
                  <a:schemeClr val="bg1"/>
                </a:solidFill>
                <a:latin typeface="+mj-lt"/>
              </a:rPr>
              <a:t>Team</a:t>
            </a:r>
          </a:p>
        </p:txBody>
      </p:sp>
      <p:sp>
        <p:nvSpPr>
          <p:cNvPr id="94" name="TextBox 93">
            <a:extLst>
              <a:ext uri="{FF2B5EF4-FFF2-40B4-BE49-F238E27FC236}">
                <a16:creationId xmlns:a16="http://schemas.microsoft.com/office/drawing/2014/main" id="{AC82AE5A-0A59-7132-FD7A-60BA3A632AB8}"/>
              </a:ext>
            </a:extLst>
          </p:cNvPr>
          <p:cNvSpPr txBox="1"/>
          <p:nvPr/>
        </p:nvSpPr>
        <p:spPr>
          <a:xfrm>
            <a:off x="3831463" y="3893852"/>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sp>
        <p:nvSpPr>
          <p:cNvPr id="95" name="TextBox 94">
            <a:extLst>
              <a:ext uri="{FF2B5EF4-FFF2-40B4-BE49-F238E27FC236}">
                <a16:creationId xmlns:a16="http://schemas.microsoft.com/office/drawing/2014/main" id="{1564196E-FD9C-63B3-4BC6-6F908BF7ED5E}"/>
              </a:ext>
            </a:extLst>
          </p:cNvPr>
          <p:cNvSpPr txBox="1"/>
          <p:nvPr/>
        </p:nvSpPr>
        <p:spPr>
          <a:xfrm>
            <a:off x="3831463" y="4429587"/>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sp>
        <p:nvSpPr>
          <p:cNvPr id="96" name="TextBox 95">
            <a:extLst>
              <a:ext uri="{FF2B5EF4-FFF2-40B4-BE49-F238E27FC236}">
                <a16:creationId xmlns:a16="http://schemas.microsoft.com/office/drawing/2014/main" id="{8FB6A1F9-9B20-DAEB-A469-6FA40E7AE87C}"/>
              </a:ext>
            </a:extLst>
          </p:cNvPr>
          <p:cNvSpPr txBox="1"/>
          <p:nvPr/>
        </p:nvSpPr>
        <p:spPr>
          <a:xfrm>
            <a:off x="3831463" y="4965321"/>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97" name="Rectangle 96">
            <a:extLst>
              <a:ext uri="{FF2B5EF4-FFF2-40B4-BE49-F238E27FC236}">
                <a16:creationId xmlns:a16="http://schemas.microsoft.com/office/drawing/2014/main" id="{DF7CC1D3-3033-DAEF-E002-0CB55433FB1F}"/>
              </a:ext>
            </a:extLst>
          </p:cNvPr>
          <p:cNvSpPr/>
          <p:nvPr/>
        </p:nvSpPr>
        <p:spPr>
          <a:xfrm>
            <a:off x="9185878" y="3337916"/>
            <a:ext cx="1785436" cy="486342"/>
          </a:xfrm>
          <a:prstGeom prst="rect">
            <a:avLst/>
          </a:prstGeom>
          <a:solidFill>
            <a:srgbClr val="B22470"/>
          </a:solidFill>
          <a:ln w="6350">
            <a:noFill/>
          </a:ln>
        </p:spPr>
        <p:style>
          <a:lnRef idx="0">
            <a:scrgbClr r="0" g="0" b="0"/>
          </a:lnRef>
          <a:fillRef idx="0">
            <a:scrgbClr r="0" g="0" b="0"/>
          </a:fillRef>
          <a:effectRef idx="0">
            <a:scrgbClr r="0" g="0" b="0"/>
          </a:effectRef>
          <a:fontRef idx="minor">
            <a:schemeClr val="lt1"/>
          </a:fontRef>
        </p:style>
        <p:txBody>
          <a:bodyPr lIns="180000" tIns="36000" rIns="180000" bIns="36000" rtlCol="0" anchor="ctr">
            <a:noAutofit/>
          </a:bodyPr>
          <a:lstStyle/>
          <a:p>
            <a:pPr algn="ctr"/>
            <a:r>
              <a:rPr lang="en-GB" sz="1400" b="1">
                <a:solidFill>
                  <a:schemeClr val="bg1"/>
                </a:solidFill>
                <a:latin typeface="+mj-lt"/>
              </a:rPr>
              <a:t>Team</a:t>
            </a:r>
            <a:endParaRPr lang="en-GB" sz="1400">
              <a:solidFill>
                <a:schemeClr val="bg1"/>
              </a:solidFill>
              <a:latin typeface="+mj-lt"/>
            </a:endParaRPr>
          </a:p>
        </p:txBody>
      </p:sp>
      <p:sp>
        <p:nvSpPr>
          <p:cNvPr id="98" name="TextBox 97">
            <a:extLst>
              <a:ext uri="{FF2B5EF4-FFF2-40B4-BE49-F238E27FC236}">
                <a16:creationId xmlns:a16="http://schemas.microsoft.com/office/drawing/2014/main" id="{04339CCF-D8F5-2CD0-56D9-69222461F728}"/>
              </a:ext>
            </a:extLst>
          </p:cNvPr>
          <p:cNvSpPr txBox="1"/>
          <p:nvPr/>
        </p:nvSpPr>
        <p:spPr>
          <a:xfrm>
            <a:off x="9689036" y="4429587"/>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99" name="TextBox 98">
            <a:extLst>
              <a:ext uri="{FF2B5EF4-FFF2-40B4-BE49-F238E27FC236}">
                <a16:creationId xmlns:a16="http://schemas.microsoft.com/office/drawing/2014/main" id="{D6CEB0B5-72E5-5922-C737-CDD67C0F4867}"/>
              </a:ext>
            </a:extLst>
          </p:cNvPr>
          <p:cNvSpPr txBox="1"/>
          <p:nvPr/>
        </p:nvSpPr>
        <p:spPr>
          <a:xfrm>
            <a:off x="9689036" y="3893852"/>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0" name="TextBox 99">
            <a:extLst>
              <a:ext uri="{FF2B5EF4-FFF2-40B4-BE49-F238E27FC236}">
                <a16:creationId xmlns:a16="http://schemas.microsoft.com/office/drawing/2014/main" id="{C05EE4CD-A252-7BD8-F99E-CC9A9BE92B3A}"/>
              </a:ext>
            </a:extLst>
          </p:cNvPr>
          <p:cNvSpPr txBox="1"/>
          <p:nvPr/>
        </p:nvSpPr>
        <p:spPr>
          <a:xfrm>
            <a:off x="9689036" y="4965321"/>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1" name="Rectangle 100">
            <a:extLst>
              <a:ext uri="{FF2B5EF4-FFF2-40B4-BE49-F238E27FC236}">
                <a16:creationId xmlns:a16="http://schemas.microsoft.com/office/drawing/2014/main" id="{A1443393-03C1-A9FD-3CC1-7E20C9E044FD}"/>
              </a:ext>
            </a:extLst>
          </p:cNvPr>
          <p:cNvSpPr/>
          <p:nvPr/>
        </p:nvSpPr>
        <p:spPr>
          <a:xfrm>
            <a:off x="11138401" y="3337916"/>
            <a:ext cx="1785436" cy="486342"/>
          </a:xfrm>
          <a:prstGeom prst="rect">
            <a:avLst/>
          </a:prstGeom>
          <a:solidFill>
            <a:srgbClr val="B22470"/>
          </a:solidFill>
          <a:ln w="6350">
            <a:noFill/>
          </a:ln>
        </p:spPr>
        <p:style>
          <a:lnRef idx="0">
            <a:scrgbClr r="0" g="0" b="0"/>
          </a:lnRef>
          <a:fillRef idx="0">
            <a:scrgbClr r="0" g="0" b="0"/>
          </a:fillRef>
          <a:effectRef idx="0">
            <a:scrgbClr r="0" g="0" b="0"/>
          </a:effectRef>
          <a:fontRef idx="minor">
            <a:schemeClr val="lt1"/>
          </a:fontRef>
        </p:style>
        <p:txBody>
          <a:bodyPr lIns="180000" tIns="36000" rIns="180000" bIns="36000" rtlCol="0" anchor="ctr">
            <a:noAutofit/>
          </a:bodyPr>
          <a:lstStyle/>
          <a:p>
            <a:pPr algn="ctr"/>
            <a:r>
              <a:rPr lang="en-GB" sz="1400" b="1">
                <a:solidFill>
                  <a:schemeClr val="bg1"/>
                </a:solidFill>
                <a:latin typeface="+mj-lt"/>
              </a:rPr>
              <a:t>Team</a:t>
            </a:r>
            <a:endParaRPr lang="en-GB" sz="1400">
              <a:solidFill>
                <a:schemeClr val="bg1"/>
              </a:solidFill>
              <a:latin typeface="+mj-lt"/>
            </a:endParaRPr>
          </a:p>
        </p:txBody>
      </p:sp>
      <p:sp>
        <p:nvSpPr>
          <p:cNvPr id="102" name="TextBox 101">
            <a:extLst>
              <a:ext uri="{FF2B5EF4-FFF2-40B4-BE49-F238E27FC236}">
                <a16:creationId xmlns:a16="http://schemas.microsoft.com/office/drawing/2014/main" id="{8BF56E47-DF37-CCC3-42FD-B360A9163DA0}"/>
              </a:ext>
            </a:extLst>
          </p:cNvPr>
          <p:cNvSpPr txBox="1"/>
          <p:nvPr/>
        </p:nvSpPr>
        <p:spPr>
          <a:xfrm>
            <a:off x="11641560" y="3893852"/>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3" name="TextBox 102">
            <a:extLst>
              <a:ext uri="{FF2B5EF4-FFF2-40B4-BE49-F238E27FC236}">
                <a16:creationId xmlns:a16="http://schemas.microsoft.com/office/drawing/2014/main" id="{3CB889CF-FDCD-18E8-9571-9CEFBEF8936A}"/>
              </a:ext>
            </a:extLst>
          </p:cNvPr>
          <p:cNvSpPr txBox="1"/>
          <p:nvPr/>
        </p:nvSpPr>
        <p:spPr>
          <a:xfrm>
            <a:off x="11641560" y="4429587"/>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4" name="TextBox 103">
            <a:extLst>
              <a:ext uri="{FF2B5EF4-FFF2-40B4-BE49-F238E27FC236}">
                <a16:creationId xmlns:a16="http://schemas.microsoft.com/office/drawing/2014/main" id="{B2495EFB-109E-7164-DBE8-28F628741468}"/>
              </a:ext>
            </a:extLst>
          </p:cNvPr>
          <p:cNvSpPr txBox="1"/>
          <p:nvPr/>
        </p:nvSpPr>
        <p:spPr>
          <a:xfrm>
            <a:off x="11641560" y="4965321"/>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5" name="Rectangle 104">
            <a:extLst>
              <a:ext uri="{FF2B5EF4-FFF2-40B4-BE49-F238E27FC236}">
                <a16:creationId xmlns:a16="http://schemas.microsoft.com/office/drawing/2014/main" id="{B978674F-DA06-EEA8-7618-3472A7C1E475}"/>
              </a:ext>
            </a:extLst>
          </p:cNvPr>
          <p:cNvSpPr/>
          <p:nvPr/>
        </p:nvSpPr>
        <p:spPr>
          <a:xfrm>
            <a:off x="7233353" y="3337916"/>
            <a:ext cx="1785436" cy="486342"/>
          </a:xfrm>
          <a:prstGeom prst="rect">
            <a:avLst/>
          </a:prstGeom>
          <a:solidFill>
            <a:srgbClr val="B22470"/>
          </a:solidFill>
          <a:ln w="6350">
            <a:noFill/>
          </a:ln>
        </p:spPr>
        <p:style>
          <a:lnRef idx="0">
            <a:scrgbClr r="0" g="0" b="0"/>
          </a:lnRef>
          <a:fillRef idx="0">
            <a:scrgbClr r="0" g="0" b="0"/>
          </a:fillRef>
          <a:effectRef idx="0">
            <a:scrgbClr r="0" g="0" b="0"/>
          </a:effectRef>
          <a:fontRef idx="minor">
            <a:schemeClr val="lt1"/>
          </a:fontRef>
        </p:style>
        <p:txBody>
          <a:bodyPr lIns="180000" tIns="36000" rIns="180000" bIns="36000" rtlCol="0" anchor="ctr">
            <a:noAutofit/>
          </a:bodyPr>
          <a:lstStyle/>
          <a:p>
            <a:pPr algn="ctr"/>
            <a:r>
              <a:rPr lang="en-GB" sz="1400" b="1">
                <a:solidFill>
                  <a:schemeClr val="bg1"/>
                </a:solidFill>
                <a:latin typeface="+mj-lt"/>
              </a:rPr>
              <a:t>Team</a:t>
            </a:r>
            <a:endParaRPr lang="en-GB" sz="1400">
              <a:solidFill>
                <a:schemeClr val="bg1"/>
              </a:solidFill>
              <a:latin typeface="+mj-lt"/>
            </a:endParaRPr>
          </a:p>
        </p:txBody>
      </p:sp>
      <p:sp>
        <p:nvSpPr>
          <p:cNvPr id="106" name="TextBox 105">
            <a:extLst>
              <a:ext uri="{FF2B5EF4-FFF2-40B4-BE49-F238E27FC236}">
                <a16:creationId xmlns:a16="http://schemas.microsoft.com/office/drawing/2014/main" id="{A9465D1F-E855-D569-7DC3-AFB22B3FA81F}"/>
              </a:ext>
            </a:extLst>
          </p:cNvPr>
          <p:cNvSpPr txBox="1"/>
          <p:nvPr/>
        </p:nvSpPr>
        <p:spPr>
          <a:xfrm>
            <a:off x="7736511" y="3893852"/>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7" name="TextBox 106">
            <a:extLst>
              <a:ext uri="{FF2B5EF4-FFF2-40B4-BE49-F238E27FC236}">
                <a16:creationId xmlns:a16="http://schemas.microsoft.com/office/drawing/2014/main" id="{660E0F5D-FE6E-5730-D305-39C6066ACB01}"/>
              </a:ext>
            </a:extLst>
          </p:cNvPr>
          <p:cNvSpPr txBox="1"/>
          <p:nvPr/>
        </p:nvSpPr>
        <p:spPr>
          <a:xfrm>
            <a:off x="7736511" y="4429587"/>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sp>
        <p:nvSpPr>
          <p:cNvPr id="108" name="TextBox 107">
            <a:extLst>
              <a:ext uri="{FF2B5EF4-FFF2-40B4-BE49-F238E27FC236}">
                <a16:creationId xmlns:a16="http://schemas.microsoft.com/office/drawing/2014/main" id="{B8157CCD-3E1F-189B-2DFF-5238156A35B1}"/>
              </a:ext>
            </a:extLst>
          </p:cNvPr>
          <p:cNvSpPr txBox="1"/>
          <p:nvPr/>
        </p:nvSpPr>
        <p:spPr>
          <a:xfrm>
            <a:off x="7736511" y="4965321"/>
            <a:ext cx="1196426"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a:solidFill>
                  <a:schemeClr val="tx1"/>
                </a:solidFill>
                <a:latin typeface="+mj-lt"/>
              </a:rPr>
              <a:t>[Name]</a:t>
            </a:r>
            <a:endParaRPr lang="en-GB" sz="1200">
              <a:solidFill>
                <a:schemeClr val="tx1"/>
              </a:solidFill>
              <a:latin typeface="+mj-lt"/>
            </a:endParaRPr>
          </a:p>
          <a:p>
            <a:pPr algn="l"/>
            <a:r>
              <a:rPr lang="en-GB" sz="1200">
                <a:solidFill>
                  <a:schemeClr val="tx1"/>
                </a:solidFill>
                <a:latin typeface="+mn-lt"/>
              </a:rPr>
              <a:t>[Role]</a:t>
            </a:r>
          </a:p>
        </p:txBody>
      </p:sp>
      <p:grpSp>
        <p:nvGrpSpPr>
          <p:cNvPr id="207" name="Group 206">
            <a:extLst>
              <a:ext uri="{FF2B5EF4-FFF2-40B4-BE49-F238E27FC236}">
                <a16:creationId xmlns:a16="http://schemas.microsoft.com/office/drawing/2014/main" id="{369C00EC-2996-98B8-E9E8-DA131A81DD1E}"/>
              </a:ext>
            </a:extLst>
          </p:cNvPr>
          <p:cNvGrpSpPr/>
          <p:nvPr/>
        </p:nvGrpSpPr>
        <p:grpSpPr>
          <a:xfrm>
            <a:off x="3855691" y="2158965"/>
            <a:ext cx="1613734" cy="442035"/>
            <a:chOff x="4012043" y="2158965"/>
            <a:chExt cx="1613734" cy="442035"/>
          </a:xfrm>
        </p:grpSpPr>
        <p:sp>
          <p:nvSpPr>
            <p:cNvPr id="136" name="TextBox 135">
              <a:extLst>
                <a:ext uri="{FF2B5EF4-FFF2-40B4-BE49-F238E27FC236}">
                  <a16:creationId xmlns:a16="http://schemas.microsoft.com/office/drawing/2014/main" id="{85545497-FA0B-E404-C01C-DA6978AA1672}"/>
                </a:ext>
              </a:extLst>
            </p:cNvPr>
            <p:cNvSpPr txBox="1"/>
            <p:nvPr/>
          </p:nvSpPr>
          <p:spPr>
            <a:xfrm>
              <a:off x="4429350" y="2158965"/>
              <a:ext cx="1196427"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pic>
          <p:nvPicPr>
            <p:cNvPr id="137" name="Picture Placeholder 18">
              <a:extLst>
                <a:ext uri="{FF2B5EF4-FFF2-40B4-BE49-F238E27FC236}">
                  <a16:creationId xmlns:a16="http://schemas.microsoft.com/office/drawing/2014/main" id="{B69A8B7A-6B95-7A7B-7316-BBC8DA2B03A3}"/>
                </a:ext>
              </a:extLst>
            </p:cNvPr>
            <p:cNvPicPr>
              <a:picLocks noChangeAspect="1"/>
            </p:cNvPicPr>
            <p:nvPr/>
          </p:nvPicPr>
          <p:blipFill>
            <a:blip r:embed="rId2"/>
            <a:srcRect l="431" r="431"/>
            <a:stretch/>
          </p:blipFill>
          <p:spPr>
            <a:xfrm>
              <a:off x="4012043" y="2171348"/>
              <a:ext cx="417307" cy="417268"/>
            </a:xfrm>
            <a:prstGeom prst="ellipse">
              <a:avLst/>
            </a:prstGeom>
            <a:ln w="12700">
              <a:solidFill>
                <a:schemeClr val="bg2"/>
              </a:solidFill>
            </a:ln>
          </p:spPr>
        </p:pic>
      </p:grpSp>
      <p:grpSp>
        <p:nvGrpSpPr>
          <p:cNvPr id="206" name="Group 205">
            <a:extLst>
              <a:ext uri="{FF2B5EF4-FFF2-40B4-BE49-F238E27FC236}">
                <a16:creationId xmlns:a16="http://schemas.microsoft.com/office/drawing/2014/main" id="{DD7B15F2-D42C-BB98-CBB8-583257751AFD}"/>
              </a:ext>
            </a:extLst>
          </p:cNvPr>
          <p:cNvGrpSpPr/>
          <p:nvPr/>
        </p:nvGrpSpPr>
        <p:grpSpPr>
          <a:xfrm>
            <a:off x="6020816" y="2158965"/>
            <a:ext cx="1613734" cy="442035"/>
            <a:chOff x="6177168" y="2158965"/>
            <a:chExt cx="1613734" cy="442035"/>
          </a:xfrm>
        </p:grpSpPr>
        <p:sp>
          <p:nvSpPr>
            <p:cNvPr id="134" name="TextBox 133">
              <a:extLst>
                <a:ext uri="{FF2B5EF4-FFF2-40B4-BE49-F238E27FC236}">
                  <a16:creationId xmlns:a16="http://schemas.microsoft.com/office/drawing/2014/main" id="{12E4C134-7C12-D346-7C09-AE2A88DCE811}"/>
                </a:ext>
              </a:extLst>
            </p:cNvPr>
            <p:cNvSpPr txBox="1"/>
            <p:nvPr/>
          </p:nvSpPr>
          <p:spPr>
            <a:xfrm>
              <a:off x="6594475" y="2158965"/>
              <a:ext cx="1196427"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pic>
          <p:nvPicPr>
            <p:cNvPr id="135" name="Picture Placeholder 21">
              <a:extLst>
                <a:ext uri="{FF2B5EF4-FFF2-40B4-BE49-F238E27FC236}">
                  <a16:creationId xmlns:a16="http://schemas.microsoft.com/office/drawing/2014/main" id="{1052F52C-595E-9B14-631B-6E8D334864AD}"/>
                </a:ext>
              </a:extLst>
            </p:cNvPr>
            <p:cNvPicPr>
              <a:picLocks noChangeAspect="1"/>
            </p:cNvPicPr>
            <p:nvPr/>
          </p:nvPicPr>
          <p:blipFill>
            <a:blip r:embed="rId3"/>
            <a:srcRect l="534" r="534"/>
            <a:stretch/>
          </p:blipFill>
          <p:spPr>
            <a:xfrm>
              <a:off x="6177168" y="2171348"/>
              <a:ext cx="417307" cy="417268"/>
            </a:xfrm>
            <a:prstGeom prst="ellipse">
              <a:avLst/>
            </a:prstGeom>
            <a:ln w="12700">
              <a:solidFill>
                <a:schemeClr val="bg2"/>
              </a:solidFill>
            </a:ln>
          </p:spPr>
        </p:pic>
      </p:grpSp>
      <p:pic>
        <p:nvPicPr>
          <p:cNvPr id="110" name="Picture Placeholder 18">
            <a:extLst>
              <a:ext uri="{FF2B5EF4-FFF2-40B4-BE49-F238E27FC236}">
                <a16:creationId xmlns:a16="http://schemas.microsoft.com/office/drawing/2014/main" id="{00905005-4D42-E9D1-E4C5-A209E1B671AD}"/>
              </a:ext>
            </a:extLst>
          </p:cNvPr>
          <p:cNvPicPr>
            <a:picLocks noChangeAspect="1"/>
          </p:cNvPicPr>
          <p:nvPr/>
        </p:nvPicPr>
        <p:blipFill>
          <a:blip r:embed="rId2"/>
          <a:srcRect l="431" r="431"/>
          <a:stretch/>
        </p:blipFill>
        <p:spPr>
          <a:xfrm>
            <a:off x="3414157" y="3906215"/>
            <a:ext cx="417307" cy="417268"/>
          </a:xfrm>
          <a:prstGeom prst="ellipse">
            <a:avLst/>
          </a:prstGeom>
          <a:ln w="12700">
            <a:solidFill>
              <a:srgbClr val="B22470"/>
            </a:solidFill>
          </a:ln>
        </p:spPr>
      </p:pic>
      <p:pic>
        <p:nvPicPr>
          <p:cNvPr id="111" name="Picture Placeholder 21">
            <a:extLst>
              <a:ext uri="{FF2B5EF4-FFF2-40B4-BE49-F238E27FC236}">
                <a16:creationId xmlns:a16="http://schemas.microsoft.com/office/drawing/2014/main" id="{05B62401-818B-F16F-0821-BC103F42887B}"/>
              </a:ext>
            </a:extLst>
          </p:cNvPr>
          <p:cNvPicPr>
            <a:picLocks noChangeAspect="1"/>
          </p:cNvPicPr>
          <p:nvPr/>
        </p:nvPicPr>
        <p:blipFill>
          <a:blip r:embed="rId3"/>
          <a:srcRect l="534" r="534"/>
          <a:stretch/>
        </p:blipFill>
        <p:spPr>
          <a:xfrm>
            <a:off x="5366680" y="3906215"/>
            <a:ext cx="417307" cy="417268"/>
          </a:xfrm>
          <a:prstGeom prst="ellipse">
            <a:avLst/>
          </a:prstGeom>
          <a:ln w="12700">
            <a:solidFill>
              <a:srgbClr val="B22470"/>
            </a:solidFill>
          </a:ln>
        </p:spPr>
      </p:pic>
      <p:pic>
        <p:nvPicPr>
          <p:cNvPr id="112" name="Picture Placeholder 18">
            <a:extLst>
              <a:ext uri="{FF2B5EF4-FFF2-40B4-BE49-F238E27FC236}">
                <a16:creationId xmlns:a16="http://schemas.microsoft.com/office/drawing/2014/main" id="{A2589BEE-DBE5-C756-26FB-624CF7C914DC}"/>
              </a:ext>
            </a:extLst>
          </p:cNvPr>
          <p:cNvPicPr>
            <a:picLocks noChangeAspect="1"/>
          </p:cNvPicPr>
          <p:nvPr/>
        </p:nvPicPr>
        <p:blipFill>
          <a:blip r:embed="rId2"/>
          <a:srcRect l="431" r="431"/>
          <a:stretch/>
        </p:blipFill>
        <p:spPr>
          <a:xfrm>
            <a:off x="7317458" y="3910460"/>
            <a:ext cx="417307" cy="417268"/>
          </a:xfrm>
          <a:prstGeom prst="ellipse">
            <a:avLst/>
          </a:prstGeom>
          <a:ln w="12700">
            <a:solidFill>
              <a:srgbClr val="B22470"/>
            </a:solidFill>
          </a:ln>
        </p:spPr>
      </p:pic>
      <p:pic>
        <p:nvPicPr>
          <p:cNvPr id="113" name="Picture Placeholder 21">
            <a:extLst>
              <a:ext uri="{FF2B5EF4-FFF2-40B4-BE49-F238E27FC236}">
                <a16:creationId xmlns:a16="http://schemas.microsoft.com/office/drawing/2014/main" id="{D37EE59B-4512-4193-1872-015DF22AB965}"/>
              </a:ext>
            </a:extLst>
          </p:cNvPr>
          <p:cNvPicPr>
            <a:picLocks noChangeAspect="1"/>
          </p:cNvPicPr>
          <p:nvPr/>
        </p:nvPicPr>
        <p:blipFill>
          <a:blip r:embed="rId3"/>
          <a:srcRect l="534" r="534"/>
          <a:stretch/>
        </p:blipFill>
        <p:spPr>
          <a:xfrm>
            <a:off x="9271728" y="3906215"/>
            <a:ext cx="417307" cy="417268"/>
          </a:xfrm>
          <a:prstGeom prst="ellipse">
            <a:avLst/>
          </a:prstGeom>
          <a:ln w="12700">
            <a:solidFill>
              <a:srgbClr val="B22470"/>
            </a:solidFill>
          </a:ln>
        </p:spPr>
      </p:pic>
      <p:pic>
        <p:nvPicPr>
          <p:cNvPr id="114" name="Picture Placeholder 18">
            <a:extLst>
              <a:ext uri="{FF2B5EF4-FFF2-40B4-BE49-F238E27FC236}">
                <a16:creationId xmlns:a16="http://schemas.microsoft.com/office/drawing/2014/main" id="{93590260-0E99-8E4C-ACFA-31CA9B749242}"/>
              </a:ext>
            </a:extLst>
          </p:cNvPr>
          <p:cNvPicPr>
            <a:picLocks noChangeAspect="1"/>
          </p:cNvPicPr>
          <p:nvPr/>
        </p:nvPicPr>
        <p:blipFill>
          <a:blip r:embed="rId2"/>
          <a:srcRect l="431" r="431"/>
          <a:stretch/>
        </p:blipFill>
        <p:spPr>
          <a:xfrm>
            <a:off x="11224253" y="3906215"/>
            <a:ext cx="417307" cy="417268"/>
          </a:xfrm>
          <a:prstGeom prst="ellipse">
            <a:avLst/>
          </a:prstGeom>
          <a:ln w="12700">
            <a:solidFill>
              <a:srgbClr val="B22470"/>
            </a:solidFill>
          </a:ln>
        </p:spPr>
      </p:pic>
      <p:pic>
        <p:nvPicPr>
          <p:cNvPr id="115" name="Picture Placeholder 18">
            <a:extLst>
              <a:ext uri="{FF2B5EF4-FFF2-40B4-BE49-F238E27FC236}">
                <a16:creationId xmlns:a16="http://schemas.microsoft.com/office/drawing/2014/main" id="{8C8D087A-0477-D7D5-4A00-23B97B9492CE}"/>
              </a:ext>
            </a:extLst>
          </p:cNvPr>
          <p:cNvPicPr>
            <a:picLocks noChangeAspect="1"/>
          </p:cNvPicPr>
          <p:nvPr/>
        </p:nvPicPr>
        <p:blipFill>
          <a:blip r:embed="rId2"/>
          <a:srcRect l="431" r="431"/>
          <a:stretch/>
        </p:blipFill>
        <p:spPr>
          <a:xfrm>
            <a:off x="3414157" y="4444279"/>
            <a:ext cx="417307" cy="417268"/>
          </a:xfrm>
          <a:prstGeom prst="ellipse">
            <a:avLst/>
          </a:prstGeom>
          <a:ln w="12700">
            <a:solidFill>
              <a:srgbClr val="B22470"/>
            </a:solidFill>
          </a:ln>
        </p:spPr>
      </p:pic>
      <p:pic>
        <p:nvPicPr>
          <p:cNvPr id="116" name="Picture Placeholder 21">
            <a:extLst>
              <a:ext uri="{FF2B5EF4-FFF2-40B4-BE49-F238E27FC236}">
                <a16:creationId xmlns:a16="http://schemas.microsoft.com/office/drawing/2014/main" id="{E5010D49-230D-BCCD-E5D7-D844AC282E61}"/>
              </a:ext>
            </a:extLst>
          </p:cNvPr>
          <p:cNvPicPr>
            <a:picLocks noChangeAspect="1"/>
          </p:cNvPicPr>
          <p:nvPr/>
        </p:nvPicPr>
        <p:blipFill>
          <a:blip r:embed="rId3"/>
          <a:srcRect l="534" r="534"/>
          <a:stretch/>
        </p:blipFill>
        <p:spPr>
          <a:xfrm>
            <a:off x="5366680" y="4444279"/>
            <a:ext cx="417307" cy="417268"/>
          </a:xfrm>
          <a:prstGeom prst="ellipse">
            <a:avLst/>
          </a:prstGeom>
          <a:ln w="12700">
            <a:solidFill>
              <a:srgbClr val="B22470"/>
            </a:solidFill>
          </a:ln>
        </p:spPr>
      </p:pic>
      <p:pic>
        <p:nvPicPr>
          <p:cNvPr id="117" name="Picture Placeholder 18">
            <a:extLst>
              <a:ext uri="{FF2B5EF4-FFF2-40B4-BE49-F238E27FC236}">
                <a16:creationId xmlns:a16="http://schemas.microsoft.com/office/drawing/2014/main" id="{6D0E8163-2397-B8D1-9797-1A95C087A588}"/>
              </a:ext>
            </a:extLst>
          </p:cNvPr>
          <p:cNvPicPr>
            <a:picLocks noChangeAspect="1"/>
          </p:cNvPicPr>
          <p:nvPr/>
        </p:nvPicPr>
        <p:blipFill>
          <a:blip r:embed="rId2"/>
          <a:srcRect l="431" r="431"/>
          <a:stretch/>
        </p:blipFill>
        <p:spPr>
          <a:xfrm>
            <a:off x="7317458" y="4448524"/>
            <a:ext cx="417307" cy="417268"/>
          </a:xfrm>
          <a:prstGeom prst="ellipse">
            <a:avLst/>
          </a:prstGeom>
          <a:ln w="12700">
            <a:solidFill>
              <a:srgbClr val="B22470"/>
            </a:solidFill>
          </a:ln>
        </p:spPr>
      </p:pic>
      <p:pic>
        <p:nvPicPr>
          <p:cNvPr id="118" name="Picture Placeholder 21">
            <a:extLst>
              <a:ext uri="{FF2B5EF4-FFF2-40B4-BE49-F238E27FC236}">
                <a16:creationId xmlns:a16="http://schemas.microsoft.com/office/drawing/2014/main" id="{B5D8846B-8494-B5CF-0418-891FA65DDC8E}"/>
              </a:ext>
            </a:extLst>
          </p:cNvPr>
          <p:cNvPicPr>
            <a:picLocks noChangeAspect="1"/>
          </p:cNvPicPr>
          <p:nvPr/>
        </p:nvPicPr>
        <p:blipFill>
          <a:blip r:embed="rId3"/>
          <a:srcRect l="534" r="534"/>
          <a:stretch/>
        </p:blipFill>
        <p:spPr>
          <a:xfrm>
            <a:off x="9271728" y="4444279"/>
            <a:ext cx="417307" cy="417268"/>
          </a:xfrm>
          <a:prstGeom prst="ellipse">
            <a:avLst/>
          </a:prstGeom>
          <a:ln w="12700">
            <a:solidFill>
              <a:srgbClr val="B22470"/>
            </a:solidFill>
          </a:ln>
        </p:spPr>
      </p:pic>
      <p:pic>
        <p:nvPicPr>
          <p:cNvPr id="119" name="Picture Placeholder 18">
            <a:extLst>
              <a:ext uri="{FF2B5EF4-FFF2-40B4-BE49-F238E27FC236}">
                <a16:creationId xmlns:a16="http://schemas.microsoft.com/office/drawing/2014/main" id="{DE7943EA-012F-5849-E9F9-F58CDF93E442}"/>
              </a:ext>
            </a:extLst>
          </p:cNvPr>
          <p:cNvPicPr>
            <a:picLocks noChangeAspect="1"/>
          </p:cNvPicPr>
          <p:nvPr/>
        </p:nvPicPr>
        <p:blipFill>
          <a:blip r:embed="rId2"/>
          <a:srcRect l="431" r="431"/>
          <a:stretch/>
        </p:blipFill>
        <p:spPr>
          <a:xfrm>
            <a:off x="11224253" y="4444279"/>
            <a:ext cx="417307" cy="417268"/>
          </a:xfrm>
          <a:prstGeom prst="ellipse">
            <a:avLst/>
          </a:prstGeom>
          <a:ln w="12700">
            <a:solidFill>
              <a:srgbClr val="B22470"/>
            </a:solidFill>
          </a:ln>
        </p:spPr>
      </p:pic>
      <p:pic>
        <p:nvPicPr>
          <p:cNvPr id="120" name="Picture Placeholder 18">
            <a:extLst>
              <a:ext uri="{FF2B5EF4-FFF2-40B4-BE49-F238E27FC236}">
                <a16:creationId xmlns:a16="http://schemas.microsoft.com/office/drawing/2014/main" id="{C32689AF-954A-B9C7-BB32-4AA8A05D4299}"/>
              </a:ext>
            </a:extLst>
          </p:cNvPr>
          <p:cNvPicPr>
            <a:picLocks noChangeAspect="1"/>
          </p:cNvPicPr>
          <p:nvPr/>
        </p:nvPicPr>
        <p:blipFill>
          <a:blip r:embed="rId2"/>
          <a:srcRect l="431" r="431"/>
          <a:stretch/>
        </p:blipFill>
        <p:spPr>
          <a:xfrm>
            <a:off x="3414157" y="4983285"/>
            <a:ext cx="417307" cy="417268"/>
          </a:xfrm>
          <a:prstGeom prst="ellipse">
            <a:avLst/>
          </a:prstGeom>
          <a:ln w="12700">
            <a:solidFill>
              <a:srgbClr val="B22470"/>
            </a:solidFill>
          </a:ln>
        </p:spPr>
      </p:pic>
      <p:pic>
        <p:nvPicPr>
          <p:cNvPr id="121" name="Picture Placeholder 21">
            <a:extLst>
              <a:ext uri="{FF2B5EF4-FFF2-40B4-BE49-F238E27FC236}">
                <a16:creationId xmlns:a16="http://schemas.microsoft.com/office/drawing/2014/main" id="{1127F7F6-E5A7-D802-AC20-15AAA0A09363}"/>
              </a:ext>
            </a:extLst>
          </p:cNvPr>
          <p:cNvPicPr>
            <a:picLocks noChangeAspect="1"/>
          </p:cNvPicPr>
          <p:nvPr/>
        </p:nvPicPr>
        <p:blipFill>
          <a:blip r:embed="rId3"/>
          <a:srcRect l="534" r="534"/>
          <a:stretch/>
        </p:blipFill>
        <p:spPr>
          <a:xfrm>
            <a:off x="5366680" y="4983285"/>
            <a:ext cx="417307" cy="417268"/>
          </a:xfrm>
          <a:prstGeom prst="ellipse">
            <a:avLst/>
          </a:prstGeom>
          <a:ln w="12700">
            <a:solidFill>
              <a:srgbClr val="B22470"/>
            </a:solidFill>
          </a:ln>
        </p:spPr>
      </p:pic>
      <p:pic>
        <p:nvPicPr>
          <p:cNvPr id="122" name="Picture Placeholder 18">
            <a:extLst>
              <a:ext uri="{FF2B5EF4-FFF2-40B4-BE49-F238E27FC236}">
                <a16:creationId xmlns:a16="http://schemas.microsoft.com/office/drawing/2014/main" id="{C5C2C331-83F4-BEFD-192C-90D1F8F388C6}"/>
              </a:ext>
            </a:extLst>
          </p:cNvPr>
          <p:cNvPicPr>
            <a:picLocks noChangeAspect="1"/>
          </p:cNvPicPr>
          <p:nvPr/>
        </p:nvPicPr>
        <p:blipFill>
          <a:blip r:embed="rId2"/>
          <a:srcRect l="431" r="431"/>
          <a:stretch/>
        </p:blipFill>
        <p:spPr>
          <a:xfrm>
            <a:off x="7317458" y="4987531"/>
            <a:ext cx="417307" cy="417268"/>
          </a:xfrm>
          <a:prstGeom prst="ellipse">
            <a:avLst/>
          </a:prstGeom>
          <a:ln w="12700">
            <a:solidFill>
              <a:srgbClr val="B22470"/>
            </a:solidFill>
          </a:ln>
        </p:spPr>
      </p:pic>
      <p:pic>
        <p:nvPicPr>
          <p:cNvPr id="123" name="Picture Placeholder 21">
            <a:extLst>
              <a:ext uri="{FF2B5EF4-FFF2-40B4-BE49-F238E27FC236}">
                <a16:creationId xmlns:a16="http://schemas.microsoft.com/office/drawing/2014/main" id="{4DC766FB-149D-DBED-4720-F47879B95480}"/>
              </a:ext>
            </a:extLst>
          </p:cNvPr>
          <p:cNvPicPr>
            <a:picLocks noChangeAspect="1"/>
          </p:cNvPicPr>
          <p:nvPr/>
        </p:nvPicPr>
        <p:blipFill>
          <a:blip r:embed="rId3"/>
          <a:srcRect l="534" r="534"/>
          <a:stretch/>
        </p:blipFill>
        <p:spPr>
          <a:xfrm>
            <a:off x="9271728" y="4983285"/>
            <a:ext cx="417307" cy="417268"/>
          </a:xfrm>
          <a:prstGeom prst="ellipse">
            <a:avLst/>
          </a:prstGeom>
          <a:ln w="12700">
            <a:solidFill>
              <a:srgbClr val="B22470"/>
            </a:solidFill>
          </a:ln>
        </p:spPr>
      </p:pic>
      <p:pic>
        <p:nvPicPr>
          <p:cNvPr id="124" name="Picture Placeholder 18">
            <a:extLst>
              <a:ext uri="{FF2B5EF4-FFF2-40B4-BE49-F238E27FC236}">
                <a16:creationId xmlns:a16="http://schemas.microsoft.com/office/drawing/2014/main" id="{36240F28-B73C-D49D-9539-2DD257182F7D}"/>
              </a:ext>
            </a:extLst>
          </p:cNvPr>
          <p:cNvPicPr>
            <a:picLocks noChangeAspect="1"/>
          </p:cNvPicPr>
          <p:nvPr/>
        </p:nvPicPr>
        <p:blipFill>
          <a:blip r:embed="rId2"/>
          <a:srcRect l="431" r="431"/>
          <a:stretch/>
        </p:blipFill>
        <p:spPr>
          <a:xfrm>
            <a:off x="11224253" y="4983285"/>
            <a:ext cx="417307" cy="417268"/>
          </a:xfrm>
          <a:prstGeom prst="ellipse">
            <a:avLst/>
          </a:prstGeom>
          <a:ln w="12700">
            <a:solidFill>
              <a:srgbClr val="B22470"/>
            </a:solidFill>
          </a:ln>
        </p:spPr>
      </p:pic>
      <p:grpSp>
        <p:nvGrpSpPr>
          <p:cNvPr id="210" name="Group 209">
            <a:extLst>
              <a:ext uri="{FF2B5EF4-FFF2-40B4-BE49-F238E27FC236}">
                <a16:creationId xmlns:a16="http://schemas.microsoft.com/office/drawing/2014/main" id="{4AC0262F-CFBC-764B-6AD6-58302B009408}"/>
              </a:ext>
            </a:extLst>
          </p:cNvPr>
          <p:cNvGrpSpPr/>
          <p:nvPr/>
        </p:nvGrpSpPr>
        <p:grpSpPr>
          <a:xfrm>
            <a:off x="8802703" y="2158965"/>
            <a:ext cx="1613734" cy="442035"/>
            <a:chOff x="4012043" y="2158965"/>
            <a:chExt cx="1613734" cy="442035"/>
          </a:xfrm>
        </p:grpSpPr>
        <p:sp>
          <p:nvSpPr>
            <p:cNvPr id="211" name="TextBox 210">
              <a:extLst>
                <a:ext uri="{FF2B5EF4-FFF2-40B4-BE49-F238E27FC236}">
                  <a16:creationId xmlns:a16="http://schemas.microsoft.com/office/drawing/2014/main" id="{D453E222-6F6A-E77E-DE4E-F678E29E19D8}"/>
                </a:ext>
              </a:extLst>
            </p:cNvPr>
            <p:cNvSpPr txBox="1"/>
            <p:nvPr/>
          </p:nvSpPr>
          <p:spPr>
            <a:xfrm>
              <a:off x="4429350" y="2158965"/>
              <a:ext cx="1196427"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pic>
          <p:nvPicPr>
            <p:cNvPr id="212" name="Picture Placeholder 18">
              <a:extLst>
                <a:ext uri="{FF2B5EF4-FFF2-40B4-BE49-F238E27FC236}">
                  <a16:creationId xmlns:a16="http://schemas.microsoft.com/office/drawing/2014/main" id="{B03FA770-43CB-41E3-157D-901AB2229126}"/>
                </a:ext>
              </a:extLst>
            </p:cNvPr>
            <p:cNvPicPr>
              <a:picLocks noChangeAspect="1"/>
            </p:cNvPicPr>
            <p:nvPr/>
          </p:nvPicPr>
          <p:blipFill>
            <a:blip r:embed="rId2"/>
            <a:srcRect l="431" r="431"/>
            <a:stretch/>
          </p:blipFill>
          <p:spPr>
            <a:xfrm>
              <a:off x="4012043" y="2171348"/>
              <a:ext cx="417307" cy="417268"/>
            </a:xfrm>
            <a:prstGeom prst="ellipse">
              <a:avLst/>
            </a:prstGeom>
            <a:ln w="12700">
              <a:solidFill>
                <a:schemeClr val="bg2"/>
              </a:solidFill>
            </a:ln>
          </p:spPr>
        </p:pic>
      </p:grpSp>
      <p:grpSp>
        <p:nvGrpSpPr>
          <p:cNvPr id="213" name="Group 212">
            <a:extLst>
              <a:ext uri="{FF2B5EF4-FFF2-40B4-BE49-F238E27FC236}">
                <a16:creationId xmlns:a16="http://schemas.microsoft.com/office/drawing/2014/main" id="{3CBC95D5-CD25-9A41-D99A-ABFF924B3B2B}"/>
              </a:ext>
            </a:extLst>
          </p:cNvPr>
          <p:cNvGrpSpPr/>
          <p:nvPr/>
        </p:nvGrpSpPr>
        <p:grpSpPr>
          <a:xfrm>
            <a:off x="10967828" y="2158965"/>
            <a:ext cx="1613734" cy="442035"/>
            <a:chOff x="6177168" y="2158965"/>
            <a:chExt cx="1613734" cy="442035"/>
          </a:xfrm>
        </p:grpSpPr>
        <p:sp>
          <p:nvSpPr>
            <p:cNvPr id="214" name="TextBox 213">
              <a:extLst>
                <a:ext uri="{FF2B5EF4-FFF2-40B4-BE49-F238E27FC236}">
                  <a16:creationId xmlns:a16="http://schemas.microsoft.com/office/drawing/2014/main" id="{280F1909-66A2-7168-16EF-777E5F0B959A}"/>
                </a:ext>
              </a:extLst>
            </p:cNvPr>
            <p:cNvSpPr txBox="1"/>
            <p:nvPr/>
          </p:nvSpPr>
          <p:spPr>
            <a:xfrm>
              <a:off x="6594475" y="2158965"/>
              <a:ext cx="1196427" cy="442035"/>
            </a:xfrm>
            <a:prstGeom prst="rect">
              <a:avLst/>
            </a:prstGeom>
            <a:noFill/>
          </p:spPr>
          <p:txBody>
            <a:bodyPr wrap="square" lIns="72000" tIns="36000" rIns="36000" bIns="36000" rtlCol="0" anchor="ctr">
              <a:spAutoFit/>
            </a:bodyPr>
            <a:lstStyle>
              <a:defPPr>
                <a:defRPr lang="en-US"/>
              </a:defPPr>
              <a:lvl1pPr algn="ctr">
                <a:defRPr sz="900">
                  <a:solidFill>
                    <a:schemeClr val="accent1"/>
                  </a:solidFill>
                  <a:latin typeface="Helvetica Now Text" panose="020B0504030202020204" pitchFamily="34" charset="0"/>
                </a:defRPr>
              </a:lvl1pPr>
            </a:lstStyle>
            <a:p>
              <a:pPr algn="l"/>
              <a:r>
                <a:rPr lang="en-GB" sz="1200" b="1" dirty="0">
                  <a:solidFill>
                    <a:schemeClr val="tx1"/>
                  </a:solidFill>
                  <a:latin typeface="+mj-lt"/>
                </a:rPr>
                <a:t>[Name]</a:t>
              </a:r>
              <a:endParaRPr lang="en-GB" sz="1200" dirty="0">
                <a:solidFill>
                  <a:schemeClr val="tx1"/>
                </a:solidFill>
                <a:latin typeface="+mj-lt"/>
              </a:endParaRPr>
            </a:p>
            <a:p>
              <a:pPr algn="l"/>
              <a:r>
                <a:rPr lang="en-GB" sz="1200" dirty="0">
                  <a:solidFill>
                    <a:schemeClr val="tx1"/>
                  </a:solidFill>
                  <a:latin typeface="+mn-lt"/>
                </a:rPr>
                <a:t>[Role]</a:t>
              </a:r>
            </a:p>
          </p:txBody>
        </p:sp>
        <p:pic>
          <p:nvPicPr>
            <p:cNvPr id="215" name="Picture Placeholder 21">
              <a:extLst>
                <a:ext uri="{FF2B5EF4-FFF2-40B4-BE49-F238E27FC236}">
                  <a16:creationId xmlns:a16="http://schemas.microsoft.com/office/drawing/2014/main" id="{4417AF16-6D00-FAE4-0559-E7C5DE4B50D5}"/>
                </a:ext>
              </a:extLst>
            </p:cNvPr>
            <p:cNvPicPr>
              <a:picLocks noChangeAspect="1"/>
            </p:cNvPicPr>
            <p:nvPr/>
          </p:nvPicPr>
          <p:blipFill>
            <a:blip r:embed="rId3"/>
            <a:srcRect l="534" r="534"/>
            <a:stretch/>
          </p:blipFill>
          <p:spPr>
            <a:xfrm>
              <a:off x="6177168" y="2171348"/>
              <a:ext cx="417307" cy="417268"/>
            </a:xfrm>
            <a:prstGeom prst="ellipse">
              <a:avLst/>
            </a:prstGeom>
            <a:ln w="12700">
              <a:solidFill>
                <a:schemeClr val="bg2"/>
              </a:solidFill>
            </a:ln>
          </p:spPr>
        </p:pic>
      </p:grpSp>
    </p:spTree>
    <p:extLst>
      <p:ext uri="{BB962C8B-B14F-4D97-AF65-F5344CB8AC3E}">
        <p14:creationId xmlns:p14="http://schemas.microsoft.com/office/powerpoint/2010/main" val="1435279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898219B-7285-E57E-3829-66D445882055}"/>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35942013-0A5A-F2D5-CC96-FDBDE9B8B90E}"/>
              </a:ext>
            </a:extLst>
          </p:cNvPr>
          <p:cNvSpPr>
            <a:spLocks noGrp="1"/>
          </p:cNvSpPr>
          <p:nvPr>
            <p:ph type="title"/>
          </p:nvPr>
        </p:nvSpPr>
        <p:spPr>
          <a:xfrm>
            <a:off x="539750" y="540000"/>
            <a:ext cx="12384088" cy="543914"/>
          </a:xfrm>
        </p:spPr>
        <p:txBody>
          <a:bodyPr/>
          <a:lstStyle/>
          <a:p>
            <a:r>
              <a:rPr lang="en-GB"/>
              <a:t>Team chart </a:t>
            </a:r>
          </a:p>
        </p:txBody>
      </p:sp>
      <p:sp>
        <p:nvSpPr>
          <p:cNvPr id="4" name="Picture Placeholder 37">
            <a:extLst>
              <a:ext uri="{FF2B5EF4-FFF2-40B4-BE49-F238E27FC236}">
                <a16:creationId xmlns:a16="http://schemas.microsoft.com/office/drawing/2014/main" id="{10A0FC76-6AE1-3D9D-B5CB-E6C62CAAE0DD}"/>
              </a:ext>
            </a:extLst>
          </p:cNvPr>
          <p:cNvSpPr txBox="1">
            <a:spLocks/>
          </p:cNvSpPr>
          <p:nvPr/>
        </p:nvSpPr>
        <p:spPr>
          <a:xfrm>
            <a:off x="6427468" y="3"/>
            <a:ext cx="7036120" cy="5758165"/>
          </a:xfrm>
          <a:custGeom>
            <a:avLst/>
            <a:gdLst>
              <a:gd name="connsiteX0" fmla="*/ 0 w 4800074"/>
              <a:gd name="connsiteY0" fmla="*/ 0 h 3849680"/>
              <a:gd name="connsiteX1" fmla="*/ 2635163 w 4800074"/>
              <a:gd name="connsiteY1" fmla="*/ 0 h 3849680"/>
              <a:gd name="connsiteX2" fmla="*/ 2669237 w 4800074"/>
              <a:gd name="connsiteY2" fmla="*/ 73602 h 3849680"/>
              <a:gd name="connsiteX3" fmla="*/ 4321037 w 4800074"/>
              <a:gd name="connsiteY3" fmla="*/ 933414 h 3849680"/>
              <a:gd name="connsiteX4" fmla="*/ 4588836 w 4800074"/>
              <a:gd name="connsiteY4" fmla="*/ 1020935 h 3849680"/>
              <a:gd name="connsiteX5" fmla="*/ 4800074 w 4800074"/>
              <a:gd name="connsiteY5" fmla="*/ 1092300 h 3849680"/>
              <a:gd name="connsiteX6" fmla="*/ 4800074 w 4800074"/>
              <a:gd name="connsiteY6" fmla="*/ 3849680 h 3849680"/>
              <a:gd name="connsiteX7" fmla="*/ 4772332 w 4800074"/>
              <a:gd name="connsiteY7" fmla="*/ 3849680 h 3849680"/>
              <a:gd name="connsiteX8" fmla="*/ 4733662 w 4800074"/>
              <a:gd name="connsiteY8" fmla="*/ 3760839 h 3849680"/>
              <a:gd name="connsiteX9" fmla="*/ 3027543 w 4800074"/>
              <a:gd name="connsiteY9" fmla="*/ 2807059 h 3849680"/>
              <a:gd name="connsiteX10" fmla="*/ 8941 w 4800074"/>
              <a:gd name="connsiteY10" fmla="*/ 112132 h 3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00074" h="3849680">
                <a:moveTo>
                  <a:pt x="0" y="0"/>
                </a:moveTo>
                <a:lnTo>
                  <a:pt x="2635163" y="0"/>
                </a:lnTo>
                <a:lnTo>
                  <a:pt x="2669237" y="73602"/>
                </a:lnTo>
                <a:cubicBezTo>
                  <a:pt x="2894609" y="470494"/>
                  <a:pt x="3566352" y="688059"/>
                  <a:pt x="4321037" y="933414"/>
                </a:cubicBezTo>
                <a:cubicBezTo>
                  <a:pt x="4409117" y="962032"/>
                  <a:pt x="4498555" y="991095"/>
                  <a:pt x="4588836" y="1020935"/>
                </a:cubicBezTo>
                <a:lnTo>
                  <a:pt x="4800074" y="1092300"/>
                </a:lnTo>
                <a:lnTo>
                  <a:pt x="4800074" y="3849680"/>
                </a:lnTo>
                <a:lnTo>
                  <a:pt x="4772332" y="3849680"/>
                </a:lnTo>
                <a:lnTo>
                  <a:pt x="4733662" y="3760839"/>
                </a:lnTo>
                <a:cubicBezTo>
                  <a:pt x="4495271" y="3313079"/>
                  <a:pt x="3788246" y="3058431"/>
                  <a:pt x="3027543" y="2807059"/>
                </a:cubicBezTo>
                <a:cubicBezTo>
                  <a:pt x="1759471" y="2387071"/>
                  <a:pt x="199041" y="1873537"/>
                  <a:pt x="8941" y="112132"/>
                </a:cubicBezTo>
                <a:close/>
              </a:path>
            </a:pathLst>
          </a:custGeom>
          <a:solidFill>
            <a:schemeClr val="accent5"/>
          </a:solidFill>
        </p:spPr>
        <p:txBody>
          <a:bodyPr wrap="square" anchor="ctr">
            <a:noAutofit/>
          </a:bodyPr>
          <a:lstStyle>
            <a:lvl1pPr marL="0" indent="0" algn="ctr" defTabSz="740134" rtl="0" eaLnBrk="1" latinLnBrk="0" hangingPunct="1">
              <a:lnSpc>
                <a:spcPct val="100000"/>
              </a:lnSpc>
              <a:spcBef>
                <a:spcPts val="0"/>
              </a:spcBef>
              <a:spcAft>
                <a:spcPts val="600"/>
              </a:spcAft>
              <a:buFont typeface="Arial" panose="020B0604020202020204" pitchFamily="34" charset="0"/>
              <a:buNone/>
              <a:defRPr sz="1511" kern="1200">
                <a:solidFill>
                  <a:schemeClr val="tx1"/>
                </a:solidFill>
                <a:latin typeface="+mj-lt"/>
                <a:ea typeface="+mn-ea"/>
                <a:cs typeface="+mn-cs"/>
              </a:defRPr>
            </a:lvl1pPr>
            <a:lvl2pPr marL="0" indent="0" algn="l" defTabSz="740134" rtl="0" eaLnBrk="1" latinLnBrk="0" hangingPunct="1">
              <a:lnSpc>
                <a:spcPct val="100000"/>
              </a:lnSpc>
              <a:spcBef>
                <a:spcPts val="0"/>
              </a:spcBef>
              <a:spcAft>
                <a:spcPts val="600"/>
              </a:spcAft>
              <a:buFont typeface="Arial" panose="020B0604020202020204" pitchFamily="34" charset="0"/>
              <a:buNone/>
              <a:defRPr sz="1100" kern="1200">
                <a:solidFill>
                  <a:schemeClr val="tx1"/>
                </a:solidFill>
                <a:latin typeface="+mn-lt"/>
                <a:ea typeface="+mn-ea"/>
                <a:cs typeface="+mn-cs"/>
              </a:defRPr>
            </a:lvl2pPr>
            <a:lvl3pPr marL="18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3pPr>
            <a:lvl4pPr marL="36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40000" indent="-180000" algn="l" defTabSz="740134" rtl="0" eaLnBrk="1" latinLnBrk="0" hangingPunct="1">
              <a:lnSpc>
                <a:spcPct val="100000"/>
              </a:lnSpc>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035370"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6pPr>
            <a:lvl7pPr marL="2405437"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7pPr>
            <a:lvl8pPr marL="2775504"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8pPr>
            <a:lvl9pPr marL="3145571" indent="-185033" algn="l" defTabSz="740134" rtl="0" eaLnBrk="1" latinLnBrk="0" hangingPunct="1">
              <a:lnSpc>
                <a:spcPct val="90000"/>
              </a:lnSpc>
              <a:spcBef>
                <a:spcPts val="405"/>
              </a:spcBef>
              <a:buFont typeface="Arial" panose="020B0604020202020204" pitchFamily="34" charset="0"/>
              <a:buChar char="•"/>
              <a:defRPr sz="1457" kern="1200">
                <a:solidFill>
                  <a:schemeClr val="tx1"/>
                </a:solidFill>
                <a:latin typeface="+mn-lt"/>
                <a:ea typeface="+mn-ea"/>
                <a:cs typeface="+mn-cs"/>
              </a:defRPr>
            </a:lvl9pPr>
          </a:lstStyle>
          <a:p>
            <a:endParaRPr lang="en-GB"/>
          </a:p>
        </p:txBody>
      </p:sp>
      <p:sp>
        <p:nvSpPr>
          <p:cNvPr id="5" name="Rectangle 4">
            <a:extLst>
              <a:ext uri="{FF2B5EF4-FFF2-40B4-BE49-F238E27FC236}">
                <a16:creationId xmlns:a16="http://schemas.microsoft.com/office/drawing/2014/main" id="{DF0A9650-98D2-7D31-0DA0-E3EE8E0AC84D}"/>
              </a:ext>
            </a:extLst>
          </p:cNvPr>
          <p:cNvSpPr/>
          <p:nvPr/>
        </p:nvSpPr>
        <p:spPr>
          <a:xfrm>
            <a:off x="3263153" y="1800225"/>
            <a:ext cx="9660684" cy="52210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0000"/>
              </a:lnSpc>
              <a:spcBef>
                <a:spcPts val="750"/>
              </a:spcBef>
            </a:pPr>
            <a:endParaRPr lang="en-GB" sz="900" b="1">
              <a:solidFill>
                <a:schemeClr val="bg1"/>
              </a:solidFill>
              <a:latin typeface="+mj-lt"/>
            </a:endParaRPr>
          </a:p>
        </p:txBody>
      </p:sp>
      <p:sp>
        <p:nvSpPr>
          <p:cNvPr id="25" name="Text Placeholder 2">
            <a:extLst>
              <a:ext uri="{FF2B5EF4-FFF2-40B4-BE49-F238E27FC236}">
                <a16:creationId xmlns:a16="http://schemas.microsoft.com/office/drawing/2014/main" id="{40C5CF14-E8DB-4ADA-4977-D07B1A7E737A}"/>
              </a:ext>
            </a:extLst>
          </p:cNvPr>
          <p:cNvSpPr txBox="1">
            <a:spLocks/>
          </p:cNvSpPr>
          <p:nvPr/>
        </p:nvSpPr>
        <p:spPr>
          <a:xfrm>
            <a:off x="539750" y="1800225"/>
            <a:ext cx="2339975" cy="5221288"/>
          </a:xfrm>
          <a:prstGeom prst="rect">
            <a:avLst/>
          </a:prstGeom>
          <a:solidFill>
            <a:srgbClr val="ECF9F4"/>
          </a:solidFill>
        </p:spPr>
        <p:txBody>
          <a:bodyPr vert="horz" lIns="108000" tIns="108000" rIns="108000" bIns="108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a:solidFill>
                  <a:schemeClr val="tx1"/>
                </a:solidFill>
              </a:rPr>
              <a:t>Intro text to go here </a:t>
            </a:r>
            <a:r>
              <a:rPr lang="en-GB" err="1">
                <a:solidFill>
                  <a:schemeClr val="tx1"/>
                </a:solidFill>
              </a:rPr>
              <a:t>Pellentesque</a:t>
            </a:r>
            <a:r>
              <a:rPr lang="en-GB">
                <a:solidFill>
                  <a:schemeClr val="tx1"/>
                </a:solidFill>
              </a:rPr>
              <a:t> auctor </a:t>
            </a:r>
            <a:r>
              <a:rPr lang="en-GB" err="1">
                <a:solidFill>
                  <a:schemeClr val="tx1"/>
                </a:solidFill>
              </a:rPr>
              <a:t>pellentesque</a:t>
            </a:r>
            <a:r>
              <a:rPr lang="en-GB">
                <a:solidFill>
                  <a:schemeClr val="tx1"/>
                </a:solidFill>
              </a:rPr>
              <a:t> ligula, at pharetra </a:t>
            </a:r>
            <a:r>
              <a:rPr lang="en-GB" err="1">
                <a:solidFill>
                  <a:schemeClr val="tx1"/>
                </a:solidFill>
              </a:rPr>
              <a:t>felis</a:t>
            </a:r>
            <a:r>
              <a:rPr lang="en-GB">
                <a:solidFill>
                  <a:schemeClr val="tx1"/>
                </a:solidFill>
              </a:rPr>
              <a:t> dictum non. Duis convallis </a:t>
            </a:r>
            <a:r>
              <a:rPr lang="en-GB" err="1">
                <a:solidFill>
                  <a:schemeClr val="tx1"/>
                </a:solidFill>
              </a:rPr>
              <a:t>turpis</a:t>
            </a:r>
            <a:r>
              <a:rPr lang="en-GB">
                <a:solidFill>
                  <a:schemeClr val="tx1"/>
                </a:solidFill>
              </a:rPr>
              <a:t> non </a:t>
            </a:r>
            <a:r>
              <a:rPr lang="en-GB" err="1">
                <a:solidFill>
                  <a:schemeClr val="tx1"/>
                </a:solidFill>
              </a:rPr>
              <a:t>quam</a:t>
            </a:r>
            <a:r>
              <a:rPr lang="en-GB">
                <a:solidFill>
                  <a:schemeClr val="tx1"/>
                </a:solidFill>
              </a:rPr>
              <a:t> </a:t>
            </a:r>
            <a:r>
              <a:rPr lang="en-GB" err="1">
                <a:solidFill>
                  <a:schemeClr val="tx1"/>
                </a:solidFill>
              </a:rPr>
              <a:t>eleifend</a:t>
            </a:r>
            <a:r>
              <a:rPr lang="en-GB">
                <a:solidFill>
                  <a:schemeClr val="tx1"/>
                </a:solidFill>
              </a:rPr>
              <a:t> </a:t>
            </a:r>
            <a:r>
              <a:rPr lang="en-GB" err="1">
                <a:solidFill>
                  <a:schemeClr val="tx1"/>
                </a:solidFill>
              </a:rPr>
              <a:t>sodales</a:t>
            </a:r>
            <a:r>
              <a:rPr lang="en-GB">
                <a:solidFill>
                  <a:schemeClr val="tx1"/>
                </a:solidFill>
              </a:rPr>
              <a:t>. Vestibulum ante ipsum </a:t>
            </a:r>
            <a:r>
              <a:rPr lang="en-GB" err="1">
                <a:solidFill>
                  <a:schemeClr val="tx1"/>
                </a:solidFill>
              </a:rPr>
              <a:t>primis</a:t>
            </a:r>
            <a:r>
              <a:rPr lang="en-GB">
                <a:solidFill>
                  <a:schemeClr val="tx1"/>
                </a:solidFill>
              </a:rPr>
              <a:t> in </a:t>
            </a:r>
            <a:r>
              <a:rPr lang="en-GB" err="1">
                <a:solidFill>
                  <a:schemeClr val="tx1"/>
                </a:solidFill>
              </a:rPr>
              <a:t>faucibus</a:t>
            </a:r>
            <a:r>
              <a:rPr lang="en-GB">
                <a:solidFill>
                  <a:schemeClr val="tx1"/>
                </a:solidFill>
              </a:rPr>
              <a:t> </a:t>
            </a:r>
            <a:r>
              <a:rPr lang="en-GB" err="1">
                <a:solidFill>
                  <a:schemeClr val="tx1"/>
                </a:solidFill>
              </a:rPr>
              <a:t>orci</a:t>
            </a:r>
            <a:r>
              <a:rPr lang="en-GB">
                <a:solidFill>
                  <a:schemeClr val="tx1"/>
                </a:solidFill>
              </a:rPr>
              <a:t> </a:t>
            </a:r>
            <a:r>
              <a:rPr lang="en-GB" err="1">
                <a:solidFill>
                  <a:schemeClr val="tx1"/>
                </a:solidFill>
              </a:rPr>
              <a:t>luctus</a:t>
            </a:r>
            <a:r>
              <a:rPr lang="en-GB">
                <a:solidFill>
                  <a:schemeClr val="tx1"/>
                </a:solidFill>
              </a:rPr>
              <a:t> et </a:t>
            </a:r>
            <a:r>
              <a:rPr lang="en-GB" err="1">
                <a:solidFill>
                  <a:schemeClr val="tx1"/>
                </a:solidFill>
              </a:rPr>
              <a:t>ultrices</a:t>
            </a:r>
            <a:r>
              <a:rPr lang="en-GB">
                <a:solidFill>
                  <a:schemeClr val="tx1"/>
                </a:solidFill>
              </a:rPr>
              <a:t> </a:t>
            </a:r>
            <a:r>
              <a:rPr lang="en-GB" err="1">
                <a:solidFill>
                  <a:schemeClr val="tx1"/>
                </a:solidFill>
              </a:rPr>
              <a:t>posuere</a:t>
            </a:r>
            <a:r>
              <a:rPr lang="en-GB">
                <a:solidFill>
                  <a:schemeClr val="tx1"/>
                </a:solidFill>
              </a:rPr>
              <a:t> </a:t>
            </a:r>
            <a:r>
              <a:rPr lang="en-GB" err="1">
                <a:solidFill>
                  <a:schemeClr val="tx1"/>
                </a:solidFill>
              </a:rPr>
              <a:t>cubilia</a:t>
            </a:r>
            <a:r>
              <a:rPr lang="en-GB">
                <a:solidFill>
                  <a:schemeClr val="tx1"/>
                </a:solidFill>
              </a:rPr>
              <a:t> curae; Proin </a:t>
            </a:r>
            <a:r>
              <a:rPr lang="en-GB" err="1">
                <a:solidFill>
                  <a:schemeClr val="tx1"/>
                </a:solidFill>
              </a:rPr>
              <a:t>ut</a:t>
            </a:r>
            <a:r>
              <a:rPr lang="en-GB">
                <a:solidFill>
                  <a:schemeClr val="tx1"/>
                </a:solidFill>
              </a:rPr>
              <a:t> </a:t>
            </a:r>
            <a:r>
              <a:rPr lang="en-GB" err="1">
                <a:solidFill>
                  <a:schemeClr val="tx1"/>
                </a:solidFill>
              </a:rPr>
              <a:t>ultricies</a:t>
            </a:r>
            <a:r>
              <a:rPr lang="en-GB">
                <a:solidFill>
                  <a:schemeClr val="tx1"/>
                </a:solidFill>
              </a:rPr>
              <a:t> </a:t>
            </a:r>
            <a:r>
              <a:rPr lang="en-GB" err="1">
                <a:solidFill>
                  <a:schemeClr val="tx1"/>
                </a:solidFill>
              </a:rPr>
              <a:t>lectus</a:t>
            </a:r>
            <a:r>
              <a:rPr lang="en-GB">
                <a:solidFill>
                  <a:schemeClr val="tx1"/>
                </a:solidFill>
              </a:rPr>
              <a:t>, </a:t>
            </a:r>
            <a:r>
              <a:rPr lang="en-GB" err="1">
                <a:solidFill>
                  <a:schemeClr val="tx1"/>
                </a:solidFill>
              </a:rPr>
              <a:t>nec</a:t>
            </a:r>
            <a:r>
              <a:rPr lang="en-GB">
                <a:solidFill>
                  <a:schemeClr val="tx1"/>
                </a:solidFill>
              </a:rPr>
              <a:t> </a:t>
            </a:r>
            <a:r>
              <a:rPr lang="en-GB" err="1">
                <a:solidFill>
                  <a:schemeClr val="tx1"/>
                </a:solidFill>
              </a:rPr>
              <a:t>ullamcorper</a:t>
            </a:r>
            <a:r>
              <a:rPr lang="en-GB">
                <a:solidFill>
                  <a:schemeClr val="tx1"/>
                </a:solidFill>
              </a:rPr>
              <a:t> </a:t>
            </a:r>
            <a:r>
              <a:rPr lang="en-GB" err="1">
                <a:solidFill>
                  <a:schemeClr val="tx1"/>
                </a:solidFill>
              </a:rPr>
              <a:t>neque</a:t>
            </a:r>
            <a:r>
              <a:rPr lang="en-GB">
                <a:solidFill>
                  <a:schemeClr val="tx1"/>
                </a:solidFill>
              </a:rPr>
              <a:t>. Lorem ipsum </a:t>
            </a:r>
            <a:r>
              <a:rPr lang="en-GB" err="1">
                <a:solidFill>
                  <a:schemeClr val="tx1"/>
                </a:solidFill>
              </a:rPr>
              <a:t>dolor</a:t>
            </a:r>
            <a:r>
              <a:rPr lang="en-GB">
                <a:solidFill>
                  <a:schemeClr val="tx1"/>
                </a:solidFill>
              </a:rPr>
              <a:t> sit </a:t>
            </a:r>
            <a:r>
              <a:rPr lang="en-GB" err="1">
                <a:solidFill>
                  <a:schemeClr val="tx1"/>
                </a:solidFill>
              </a:rPr>
              <a:t>amet</a:t>
            </a:r>
            <a:r>
              <a:rPr lang="en-GB">
                <a:solidFill>
                  <a:schemeClr val="tx1"/>
                </a:solidFill>
              </a:rPr>
              <a:t>, </a:t>
            </a:r>
            <a:r>
              <a:rPr lang="en-GB" err="1">
                <a:solidFill>
                  <a:schemeClr val="tx1"/>
                </a:solidFill>
              </a:rPr>
              <a:t>consectetur</a:t>
            </a:r>
            <a:r>
              <a:rPr lang="en-GB">
                <a:solidFill>
                  <a:schemeClr val="tx1"/>
                </a:solidFill>
              </a:rPr>
              <a:t> </a:t>
            </a:r>
            <a:r>
              <a:rPr lang="en-GB" err="1">
                <a:solidFill>
                  <a:schemeClr val="tx1"/>
                </a:solidFill>
              </a:rPr>
              <a:t>adipiscing</a:t>
            </a:r>
            <a:r>
              <a:rPr lang="en-GB">
                <a:solidFill>
                  <a:schemeClr val="tx1"/>
                </a:solidFill>
              </a:rPr>
              <a:t> </a:t>
            </a:r>
            <a:r>
              <a:rPr lang="en-GB" err="1">
                <a:solidFill>
                  <a:schemeClr val="tx1"/>
                </a:solidFill>
              </a:rPr>
              <a:t>elit</a:t>
            </a:r>
            <a:r>
              <a:rPr lang="en-GB">
                <a:solidFill>
                  <a:schemeClr val="tx1"/>
                </a:solidFill>
              </a:rPr>
              <a:t>. Sed </a:t>
            </a:r>
            <a:r>
              <a:rPr lang="en-GB" err="1">
                <a:solidFill>
                  <a:schemeClr val="tx1"/>
                </a:solidFill>
              </a:rPr>
              <a:t>eu</a:t>
            </a:r>
            <a:r>
              <a:rPr lang="en-GB">
                <a:solidFill>
                  <a:schemeClr val="tx1"/>
                </a:solidFill>
              </a:rPr>
              <a:t> </a:t>
            </a:r>
            <a:r>
              <a:rPr lang="en-GB" err="1">
                <a:solidFill>
                  <a:schemeClr val="tx1"/>
                </a:solidFill>
              </a:rPr>
              <a:t>lacus</a:t>
            </a:r>
            <a:r>
              <a:rPr lang="en-GB">
                <a:solidFill>
                  <a:schemeClr val="tx1"/>
                </a:solidFill>
              </a:rPr>
              <a:t> </a:t>
            </a:r>
            <a:r>
              <a:rPr lang="en-GB" err="1">
                <a:solidFill>
                  <a:schemeClr val="tx1"/>
                </a:solidFill>
              </a:rPr>
              <a:t>vel</a:t>
            </a:r>
            <a:r>
              <a:rPr lang="en-GB">
                <a:solidFill>
                  <a:schemeClr val="tx1"/>
                </a:solidFill>
              </a:rPr>
              <a:t> </a:t>
            </a:r>
            <a:r>
              <a:rPr lang="en-GB" err="1">
                <a:solidFill>
                  <a:schemeClr val="tx1"/>
                </a:solidFill>
              </a:rPr>
              <a:t>tellus</a:t>
            </a:r>
            <a:r>
              <a:rPr lang="en-GB">
                <a:solidFill>
                  <a:schemeClr val="tx1"/>
                </a:solidFill>
              </a:rPr>
              <a:t> lacinia </a:t>
            </a:r>
            <a:r>
              <a:rPr lang="en-GB" err="1">
                <a:solidFill>
                  <a:schemeClr val="tx1"/>
                </a:solidFill>
              </a:rPr>
              <a:t>imperdiet</a:t>
            </a:r>
            <a:r>
              <a:rPr lang="en-GB">
                <a:solidFill>
                  <a:schemeClr val="tx1"/>
                </a:solidFill>
              </a:rPr>
              <a:t> </a:t>
            </a:r>
            <a:r>
              <a:rPr lang="en-GB" err="1">
                <a:solidFill>
                  <a:schemeClr val="tx1"/>
                </a:solidFill>
              </a:rPr>
              <a:t>ut</a:t>
            </a:r>
            <a:r>
              <a:rPr lang="en-GB">
                <a:solidFill>
                  <a:schemeClr val="tx1"/>
                </a:solidFill>
              </a:rPr>
              <a:t> </a:t>
            </a:r>
            <a:r>
              <a:rPr lang="en-GB" err="1">
                <a:solidFill>
                  <a:schemeClr val="tx1"/>
                </a:solidFill>
              </a:rPr>
              <a:t>vel</a:t>
            </a:r>
            <a:r>
              <a:rPr lang="en-GB">
                <a:solidFill>
                  <a:schemeClr val="tx1"/>
                </a:solidFill>
              </a:rPr>
              <a:t> </a:t>
            </a:r>
            <a:r>
              <a:rPr lang="en-GB" err="1">
                <a:solidFill>
                  <a:schemeClr val="tx1"/>
                </a:solidFill>
              </a:rPr>
              <a:t>quam</a:t>
            </a:r>
            <a:r>
              <a:rPr lang="en-GB">
                <a:solidFill>
                  <a:schemeClr val="tx1"/>
                </a:solidFill>
              </a:rPr>
              <a:t>. Integer </a:t>
            </a:r>
            <a:r>
              <a:rPr lang="en-GB" err="1">
                <a:solidFill>
                  <a:schemeClr val="tx1"/>
                </a:solidFill>
              </a:rPr>
              <a:t>pellentesque</a:t>
            </a:r>
            <a:r>
              <a:rPr lang="en-GB">
                <a:solidFill>
                  <a:schemeClr val="tx1"/>
                </a:solidFill>
              </a:rPr>
              <a:t>, </a:t>
            </a:r>
            <a:r>
              <a:rPr lang="en-GB" err="1">
                <a:solidFill>
                  <a:schemeClr val="tx1"/>
                </a:solidFill>
              </a:rPr>
              <a:t>justo</a:t>
            </a:r>
            <a:r>
              <a:rPr lang="en-GB">
                <a:solidFill>
                  <a:schemeClr val="tx1"/>
                </a:solidFill>
              </a:rPr>
              <a:t> a </a:t>
            </a:r>
            <a:r>
              <a:rPr lang="en-GB" err="1">
                <a:solidFill>
                  <a:schemeClr val="tx1"/>
                </a:solidFill>
              </a:rPr>
              <a:t>condimentum</a:t>
            </a:r>
            <a:r>
              <a:rPr lang="en-GB">
                <a:solidFill>
                  <a:schemeClr val="tx1"/>
                </a:solidFill>
              </a:rPr>
              <a:t> </a:t>
            </a:r>
            <a:r>
              <a:rPr lang="en-GB" err="1">
                <a:solidFill>
                  <a:schemeClr val="tx1"/>
                </a:solidFill>
              </a:rPr>
              <a:t>posuere</a:t>
            </a:r>
            <a:r>
              <a:rPr lang="en-GB">
                <a:solidFill>
                  <a:schemeClr val="tx1"/>
                </a:solidFill>
              </a:rPr>
              <a:t>, </a:t>
            </a:r>
            <a:r>
              <a:rPr lang="en-GB" err="1">
                <a:solidFill>
                  <a:schemeClr val="tx1"/>
                </a:solidFill>
              </a:rPr>
              <a:t>augue</a:t>
            </a:r>
            <a:r>
              <a:rPr lang="en-GB">
                <a:solidFill>
                  <a:schemeClr val="tx1"/>
                </a:solidFill>
              </a:rPr>
              <a:t> </a:t>
            </a:r>
            <a:r>
              <a:rPr lang="en-GB" err="1">
                <a:solidFill>
                  <a:schemeClr val="tx1"/>
                </a:solidFill>
              </a:rPr>
              <a:t>turpis</a:t>
            </a:r>
            <a:r>
              <a:rPr lang="en-GB">
                <a:solidFill>
                  <a:schemeClr val="tx1"/>
                </a:solidFill>
              </a:rPr>
              <a:t> </a:t>
            </a:r>
            <a:r>
              <a:rPr lang="en-GB" err="1">
                <a:solidFill>
                  <a:schemeClr val="tx1"/>
                </a:solidFill>
              </a:rPr>
              <a:t>sollicitudin</a:t>
            </a:r>
            <a:r>
              <a:rPr lang="en-GB">
                <a:solidFill>
                  <a:schemeClr val="tx1"/>
                </a:solidFill>
              </a:rPr>
              <a:t> dui, in </a:t>
            </a:r>
            <a:r>
              <a:rPr lang="en-GB" err="1">
                <a:solidFill>
                  <a:schemeClr val="tx1"/>
                </a:solidFill>
              </a:rPr>
              <a:t>placerat</a:t>
            </a:r>
            <a:r>
              <a:rPr lang="en-GB">
                <a:solidFill>
                  <a:schemeClr val="tx1"/>
                </a:solidFill>
              </a:rPr>
              <a:t> </a:t>
            </a:r>
            <a:r>
              <a:rPr lang="en-GB" err="1">
                <a:solidFill>
                  <a:schemeClr val="tx1"/>
                </a:solidFill>
              </a:rPr>
              <a:t>quam</a:t>
            </a:r>
            <a:r>
              <a:rPr lang="en-GB">
                <a:solidFill>
                  <a:schemeClr val="tx1"/>
                </a:solidFill>
              </a:rPr>
              <a:t> </a:t>
            </a:r>
            <a:r>
              <a:rPr lang="en-GB" err="1">
                <a:solidFill>
                  <a:schemeClr val="tx1"/>
                </a:solidFill>
              </a:rPr>
              <a:t>nisl</a:t>
            </a:r>
            <a:r>
              <a:rPr lang="en-GB">
                <a:solidFill>
                  <a:schemeClr val="tx1"/>
                </a:solidFill>
              </a:rPr>
              <a:t> vel. </a:t>
            </a:r>
          </a:p>
        </p:txBody>
      </p:sp>
      <p:sp>
        <p:nvSpPr>
          <p:cNvPr id="14" name="TextBox 13">
            <a:extLst>
              <a:ext uri="{FF2B5EF4-FFF2-40B4-BE49-F238E27FC236}">
                <a16:creationId xmlns:a16="http://schemas.microsoft.com/office/drawing/2014/main" id="{A6244FAD-5EB7-48D0-FDA2-F7C8190A0493}"/>
              </a:ext>
            </a:extLst>
          </p:cNvPr>
          <p:cNvSpPr txBox="1"/>
          <p:nvPr/>
        </p:nvSpPr>
        <p:spPr>
          <a:xfrm>
            <a:off x="6081278" y="2049411"/>
            <a:ext cx="1842105" cy="353943"/>
          </a:xfrm>
          <a:prstGeom prst="rect">
            <a:avLst/>
          </a:prstGeom>
          <a:noFill/>
        </p:spPr>
        <p:txBody>
          <a:bodyPr wrap="square" lIns="0" tIns="0" rIns="0" bIns="0">
            <a:spAutoFit/>
          </a:bodyPr>
          <a:lstStyle/>
          <a:p>
            <a:pPr marL="0" lvl="1" defTabSz="802054"/>
            <a:r>
              <a:rPr lang="en-GB" sz="1200" b="1">
                <a:solidFill>
                  <a:schemeClr val="bg2"/>
                </a:solidFill>
                <a:latin typeface="+mj-lt"/>
              </a:rPr>
              <a:t>Name Surname</a:t>
            </a:r>
          </a:p>
          <a:p>
            <a:pPr marL="0" lvl="2" defTabSz="802054">
              <a:spcAft>
                <a:spcPts val="600"/>
              </a:spcAft>
            </a:pPr>
            <a:r>
              <a:rPr lang="en-GB" sz="1100"/>
              <a:t>Role goes here</a:t>
            </a:r>
          </a:p>
        </p:txBody>
      </p:sp>
      <p:pic>
        <p:nvPicPr>
          <p:cNvPr id="30" name="Picture Placeholder 25">
            <a:extLst>
              <a:ext uri="{FF2B5EF4-FFF2-40B4-BE49-F238E27FC236}">
                <a16:creationId xmlns:a16="http://schemas.microsoft.com/office/drawing/2014/main" id="{6E232AA7-C5C8-13BF-AF15-4452CB80F942}"/>
              </a:ext>
            </a:extLst>
          </p:cNvPr>
          <p:cNvPicPr>
            <a:picLocks noChangeAspect="1"/>
          </p:cNvPicPr>
          <p:nvPr/>
        </p:nvPicPr>
        <p:blipFill>
          <a:blip r:embed="rId2"/>
          <a:srcRect l="431" r="431"/>
          <a:stretch/>
        </p:blipFill>
        <p:spPr>
          <a:xfrm>
            <a:off x="5428731" y="1956382"/>
            <a:ext cx="540000" cy="540000"/>
          </a:xfrm>
          <a:prstGeom prst="ellipse">
            <a:avLst/>
          </a:prstGeom>
          <a:ln>
            <a:solidFill>
              <a:schemeClr val="bg2"/>
            </a:solidFill>
          </a:ln>
        </p:spPr>
      </p:pic>
      <p:sp>
        <p:nvSpPr>
          <p:cNvPr id="37" name="Text Placeholder 2">
            <a:extLst>
              <a:ext uri="{FF2B5EF4-FFF2-40B4-BE49-F238E27FC236}">
                <a16:creationId xmlns:a16="http://schemas.microsoft.com/office/drawing/2014/main" id="{AB6F3D63-6AF4-01FA-EEFB-A33167E8603F}"/>
              </a:ext>
            </a:extLst>
          </p:cNvPr>
          <p:cNvSpPr txBox="1">
            <a:spLocks/>
          </p:cNvSpPr>
          <p:nvPr/>
        </p:nvSpPr>
        <p:spPr>
          <a:xfrm>
            <a:off x="5428731" y="2602489"/>
            <a:ext cx="4771704" cy="590349"/>
          </a:xfrm>
          <a:prstGeom prst="rect">
            <a:avLst/>
          </a:prstGeom>
        </p:spPr>
        <p:txBody>
          <a:bodyPr vert="horz" wrap="square" lIns="0" tIns="0" rIns="0" bIns="36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sz="1200" dirty="0"/>
              <a:t>Lorem ipsum </a:t>
            </a:r>
            <a:r>
              <a:rPr lang="en-GB" sz="1200" dirty="0" err="1"/>
              <a:t>dolor</a:t>
            </a:r>
            <a:r>
              <a:rPr lang="en-GB" sz="1200" dirty="0"/>
              <a:t> sit </a:t>
            </a:r>
            <a:r>
              <a:rPr lang="en-GB" sz="1200" dirty="0" err="1"/>
              <a:t>amet</a:t>
            </a:r>
            <a:r>
              <a:rPr lang="en-GB" sz="1200" dirty="0"/>
              <a:t>, </a:t>
            </a:r>
            <a:r>
              <a:rPr lang="en-GB" sz="1200" dirty="0" err="1"/>
              <a:t>consectetur</a:t>
            </a:r>
            <a:r>
              <a:rPr lang="en-GB" sz="1200" dirty="0"/>
              <a:t> </a:t>
            </a:r>
            <a:r>
              <a:rPr lang="en-GB" sz="1200" dirty="0" err="1"/>
              <a:t>adipiscing</a:t>
            </a:r>
            <a:r>
              <a:rPr lang="en-GB" sz="1200" dirty="0"/>
              <a:t> </a:t>
            </a:r>
            <a:r>
              <a:rPr lang="en-GB" sz="1200" dirty="0" err="1"/>
              <a:t>elit</a:t>
            </a:r>
            <a:r>
              <a:rPr lang="en-GB" sz="1200" dirty="0"/>
              <a:t>. Morbi </a:t>
            </a:r>
            <a:r>
              <a:rPr lang="en-GB" sz="1200" dirty="0" err="1"/>
              <a:t>posuere</a:t>
            </a:r>
            <a:r>
              <a:rPr lang="en-GB" sz="1200" dirty="0"/>
              <a:t> et </a:t>
            </a:r>
            <a:r>
              <a:rPr lang="en-GB" sz="1200" dirty="0" err="1"/>
              <a:t>sem</a:t>
            </a:r>
            <a:r>
              <a:rPr lang="en-GB" sz="1200" dirty="0"/>
              <a:t> a </a:t>
            </a:r>
            <a:r>
              <a:rPr lang="en-GB" sz="1200" dirty="0" err="1"/>
              <a:t>efficitur</a:t>
            </a:r>
            <a:r>
              <a:rPr lang="en-GB" sz="1200" dirty="0"/>
              <a:t>. Nam sit </a:t>
            </a:r>
            <a:r>
              <a:rPr lang="en-GB" sz="1200" dirty="0" err="1"/>
              <a:t>amet</a:t>
            </a:r>
            <a:r>
              <a:rPr lang="en-GB" sz="1200" dirty="0"/>
              <a:t> </a:t>
            </a:r>
            <a:r>
              <a:rPr lang="en-GB" sz="1200" dirty="0" err="1"/>
              <a:t>tellus</a:t>
            </a:r>
            <a:r>
              <a:rPr lang="en-GB" sz="1200" dirty="0"/>
              <a:t> </a:t>
            </a:r>
            <a:r>
              <a:rPr lang="en-GB" sz="1200" dirty="0" err="1"/>
              <a:t>sed</a:t>
            </a:r>
            <a:r>
              <a:rPr lang="en-GB" sz="1200" dirty="0"/>
              <a:t> </a:t>
            </a:r>
            <a:r>
              <a:rPr lang="en-GB" sz="1200" dirty="0" err="1"/>
              <a:t>tortor</a:t>
            </a:r>
            <a:r>
              <a:rPr lang="en-GB" sz="1200" dirty="0"/>
              <a:t> </a:t>
            </a:r>
            <a:r>
              <a:rPr lang="en-GB" sz="1200" dirty="0" err="1"/>
              <a:t>euismod</a:t>
            </a:r>
            <a:r>
              <a:rPr lang="en-GB" sz="1200" dirty="0"/>
              <a:t> </a:t>
            </a:r>
            <a:r>
              <a:rPr lang="en-GB" sz="1200" dirty="0" err="1"/>
              <a:t>finibus</a:t>
            </a:r>
            <a:r>
              <a:rPr lang="en-GB" sz="1200" dirty="0"/>
              <a:t> vitae sit </a:t>
            </a:r>
            <a:r>
              <a:rPr lang="en-GB" sz="1200" dirty="0" err="1"/>
              <a:t>amet</a:t>
            </a:r>
            <a:r>
              <a:rPr lang="en-GB" sz="1200" dirty="0"/>
              <a:t> nisi. </a:t>
            </a:r>
            <a:r>
              <a:rPr lang="en-GB" sz="1200" dirty="0" err="1"/>
              <a:t>Pellentesque</a:t>
            </a:r>
            <a:r>
              <a:rPr lang="en-GB" sz="1200" dirty="0"/>
              <a:t> auctor </a:t>
            </a:r>
            <a:r>
              <a:rPr lang="en-GB" sz="1200" dirty="0" err="1"/>
              <a:t>pellentesque</a:t>
            </a:r>
            <a:r>
              <a:rPr lang="en-GB" sz="1200" dirty="0"/>
              <a:t> ligula.</a:t>
            </a:r>
          </a:p>
        </p:txBody>
      </p:sp>
      <p:sp>
        <p:nvSpPr>
          <p:cNvPr id="38" name="TextBox 37">
            <a:extLst>
              <a:ext uri="{FF2B5EF4-FFF2-40B4-BE49-F238E27FC236}">
                <a16:creationId xmlns:a16="http://schemas.microsoft.com/office/drawing/2014/main" id="{009F8124-BCCB-62A8-9447-A6E32CCA43E4}"/>
              </a:ext>
            </a:extLst>
          </p:cNvPr>
          <p:cNvSpPr txBox="1"/>
          <p:nvPr/>
        </p:nvSpPr>
        <p:spPr>
          <a:xfrm>
            <a:off x="4057597" y="3625138"/>
            <a:ext cx="1842105" cy="353943"/>
          </a:xfrm>
          <a:prstGeom prst="rect">
            <a:avLst/>
          </a:prstGeom>
          <a:noFill/>
        </p:spPr>
        <p:txBody>
          <a:bodyPr wrap="square" lIns="0" tIns="0" rIns="0" bIns="0">
            <a:spAutoFit/>
          </a:bodyPr>
          <a:lstStyle/>
          <a:p>
            <a:pPr marL="0" lvl="1" defTabSz="802054"/>
            <a:r>
              <a:rPr lang="en-GB" sz="1200" b="1">
                <a:solidFill>
                  <a:schemeClr val="bg2"/>
                </a:solidFill>
                <a:latin typeface="+mj-lt"/>
              </a:rPr>
              <a:t>Name Surname</a:t>
            </a:r>
          </a:p>
          <a:p>
            <a:pPr marL="0" lvl="2" defTabSz="802054">
              <a:spcAft>
                <a:spcPts val="600"/>
              </a:spcAft>
            </a:pPr>
            <a:r>
              <a:rPr lang="en-GB" sz="1100"/>
              <a:t>Role goes here</a:t>
            </a:r>
          </a:p>
        </p:txBody>
      </p:sp>
      <p:pic>
        <p:nvPicPr>
          <p:cNvPr id="39" name="Picture Placeholder 25">
            <a:extLst>
              <a:ext uri="{FF2B5EF4-FFF2-40B4-BE49-F238E27FC236}">
                <a16:creationId xmlns:a16="http://schemas.microsoft.com/office/drawing/2014/main" id="{8D5C069D-01BE-AC34-A537-A639ABBDDCCA}"/>
              </a:ext>
            </a:extLst>
          </p:cNvPr>
          <p:cNvPicPr>
            <a:picLocks noChangeAspect="1"/>
          </p:cNvPicPr>
          <p:nvPr/>
        </p:nvPicPr>
        <p:blipFill>
          <a:blip r:embed="rId2"/>
          <a:srcRect l="431" r="431"/>
          <a:stretch/>
        </p:blipFill>
        <p:spPr>
          <a:xfrm>
            <a:off x="3405050" y="3532109"/>
            <a:ext cx="540000" cy="540000"/>
          </a:xfrm>
          <a:prstGeom prst="ellipse">
            <a:avLst/>
          </a:prstGeom>
          <a:ln>
            <a:solidFill>
              <a:schemeClr val="bg2"/>
            </a:solidFill>
          </a:ln>
        </p:spPr>
      </p:pic>
      <p:sp>
        <p:nvSpPr>
          <p:cNvPr id="40" name="Text Placeholder 2">
            <a:extLst>
              <a:ext uri="{FF2B5EF4-FFF2-40B4-BE49-F238E27FC236}">
                <a16:creationId xmlns:a16="http://schemas.microsoft.com/office/drawing/2014/main" id="{14F3EDB8-F712-49F4-2573-C45DD6B53000}"/>
              </a:ext>
            </a:extLst>
          </p:cNvPr>
          <p:cNvSpPr txBox="1">
            <a:spLocks/>
          </p:cNvSpPr>
          <p:nvPr/>
        </p:nvSpPr>
        <p:spPr>
          <a:xfrm>
            <a:off x="3405050" y="4178216"/>
            <a:ext cx="3928079" cy="775015"/>
          </a:xfrm>
          <a:prstGeom prst="rect">
            <a:avLst/>
          </a:prstGeom>
        </p:spPr>
        <p:txBody>
          <a:bodyPr vert="horz" wrap="square" lIns="0" tIns="0" rIns="0" bIns="36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Morbi </a:t>
            </a:r>
            <a:r>
              <a:rPr lang="en-GB" sz="1200" err="1"/>
              <a:t>posuere</a:t>
            </a:r>
            <a:r>
              <a:rPr lang="en-GB" sz="1200"/>
              <a:t> et </a:t>
            </a:r>
            <a:r>
              <a:rPr lang="en-GB" sz="1200" err="1"/>
              <a:t>sem</a:t>
            </a:r>
            <a:r>
              <a:rPr lang="en-GB" sz="1200"/>
              <a:t> a </a:t>
            </a:r>
            <a:r>
              <a:rPr lang="en-GB" sz="1200" err="1"/>
              <a:t>efficitur</a:t>
            </a:r>
            <a:r>
              <a:rPr lang="en-GB" sz="1200"/>
              <a:t>. Nam sit </a:t>
            </a:r>
            <a:r>
              <a:rPr lang="en-GB" sz="1200" err="1"/>
              <a:t>amet</a:t>
            </a:r>
            <a:r>
              <a:rPr lang="en-GB" sz="1200"/>
              <a:t> </a:t>
            </a:r>
            <a:r>
              <a:rPr lang="en-GB" sz="1200" err="1"/>
              <a:t>tellus</a:t>
            </a:r>
            <a:r>
              <a:rPr lang="en-GB" sz="1200"/>
              <a:t> </a:t>
            </a:r>
            <a:r>
              <a:rPr lang="en-GB" sz="1200" err="1"/>
              <a:t>sed</a:t>
            </a:r>
            <a:r>
              <a:rPr lang="en-GB" sz="1200"/>
              <a:t> </a:t>
            </a:r>
            <a:r>
              <a:rPr lang="en-GB" sz="1200" err="1"/>
              <a:t>tortor</a:t>
            </a:r>
            <a:r>
              <a:rPr lang="en-GB" sz="1200"/>
              <a:t> </a:t>
            </a:r>
            <a:r>
              <a:rPr lang="en-GB" sz="1200" err="1"/>
              <a:t>euismod</a:t>
            </a:r>
            <a:r>
              <a:rPr lang="en-GB" sz="1200"/>
              <a:t> </a:t>
            </a:r>
            <a:r>
              <a:rPr lang="en-GB" sz="1200" err="1"/>
              <a:t>finibus</a:t>
            </a:r>
            <a:r>
              <a:rPr lang="en-GB" sz="1200"/>
              <a:t> vitae sit </a:t>
            </a:r>
            <a:r>
              <a:rPr lang="en-GB" sz="1200" err="1"/>
              <a:t>amet</a:t>
            </a:r>
            <a:r>
              <a:rPr lang="en-GB" sz="1200"/>
              <a:t> nisi. </a:t>
            </a:r>
            <a:r>
              <a:rPr lang="en-GB" sz="1200" err="1"/>
              <a:t>Pellentesque</a:t>
            </a:r>
            <a:r>
              <a:rPr lang="en-GB" sz="1200"/>
              <a:t> auctor </a:t>
            </a:r>
            <a:r>
              <a:rPr lang="en-GB" sz="1200" err="1"/>
              <a:t>pellentesque</a:t>
            </a:r>
            <a:r>
              <a:rPr lang="en-GB" sz="1200"/>
              <a:t> ligula.</a:t>
            </a:r>
          </a:p>
        </p:txBody>
      </p:sp>
      <p:sp>
        <p:nvSpPr>
          <p:cNvPr id="41" name="TextBox 40">
            <a:extLst>
              <a:ext uri="{FF2B5EF4-FFF2-40B4-BE49-F238E27FC236}">
                <a16:creationId xmlns:a16="http://schemas.microsoft.com/office/drawing/2014/main" id="{603705AC-6401-F204-6718-CD6F5FB420A7}"/>
              </a:ext>
            </a:extLst>
          </p:cNvPr>
          <p:cNvSpPr txBox="1"/>
          <p:nvPr/>
        </p:nvSpPr>
        <p:spPr>
          <a:xfrm>
            <a:off x="9356810" y="3625138"/>
            <a:ext cx="1842105" cy="353943"/>
          </a:xfrm>
          <a:prstGeom prst="rect">
            <a:avLst/>
          </a:prstGeom>
          <a:noFill/>
        </p:spPr>
        <p:txBody>
          <a:bodyPr wrap="square" lIns="0" tIns="0" rIns="0" bIns="0">
            <a:spAutoFit/>
          </a:bodyPr>
          <a:lstStyle/>
          <a:p>
            <a:pPr marL="0" lvl="1" defTabSz="802054"/>
            <a:r>
              <a:rPr lang="en-GB" sz="1200" b="1">
                <a:solidFill>
                  <a:schemeClr val="bg2"/>
                </a:solidFill>
                <a:latin typeface="+mj-lt"/>
              </a:rPr>
              <a:t>Name Surname</a:t>
            </a:r>
          </a:p>
          <a:p>
            <a:pPr marL="0" lvl="2" defTabSz="802054">
              <a:spcAft>
                <a:spcPts val="600"/>
              </a:spcAft>
            </a:pPr>
            <a:r>
              <a:rPr lang="en-GB" sz="1100"/>
              <a:t>Role goes here</a:t>
            </a:r>
          </a:p>
        </p:txBody>
      </p:sp>
      <p:pic>
        <p:nvPicPr>
          <p:cNvPr id="42" name="Picture Placeholder 25">
            <a:extLst>
              <a:ext uri="{FF2B5EF4-FFF2-40B4-BE49-F238E27FC236}">
                <a16:creationId xmlns:a16="http://schemas.microsoft.com/office/drawing/2014/main" id="{3E51AF90-35B1-EB2B-5823-5D9C8A2338C1}"/>
              </a:ext>
            </a:extLst>
          </p:cNvPr>
          <p:cNvPicPr>
            <a:picLocks noChangeAspect="1"/>
          </p:cNvPicPr>
          <p:nvPr/>
        </p:nvPicPr>
        <p:blipFill>
          <a:blip r:embed="rId2"/>
          <a:srcRect l="431" r="431"/>
          <a:stretch/>
        </p:blipFill>
        <p:spPr>
          <a:xfrm>
            <a:off x="8704263" y="3532109"/>
            <a:ext cx="540000" cy="540000"/>
          </a:xfrm>
          <a:prstGeom prst="ellipse">
            <a:avLst/>
          </a:prstGeom>
          <a:ln>
            <a:solidFill>
              <a:schemeClr val="bg2"/>
            </a:solidFill>
          </a:ln>
        </p:spPr>
      </p:pic>
      <p:sp>
        <p:nvSpPr>
          <p:cNvPr id="43" name="Text Placeholder 2">
            <a:extLst>
              <a:ext uri="{FF2B5EF4-FFF2-40B4-BE49-F238E27FC236}">
                <a16:creationId xmlns:a16="http://schemas.microsoft.com/office/drawing/2014/main" id="{89BD1D3A-64E7-E196-B27E-A3F2BF9918FC}"/>
              </a:ext>
            </a:extLst>
          </p:cNvPr>
          <p:cNvSpPr txBox="1">
            <a:spLocks/>
          </p:cNvSpPr>
          <p:nvPr/>
        </p:nvSpPr>
        <p:spPr>
          <a:xfrm>
            <a:off x="8704263" y="4178216"/>
            <a:ext cx="3928079" cy="775015"/>
          </a:xfrm>
          <a:prstGeom prst="rect">
            <a:avLst/>
          </a:prstGeom>
        </p:spPr>
        <p:txBody>
          <a:bodyPr vert="horz" lIns="0" tIns="0" rIns="0" bIns="36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Morbi </a:t>
            </a:r>
            <a:r>
              <a:rPr lang="en-GB" sz="1200" err="1"/>
              <a:t>posuere</a:t>
            </a:r>
            <a:r>
              <a:rPr lang="en-GB" sz="1200"/>
              <a:t> et </a:t>
            </a:r>
            <a:r>
              <a:rPr lang="en-GB" sz="1200" err="1"/>
              <a:t>sem</a:t>
            </a:r>
            <a:r>
              <a:rPr lang="en-GB" sz="1200"/>
              <a:t> a </a:t>
            </a:r>
            <a:r>
              <a:rPr lang="en-GB" sz="1200" err="1"/>
              <a:t>efficitur</a:t>
            </a:r>
            <a:r>
              <a:rPr lang="en-GB" sz="1200"/>
              <a:t>. Nam sit </a:t>
            </a:r>
            <a:r>
              <a:rPr lang="en-GB" sz="1200" err="1"/>
              <a:t>amet</a:t>
            </a:r>
            <a:r>
              <a:rPr lang="en-GB" sz="1200"/>
              <a:t> </a:t>
            </a:r>
            <a:r>
              <a:rPr lang="en-GB" sz="1200" err="1"/>
              <a:t>tellus</a:t>
            </a:r>
            <a:r>
              <a:rPr lang="en-GB" sz="1200"/>
              <a:t> </a:t>
            </a:r>
            <a:r>
              <a:rPr lang="en-GB" sz="1200" err="1"/>
              <a:t>sed</a:t>
            </a:r>
            <a:r>
              <a:rPr lang="en-GB" sz="1200"/>
              <a:t> </a:t>
            </a:r>
            <a:r>
              <a:rPr lang="en-GB" sz="1200" err="1"/>
              <a:t>tortor</a:t>
            </a:r>
            <a:r>
              <a:rPr lang="en-GB" sz="1200"/>
              <a:t> </a:t>
            </a:r>
            <a:r>
              <a:rPr lang="en-GB" sz="1200" err="1"/>
              <a:t>euismod</a:t>
            </a:r>
            <a:r>
              <a:rPr lang="en-GB" sz="1200"/>
              <a:t> </a:t>
            </a:r>
            <a:r>
              <a:rPr lang="en-GB" sz="1200" err="1"/>
              <a:t>finibus</a:t>
            </a:r>
            <a:r>
              <a:rPr lang="en-GB" sz="1200"/>
              <a:t> vitae sit </a:t>
            </a:r>
            <a:r>
              <a:rPr lang="en-GB" sz="1200" err="1"/>
              <a:t>amet</a:t>
            </a:r>
            <a:r>
              <a:rPr lang="en-GB" sz="1200"/>
              <a:t> nisi. </a:t>
            </a:r>
            <a:r>
              <a:rPr lang="en-GB" sz="1200" err="1"/>
              <a:t>Pellentesque</a:t>
            </a:r>
            <a:r>
              <a:rPr lang="en-GB" sz="1200"/>
              <a:t> auctor </a:t>
            </a:r>
            <a:r>
              <a:rPr lang="en-GB" sz="1200" err="1"/>
              <a:t>pellentesque</a:t>
            </a:r>
            <a:r>
              <a:rPr lang="en-GB" sz="1200"/>
              <a:t> ligula.</a:t>
            </a:r>
          </a:p>
        </p:txBody>
      </p:sp>
      <p:sp>
        <p:nvSpPr>
          <p:cNvPr id="47" name="TextBox 46">
            <a:extLst>
              <a:ext uri="{FF2B5EF4-FFF2-40B4-BE49-F238E27FC236}">
                <a16:creationId xmlns:a16="http://schemas.microsoft.com/office/drawing/2014/main" id="{81677636-21A8-B6B3-831F-27278AF93FED}"/>
              </a:ext>
            </a:extLst>
          </p:cNvPr>
          <p:cNvSpPr txBox="1"/>
          <p:nvPr/>
        </p:nvSpPr>
        <p:spPr>
          <a:xfrm>
            <a:off x="4057597" y="5419501"/>
            <a:ext cx="1842105" cy="353943"/>
          </a:xfrm>
          <a:prstGeom prst="rect">
            <a:avLst/>
          </a:prstGeom>
          <a:noFill/>
        </p:spPr>
        <p:txBody>
          <a:bodyPr wrap="square" lIns="0" tIns="0" rIns="0" bIns="0">
            <a:spAutoFit/>
          </a:bodyPr>
          <a:lstStyle/>
          <a:p>
            <a:pPr marL="0" lvl="1" defTabSz="802054"/>
            <a:r>
              <a:rPr lang="en-GB" sz="1200" b="1">
                <a:solidFill>
                  <a:schemeClr val="bg2"/>
                </a:solidFill>
                <a:latin typeface="+mj-lt"/>
              </a:rPr>
              <a:t>Name Surname</a:t>
            </a:r>
          </a:p>
          <a:p>
            <a:pPr marL="0" lvl="2" defTabSz="802054">
              <a:spcAft>
                <a:spcPts val="600"/>
              </a:spcAft>
            </a:pPr>
            <a:r>
              <a:rPr lang="en-GB" sz="1100"/>
              <a:t>Role goes here</a:t>
            </a:r>
          </a:p>
        </p:txBody>
      </p:sp>
      <p:pic>
        <p:nvPicPr>
          <p:cNvPr id="48" name="Picture Placeholder 25">
            <a:extLst>
              <a:ext uri="{FF2B5EF4-FFF2-40B4-BE49-F238E27FC236}">
                <a16:creationId xmlns:a16="http://schemas.microsoft.com/office/drawing/2014/main" id="{65785A78-2C14-A041-3651-A53A3D417E1B}"/>
              </a:ext>
            </a:extLst>
          </p:cNvPr>
          <p:cNvPicPr>
            <a:picLocks noChangeAspect="1"/>
          </p:cNvPicPr>
          <p:nvPr/>
        </p:nvPicPr>
        <p:blipFill>
          <a:blip r:embed="rId2"/>
          <a:srcRect l="431" r="431"/>
          <a:stretch/>
        </p:blipFill>
        <p:spPr>
          <a:xfrm>
            <a:off x="3405050" y="5326472"/>
            <a:ext cx="540000" cy="540000"/>
          </a:xfrm>
          <a:prstGeom prst="ellipse">
            <a:avLst/>
          </a:prstGeom>
          <a:ln>
            <a:solidFill>
              <a:schemeClr val="bg2"/>
            </a:solidFill>
          </a:ln>
        </p:spPr>
      </p:pic>
      <p:sp>
        <p:nvSpPr>
          <p:cNvPr id="49" name="Text Placeholder 2">
            <a:extLst>
              <a:ext uri="{FF2B5EF4-FFF2-40B4-BE49-F238E27FC236}">
                <a16:creationId xmlns:a16="http://schemas.microsoft.com/office/drawing/2014/main" id="{E97CD474-D107-474B-5309-3640A32F2414}"/>
              </a:ext>
            </a:extLst>
          </p:cNvPr>
          <p:cNvSpPr txBox="1">
            <a:spLocks/>
          </p:cNvSpPr>
          <p:nvPr/>
        </p:nvSpPr>
        <p:spPr>
          <a:xfrm>
            <a:off x="3405050" y="5972579"/>
            <a:ext cx="3928079" cy="775015"/>
          </a:xfrm>
          <a:prstGeom prst="rect">
            <a:avLst/>
          </a:prstGeom>
        </p:spPr>
        <p:txBody>
          <a:bodyPr vert="horz" wrap="square" lIns="0" tIns="0" rIns="0" bIns="36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Morbi </a:t>
            </a:r>
            <a:r>
              <a:rPr lang="en-GB" sz="1200" err="1"/>
              <a:t>posuere</a:t>
            </a:r>
            <a:r>
              <a:rPr lang="en-GB" sz="1200"/>
              <a:t> et </a:t>
            </a:r>
            <a:r>
              <a:rPr lang="en-GB" sz="1200" err="1"/>
              <a:t>sem</a:t>
            </a:r>
            <a:r>
              <a:rPr lang="en-GB" sz="1200"/>
              <a:t> a </a:t>
            </a:r>
            <a:r>
              <a:rPr lang="en-GB" sz="1200" err="1"/>
              <a:t>efficitur</a:t>
            </a:r>
            <a:r>
              <a:rPr lang="en-GB" sz="1200"/>
              <a:t>. Nam sit </a:t>
            </a:r>
            <a:r>
              <a:rPr lang="en-GB" sz="1200" err="1"/>
              <a:t>amet</a:t>
            </a:r>
            <a:r>
              <a:rPr lang="en-GB" sz="1200"/>
              <a:t> </a:t>
            </a:r>
            <a:r>
              <a:rPr lang="en-GB" sz="1200" err="1"/>
              <a:t>tellus</a:t>
            </a:r>
            <a:r>
              <a:rPr lang="en-GB" sz="1200"/>
              <a:t> </a:t>
            </a:r>
            <a:r>
              <a:rPr lang="en-GB" sz="1200" err="1"/>
              <a:t>sed</a:t>
            </a:r>
            <a:r>
              <a:rPr lang="en-GB" sz="1200"/>
              <a:t> </a:t>
            </a:r>
            <a:r>
              <a:rPr lang="en-GB" sz="1200" err="1"/>
              <a:t>tortor</a:t>
            </a:r>
            <a:r>
              <a:rPr lang="en-GB" sz="1200"/>
              <a:t> </a:t>
            </a:r>
            <a:r>
              <a:rPr lang="en-GB" sz="1200" err="1"/>
              <a:t>euismod</a:t>
            </a:r>
            <a:r>
              <a:rPr lang="en-GB" sz="1200"/>
              <a:t> </a:t>
            </a:r>
            <a:r>
              <a:rPr lang="en-GB" sz="1200" err="1"/>
              <a:t>finibus</a:t>
            </a:r>
            <a:r>
              <a:rPr lang="en-GB" sz="1200"/>
              <a:t> vitae sit </a:t>
            </a:r>
            <a:r>
              <a:rPr lang="en-GB" sz="1200" err="1"/>
              <a:t>amet</a:t>
            </a:r>
            <a:r>
              <a:rPr lang="en-GB" sz="1200"/>
              <a:t> nisi. </a:t>
            </a:r>
            <a:r>
              <a:rPr lang="en-GB" sz="1200" err="1"/>
              <a:t>Pellentesque</a:t>
            </a:r>
            <a:r>
              <a:rPr lang="en-GB" sz="1200"/>
              <a:t> auctor </a:t>
            </a:r>
            <a:r>
              <a:rPr lang="en-GB" sz="1200" err="1"/>
              <a:t>pellentesque</a:t>
            </a:r>
            <a:r>
              <a:rPr lang="en-GB" sz="1200"/>
              <a:t> ligula.</a:t>
            </a:r>
          </a:p>
        </p:txBody>
      </p:sp>
      <p:sp>
        <p:nvSpPr>
          <p:cNvPr id="50" name="TextBox 49">
            <a:extLst>
              <a:ext uri="{FF2B5EF4-FFF2-40B4-BE49-F238E27FC236}">
                <a16:creationId xmlns:a16="http://schemas.microsoft.com/office/drawing/2014/main" id="{72CC68C8-8278-4172-F183-118F4AD06635}"/>
              </a:ext>
            </a:extLst>
          </p:cNvPr>
          <p:cNvSpPr txBox="1"/>
          <p:nvPr/>
        </p:nvSpPr>
        <p:spPr>
          <a:xfrm>
            <a:off x="9356810" y="5419501"/>
            <a:ext cx="1842105" cy="353943"/>
          </a:xfrm>
          <a:prstGeom prst="rect">
            <a:avLst/>
          </a:prstGeom>
          <a:noFill/>
        </p:spPr>
        <p:txBody>
          <a:bodyPr wrap="square" lIns="0" tIns="0" rIns="0" bIns="0">
            <a:spAutoFit/>
          </a:bodyPr>
          <a:lstStyle/>
          <a:p>
            <a:pPr marL="0" lvl="1" defTabSz="802054"/>
            <a:r>
              <a:rPr lang="en-GB" sz="1200" b="1">
                <a:solidFill>
                  <a:schemeClr val="bg2"/>
                </a:solidFill>
                <a:latin typeface="+mj-lt"/>
              </a:rPr>
              <a:t>Name Surname</a:t>
            </a:r>
          </a:p>
          <a:p>
            <a:pPr marL="0" lvl="2" defTabSz="802054">
              <a:spcAft>
                <a:spcPts val="600"/>
              </a:spcAft>
            </a:pPr>
            <a:r>
              <a:rPr lang="en-GB" sz="1100"/>
              <a:t>Role goes here</a:t>
            </a:r>
          </a:p>
        </p:txBody>
      </p:sp>
      <p:pic>
        <p:nvPicPr>
          <p:cNvPr id="51" name="Picture Placeholder 25">
            <a:extLst>
              <a:ext uri="{FF2B5EF4-FFF2-40B4-BE49-F238E27FC236}">
                <a16:creationId xmlns:a16="http://schemas.microsoft.com/office/drawing/2014/main" id="{529DA6C2-F5C3-1374-F992-C9252C0BF067}"/>
              </a:ext>
            </a:extLst>
          </p:cNvPr>
          <p:cNvPicPr>
            <a:picLocks noChangeAspect="1"/>
          </p:cNvPicPr>
          <p:nvPr/>
        </p:nvPicPr>
        <p:blipFill>
          <a:blip r:embed="rId2"/>
          <a:srcRect l="431" r="431"/>
          <a:stretch/>
        </p:blipFill>
        <p:spPr>
          <a:xfrm>
            <a:off x="8704263" y="5326472"/>
            <a:ext cx="540000" cy="540000"/>
          </a:xfrm>
          <a:prstGeom prst="ellipse">
            <a:avLst/>
          </a:prstGeom>
          <a:ln>
            <a:solidFill>
              <a:schemeClr val="bg2"/>
            </a:solidFill>
          </a:ln>
        </p:spPr>
      </p:pic>
      <p:sp>
        <p:nvSpPr>
          <p:cNvPr id="52" name="Text Placeholder 2">
            <a:extLst>
              <a:ext uri="{FF2B5EF4-FFF2-40B4-BE49-F238E27FC236}">
                <a16:creationId xmlns:a16="http://schemas.microsoft.com/office/drawing/2014/main" id="{D697770A-2190-3A4B-3E33-D87E93A73AB2}"/>
              </a:ext>
            </a:extLst>
          </p:cNvPr>
          <p:cNvSpPr txBox="1">
            <a:spLocks/>
          </p:cNvSpPr>
          <p:nvPr/>
        </p:nvSpPr>
        <p:spPr>
          <a:xfrm>
            <a:off x="8704263" y="5972579"/>
            <a:ext cx="3928079" cy="775015"/>
          </a:xfrm>
          <a:prstGeom prst="rect">
            <a:avLst/>
          </a:prstGeom>
        </p:spPr>
        <p:txBody>
          <a:bodyPr vert="horz" lIns="0" tIns="0" rIns="0" bIns="36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lvl="2"/>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Morbi </a:t>
            </a:r>
            <a:r>
              <a:rPr lang="en-GB" sz="1200" err="1"/>
              <a:t>posuere</a:t>
            </a:r>
            <a:r>
              <a:rPr lang="en-GB" sz="1200"/>
              <a:t> et </a:t>
            </a:r>
            <a:r>
              <a:rPr lang="en-GB" sz="1200" err="1"/>
              <a:t>sem</a:t>
            </a:r>
            <a:r>
              <a:rPr lang="en-GB" sz="1200"/>
              <a:t> a </a:t>
            </a:r>
            <a:r>
              <a:rPr lang="en-GB" sz="1200" err="1"/>
              <a:t>efficitur</a:t>
            </a:r>
            <a:r>
              <a:rPr lang="en-GB" sz="1200"/>
              <a:t>. Nam sit </a:t>
            </a:r>
            <a:r>
              <a:rPr lang="en-GB" sz="1200" err="1"/>
              <a:t>amet</a:t>
            </a:r>
            <a:r>
              <a:rPr lang="en-GB" sz="1200"/>
              <a:t> </a:t>
            </a:r>
            <a:r>
              <a:rPr lang="en-GB" sz="1200" err="1"/>
              <a:t>tellus</a:t>
            </a:r>
            <a:r>
              <a:rPr lang="en-GB" sz="1200"/>
              <a:t> </a:t>
            </a:r>
            <a:r>
              <a:rPr lang="en-GB" sz="1200" err="1"/>
              <a:t>sed</a:t>
            </a:r>
            <a:r>
              <a:rPr lang="en-GB" sz="1200"/>
              <a:t> </a:t>
            </a:r>
            <a:r>
              <a:rPr lang="en-GB" sz="1200" err="1"/>
              <a:t>tortor</a:t>
            </a:r>
            <a:r>
              <a:rPr lang="en-GB" sz="1200"/>
              <a:t> </a:t>
            </a:r>
            <a:r>
              <a:rPr lang="en-GB" sz="1200" err="1"/>
              <a:t>euismod</a:t>
            </a:r>
            <a:r>
              <a:rPr lang="en-GB" sz="1200"/>
              <a:t> </a:t>
            </a:r>
            <a:r>
              <a:rPr lang="en-GB" sz="1200" err="1"/>
              <a:t>finibus</a:t>
            </a:r>
            <a:r>
              <a:rPr lang="en-GB" sz="1200"/>
              <a:t> vitae sit </a:t>
            </a:r>
            <a:r>
              <a:rPr lang="en-GB" sz="1200" err="1"/>
              <a:t>amet</a:t>
            </a:r>
            <a:r>
              <a:rPr lang="en-GB" sz="1200"/>
              <a:t> nisi. </a:t>
            </a:r>
            <a:r>
              <a:rPr lang="en-GB" sz="1200" err="1"/>
              <a:t>Pellentesque</a:t>
            </a:r>
            <a:r>
              <a:rPr lang="en-GB" sz="1200"/>
              <a:t> auctor </a:t>
            </a:r>
            <a:r>
              <a:rPr lang="en-GB" sz="1200" err="1"/>
              <a:t>pellentesque</a:t>
            </a:r>
            <a:r>
              <a:rPr lang="en-GB" sz="1200"/>
              <a:t> ligula.</a:t>
            </a:r>
          </a:p>
        </p:txBody>
      </p:sp>
      <p:cxnSp>
        <p:nvCxnSpPr>
          <p:cNvPr id="6" name="Connector: Elbow 5">
            <a:extLst>
              <a:ext uri="{FF2B5EF4-FFF2-40B4-BE49-F238E27FC236}">
                <a16:creationId xmlns:a16="http://schemas.microsoft.com/office/drawing/2014/main" id="{7BBCCC79-CF87-75B3-6FCC-55890F7A4EE6}"/>
              </a:ext>
            </a:extLst>
          </p:cNvPr>
          <p:cNvCxnSpPr>
            <a:cxnSpLocks/>
            <a:stCxn id="37" idx="2"/>
            <a:endCxn id="39" idx="0"/>
          </p:cNvCxnSpPr>
          <p:nvPr/>
        </p:nvCxnSpPr>
        <p:spPr>
          <a:xfrm rot="5400000">
            <a:off x="5575182" y="1292707"/>
            <a:ext cx="339271" cy="4139533"/>
          </a:xfrm>
          <a:prstGeom prst="bentConnector3">
            <a:avLst>
              <a:gd name="adj1" fmla="val 50000"/>
            </a:avLst>
          </a:prstGeom>
          <a:ln w="12700">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45C7DBAE-2974-860C-C26D-0CC6597C948E}"/>
              </a:ext>
            </a:extLst>
          </p:cNvPr>
          <p:cNvCxnSpPr>
            <a:cxnSpLocks/>
            <a:stCxn id="40" idx="2"/>
            <a:endCxn id="48" idx="0"/>
          </p:cNvCxnSpPr>
          <p:nvPr/>
        </p:nvCxnSpPr>
        <p:spPr>
          <a:xfrm rot="5400000">
            <a:off x="4335450" y="4292831"/>
            <a:ext cx="373241" cy="1694040"/>
          </a:xfrm>
          <a:prstGeom prst="bentConnector3">
            <a:avLst>
              <a:gd name="adj1" fmla="val 50000"/>
            </a:avLst>
          </a:prstGeom>
          <a:ln w="12700">
            <a:solidFill>
              <a:schemeClr val="tx2"/>
            </a:solidFill>
            <a:tailEnd type="none" w="lg" len="lg"/>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96BCAF3B-A769-94B5-DD36-54D9F702ACD2}"/>
              </a:ext>
            </a:extLst>
          </p:cNvPr>
          <p:cNvCxnSpPr>
            <a:cxnSpLocks/>
            <a:stCxn id="37" idx="2"/>
            <a:endCxn id="42" idx="0"/>
          </p:cNvCxnSpPr>
          <p:nvPr/>
        </p:nvCxnSpPr>
        <p:spPr>
          <a:xfrm rot="16200000" flipH="1">
            <a:off x="8224788" y="2782633"/>
            <a:ext cx="339271" cy="1159680"/>
          </a:xfrm>
          <a:prstGeom prst="bentConnector3">
            <a:avLst>
              <a:gd name="adj1" fmla="val 50000"/>
            </a:avLst>
          </a:prstGeom>
          <a:ln w="12700">
            <a:solidFill>
              <a:schemeClr val="tx2"/>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312324CF-DB39-3AD8-CDFF-17982CC8365E}"/>
              </a:ext>
            </a:extLst>
          </p:cNvPr>
          <p:cNvCxnSpPr>
            <a:cxnSpLocks/>
            <a:stCxn id="43" idx="2"/>
            <a:endCxn id="51" idx="0"/>
          </p:cNvCxnSpPr>
          <p:nvPr/>
        </p:nvCxnSpPr>
        <p:spPr>
          <a:xfrm rot="5400000">
            <a:off x="9634663" y="4292831"/>
            <a:ext cx="373241" cy="1694040"/>
          </a:xfrm>
          <a:prstGeom prst="bentConnector3">
            <a:avLst>
              <a:gd name="adj1" fmla="val 50000"/>
            </a:avLst>
          </a:prstGeom>
          <a:ln w="12700">
            <a:solidFill>
              <a:schemeClr val="tx2"/>
            </a:solidFill>
            <a:prstDash val="dash"/>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15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790C3DA-D4B2-026C-DF9B-22C81A72C07C}"/>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E2868ED2-4B9E-084B-228B-606383BF88CD}"/>
              </a:ext>
            </a:extLst>
          </p:cNvPr>
          <p:cNvSpPr>
            <a:spLocks noGrp="1"/>
          </p:cNvSpPr>
          <p:nvPr>
            <p:ph type="title"/>
          </p:nvPr>
        </p:nvSpPr>
        <p:spPr/>
        <p:txBody>
          <a:bodyPr/>
          <a:lstStyle/>
          <a:p>
            <a:r>
              <a:rPr lang="en-GB" dirty="0"/>
              <a:t>Team chart </a:t>
            </a:r>
          </a:p>
        </p:txBody>
      </p:sp>
      <p:sp>
        <p:nvSpPr>
          <p:cNvPr id="5" name="Text Placeholder 2">
            <a:extLst>
              <a:ext uri="{FF2B5EF4-FFF2-40B4-BE49-F238E27FC236}">
                <a16:creationId xmlns:a16="http://schemas.microsoft.com/office/drawing/2014/main" id="{7D2A5FA3-C904-303E-3684-FD35D3DD2172}"/>
              </a:ext>
            </a:extLst>
          </p:cNvPr>
          <p:cNvSpPr txBox="1">
            <a:spLocks/>
          </p:cNvSpPr>
          <p:nvPr/>
        </p:nvSpPr>
        <p:spPr>
          <a:xfrm>
            <a:off x="538164" y="1800225"/>
            <a:ext cx="9640853" cy="246221"/>
          </a:xfrm>
          <a:prstGeom prst="rect">
            <a:avLst/>
          </a:prstGeom>
          <a:noFill/>
        </p:spPr>
        <p:txBody>
          <a:bodyPr vert="horz" wrap="square" lIns="0" tIns="0" rIns="0" bIns="0" rtlCol="0">
            <a:sp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sz="1600">
                <a:solidFill>
                  <a:schemeClr val="tx1"/>
                </a:solidFill>
              </a:rPr>
              <a:t>Intro text to go here </a:t>
            </a:r>
            <a:r>
              <a:rPr lang="en-GB" sz="1600" err="1">
                <a:solidFill>
                  <a:schemeClr val="tx1"/>
                </a:solidFill>
              </a:rPr>
              <a:t>Pellentesque</a:t>
            </a:r>
            <a:r>
              <a:rPr lang="en-GB" sz="1600">
                <a:solidFill>
                  <a:schemeClr val="tx1"/>
                </a:solidFill>
              </a:rPr>
              <a:t> auctor </a:t>
            </a:r>
            <a:r>
              <a:rPr lang="en-GB" sz="1600" err="1">
                <a:solidFill>
                  <a:schemeClr val="tx1"/>
                </a:solidFill>
              </a:rPr>
              <a:t>pellentesque</a:t>
            </a:r>
            <a:r>
              <a:rPr lang="en-GB" sz="1600">
                <a:solidFill>
                  <a:schemeClr val="tx1"/>
                </a:solidFill>
              </a:rPr>
              <a:t> ligula, at pharetra </a:t>
            </a:r>
            <a:r>
              <a:rPr lang="en-GB" sz="1600" err="1">
                <a:solidFill>
                  <a:schemeClr val="tx1"/>
                </a:solidFill>
              </a:rPr>
              <a:t>felis</a:t>
            </a:r>
            <a:r>
              <a:rPr lang="en-GB" sz="1600">
                <a:solidFill>
                  <a:schemeClr val="tx1"/>
                </a:solidFill>
              </a:rPr>
              <a:t> dictum non. </a:t>
            </a:r>
          </a:p>
        </p:txBody>
      </p:sp>
      <p:sp>
        <p:nvSpPr>
          <p:cNvPr id="7" name="Text Placeholder 2">
            <a:extLst>
              <a:ext uri="{FF2B5EF4-FFF2-40B4-BE49-F238E27FC236}">
                <a16:creationId xmlns:a16="http://schemas.microsoft.com/office/drawing/2014/main" id="{556BF7C9-544A-30C6-F0F7-CEEFE67FAF5D}"/>
              </a:ext>
            </a:extLst>
          </p:cNvPr>
          <p:cNvSpPr txBox="1">
            <a:spLocks/>
          </p:cNvSpPr>
          <p:nvPr/>
        </p:nvSpPr>
        <p:spPr>
          <a:xfrm>
            <a:off x="538164" y="2170840"/>
            <a:ext cx="12384088" cy="1540547"/>
          </a:xfrm>
          <a:prstGeom prst="rect">
            <a:avLst/>
          </a:prstGeom>
          <a:solidFill>
            <a:srgbClr val="ECF9F4"/>
          </a:solidFill>
        </p:spPr>
        <p:txBody>
          <a:bodyPr vert="horz" wrap="square" lIns="72000" tIns="72000" rIns="8460000" bIns="72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a:defRPr/>
            </a:pPr>
            <a:r>
              <a:rPr lang="en-GB" sz="1600" dirty="0"/>
              <a:t>Team XXX</a:t>
            </a:r>
          </a:p>
          <a:p>
            <a:pPr>
              <a:defRPr/>
            </a:pPr>
            <a:r>
              <a:rPr lang="en-GB" dirty="0">
                <a:solidFill>
                  <a:schemeClr val="tx1"/>
                </a:solidFill>
                <a:latin typeface="+mn-lt"/>
              </a:rPr>
              <a:t>Intro text to go here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a:t>
            </a:r>
          </a:p>
        </p:txBody>
      </p:sp>
      <p:grpSp>
        <p:nvGrpSpPr>
          <p:cNvPr id="8" name="Group 7">
            <a:extLst>
              <a:ext uri="{FF2B5EF4-FFF2-40B4-BE49-F238E27FC236}">
                <a16:creationId xmlns:a16="http://schemas.microsoft.com/office/drawing/2014/main" id="{4E35195A-52A6-304E-A62B-7179D675468E}"/>
              </a:ext>
            </a:extLst>
          </p:cNvPr>
          <p:cNvGrpSpPr/>
          <p:nvPr/>
        </p:nvGrpSpPr>
        <p:grpSpPr>
          <a:xfrm>
            <a:off x="5022369" y="2457620"/>
            <a:ext cx="1842105" cy="1074709"/>
            <a:chOff x="1557190" y="2518971"/>
            <a:chExt cx="1842105" cy="1074709"/>
          </a:xfrm>
        </p:grpSpPr>
        <p:sp>
          <p:nvSpPr>
            <p:cNvPr id="18" name="TextBox 17">
              <a:extLst>
                <a:ext uri="{FF2B5EF4-FFF2-40B4-BE49-F238E27FC236}">
                  <a16:creationId xmlns:a16="http://schemas.microsoft.com/office/drawing/2014/main" id="{1D80EFF3-0157-1EFF-7CD8-B75F9BFDC028}"/>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19" name="Picture Placeholder 25">
              <a:extLst>
                <a:ext uri="{FF2B5EF4-FFF2-40B4-BE49-F238E27FC236}">
                  <a16:creationId xmlns:a16="http://schemas.microsoft.com/office/drawing/2014/main" id="{9345DFF7-9A06-BAC1-ACFA-162BA33848DB}"/>
                </a:ext>
              </a:extLst>
            </p:cNvPr>
            <p:cNvPicPr>
              <a:picLocks noChangeAspect="1"/>
            </p:cNvPicPr>
            <p:nvPr/>
          </p:nvPicPr>
          <p:blipFill>
            <a:blip r:embed="rId2"/>
            <a:srcRect l="431" r="431"/>
            <a:stretch/>
          </p:blipFill>
          <p:spPr>
            <a:xfrm>
              <a:off x="2208242" y="2518971"/>
              <a:ext cx="540000" cy="540000"/>
            </a:xfrm>
            <a:prstGeom prst="ellipse">
              <a:avLst/>
            </a:prstGeom>
            <a:ln>
              <a:solidFill>
                <a:schemeClr val="bg2"/>
              </a:solidFill>
            </a:ln>
          </p:spPr>
        </p:pic>
      </p:grpSp>
      <p:grpSp>
        <p:nvGrpSpPr>
          <p:cNvPr id="9" name="Group 8">
            <a:extLst>
              <a:ext uri="{FF2B5EF4-FFF2-40B4-BE49-F238E27FC236}">
                <a16:creationId xmlns:a16="http://schemas.microsoft.com/office/drawing/2014/main" id="{8FA3793F-8CA9-64EA-3F7C-727B0005254B}"/>
              </a:ext>
            </a:extLst>
          </p:cNvPr>
          <p:cNvGrpSpPr/>
          <p:nvPr/>
        </p:nvGrpSpPr>
        <p:grpSpPr>
          <a:xfrm>
            <a:off x="6995950" y="2457620"/>
            <a:ext cx="1842105" cy="1074709"/>
            <a:chOff x="1557190" y="2518971"/>
            <a:chExt cx="1842105" cy="1074709"/>
          </a:xfrm>
        </p:grpSpPr>
        <p:sp>
          <p:nvSpPr>
            <p:cNvPr id="16" name="TextBox 15">
              <a:extLst>
                <a:ext uri="{FF2B5EF4-FFF2-40B4-BE49-F238E27FC236}">
                  <a16:creationId xmlns:a16="http://schemas.microsoft.com/office/drawing/2014/main" id="{9559C6BE-B772-2126-1ABA-D35FEAB5AB3A}"/>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17" name="Picture Placeholder 25">
              <a:extLst>
                <a:ext uri="{FF2B5EF4-FFF2-40B4-BE49-F238E27FC236}">
                  <a16:creationId xmlns:a16="http://schemas.microsoft.com/office/drawing/2014/main" id="{C0CA3966-8EA6-0FF2-D14F-549DF52B5A27}"/>
                </a:ext>
              </a:extLst>
            </p:cNvPr>
            <p:cNvPicPr>
              <a:picLocks noChangeAspect="1"/>
            </p:cNvPicPr>
            <p:nvPr/>
          </p:nvPicPr>
          <p:blipFill>
            <a:blip r:embed="rId2"/>
            <a:srcRect l="431" r="431"/>
            <a:stretch/>
          </p:blipFill>
          <p:spPr>
            <a:xfrm>
              <a:off x="2208242" y="2518971"/>
              <a:ext cx="540000" cy="540000"/>
            </a:xfrm>
            <a:prstGeom prst="ellipse">
              <a:avLst/>
            </a:prstGeom>
            <a:ln>
              <a:solidFill>
                <a:schemeClr val="bg2"/>
              </a:solidFill>
            </a:ln>
          </p:spPr>
        </p:pic>
      </p:grpSp>
      <p:grpSp>
        <p:nvGrpSpPr>
          <p:cNvPr id="10" name="Group 9">
            <a:extLst>
              <a:ext uri="{FF2B5EF4-FFF2-40B4-BE49-F238E27FC236}">
                <a16:creationId xmlns:a16="http://schemas.microsoft.com/office/drawing/2014/main" id="{F587D4A4-52A3-0448-CBE7-CE0B108FBDB6}"/>
              </a:ext>
            </a:extLst>
          </p:cNvPr>
          <p:cNvGrpSpPr/>
          <p:nvPr/>
        </p:nvGrpSpPr>
        <p:grpSpPr>
          <a:xfrm>
            <a:off x="8969531" y="2457620"/>
            <a:ext cx="1842105" cy="1074709"/>
            <a:chOff x="1557190" y="2518971"/>
            <a:chExt cx="1842105" cy="1074709"/>
          </a:xfrm>
        </p:grpSpPr>
        <p:sp>
          <p:nvSpPr>
            <p:cNvPr id="14" name="TextBox 13">
              <a:extLst>
                <a:ext uri="{FF2B5EF4-FFF2-40B4-BE49-F238E27FC236}">
                  <a16:creationId xmlns:a16="http://schemas.microsoft.com/office/drawing/2014/main" id="{39B00402-1681-31C2-47A4-6A457BF80B76}"/>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15" name="Picture Placeholder 25">
              <a:extLst>
                <a:ext uri="{FF2B5EF4-FFF2-40B4-BE49-F238E27FC236}">
                  <a16:creationId xmlns:a16="http://schemas.microsoft.com/office/drawing/2014/main" id="{236CC5A3-A3EA-5081-8903-BAD5038F58F9}"/>
                </a:ext>
              </a:extLst>
            </p:cNvPr>
            <p:cNvPicPr>
              <a:picLocks noChangeAspect="1"/>
            </p:cNvPicPr>
            <p:nvPr/>
          </p:nvPicPr>
          <p:blipFill>
            <a:blip r:embed="rId2"/>
            <a:srcRect l="431" r="431"/>
            <a:stretch/>
          </p:blipFill>
          <p:spPr>
            <a:xfrm>
              <a:off x="2208242" y="2518971"/>
              <a:ext cx="540000" cy="540000"/>
            </a:xfrm>
            <a:prstGeom prst="ellipse">
              <a:avLst/>
            </a:prstGeom>
            <a:ln>
              <a:solidFill>
                <a:schemeClr val="bg2"/>
              </a:solidFill>
            </a:ln>
          </p:spPr>
        </p:pic>
      </p:grpSp>
      <p:grpSp>
        <p:nvGrpSpPr>
          <p:cNvPr id="11" name="Group 10">
            <a:extLst>
              <a:ext uri="{FF2B5EF4-FFF2-40B4-BE49-F238E27FC236}">
                <a16:creationId xmlns:a16="http://schemas.microsoft.com/office/drawing/2014/main" id="{DC0E48E8-9E70-84DA-9D31-BC4FDCA8AD2A}"/>
              </a:ext>
            </a:extLst>
          </p:cNvPr>
          <p:cNvGrpSpPr/>
          <p:nvPr/>
        </p:nvGrpSpPr>
        <p:grpSpPr>
          <a:xfrm>
            <a:off x="10943112" y="2457620"/>
            <a:ext cx="1842105" cy="1074709"/>
            <a:chOff x="1557190" y="2518971"/>
            <a:chExt cx="1842105" cy="1074709"/>
          </a:xfrm>
        </p:grpSpPr>
        <p:sp>
          <p:nvSpPr>
            <p:cNvPr id="12" name="TextBox 11">
              <a:extLst>
                <a:ext uri="{FF2B5EF4-FFF2-40B4-BE49-F238E27FC236}">
                  <a16:creationId xmlns:a16="http://schemas.microsoft.com/office/drawing/2014/main" id="{2C3239FD-045D-B896-70DD-ABC6536E90AC}"/>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13" name="Picture Placeholder 25">
              <a:extLst>
                <a:ext uri="{FF2B5EF4-FFF2-40B4-BE49-F238E27FC236}">
                  <a16:creationId xmlns:a16="http://schemas.microsoft.com/office/drawing/2014/main" id="{B7AC3DBB-2A81-5069-89A2-29EF0F25D7DE}"/>
                </a:ext>
              </a:extLst>
            </p:cNvPr>
            <p:cNvPicPr>
              <a:picLocks noChangeAspect="1"/>
            </p:cNvPicPr>
            <p:nvPr/>
          </p:nvPicPr>
          <p:blipFill>
            <a:blip r:embed="rId2"/>
            <a:srcRect l="431" r="431"/>
            <a:stretch/>
          </p:blipFill>
          <p:spPr>
            <a:xfrm>
              <a:off x="2208242" y="2518971"/>
              <a:ext cx="540000" cy="540000"/>
            </a:xfrm>
            <a:prstGeom prst="ellipse">
              <a:avLst/>
            </a:prstGeom>
            <a:ln>
              <a:solidFill>
                <a:schemeClr val="bg2"/>
              </a:solidFill>
            </a:ln>
          </p:spPr>
        </p:pic>
      </p:grpSp>
      <p:sp>
        <p:nvSpPr>
          <p:cNvPr id="21" name="Text Placeholder 2">
            <a:extLst>
              <a:ext uri="{FF2B5EF4-FFF2-40B4-BE49-F238E27FC236}">
                <a16:creationId xmlns:a16="http://schemas.microsoft.com/office/drawing/2014/main" id="{86406B72-9861-913F-CB0A-9967158F19C9}"/>
              </a:ext>
            </a:extLst>
          </p:cNvPr>
          <p:cNvSpPr txBox="1">
            <a:spLocks/>
          </p:cNvSpPr>
          <p:nvPr/>
        </p:nvSpPr>
        <p:spPr>
          <a:xfrm>
            <a:off x="538164" y="3825778"/>
            <a:ext cx="12384088" cy="1540547"/>
          </a:xfrm>
          <a:prstGeom prst="rect">
            <a:avLst/>
          </a:prstGeom>
          <a:solidFill>
            <a:srgbClr val="EEEEEE"/>
          </a:solidFill>
        </p:spPr>
        <p:txBody>
          <a:bodyPr vert="horz" wrap="square" lIns="72000" tIns="72000" rIns="8460000" bIns="72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a:defRPr/>
            </a:pPr>
            <a:r>
              <a:rPr lang="en-GB" sz="1600" dirty="0">
                <a:solidFill>
                  <a:schemeClr val="tx2"/>
                </a:solidFill>
              </a:rPr>
              <a:t>Team XXX</a:t>
            </a:r>
          </a:p>
          <a:p>
            <a:pPr>
              <a:defRPr/>
            </a:pPr>
            <a:r>
              <a:rPr lang="en-GB" dirty="0">
                <a:solidFill>
                  <a:schemeClr val="tx1"/>
                </a:solidFill>
                <a:latin typeface="+mn-lt"/>
              </a:rPr>
              <a:t>Intro text to go here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a:t>
            </a:r>
          </a:p>
        </p:txBody>
      </p:sp>
      <p:grpSp>
        <p:nvGrpSpPr>
          <p:cNvPr id="22" name="Group 21">
            <a:extLst>
              <a:ext uri="{FF2B5EF4-FFF2-40B4-BE49-F238E27FC236}">
                <a16:creationId xmlns:a16="http://schemas.microsoft.com/office/drawing/2014/main" id="{80E41495-BFBF-B81C-18B6-32F1A9048BEA}"/>
              </a:ext>
            </a:extLst>
          </p:cNvPr>
          <p:cNvGrpSpPr/>
          <p:nvPr/>
        </p:nvGrpSpPr>
        <p:grpSpPr>
          <a:xfrm>
            <a:off x="5022369" y="4112558"/>
            <a:ext cx="1842105" cy="1074709"/>
            <a:chOff x="1557190" y="2518971"/>
            <a:chExt cx="1842105" cy="1074709"/>
          </a:xfrm>
        </p:grpSpPr>
        <p:sp>
          <p:nvSpPr>
            <p:cNvPr id="32" name="TextBox 31">
              <a:extLst>
                <a:ext uri="{FF2B5EF4-FFF2-40B4-BE49-F238E27FC236}">
                  <a16:creationId xmlns:a16="http://schemas.microsoft.com/office/drawing/2014/main" id="{B3A5BFE0-A062-D4C5-6443-20E0853F84AA}"/>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33" name="Picture Placeholder 25">
              <a:extLst>
                <a:ext uri="{FF2B5EF4-FFF2-40B4-BE49-F238E27FC236}">
                  <a16:creationId xmlns:a16="http://schemas.microsoft.com/office/drawing/2014/main" id="{097AAA4C-21E7-AB15-648B-74B8EDC6AD66}"/>
                </a:ext>
              </a:extLst>
            </p:cNvPr>
            <p:cNvPicPr>
              <a:picLocks noChangeAspect="1"/>
            </p:cNvPicPr>
            <p:nvPr/>
          </p:nvPicPr>
          <p:blipFill>
            <a:blip r:embed="rId2"/>
            <a:srcRect l="431" r="431"/>
            <a:stretch/>
          </p:blipFill>
          <p:spPr>
            <a:xfrm>
              <a:off x="2208242" y="2518971"/>
              <a:ext cx="540000" cy="540000"/>
            </a:xfrm>
            <a:prstGeom prst="ellipse">
              <a:avLst/>
            </a:prstGeom>
            <a:ln>
              <a:solidFill>
                <a:schemeClr val="tx2"/>
              </a:solidFill>
            </a:ln>
          </p:spPr>
        </p:pic>
      </p:grpSp>
      <p:grpSp>
        <p:nvGrpSpPr>
          <p:cNvPr id="23" name="Group 22">
            <a:extLst>
              <a:ext uri="{FF2B5EF4-FFF2-40B4-BE49-F238E27FC236}">
                <a16:creationId xmlns:a16="http://schemas.microsoft.com/office/drawing/2014/main" id="{B3C46DF9-5BAF-3CC2-082E-34B83A960C56}"/>
              </a:ext>
            </a:extLst>
          </p:cNvPr>
          <p:cNvGrpSpPr/>
          <p:nvPr/>
        </p:nvGrpSpPr>
        <p:grpSpPr>
          <a:xfrm>
            <a:off x="6995950" y="4112558"/>
            <a:ext cx="1842105" cy="1074709"/>
            <a:chOff x="1557190" y="2518971"/>
            <a:chExt cx="1842105" cy="1074709"/>
          </a:xfrm>
        </p:grpSpPr>
        <p:sp>
          <p:nvSpPr>
            <p:cNvPr id="30" name="TextBox 29">
              <a:extLst>
                <a:ext uri="{FF2B5EF4-FFF2-40B4-BE49-F238E27FC236}">
                  <a16:creationId xmlns:a16="http://schemas.microsoft.com/office/drawing/2014/main" id="{8AE94772-F66F-EFFA-0979-C1EED026347F}"/>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31" name="Picture Placeholder 25">
              <a:extLst>
                <a:ext uri="{FF2B5EF4-FFF2-40B4-BE49-F238E27FC236}">
                  <a16:creationId xmlns:a16="http://schemas.microsoft.com/office/drawing/2014/main" id="{18835B4A-60B5-D79D-2805-B064FB0C4422}"/>
                </a:ext>
              </a:extLst>
            </p:cNvPr>
            <p:cNvPicPr>
              <a:picLocks noChangeAspect="1"/>
            </p:cNvPicPr>
            <p:nvPr/>
          </p:nvPicPr>
          <p:blipFill>
            <a:blip r:embed="rId2"/>
            <a:srcRect l="431" r="431"/>
            <a:stretch/>
          </p:blipFill>
          <p:spPr>
            <a:xfrm>
              <a:off x="2208242" y="2518971"/>
              <a:ext cx="540000" cy="540000"/>
            </a:xfrm>
            <a:prstGeom prst="ellipse">
              <a:avLst/>
            </a:prstGeom>
            <a:ln>
              <a:solidFill>
                <a:schemeClr val="tx2"/>
              </a:solidFill>
            </a:ln>
          </p:spPr>
        </p:pic>
      </p:grpSp>
      <p:grpSp>
        <p:nvGrpSpPr>
          <p:cNvPr id="24" name="Group 23">
            <a:extLst>
              <a:ext uri="{FF2B5EF4-FFF2-40B4-BE49-F238E27FC236}">
                <a16:creationId xmlns:a16="http://schemas.microsoft.com/office/drawing/2014/main" id="{716D7DE2-18B2-7333-C8A6-77155607875C}"/>
              </a:ext>
            </a:extLst>
          </p:cNvPr>
          <p:cNvGrpSpPr/>
          <p:nvPr/>
        </p:nvGrpSpPr>
        <p:grpSpPr>
          <a:xfrm>
            <a:off x="8969531" y="4112558"/>
            <a:ext cx="1842105" cy="1074709"/>
            <a:chOff x="1557190" y="2518971"/>
            <a:chExt cx="1842105" cy="1074709"/>
          </a:xfrm>
        </p:grpSpPr>
        <p:sp>
          <p:nvSpPr>
            <p:cNvPr id="28" name="TextBox 27">
              <a:extLst>
                <a:ext uri="{FF2B5EF4-FFF2-40B4-BE49-F238E27FC236}">
                  <a16:creationId xmlns:a16="http://schemas.microsoft.com/office/drawing/2014/main" id="{3D4A8A5E-2F16-6D27-98B9-F87AE0D4DFE1}"/>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29" name="Picture Placeholder 25">
              <a:extLst>
                <a:ext uri="{FF2B5EF4-FFF2-40B4-BE49-F238E27FC236}">
                  <a16:creationId xmlns:a16="http://schemas.microsoft.com/office/drawing/2014/main" id="{A41BAC0F-CDE6-1855-2937-63D9D6CDA7A4}"/>
                </a:ext>
              </a:extLst>
            </p:cNvPr>
            <p:cNvPicPr>
              <a:picLocks noChangeAspect="1"/>
            </p:cNvPicPr>
            <p:nvPr/>
          </p:nvPicPr>
          <p:blipFill>
            <a:blip r:embed="rId2"/>
            <a:srcRect l="431" r="431"/>
            <a:stretch/>
          </p:blipFill>
          <p:spPr>
            <a:xfrm>
              <a:off x="2208242" y="2518971"/>
              <a:ext cx="540000" cy="540000"/>
            </a:xfrm>
            <a:prstGeom prst="ellipse">
              <a:avLst/>
            </a:prstGeom>
            <a:ln>
              <a:solidFill>
                <a:schemeClr val="tx2"/>
              </a:solidFill>
            </a:ln>
          </p:spPr>
        </p:pic>
      </p:grpSp>
      <p:grpSp>
        <p:nvGrpSpPr>
          <p:cNvPr id="25" name="Group 24">
            <a:extLst>
              <a:ext uri="{FF2B5EF4-FFF2-40B4-BE49-F238E27FC236}">
                <a16:creationId xmlns:a16="http://schemas.microsoft.com/office/drawing/2014/main" id="{2F77FC68-DCF6-45D6-EC0F-051868D3E1E2}"/>
              </a:ext>
            </a:extLst>
          </p:cNvPr>
          <p:cNvGrpSpPr/>
          <p:nvPr/>
        </p:nvGrpSpPr>
        <p:grpSpPr>
          <a:xfrm>
            <a:off x="10943112" y="4112558"/>
            <a:ext cx="1842105" cy="1074709"/>
            <a:chOff x="1557190" y="2518971"/>
            <a:chExt cx="1842105" cy="1074709"/>
          </a:xfrm>
        </p:grpSpPr>
        <p:sp>
          <p:nvSpPr>
            <p:cNvPr id="26" name="TextBox 25">
              <a:extLst>
                <a:ext uri="{FF2B5EF4-FFF2-40B4-BE49-F238E27FC236}">
                  <a16:creationId xmlns:a16="http://schemas.microsoft.com/office/drawing/2014/main" id="{AD3163CD-7F02-DFB2-9576-B1FFAB6E84F4}"/>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27" name="Picture Placeholder 25">
              <a:extLst>
                <a:ext uri="{FF2B5EF4-FFF2-40B4-BE49-F238E27FC236}">
                  <a16:creationId xmlns:a16="http://schemas.microsoft.com/office/drawing/2014/main" id="{5E42E8F5-70FB-EF7D-C294-C67A6248814C}"/>
                </a:ext>
              </a:extLst>
            </p:cNvPr>
            <p:cNvPicPr>
              <a:picLocks noChangeAspect="1"/>
            </p:cNvPicPr>
            <p:nvPr/>
          </p:nvPicPr>
          <p:blipFill>
            <a:blip r:embed="rId2"/>
            <a:srcRect l="431" r="431"/>
            <a:stretch/>
          </p:blipFill>
          <p:spPr>
            <a:xfrm>
              <a:off x="2208242" y="2518971"/>
              <a:ext cx="540000" cy="540000"/>
            </a:xfrm>
            <a:prstGeom prst="ellipse">
              <a:avLst/>
            </a:prstGeom>
            <a:ln>
              <a:solidFill>
                <a:schemeClr val="tx2"/>
              </a:solidFill>
            </a:ln>
          </p:spPr>
        </p:pic>
      </p:grpSp>
      <p:sp>
        <p:nvSpPr>
          <p:cNvPr id="35" name="Text Placeholder 2">
            <a:extLst>
              <a:ext uri="{FF2B5EF4-FFF2-40B4-BE49-F238E27FC236}">
                <a16:creationId xmlns:a16="http://schemas.microsoft.com/office/drawing/2014/main" id="{A87E49CA-86B7-11E6-8041-9F1B792EF03E}"/>
              </a:ext>
            </a:extLst>
          </p:cNvPr>
          <p:cNvSpPr txBox="1">
            <a:spLocks/>
          </p:cNvSpPr>
          <p:nvPr/>
        </p:nvSpPr>
        <p:spPr>
          <a:xfrm>
            <a:off x="538164" y="5480715"/>
            <a:ext cx="12384088" cy="1540547"/>
          </a:xfrm>
          <a:prstGeom prst="rect">
            <a:avLst/>
          </a:prstGeom>
          <a:solidFill>
            <a:srgbClr val="FEF1EF"/>
          </a:solidFill>
        </p:spPr>
        <p:txBody>
          <a:bodyPr vert="horz" wrap="square" lIns="72000" tIns="72000" rIns="8460000" bIns="72000" rtlCol="0">
            <a:noAutofit/>
          </a:bodyPr>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bg2"/>
                </a:solidFill>
                <a:latin typeface="+mj-lt"/>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200" b="1" i="0" kern="1200">
                <a:solidFill>
                  <a:schemeClr val="tx1"/>
                </a:solidFill>
                <a:latin typeface="+mj-lt"/>
                <a:ea typeface="+mn-ea"/>
                <a:cs typeface="+mn-cs"/>
              </a:defRPr>
            </a:lvl2pPr>
            <a:lvl3pPr marL="0" indent="0" algn="l" defTabSz="802072" rtl="0" eaLnBrk="1" latinLnBrk="0" hangingPunct="1">
              <a:lnSpc>
                <a:spcPct val="100000"/>
              </a:lnSpc>
              <a:spcBef>
                <a:spcPts val="0"/>
              </a:spcBef>
              <a:spcAft>
                <a:spcPts val="600"/>
              </a:spcAft>
              <a:buClrTx/>
              <a:buFont typeface="Arial" panose="020B0604020202020204" pitchFamily="34" charset="0"/>
              <a:buNone/>
              <a:tabLst/>
              <a:defRPr sz="1100" b="0" i="0" kern="1200">
                <a:solidFill>
                  <a:schemeClr val="tx1"/>
                </a:solidFill>
                <a:latin typeface="+mn-lt"/>
                <a:ea typeface="+mn-ea"/>
                <a:cs typeface="+mn-cs"/>
              </a:defRPr>
            </a:lvl3pPr>
            <a:lvl4pPr marL="180000" indent="-171450" algn="l" defTabSz="802072" rtl="0" eaLnBrk="1" latinLnBrk="0" hangingPunct="1">
              <a:lnSpc>
                <a:spcPct val="100000"/>
              </a:lnSpc>
              <a:spcBef>
                <a:spcPts val="0"/>
              </a:spcBef>
              <a:spcAft>
                <a:spcPts val="600"/>
              </a:spcAft>
              <a:buClrTx/>
              <a:buSzPct val="100000"/>
              <a:buFont typeface="Arial" panose="020B0604020202020204" pitchFamily="34" charset="0"/>
              <a:buChar char="•"/>
              <a:tabLst/>
              <a:defRPr sz="1100" b="0" i="0" kern="1200">
                <a:solidFill>
                  <a:schemeClr val="tx1"/>
                </a:solidFill>
                <a:latin typeface="+mn-lt"/>
                <a:ea typeface="+mn-ea"/>
                <a:cs typeface="+mn-cs"/>
              </a:defRPr>
            </a:lvl4pPr>
            <a:lvl5pPr marL="360000" indent="-180000" algn="l" defTabSz="802072" rtl="0" eaLnBrk="1" latinLnBrk="0" hangingPunct="1">
              <a:lnSpc>
                <a:spcPct val="100000"/>
              </a:lnSpc>
              <a:spcBef>
                <a:spcPts val="0"/>
              </a:spcBef>
              <a:spcAft>
                <a:spcPts val="600"/>
              </a:spcAft>
              <a:buClrTx/>
              <a:buFont typeface="Arial" panose="020B0604020202020204" pitchFamily="34" charset="0"/>
              <a:buChar char="•"/>
              <a:tabLst/>
              <a:defRPr sz="1100" b="0" i="0" kern="1200">
                <a:solidFill>
                  <a:schemeClr val="tx1"/>
                </a:solidFill>
                <a:latin typeface="+mn-lt"/>
                <a:ea typeface="+mn-ea"/>
                <a:cs typeface="+mn-cs"/>
              </a:defRPr>
            </a:lvl5pPr>
            <a:lvl6pPr marL="540000" indent="-180000" algn="l" defTabSz="802072" rtl="0" eaLnBrk="1" latinLnBrk="0" hangingPunct="1">
              <a:lnSpc>
                <a:spcPct val="100000"/>
              </a:lnSpc>
              <a:spcBef>
                <a:spcPts val="0"/>
              </a:spcBef>
              <a:spcAft>
                <a:spcPts val="600"/>
              </a:spcAft>
              <a:buClr>
                <a:schemeClr val="tx1"/>
              </a:buClr>
              <a:buFont typeface="Arial" panose="020B0604020202020204" pitchFamily="34" charset="0"/>
              <a:buChar char="•"/>
              <a:tabLst/>
              <a:defRPr sz="1100" b="0" i="0" kern="1200">
                <a:solidFill>
                  <a:schemeClr val="tx1"/>
                </a:solidFill>
                <a:latin typeface="+mn-lt"/>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pPr marR="0" lvl="0" fontAlgn="auto">
              <a:buClrTx/>
              <a:buSzTx/>
              <a:defRPr/>
            </a:pPr>
            <a:r>
              <a:rPr lang="en-GB" sz="1600" dirty="0">
                <a:solidFill>
                  <a:schemeClr val="accent1"/>
                </a:solidFill>
              </a:rPr>
              <a:t>Team XXX</a:t>
            </a:r>
          </a:p>
          <a:p>
            <a:pPr>
              <a:defRPr/>
            </a:pPr>
            <a:r>
              <a:rPr lang="en-GB" dirty="0">
                <a:solidFill>
                  <a:schemeClr val="tx1"/>
                </a:solidFill>
                <a:latin typeface="+mn-lt"/>
              </a:rPr>
              <a:t>Intro text to go here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 </a:t>
            </a:r>
            <a:r>
              <a:rPr lang="en-GB" dirty="0" err="1">
                <a:solidFill>
                  <a:schemeClr val="tx1"/>
                </a:solidFill>
                <a:latin typeface="+mn-lt"/>
              </a:rPr>
              <a:t>Pellentesque</a:t>
            </a:r>
            <a:r>
              <a:rPr lang="en-GB" dirty="0">
                <a:solidFill>
                  <a:schemeClr val="tx1"/>
                </a:solidFill>
                <a:latin typeface="+mn-lt"/>
              </a:rPr>
              <a:t> auctor </a:t>
            </a:r>
            <a:r>
              <a:rPr lang="en-GB" dirty="0" err="1">
                <a:solidFill>
                  <a:schemeClr val="tx1"/>
                </a:solidFill>
                <a:latin typeface="+mn-lt"/>
              </a:rPr>
              <a:t>pellentesque</a:t>
            </a:r>
            <a:r>
              <a:rPr lang="en-GB" dirty="0">
                <a:solidFill>
                  <a:schemeClr val="tx1"/>
                </a:solidFill>
                <a:latin typeface="+mn-lt"/>
              </a:rPr>
              <a:t> ligula, at pharetra </a:t>
            </a:r>
            <a:r>
              <a:rPr lang="en-GB" dirty="0" err="1">
                <a:solidFill>
                  <a:schemeClr val="tx1"/>
                </a:solidFill>
                <a:latin typeface="+mn-lt"/>
              </a:rPr>
              <a:t>felis</a:t>
            </a:r>
            <a:r>
              <a:rPr lang="en-GB" dirty="0">
                <a:solidFill>
                  <a:schemeClr val="tx1"/>
                </a:solidFill>
                <a:latin typeface="+mn-lt"/>
              </a:rPr>
              <a:t> dictum non.</a:t>
            </a:r>
          </a:p>
        </p:txBody>
      </p:sp>
      <p:grpSp>
        <p:nvGrpSpPr>
          <p:cNvPr id="36" name="Group 35">
            <a:extLst>
              <a:ext uri="{FF2B5EF4-FFF2-40B4-BE49-F238E27FC236}">
                <a16:creationId xmlns:a16="http://schemas.microsoft.com/office/drawing/2014/main" id="{C9A5129E-64AE-4F5F-ECD4-CC0B1D305219}"/>
              </a:ext>
            </a:extLst>
          </p:cNvPr>
          <p:cNvGrpSpPr/>
          <p:nvPr/>
        </p:nvGrpSpPr>
        <p:grpSpPr>
          <a:xfrm>
            <a:off x="5022369" y="5767495"/>
            <a:ext cx="1842105" cy="1074709"/>
            <a:chOff x="1557190" y="2518971"/>
            <a:chExt cx="1842105" cy="1074709"/>
          </a:xfrm>
        </p:grpSpPr>
        <p:sp>
          <p:nvSpPr>
            <p:cNvPr id="46" name="TextBox 45">
              <a:extLst>
                <a:ext uri="{FF2B5EF4-FFF2-40B4-BE49-F238E27FC236}">
                  <a16:creationId xmlns:a16="http://schemas.microsoft.com/office/drawing/2014/main" id="{2BEEC6B2-3E78-DC51-AD1B-B6D08153B837}"/>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47" name="Picture Placeholder 25">
              <a:extLst>
                <a:ext uri="{FF2B5EF4-FFF2-40B4-BE49-F238E27FC236}">
                  <a16:creationId xmlns:a16="http://schemas.microsoft.com/office/drawing/2014/main" id="{1AA470AC-79E7-859F-407D-DF0D8120A59A}"/>
                </a:ext>
              </a:extLst>
            </p:cNvPr>
            <p:cNvPicPr>
              <a:picLocks noChangeAspect="1"/>
            </p:cNvPicPr>
            <p:nvPr/>
          </p:nvPicPr>
          <p:blipFill>
            <a:blip r:embed="rId2"/>
            <a:srcRect l="431" r="431"/>
            <a:stretch/>
          </p:blipFill>
          <p:spPr>
            <a:xfrm>
              <a:off x="2208242" y="2518971"/>
              <a:ext cx="540000" cy="540000"/>
            </a:xfrm>
            <a:prstGeom prst="ellipse">
              <a:avLst/>
            </a:prstGeom>
            <a:ln>
              <a:solidFill>
                <a:schemeClr val="accent1"/>
              </a:solidFill>
            </a:ln>
          </p:spPr>
        </p:pic>
      </p:grpSp>
      <p:grpSp>
        <p:nvGrpSpPr>
          <p:cNvPr id="37" name="Group 36">
            <a:extLst>
              <a:ext uri="{FF2B5EF4-FFF2-40B4-BE49-F238E27FC236}">
                <a16:creationId xmlns:a16="http://schemas.microsoft.com/office/drawing/2014/main" id="{C4B9EA35-E069-DADF-9D30-A4DAA89E5E1C}"/>
              </a:ext>
            </a:extLst>
          </p:cNvPr>
          <p:cNvGrpSpPr/>
          <p:nvPr/>
        </p:nvGrpSpPr>
        <p:grpSpPr>
          <a:xfrm>
            <a:off x="6995950" y="5767495"/>
            <a:ext cx="1842105" cy="1074709"/>
            <a:chOff x="1557190" y="2518971"/>
            <a:chExt cx="1842105" cy="1074709"/>
          </a:xfrm>
        </p:grpSpPr>
        <p:sp>
          <p:nvSpPr>
            <p:cNvPr id="44" name="TextBox 43">
              <a:extLst>
                <a:ext uri="{FF2B5EF4-FFF2-40B4-BE49-F238E27FC236}">
                  <a16:creationId xmlns:a16="http://schemas.microsoft.com/office/drawing/2014/main" id="{CF64D671-D516-C2CA-B9B2-FF41E8FB7554}"/>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45" name="Picture Placeholder 25">
              <a:extLst>
                <a:ext uri="{FF2B5EF4-FFF2-40B4-BE49-F238E27FC236}">
                  <a16:creationId xmlns:a16="http://schemas.microsoft.com/office/drawing/2014/main" id="{21F19174-32E4-CF9B-7099-142F35A43AE4}"/>
                </a:ext>
              </a:extLst>
            </p:cNvPr>
            <p:cNvPicPr>
              <a:picLocks noChangeAspect="1"/>
            </p:cNvPicPr>
            <p:nvPr/>
          </p:nvPicPr>
          <p:blipFill>
            <a:blip r:embed="rId2"/>
            <a:srcRect l="431" r="431"/>
            <a:stretch/>
          </p:blipFill>
          <p:spPr>
            <a:xfrm>
              <a:off x="2208242" y="2518971"/>
              <a:ext cx="540000" cy="540000"/>
            </a:xfrm>
            <a:prstGeom prst="ellipse">
              <a:avLst/>
            </a:prstGeom>
            <a:ln>
              <a:solidFill>
                <a:schemeClr val="accent1"/>
              </a:solidFill>
            </a:ln>
          </p:spPr>
        </p:pic>
      </p:grpSp>
      <p:grpSp>
        <p:nvGrpSpPr>
          <p:cNvPr id="38" name="Group 37">
            <a:extLst>
              <a:ext uri="{FF2B5EF4-FFF2-40B4-BE49-F238E27FC236}">
                <a16:creationId xmlns:a16="http://schemas.microsoft.com/office/drawing/2014/main" id="{619CF033-6DBB-990D-B8CC-DA220B20DE74}"/>
              </a:ext>
            </a:extLst>
          </p:cNvPr>
          <p:cNvGrpSpPr/>
          <p:nvPr/>
        </p:nvGrpSpPr>
        <p:grpSpPr>
          <a:xfrm>
            <a:off x="8969531" y="5767495"/>
            <a:ext cx="1842105" cy="1074709"/>
            <a:chOff x="1557190" y="2518971"/>
            <a:chExt cx="1842105" cy="1074709"/>
          </a:xfrm>
        </p:grpSpPr>
        <p:sp>
          <p:nvSpPr>
            <p:cNvPr id="42" name="TextBox 41">
              <a:extLst>
                <a:ext uri="{FF2B5EF4-FFF2-40B4-BE49-F238E27FC236}">
                  <a16:creationId xmlns:a16="http://schemas.microsoft.com/office/drawing/2014/main" id="{8D33148B-6130-A777-EF22-DB045BDA21A7}"/>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43" name="Picture Placeholder 25">
              <a:extLst>
                <a:ext uri="{FF2B5EF4-FFF2-40B4-BE49-F238E27FC236}">
                  <a16:creationId xmlns:a16="http://schemas.microsoft.com/office/drawing/2014/main" id="{9FE4D024-54FE-DBEB-A30D-01F3D87AC30A}"/>
                </a:ext>
              </a:extLst>
            </p:cNvPr>
            <p:cNvPicPr>
              <a:picLocks noChangeAspect="1"/>
            </p:cNvPicPr>
            <p:nvPr/>
          </p:nvPicPr>
          <p:blipFill>
            <a:blip r:embed="rId2"/>
            <a:srcRect l="431" r="431"/>
            <a:stretch/>
          </p:blipFill>
          <p:spPr>
            <a:xfrm>
              <a:off x="2208242" y="2518971"/>
              <a:ext cx="540000" cy="540000"/>
            </a:xfrm>
            <a:prstGeom prst="ellipse">
              <a:avLst/>
            </a:prstGeom>
            <a:ln>
              <a:solidFill>
                <a:schemeClr val="accent1"/>
              </a:solidFill>
            </a:ln>
          </p:spPr>
        </p:pic>
      </p:grpSp>
      <p:grpSp>
        <p:nvGrpSpPr>
          <p:cNvPr id="39" name="Group 38">
            <a:extLst>
              <a:ext uri="{FF2B5EF4-FFF2-40B4-BE49-F238E27FC236}">
                <a16:creationId xmlns:a16="http://schemas.microsoft.com/office/drawing/2014/main" id="{CB80F8A6-4339-3832-2A89-330488448A22}"/>
              </a:ext>
            </a:extLst>
          </p:cNvPr>
          <p:cNvGrpSpPr/>
          <p:nvPr/>
        </p:nvGrpSpPr>
        <p:grpSpPr>
          <a:xfrm>
            <a:off x="10943112" y="5767495"/>
            <a:ext cx="1842105" cy="1074709"/>
            <a:chOff x="1557190" y="2518971"/>
            <a:chExt cx="1842105" cy="1074709"/>
          </a:xfrm>
        </p:grpSpPr>
        <p:sp>
          <p:nvSpPr>
            <p:cNvPr id="40" name="TextBox 39">
              <a:extLst>
                <a:ext uri="{FF2B5EF4-FFF2-40B4-BE49-F238E27FC236}">
                  <a16:creationId xmlns:a16="http://schemas.microsoft.com/office/drawing/2014/main" id="{1EC21F96-C188-E0E6-412B-9FA5C92C3BE1}"/>
                </a:ext>
              </a:extLst>
            </p:cNvPr>
            <p:cNvSpPr txBox="1"/>
            <p:nvPr/>
          </p:nvSpPr>
          <p:spPr>
            <a:xfrm>
              <a:off x="1557190" y="3132015"/>
              <a:ext cx="1842105" cy="461665"/>
            </a:xfrm>
            <a:prstGeom prst="rect">
              <a:avLst/>
            </a:prstGeom>
            <a:noFill/>
          </p:spPr>
          <p:txBody>
            <a:bodyPr wrap="square" lIns="0" tIns="0" rIns="0" bIns="0">
              <a:spAutoFit/>
            </a:bodyPr>
            <a:lstStyle/>
            <a:p>
              <a:pPr marL="0" lvl="1" algn="ctr" defTabSz="802072"/>
              <a:r>
                <a:rPr lang="en-GB" sz="1600" b="1">
                  <a:latin typeface="+mj-lt"/>
                </a:rPr>
                <a:t>Name Surname</a:t>
              </a:r>
            </a:p>
            <a:p>
              <a:pPr marL="0" lvl="2" algn="ctr" defTabSz="802072">
                <a:spcAft>
                  <a:spcPts val="600"/>
                </a:spcAft>
              </a:pPr>
              <a:r>
                <a:rPr lang="en-GB" sz="1400"/>
                <a:t>Role goes here</a:t>
              </a:r>
            </a:p>
          </p:txBody>
        </p:sp>
        <p:pic>
          <p:nvPicPr>
            <p:cNvPr id="41" name="Picture Placeholder 25">
              <a:extLst>
                <a:ext uri="{FF2B5EF4-FFF2-40B4-BE49-F238E27FC236}">
                  <a16:creationId xmlns:a16="http://schemas.microsoft.com/office/drawing/2014/main" id="{97B21155-D730-1739-147A-395BC9836703}"/>
                </a:ext>
              </a:extLst>
            </p:cNvPr>
            <p:cNvPicPr>
              <a:picLocks noChangeAspect="1"/>
            </p:cNvPicPr>
            <p:nvPr/>
          </p:nvPicPr>
          <p:blipFill>
            <a:blip r:embed="rId2"/>
            <a:srcRect l="431" r="431"/>
            <a:stretch/>
          </p:blipFill>
          <p:spPr>
            <a:xfrm>
              <a:off x="2208242" y="2518971"/>
              <a:ext cx="540000" cy="540000"/>
            </a:xfrm>
            <a:prstGeom prst="ellipse">
              <a:avLst/>
            </a:prstGeom>
            <a:ln>
              <a:solidFill>
                <a:schemeClr val="accent1"/>
              </a:solidFill>
            </a:ln>
          </p:spPr>
        </p:pic>
      </p:grpSp>
    </p:spTree>
    <p:extLst>
      <p:ext uri="{BB962C8B-B14F-4D97-AF65-F5344CB8AC3E}">
        <p14:creationId xmlns:p14="http://schemas.microsoft.com/office/powerpoint/2010/main" val="977233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7D77511-7007-6FCF-C9FA-17962B96B8D5}"/>
              </a:ext>
            </a:extLst>
          </p:cNvPr>
          <p:cNvSpPr>
            <a:spLocks noGrp="1"/>
          </p:cNvSpPr>
          <p:nvPr>
            <p:ph type="subTitle" idx="13"/>
          </p:nvPr>
        </p:nvSpPr>
        <p:spPr/>
        <p:txBody>
          <a:bodyPr/>
          <a:lstStyle/>
          <a:p>
            <a:r>
              <a:rPr lang="en-GB" dirty="0"/>
              <a:t>Subheading</a:t>
            </a:r>
          </a:p>
        </p:txBody>
      </p:sp>
      <p:sp>
        <p:nvSpPr>
          <p:cNvPr id="3" name="Title 2">
            <a:extLst>
              <a:ext uri="{FF2B5EF4-FFF2-40B4-BE49-F238E27FC236}">
                <a16:creationId xmlns:a16="http://schemas.microsoft.com/office/drawing/2014/main" id="{9AAB5467-8BA7-75BB-6388-57CA79EC1043}"/>
              </a:ext>
            </a:extLst>
          </p:cNvPr>
          <p:cNvSpPr>
            <a:spLocks noGrp="1"/>
          </p:cNvSpPr>
          <p:nvPr>
            <p:ph type="title"/>
          </p:nvPr>
        </p:nvSpPr>
        <p:spPr/>
        <p:txBody>
          <a:bodyPr/>
          <a:lstStyle/>
          <a:p>
            <a:r>
              <a:rPr lang="en-GB" dirty="0"/>
              <a:t>Team chart</a:t>
            </a:r>
          </a:p>
        </p:txBody>
      </p:sp>
      <p:sp>
        <p:nvSpPr>
          <p:cNvPr id="4" name="Text Placeholder 10">
            <a:extLst>
              <a:ext uri="{FF2B5EF4-FFF2-40B4-BE49-F238E27FC236}">
                <a16:creationId xmlns:a16="http://schemas.microsoft.com/office/drawing/2014/main" id="{9560612B-71BD-1D3C-3029-449AF582BD46}"/>
              </a:ext>
            </a:extLst>
          </p:cNvPr>
          <p:cNvSpPr txBox="1">
            <a:spLocks/>
          </p:cNvSpPr>
          <p:nvPr/>
        </p:nvSpPr>
        <p:spPr>
          <a:xfrm>
            <a:off x="539749" y="1800225"/>
            <a:ext cx="12384088" cy="754053"/>
          </a:xfrm>
          <a:prstGeom prst="rect">
            <a:avLst/>
          </a:prstGeom>
        </p:spPr>
        <p:txBody>
          <a:bodyPr lIns="0" tIns="0" rIns="0" bIns="0">
            <a:spAutoFit/>
          </a:bodyPr>
          <a:lst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lvl="2"/>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dolor</a:t>
            </a:r>
            <a:r>
              <a:rPr lang="en-GB" dirty="0"/>
              <a:t> ex, pharetra </a:t>
            </a:r>
            <a:r>
              <a:rPr lang="en-GB" dirty="0" err="1"/>
              <a:t>nec</a:t>
            </a:r>
            <a:r>
              <a:rPr lang="en-GB" dirty="0"/>
              <a:t> pharetra,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quis</a:t>
            </a:r>
            <a:r>
              <a:rPr lang="en-GB" dirty="0"/>
              <a:t> </a:t>
            </a:r>
            <a:r>
              <a:rPr lang="en-GB" dirty="0" err="1"/>
              <a:t>erat</a:t>
            </a:r>
            <a:r>
              <a:rPr lang="en-GB" dirty="0"/>
              <a:t> sit </a:t>
            </a:r>
            <a:r>
              <a:rPr lang="en-GB" dirty="0" err="1"/>
              <a:t>amet</a:t>
            </a:r>
            <a:r>
              <a:rPr lang="en-GB" dirty="0"/>
              <a:t> </a:t>
            </a:r>
            <a:r>
              <a:rPr lang="en-GB" dirty="0" err="1"/>
              <a:t>enim</a:t>
            </a:r>
            <a:r>
              <a:rPr lang="en-GB" dirty="0"/>
              <a:t> </a:t>
            </a:r>
            <a:r>
              <a:rPr lang="en-GB" dirty="0" err="1"/>
              <a:t>aliquet</a:t>
            </a:r>
            <a:r>
              <a:rPr lang="en-GB" dirty="0"/>
              <a:t> semper at </a:t>
            </a:r>
            <a:r>
              <a:rPr lang="en-GB" dirty="0" err="1"/>
              <a:t>nec</a:t>
            </a:r>
            <a:r>
              <a:rPr lang="en-GB" dirty="0"/>
              <a:t> </a:t>
            </a:r>
            <a:r>
              <a:rPr lang="en-GB" dirty="0" err="1"/>
              <a:t>nisl</a:t>
            </a:r>
            <a:r>
              <a:rPr lang="en-GB" dirty="0"/>
              <a:t>.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 Cras </a:t>
            </a:r>
            <a:r>
              <a:rPr lang="en-GB" dirty="0" err="1"/>
              <a:t>isl.</a:t>
            </a:r>
            <a:r>
              <a:rPr lang="en-GB" dirty="0"/>
              <a:t> </a:t>
            </a:r>
            <a:r>
              <a:rPr lang="en-GB" dirty="0" err="1"/>
              <a:t>Suspendisse</a:t>
            </a:r>
            <a:r>
              <a:rPr lang="en-GB" dirty="0"/>
              <a:t> at magna </a:t>
            </a:r>
            <a:r>
              <a:rPr lang="en-GB" dirty="0" err="1"/>
              <a:t>Nulla</a:t>
            </a:r>
            <a:r>
              <a:rPr lang="en-GB" dirty="0"/>
              <a:t> </a:t>
            </a:r>
            <a:r>
              <a:rPr lang="en-GB" dirty="0" err="1"/>
              <a:t>tristique</a:t>
            </a:r>
            <a:r>
              <a:rPr lang="en-GB" dirty="0"/>
              <a:t> </a:t>
            </a:r>
            <a:r>
              <a:rPr lang="en-GB" dirty="0" err="1"/>
              <a:t>elit</a:t>
            </a:r>
            <a:r>
              <a:rPr lang="en-GB" dirty="0"/>
              <a:t> a </a:t>
            </a:r>
            <a:r>
              <a:rPr lang="en-GB" dirty="0" err="1"/>
              <a:t>purus</a:t>
            </a:r>
            <a:r>
              <a:rPr lang="en-GB" dirty="0"/>
              <a:t> </a:t>
            </a:r>
            <a:r>
              <a:rPr lang="en-GB" dirty="0" err="1"/>
              <a:t>luctus</a:t>
            </a:r>
            <a:r>
              <a:rPr lang="en-GB" dirty="0"/>
              <a:t> lacinia.</a:t>
            </a:r>
          </a:p>
        </p:txBody>
      </p:sp>
      <p:sp>
        <p:nvSpPr>
          <p:cNvPr id="5" name="Content Placeholder 5">
            <a:extLst>
              <a:ext uri="{FF2B5EF4-FFF2-40B4-BE49-F238E27FC236}">
                <a16:creationId xmlns:a16="http://schemas.microsoft.com/office/drawing/2014/main" id="{225B0982-B582-91E9-44BD-71C6AFB4A0D1}"/>
              </a:ext>
            </a:extLst>
          </p:cNvPr>
          <p:cNvSpPr txBox="1">
            <a:spLocks/>
          </p:cNvSpPr>
          <p:nvPr/>
        </p:nvSpPr>
        <p:spPr>
          <a:xfrm>
            <a:off x="538163" y="2707341"/>
            <a:ext cx="12385675" cy="4313923"/>
          </a:xfrm>
          <a:prstGeom prst="rect">
            <a:avLst/>
          </a:prstGeom>
          <a:solidFill>
            <a:srgbClr val="EEEEEE"/>
          </a:solidFill>
          <a:ln>
            <a:noFill/>
          </a:ln>
        </p:spPr>
        <p:txBody>
          <a:bodyPr lIns="72000" tIns="72000" rIns="72000" bIns="72000"/>
          <a:lstStyle>
            <a:lvl1pPr marL="0" indent="0" algn="l" defTabSz="802072" rtl="0" eaLnBrk="1" latinLnBrk="0" hangingPunct="1">
              <a:lnSpc>
                <a:spcPct val="100000"/>
              </a:lnSpc>
              <a:spcBef>
                <a:spcPts val="600"/>
              </a:spcBef>
              <a:spcAft>
                <a:spcPts val="600"/>
              </a:spcAft>
              <a:buFont typeface="Arial" panose="020B0604020202020204" pitchFamily="34" charset="0"/>
              <a:buNone/>
              <a:tabLst/>
              <a:defRPr sz="1400" b="1" i="0" kern="1200">
                <a:solidFill>
                  <a:schemeClr val="tx1"/>
                </a:solidFill>
                <a:latin typeface="Helvetica Now Text" panose="020B0504030202020204" pitchFamily="34" charset="77"/>
                <a:ea typeface="+mn-ea"/>
                <a:cs typeface="+mn-cs"/>
              </a:defRPr>
            </a:lvl1pPr>
            <a:lvl2pPr marL="0" indent="0" algn="l" defTabSz="802072" rtl="0" eaLnBrk="1" latinLnBrk="0" hangingPunct="1">
              <a:lnSpc>
                <a:spcPct val="100000"/>
              </a:lnSpc>
              <a:spcBef>
                <a:spcPts val="0"/>
              </a:spcBef>
              <a:spcAft>
                <a:spcPts val="600"/>
              </a:spcAft>
              <a:buFont typeface="Arial" panose="020B0604020202020204" pitchFamily="34" charset="0"/>
              <a:buNone/>
              <a:tabLst/>
              <a:defRPr sz="1100" b="0" i="0" kern="1200">
                <a:solidFill>
                  <a:schemeClr val="tx1"/>
                </a:solidFill>
                <a:latin typeface="Helvetica Now Text" panose="020B0504030202020204" pitchFamily="34" charset="77"/>
                <a:ea typeface="+mn-ea"/>
                <a:cs typeface="+mn-cs"/>
              </a:defRPr>
            </a:lvl2pPr>
            <a:lvl3pPr marL="180975" indent="-180975" algn="l" defTabSz="802072" rtl="0" eaLnBrk="1" latinLnBrk="0" hangingPunct="1">
              <a:lnSpc>
                <a:spcPct val="100000"/>
              </a:lnSpc>
              <a:spcBef>
                <a:spcPts val="0"/>
              </a:spcBef>
              <a:spcAft>
                <a:spcPts val="600"/>
              </a:spcAft>
              <a:buClr>
                <a:schemeClr val="tx1"/>
              </a:buClr>
              <a:buFont typeface="Wingdings 2" panose="05020102010507070707" pitchFamily="18" charset="2"/>
              <a:buChar char=""/>
              <a:tabLst/>
              <a:defRPr sz="1100" b="0" i="0" kern="1200">
                <a:solidFill>
                  <a:schemeClr val="tx1"/>
                </a:solidFill>
                <a:latin typeface="Helvetica Now Text" panose="020B0504030202020204" pitchFamily="34" charset="77"/>
                <a:ea typeface="+mn-ea"/>
                <a:cs typeface="+mn-cs"/>
              </a:defRPr>
            </a:lvl3pPr>
            <a:lvl4pPr marL="360363" indent="-179388" algn="l" defTabSz="802072" rtl="0" eaLnBrk="1" latinLnBrk="0" hangingPunct="1">
              <a:lnSpc>
                <a:spcPct val="100000"/>
              </a:lnSpc>
              <a:spcBef>
                <a:spcPts val="0"/>
              </a:spcBef>
              <a:spcAft>
                <a:spcPts val="600"/>
              </a:spcAft>
              <a:buClr>
                <a:schemeClr val="tx1"/>
              </a:buClr>
              <a:buSzPct val="80000"/>
              <a:buFont typeface="System Font Regular"/>
              <a:buChar char="○"/>
              <a:tabLst/>
              <a:defRPr sz="1100" b="0" i="0" kern="1200">
                <a:solidFill>
                  <a:schemeClr val="tx1"/>
                </a:solidFill>
                <a:latin typeface="Helvetica Now Text" panose="020B0504030202020204" pitchFamily="34" charset="77"/>
                <a:ea typeface="+mn-ea"/>
                <a:cs typeface="+mn-cs"/>
              </a:defRPr>
            </a:lvl4pPr>
            <a:lvl5pPr marL="541338" indent="-180975" algn="l" defTabSz="802072" rtl="0" eaLnBrk="1" latinLnBrk="0" hangingPunct="1">
              <a:lnSpc>
                <a:spcPct val="100000"/>
              </a:lnSpc>
              <a:spcBef>
                <a:spcPts val="0"/>
              </a:spcBef>
              <a:spcAft>
                <a:spcPts val="600"/>
              </a:spcAft>
              <a:buClr>
                <a:schemeClr val="tx1"/>
              </a:buClr>
              <a:buFont typeface="System Font Regular"/>
              <a:buChar char="—"/>
              <a:tabLst/>
              <a:defRPr sz="1100" b="0" i="0" kern="1200">
                <a:solidFill>
                  <a:schemeClr val="tx1"/>
                </a:solidFill>
                <a:latin typeface="Helvetica Now Text" panose="020B0504030202020204" pitchFamily="34" charset="77"/>
                <a:ea typeface="+mn-ea"/>
                <a:cs typeface="+mn-cs"/>
              </a:defRPr>
            </a:lvl5pPr>
            <a:lvl6pPr marL="526107" indent="-116975" algn="l" defTabSz="802072" rtl="0" eaLnBrk="1" latinLnBrk="0" hangingPunct="1">
              <a:lnSpc>
                <a:spcPct val="117000"/>
              </a:lnSpc>
              <a:spcBef>
                <a:spcPts val="0"/>
              </a:spcBef>
              <a:buClr>
                <a:schemeClr val="tx1"/>
              </a:buClr>
              <a:buFont typeface="System Font Regular"/>
              <a:buChar char="–"/>
              <a:tabLst/>
              <a:defRPr sz="877" b="0" i="0" kern="1200">
                <a:solidFill>
                  <a:schemeClr val="tx1"/>
                </a:solidFill>
                <a:latin typeface="Helvetica Now Text" panose="020B0504030202020204" pitchFamily="34" charset="77"/>
                <a:ea typeface="+mn-ea"/>
                <a:cs typeface="+mn-cs"/>
              </a:defRPr>
            </a:lvl6pPr>
            <a:lvl7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72"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a:lstStyle>
          <a:p>
            <a:endParaRPr lang="en-GB">
              <a:solidFill>
                <a:schemeClr val="bg1"/>
              </a:solidFill>
              <a:latin typeface="TT Hoves Light" panose="02000503020000020004" pitchFamily="50" charset="0"/>
            </a:endParaRPr>
          </a:p>
        </p:txBody>
      </p:sp>
      <p:sp>
        <p:nvSpPr>
          <p:cNvPr id="7" name="Text Placeholder 6">
            <a:extLst>
              <a:ext uri="{FF2B5EF4-FFF2-40B4-BE49-F238E27FC236}">
                <a16:creationId xmlns:a16="http://schemas.microsoft.com/office/drawing/2014/main" id="{BFFDDB3C-9228-9877-3686-765CDD576BE1}"/>
              </a:ext>
            </a:extLst>
          </p:cNvPr>
          <p:cNvSpPr txBox="1">
            <a:spLocks/>
          </p:cNvSpPr>
          <p:nvPr/>
        </p:nvSpPr>
        <p:spPr>
          <a:xfrm>
            <a:off x="6845279" y="3216353"/>
            <a:ext cx="3522560" cy="152312"/>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defTabSz="802072">
              <a:spcAft>
                <a:spcPts val="0"/>
              </a:spcAft>
              <a:defRPr/>
            </a:pPr>
            <a:r>
              <a:rPr lang="en-GB" sz="1100" b="1">
                <a:solidFill>
                  <a:schemeClr val="bg2"/>
                </a:solidFill>
              </a:rPr>
              <a:t>[xxx]</a:t>
            </a:r>
          </a:p>
        </p:txBody>
      </p:sp>
      <p:sp>
        <p:nvSpPr>
          <p:cNvPr id="8" name="Freeform: Shape 7">
            <a:extLst>
              <a:ext uri="{FF2B5EF4-FFF2-40B4-BE49-F238E27FC236}">
                <a16:creationId xmlns:a16="http://schemas.microsoft.com/office/drawing/2014/main" id="{E57C4736-C8F4-1E03-265B-31D5DA5E5808}"/>
              </a:ext>
            </a:extLst>
          </p:cNvPr>
          <p:cNvSpPr/>
          <p:nvPr/>
        </p:nvSpPr>
        <p:spPr>
          <a:xfrm flipV="1">
            <a:off x="4647518" y="3454981"/>
            <a:ext cx="7924605" cy="648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900">
              <a:solidFill>
                <a:schemeClr val="bg2"/>
              </a:solidFill>
            </a:endParaRPr>
          </a:p>
        </p:txBody>
      </p:sp>
      <p:sp>
        <p:nvSpPr>
          <p:cNvPr id="9" name="Text Placeholder 6">
            <a:extLst>
              <a:ext uri="{FF2B5EF4-FFF2-40B4-BE49-F238E27FC236}">
                <a16:creationId xmlns:a16="http://schemas.microsoft.com/office/drawing/2014/main" id="{71743E25-E05B-8EEE-9FFA-CB837707B177}"/>
              </a:ext>
            </a:extLst>
          </p:cNvPr>
          <p:cNvSpPr txBox="1">
            <a:spLocks/>
          </p:cNvSpPr>
          <p:nvPr/>
        </p:nvSpPr>
        <p:spPr>
          <a:xfrm>
            <a:off x="1589838" y="3216353"/>
            <a:ext cx="2027921" cy="152312"/>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ctr" defTabSz="802072"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chemeClr val="bg2"/>
                </a:solidFill>
                <a:effectLst/>
                <a:uLnTx/>
                <a:uFillTx/>
                <a:ea typeface="+mn-ea"/>
                <a:cs typeface="+mn-cs"/>
              </a:rPr>
              <a:t>[xxx]</a:t>
            </a:r>
          </a:p>
        </p:txBody>
      </p:sp>
      <p:sp>
        <p:nvSpPr>
          <p:cNvPr id="10" name="Freeform: Shape 9">
            <a:extLst>
              <a:ext uri="{FF2B5EF4-FFF2-40B4-BE49-F238E27FC236}">
                <a16:creationId xmlns:a16="http://schemas.microsoft.com/office/drawing/2014/main" id="{022EA383-21D7-BB66-2D24-4DDBA73ACD30}"/>
              </a:ext>
            </a:extLst>
          </p:cNvPr>
          <p:cNvSpPr/>
          <p:nvPr/>
        </p:nvSpPr>
        <p:spPr>
          <a:xfrm flipV="1">
            <a:off x="748696" y="3454981"/>
            <a:ext cx="3713267" cy="648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900">
              <a:solidFill>
                <a:schemeClr val="tx2"/>
              </a:solidFill>
            </a:endParaRPr>
          </a:p>
        </p:txBody>
      </p:sp>
      <p:sp>
        <p:nvSpPr>
          <p:cNvPr id="12" name="TextBox 11">
            <a:extLst>
              <a:ext uri="{FF2B5EF4-FFF2-40B4-BE49-F238E27FC236}">
                <a16:creationId xmlns:a16="http://schemas.microsoft.com/office/drawing/2014/main" id="{5C2770F0-8CF0-D321-7501-CD549584ED8D}"/>
              </a:ext>
            </a:extLst>
          </p:cNvPr>
          <p:cNvSpPr txBox="1"/>
          <p:nvPr/>
        </p:nvSpPr>
        <p:spPr>
          <a:xfrm>
            <a:off x="927816" y="4260958"/>
            <a:ext cx="1572248" cy="538609"/>
          </a:xfrm>
          <a:prstGeom prst="rect">
            <a:avLst/>
          </a:prstGeom>
          <a:noFill/>
        </p:spPr>
        <p:txBody>
          <a:bodyPr wrap="square" lIns="0" tIns="0" rIns="0" bIns="0">
            <a:spAutoFit/>
          </a:bodyPr>
          <a:lstStyle/>
          <a:p>
            <a:pPr marL="0" lvl="1" algn="ctr" defTabSz="802072"/>
            <a:r>
              <a:rPr lang="en-GB" sz="1200" b="1" dirty="0">
                <a:latin typeface="+mj-lt"/>
              </a:rPr>
              <a:t>Name </a:t>
            </a:r>
            <a:br>
              <a:rPr lang="en-GB" sz="1200" b="1" dirty="0">
                <a:latin typeface="+mj-lt"/>
              </a:rPr>
            </a:br>
            <a:r>
              <a:rPr lang="en-GB" sz="1200" b="1" dirty="0">
                <a:latin typeface="+mj-lt"/>
              </a:rPr>
              <a:t>Surname</a:t>
            </a:r>
          </a:p>
          <a:p>
            <a:pPr marL="0" lvl="2" algn="ctr" defTabSz="802072">
              <a:spcAft>
                <a:spcPts val="600"/>
              </a:spcAft>
            </a:pPr>
            <a:r>
              <a:rPr lang="en-GB" sz="1100" dirty="0"/>
              <a:t>Role goes here</a:t>
            </a:r>
          </a:p>
        </p:txBody>
      </p:sp>
      <p:pic>
        <p:nvPicPr>
          <p:cNvPr id="13" name="Picture Placeholder 25">
            <a:extLst>
              <a:ext uri="{FF2B5EF4-FFF2-40B4-BE49-F238E27FC236}">
                <a16:creationId xmlns:a16="http://schemas.microsoft.com/office/drawing/2014/main" id="{0E638DD1-F132-5875-4E41-000EF71780BE}"/>
              </a:ext>
            </a:extLst>
          </p:cNvPr>
          <p:cNvPicPr>
            <a:picLocks/>
          </p:cNvPicPr>
          <p:nvPr/>
        </p:nvPicPr>
        <p:blipFill>
          <a:blip r:embed="rId2"/>
          <a:srcRect l="431" r="431"/>
          <a:stretch/>
        </p:blipFill>
        <p:spPr>
          <a:xfrm>
            <a:off x="1425940" y="3647914"/>
            <a:ext cx="576000" cy="576000"/>
          </a:xfrm>
          <a:prstGeom prst="ellipse">
            <a:avLst/>
          </a:prstGeom>
          <a:ln>
            <a:solidFill>
              <a:schemeClr val="bg2"/>
            </a:solidFill>
          </a:ln>
        </p:spPr>
      </p:pic>
      <p:sp>
        <p:nvSpPr>
          <p:cNvPr id="14" name="TextBox 13">
            <a:extLst>
              <a:ext uri="{FF2B5EF4-FFF2-40B4-BE49-F238E27FC236}">
                <a16:creationId xmlns:a16="http://schemas.microsoft.com/office/drawing/2014/main" id="{5D351550-EE49-80A2-A696-F00B4BD44380}"/>
              </a:ext>
            </a:extLst>
          </p:cNvPr>
          <p:cNvSpPr txBox="1"/>
          <p:nvPr/>
        </p:nvSpPr>
        <p:spPr>
          <a:xfrm>
            <a:off x="2710594" y="4260958"/>
            <a:ext cx="1572248" cy="538609"/>
          </a:xfrm>
          <a:prstGeom prst="rect">
            <a:avLst/>
          </a:prstGeom>
          <a:noFill/>
        </p:spPr>
        <p:txBody>
          <a:bodyPr wrap="square" lIns="0" tIns="0" rIns="0" bIns="0">
            <a:spAutoFit/>
          </a:bodyPr>
          <a:lstStyle/>
          <a:p>
            <a:pPr marL="0" lvl="1" algn="ctr" defTabSz="802072"/>
            <a:r>
              <a:rPr lang="en-GB" sz="1200" b="1" dirty="0">
                <a:latin typeface="+mj-lt"/>
              </a:rPr>
              <a:t>Name </a:t>
            </a:r>
            <a:br>
              <a:rPr lang="en-GB" sz="1200" b="1" dirty="0">
                <a:latin typeface="+mj-lt"/>
              </a:rPr>
            </a:br>
            <a:r>
              <a:rPr lang="en-GB" sz="1200" b="1" dirty="0">
                <a:latin typeface="+mj-lt"/>
              </a:rPr>
              <a:t>Surname</a:t>
            </a:r>
          </a:p>
          <a:p>
            <a:pPr marL="0" lvl="2" algn="ctr" defTabSz="802072">
              <a:spcAft>
                <a:spcPts val="600"/>
              </a:spcAft>
            </a:pPr>
            <a:r>
              <a:rPr lang="en-GB" sz="1100" dirty="0"/>
              <a:t>Role goes here</a:t>
            </a:r>
          </a:p>
        </p:txBody>
      </p:sp>
      <p:pic>
        <p:nvPicPr>
          <p:cNvPr id="15" name="Picture Placeholder 25">
            <a:extLst>
              <a:ext uri="{FF2B5EF4-FFF2-40B4-BE49-F238E27FC236}">
                <a16:creationId xmlns:a16="http://schemas.microsoft.com/office/drawing/2014/main" id="{EBD122AD-8468-57FD-9D7E-4089B8AFF024}"/>
              </a:ext>
            </a:extLst>
          </p:cNvPr>
          <p:cNvPicPr preferRelativeResize="0">
            <a:picLocks/>
          </p:cNvPicPr>
          <p:nvPr/>
        </p:nvPicPr>
        <p:blipFill>
          <a:blip r:embed="rId2"/>
          <a:srcRect l="431" r="431"/>
          <a:stretch/>
        </p:blipFill>
        <p:spPr>
          <a:xfrm>
            <a:off x="3208718" y="3647914"/>
            <a:ext cx="576000" cy="576000"/>
          </a:xfrm>
          <a:prstGeom prst="ellipse">
            <a:avLst/>
          </a:prstGeom>
          <a:ln>
            <a:solidFill>
              <a:schemeClr val="bg2"/>
            </a:solidFill>
          </a:ln>
        </p:spPr>
      </p:pic>
      <p:sp>
        <p:nvSpPr>
          <p:cNvPr id="17" name="TextBox 16">
            <a:extLst>
              <a:ext uri="{FF2B5EF4-FFF2-40B4-BE49-F238E27FC236}">
                <a16:creationId xmlns:a16="http://schemas.microsoft.com/office/drawing/2014/main" id="{C240218E-A843-9150-81C4-E1FF5020DB6B}"/>
              </a:ext>
            </a:extLst>
          </p:cNvPr>
          <p:cNvSpPr txBox="1"/>
          <p:nvPr/>
        </p:nvSpPr>
        <p:spPr>
          <a:xfrm>
            <a:off x="5143099" y="4260958"/>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18" name="Picture Placeholder 25">
            <a:extLst>
              <a:ext uri="{FF2B5EF4-FFF2-40B4-BE49-F238E27FC236}">
                <a16:creationId xmlns:a16="http://schemas.microsoft.com/office/drawing/2014/main" id="{83F37C0A-B926-8B82-14DD-789772E7AC0D}"/>
              </a:ext>
            </a:extLst>
          </p:cNvPr>
          <p:cNvPicPr preferRelativeResize="0">
            <a:picLocks/>
          </p:cNvPicPr>
          <p:nvPr/>
        </p:nvPicPr>
        <p:blipFill>
          <a:blip r:embed="rId2"/>
          <a:srcRect l="431" r="431"/>
          <a:stretch/>
        </p:blipFill>
        <p:spPr>
          <a:xfrm>
            <a:off x="5641223" y="3647914"/>
            <a:ext cx="576000" cy="576000"/>
          </a:xfrm>
          <a:prstGeom prst="ellipse">
            <a:avLst/>
          </a:prstGeom>
          <a:ln>
            <a:solidFill>
              <a:schemeClr val="bg2"/>
            </a:solidFill>
          </a:ln>
        </p:spPr>
      </p:pic>
      <p:sp>
        <p:nvSpPr>
          <p:cNvPr id="19" name="TextBox 18">
            <a:extLst>
              <a:ext uri="{FF2B5EF4-FFF2-40B4-BE49-F238E27FC236}">
                <a16:creationId xmlns:a16="http://schemas.microsoft.com/office/drawing/2014/main" id="{B60901EA-5A87-4BEE-B58E-4CAA4B6050D4}"/>
              </a:ext>
            </a:extLst>
          </p:cNvPr>
          <p:cNvSpPr txBox="1"/>
          <p:nvPr/>
        </p:nvSpPr>
        <p:spPr>
          <a:xfrm>
            <a:off x="6925877" y="4260958"/>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20" name="Picture Placeholder 25">
            <a:extLst>
              <a:ext uri="{FF2B5EF4-FFF2-40B4-BE49-F238E27FC236}">
                <a16:creationId xmlns:a16="http://schemas.microsoft.com/office/drawing/2014/main" id="{72920A41-BA0B-2F72-F1A7-191C3FB3855D}"/>
              </a:ext>
            </a:extLst>
          </p:cNvPr>
          <p:cNvPicPr preferRelativeResize="0">
            <a:picLocks/>
          </p:cNvPicPr>
          <p:nvPr/>
        </p:nvPicPr>
        <p:blipFill>
          <a:blip r:embed="rId2"/>
          <a:srcRect l="431" r="431"/>
          <a:stretch/>
        </p:blipFill>
        <p:spPr>
          <a:xfrm>
            <a:off x="7424001" y="3647914"/>
            <a:ext cx="576000" cy="576000"/>
          </a:xfrm>
          <a:prstGeom prst="ellipse">
            <a:avLst/>
          </a:prstGeom>
          <a:ln>
            <a:solidFill>
              <a:schemeClr val="bg2"/>
            </a:solidFill>
          </a:ln>
        </p:spPr>
      </p:pic>
      <p:sp>
        <p:nvSpPr>
          <p:cNvPr id="21" name="TextBox 20">
            <a:extLst>
              <a:ext uri="{FF2B5EF4-FFF2-40B4-BE49-F238E27FC236}">
                <a16:creationId xmlns:a16="http://schemas.microsoft.com/office/drawing/2014/main" id="{7177E225-A90D-D7CE-F44D-4314780F140B}"/>
              </a:ext>
            </a:extLst>
          </p:cNvPr>
          <p:cNvSpPr txBox="1"/>
          <p:nvPr/>
        </p:nvSpPr>
        <p:spPr>
          <a:xfrm>
            <a:off x="8715086" y="4260958"/>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22" name="Picture Placeholder 25">
            <a:extLst>
              <a:ext uri="{FF2B5EF4-FFF2-40B4-BE49-F238E27FC236}">
                <a16:creationId xmlns:a16="http://schemas.microsoft.com/office/drawing/2014/main" id="{8771500A-D80F-CA6C-8D0D-ECA471145EE8}"/>
              </a:ext>
            </a:extLst>
          </p:cNvPr>
          <p:cNvPicPr preferRelativeResize="0">
            <a:picLocks/>
          </p:cNvPicPr>
          <p:nvPr/>
        </p:nvPicPr>
        <p:blipFill>
          <a:blip r:embed="rId2"/>
          <a:srcRect l="431" r="431"/>
          <a:stretch/>
        </p:blipFill>
        <p:spPr>
          <a:xfrm>
            <a:off x="9213210" y="3647914"/>
            <a:ext cx="576000" cy="576000"/>
          </a:xfrm>
          <a:prstGeom prst="ellipse">
            <a:avLst/>
          </a:prstGeom>
          <a:ln>
            <a:solidFill>
              <a:schemeClr val="bg2"/>
            </a:solidFill>
          </a:ln>
        </p:spPr>
      </p:pic>
      <p:sp>
        <p:nvSpPr>
          <p:cNvPr id="23" name="TextBox 22">
            <a:extLst>
              <a:ext uri="{FF2B5EF4-FFF2-40B4-BE49-F238E27FC236}">
                <a16:creationId xmlns:a16="http://schemas.microsoft.com/office/drawing/2014/main" id="{236F8EDE-3C76-09B4-FAEF-870244B3BEC5}"/>
              </a:ext>
            </a:extLst>
          </p:cNvPr>
          <p:cNvSpPr txBox="1"/>
          <p:nvPr/>
        </p:nvSpPr>
        <p:spPr>
          <a:xfrm>
            <a:off x="10504294" y="4260958"/>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24" name="Picture Placeholder 25">
            <a:extLst>
              <a:ext uri="{FF2B5EF4-FFF2-40B4-BE49-F238E27FC236}">
                <a16:creationId xmlns:a16="http://schemas.microsoft.com/office/drawing/2014/main" id="{6E18DB80-8E21-F36E-A19B-C1124876F55A}"/>
              </a:ext>
            </a:extLst>
          </p:cNvPr>
          <p:cNvPicPr preferRelativeResize="0">
            <a:picLocks/>
          </p:cNvPicPr>
          <p:nvPr/>
        </p:nvPicPr>
        <p:blipFill>
          <a:blip r:embed="rId2"/>
          <a:srcRect l="431" r="431"/>
          <a:stretch/>
        </p:blipFill>
        <p:spPr>
          <a:xfrm>
            <a:off x="11002418" y="3647914"/>
            <a:ext cx="576000" cy="576000"/>
          </a:xfrm>
          <a:prstGeom prst="ellipse">
            <a:avLst/>
          </a:prstGeom>
          <a:ln>
            <a:solidFill>
              <a:schemeClr val="bg2"/>
            </a:solidFill>
          </a:ln>
        </p:spPr>
      </p:pic>
      <p:sp>
        <p:nvSpPr>
          <p:cNvPr id="25" name="Text Placeholder 6">
            <a:extLst>
              <a:ext uri="{FF2B5EF4-FFF2-40B4-BE49-F238E27FC236}">
                <a16:creationId xmlns:a16="http://schemas.microsoft.com/office/drawing/2014/main" id="{74108CF3-F0D3-EE0A-BD87-832926C32EC8}"/>
              </a:ext>
            </a:extLst>
          </p:cNvPr>
          <p:cNvSpPr txBox="1">
            <a:spLocks/>
          </p:cNvSpPr>
          <p:nvPr/>
        </p:nvSpPr>
        <p:spPr>
          <a:xfrm>
            <a:off x="1589838" y="5346778"/>
            <a:ext cx="2027921" cy="152312"/>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ctr" defTabSz="802072"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chemeClr val="accent3"/>
                </a:solidFill>
                <a:effectLst/>
                <a:uLnTx/>
                <a:uFillTx/>
                <a:ea typeface="+mn-ea"/>
                <a:cs typeface="+mn-cs"/>
              </a:rPr>
              <a:t>[xxx]</a:t>
            </a:r>
          </a:p>
        </p:txBody>
      </p:sp>
      <p:sp>
        <p:nvSpPr>
          <p:cNvPr id="26" name="Freeform: Shape 25">
            <a:extLst>
              <a:ext uri="{FF2B5EF4-FFF2-40B4-BE49-F238E27FC236}">
                <a16:creationId xmlns:a16="http://schemas.microsoft.com/office/drawing/2014/main" id="{93DA7717-EE53-47E3-1ED0-3F4C70E22123}"/>
              </a:ext>
            </a:extLst>
          </p:cNvPr>
          <p:cNvSpPr/>
          <p:nvPr/>
        </p:nvSpPr>
        <p:spPr>
          <a:xfrm flipV="1">
            <a:off x="748696" y="5585406"/>
            <a:ext cx="3713267" cy="648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900">
              <a:solidFill>
                <a:schemeClr val="tx2"/>
              </a:solidFill>
            </a:endParaRPr>
          </a:p>
        </p:txBody>
      </p:sp>
      <p:sp>
        <p:nvSpPr>
          <p:cNvPr id="28" name="TextBox 27">
            <a:extLst>
              <a:ext uri="{FF2B5EF4-FFF2-40B4-BE49-F238E27FC236}">
                <a16:creationId xmlns:a16="http://schemas.microsoft.com/office/drawing/2014/main" id="{E02D5FDD-D323-A853-903A-B66B4CF6E11A}"/>
              </a:ext>
            </a:extLst>
          </p:cNvPr>
          <p:cNvSpPr txBox="1"/>
          <p:nvPr/>
        </p:nvSpPr>
        <p:spPr>
          <a:xfrm>
            <a:off x="927816"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29" name="Picture Placeholder 25">
            <a:extLst>
              <a:ext uri="{FF2B5EF4-FFF2-40B4-BE49-F238E27FC236}">
                <a16:creationId xmlns:a16="http://schemas.microsoft.com/office/drawing/2014/main" id="{169CF1B0-3ECC-5B75-EBF5-329CC07AC060}"/>
              </a:ext>
            </a:extLst>
          </p:cNvPr>
          <p:cNvPicPr preferRelativeResize="0">
            <a:picLocks/>
          </p:cNvPicPr>
          <p:nvPr/>
        </p:nvPicPr>
        <p:blipFill>
          <a:blip r:embed="rId2"/>
          <a:srcRect l="431" r="431"/>
          <a:stretch/>
        </p:blipFill>
        <p:spPr>
          <a:xfrm>
            <a:off x="1425940" y="5778339"/>
            <a:ext cx="576000" cy="576000"/>
          </a:xfrm>
          <a:prstGeom prst="ellipse">
            <a:avLst/>
          </a:prstGeom>
          <a:ln>
            <a:solidFill>
              <a:schemeClr val="accent3"/>
            </a:solidFill>
          </a:ln>
        </p:spPr>
      </p:pic>
      <p:sp>
        <p:nvSpPr>
          <p:cNvPr id="30" name="TextBox 29">
            <a:extLst>
              <a:ext uri="{FF2B5EF4-FFF2-40B4-BE49-F238E27FC236}">
                <a16:creationId xmlns:a16="http://schemas.microsoft.com/office/drawing/2014/main" id="{5A518BAC-21C6-C0AC-58EF-53A664643C1D}"/>
              </a:ext>
            </a:extLst>
          </p:cNvPr>
          <p:cNvSpPr txBox="1"/>
          <p:nvPr/>
        </p:nvSpPr>
        <p:spPr>
          <a:xfrm>
            <a:off x="2710594"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31" name="Picture Placeholder 25">
            <a:extLst>
              <a:ext uri="{FF2B5EF4-FFF2-40B4-BE49-F238E27FC236}">
                <a16:creationId xmlns:a16="http://schemas.microsoft.com/office/drawing/2014/main" id="{D7F0264B-6175-7EB3-0AE7-6099487B280B}"/>
              </a:ext>
            </a:extLst>
          </p:cNvPr>
          <p:cNvPicPr preferRelativeResize="0">
            <a:picLocks/>
          </p:cNvPicPr>
          <p:nvPr/>
        </p:nvPicPr>
        <p:blipFill>
          <a:blip r:embed="rId2"/>
          <a:srcRect l="431" r="431"/>
          <a:stretch/>
        </p:blipFill>
        <p:spPr>
          <a:xfrm>
            <a:off x="3208718" y="5778339"/>
            <a:ext cx="576000" cy="576000"/>
          </a:xfrm>
          <a:prstGeom prst="ellipse">
            <a:avLst/>
          </a:prstGeom>
          <a:ln>
            <a:solidFill>
              <a:schemeClr val="accent3"/>
            </a:solidFill>
          </a:ln>
        </p:spPr>
      </p:pic>
      <p:sp>
        <p:nvSpPr>
          <p:cNvPr id="32" name="Text Placeholder 6">
            <a:extLst>
              <a:ext uri="{FF2B5EF4-FFF2-40B4-BE49-F238E27FC236}">
                <a16:creationId xmlns:a16="http://schemas.microsoft.com/office/drawing/2014/main" id="{44486DB7-E654-2FBA-B4F6-CD8016DD85FA}"/>
              </a:ext>
            </a:extLst>
          </p:cNvPr>
          <p:cNvSpPr txBox="1">
            <a:spLocks/>
          </p:cNvSpPr>
          <p:nvPr/>
        </p:nvSpPr>
        <p:spPr>
          <a:xfrm>
            <a:off x="5646450" y="5346778"/>
            <a:ext cx="2027921" cy="152312"/>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ctr" defTabSz="802072"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chemeClr val="accent3"/>
                </a:solidFill>
                <a:effectLst/>
                <a:uLnTx/>
                <a:uFillTx/>
                <a:ea typeface="+mn-ea"/>
                <a:cs typeface="+mn-cs"/>
              </a:rPr>
              <a:t>[xxx]</a:t>
            </a:r>
          </a:p>
        </p:txBody>
      </p:sp>
      <p:sp>
        <p:nvSpPr>
          <p:cNvPr id="34" name="Freeform: Shape 33">
            <a:extLst>
              <a:ext uri="{FF2B5EF4-FFF2-40B4-BE49-F238E27FC236}">
                <a16:creationId xmlns:a16="http://schemas.microsoft.com/office/drawing/2014/main" id="{A51DD999-4DEC-5051-6203-D8BE722EAEE7}"/>
              </a:ext>
            </a:extLst>
          </p:cNvPr>
          <p:cNvSpPr/>
          <p:nvPr/>
        </p:nvSpPr>
        <p:spPr>
          <a:xfrm flipV="1">
            <a:off x="4803777" y="5585406"/>
            <a:ext cx="3713267" cy="648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900">
              <a:solidFill>
                <a:schemeClr val="tx2"/>
              </a:solidFill>
            </a:endParaRPr>
          </a:p>
        </p:txBody>
      </p:sp>
      <p:sp>
        <p:nvSpPr>
          <p:cNvPr id="36" name="TextBox 35">
            <a:extLst>
              <a:ext uri="{FF2B5EF4-FFF2-40B4-BE49-F238E27FC236}">
                <a16:creationId xmlns:a16="http://schemas.microsoft.com/office/drawing/2014/main" id="{6EBD5FCF-2CF6-F11E-E440-C07D9DFF5279}"/>
              </a:ext>
            </a:extLst>
          </p:cNvPr>
          <p:cNvSpPr txBox="1"/>
          <p:nvPr/>
        </p:nvSpPr>
        <p:spPr>
          <a:xfrm>
            <a:off x="4982897"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37" name="Picture Placeholder 25">
            <a:extLst>
              <a:ext uri="{FF2B5EF4-FFF2-40B4-BE49-F238E27FC236}">
                <a16:creationId xmlns:a16="http://schemas.microsoft.com/office/drawing/2014/main" id="{E7E20A24-2300-E76C-C6AE-B83999FA8B1F}"/>
              </a:ext>
            </a:extLst>
          </p:cNvPr>
          <p:cNvPicPr preferRelativeResize="0">
            <a:picLocks/>
          </p:cNvPicPr>
          <p:nvPr/>
        </p:nvPicPr>
        <p:blipFill>
          <a:blip r:embed="rId2"/>
          <a:srcRect l="431" r="431"/>
          <a:stretch/>
        </p:blipFill>
        <p:spPr>
          <a:xfrm>
            <a:off x="5481021" y="5778339"/>
            <a:ext cx="576000" cy="576000"/>
          </a:xfrm>
          <a:prstGeom prst="ellipse">
            <a:avLst/>
          </a:prstGeom>
          <a:ln>
            <a:solidFill>
              <a:schemeClr val="accent3"/>
            </a:solidFill>
          </a:ln>
        </p:spPr>
      </p:pic>
      <p:sp>
        <p:nvSpPr>
          <p:cNvPr id="38" name="TextBox 37">
            <a:extLst>
              <a:ext uri="{FF2B5EF4-FFF2-40B4-BE49-F238E27FC236}">
                <a16:creationId xmlns:a16="http://schemas.microsoft.com/office/drawing/2014/main" id="{25486738-6C19-FE74-2E9B-7B362F8C6A0F}"/>
              </a:ext>
            </a:extLst>
          </p:cNvPr>
          <p:cNvSpPr txBox="1"/>
          <p:nvPr/>
        </p:nvSpPr>
        <p:spPr>
          <a:xfrm>
            <a:off x="6765676"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39" name="Picture Placeholder 25">
            <a:extLst>
              <a:ext uri="{FF2B5EF4-FFF2-40B4-BE49-F238E27FC236}">
                <a16:creationId xmlns:a16="http://schemas.microsoft.com/office/drawing/2014/main" id="{593766F7-237E-2D55-3D25-E7208D904B7E}"/>
              </a:ext>
            </a:extLst>
          </p:cNvPr>
          <p:cNvPicPr preferRelativeResize="0">
            <a:picLocks/>
          </p:cNvPicPr>
          <p:nvPr/>
        </p:nvPicPr>
        <p:blipFill>
          <a:blip r:embed="rId2"/>
          <a:srcRect l="431" r="431"/>
          <a:stretch/>
        </p:blipFill>
        <p:spPr>
          <a:xfrm>
            <a:off x="7263800" y="5778339"/>
            <a:ext cx="576000" cy="576000"/>
          </a:xfrm>
          <a:prstGeom prst="ellipse">
            <a:avLst/>
          </a:prstGeom>
          <a:ln>
            <a:solidFill>
              <a:schemeClr val="accent3"/>
            </a:solidFill>
          </a:ln>
        </p:spPr>
      </p:pic>
      <p:sp>
        <p:nvSpPr>
          <p:cNvPr id="41" name="Freeform: Shape 40">
            <a:extLst>
              <a:ext uri="{FF2B5EF4-FFF2-40B4-BE49-F238E27FC236}">
                <a16:creationId xmlns:a16="http://schemas.microsoft.com/office/drawing/2014/main" id="{A91FE4C7-7716-F604-28C6-C3CA62B53D62}"/>
              </a:ext>
            </a:extLst>
          </p:cNvPr>
          <p:cNvSpPr/>
          <p:nvPr/>
        </p:nvSpPr>
        <p:spPr>
          <a:xfrm flipV="1">
            <a:off x="8858857" y="5585406"/>
            <a:ext cx="3713267" cy="64800"/>
          </a:xfrm>
          <a:custGeom>
            <a:avLst/>
            <a:gdLst>
              <a:gd name="connsiteX0" fmla="*/ 0 w 2257425"/>
              <a:gd name="connsiteY0" fmla="*/ 0 h 150018"/>
              <a:gd name="connsiteX1" fmla="*/ 0 w 2257425"/>
              <a:gd name="connsiteY1" fmla="*/ 150018 h 150018"/>
              <a:gd name="connsiteX2" fmla="*/ 2257425 w 2257425"/>
              <a:gd name="connsiteY2" fmla="*/ 150018 h 150018"/>
              <a:gd name="connsiteX3" fmla="*/ 2257425 w 2257425"/>
              <a:gd name="connsiteY3" fmla="*/ 0 h 150018"/>
            </a:gdLst>
            <a:ahLst/>
            <a:cxnLst>
              <a:cxn ang="0">
                <a:pos x="connsiteX0" y="connsiteY0"/>
              </a:cxn>
              <a:cxn ang="0">
                <a:pos x="connsiteX1" y="connsiteY1"/>
              </a:cxn>
              <a:cxn ang="0">
                <a:pos x="connsiteX2" y="connsiteY2"/>
              </a:cxn>
              <a:cxn ang="0">
                <a:pos x="connsiteX3" y="connsiteY3"/>
              </a:cxn>
            </a:cxnLst>
            <a:rect l="l" t="t" r="r" b="b"/>
            <a:pathLst>
              <a:path w="2257425" h="150018">
                <a:moveTo>
                  <a:pt x="0" y="0"/>
                </a:moveTo>
                <a:lnTo>
                  <a:pt x="0" y="150018"/>
                </a:lnTo>
                <a:lnTo>
                  <a:pt x="2257425" y="150018"/>
                </a:lnTo>
                <a:lnTo>
                  <a:pt x="2257425" y="0"/>
                </a:lnTo>
              </a:path>
            </a:pathLst>
          </a:cu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900">
              <a:solidFill>
                <a:schemeClr val="tx2"/>
              </a:solidFill>
            </a:endParaRPr>
          </a:p>
        </p:txBody>
      </p:sp>
      <p:grpSp>
        <p:nvGrpSpPr>
          <p:cNvPr id="54" name="Group 53">
            <a:extLst>
              <a:ext uri="{FF2B5EF4-FFF2-40B4-BE49-F238E27FC236}">
                <a16:creationId xmlns:a16="http://schemas.microsoft.com/office/drawing/2014/main" id="{D7402388-F7BA-ED06-C21B-902AC3C0CA4F}"/>
              </a:ext>
            </a:extLst>
          </p:cNvPr>
          <p:cNvGrpSpPr/>
          <p:nvPr/>
        </p:nvGrpSpPr>
        <p:grpSpPr>
          <a:xfrm>
            <a:off x="9037975" y="5778339"/>
            <a:ext cx="1572248" cy="1151653"/>
            <a:chOff x="9037975" y="5778339"/>
            <a:chExt cx="1572248" cy="1151653"/>
          </a:xfrm>
        </p:grpSpPr>
        <p:sp>
          <p:nvSpPr>
            <p:cNvPr id="43" name="TextBox 42">
              <a:extLst>
                <a:ext uri="{FF2B5EF4-FFF2-40B4-BE49-F238E27FC236}">
                  <a16:creationId xmlns:a16="http://schemas.microsoft.com/office/drawing/2014/main" id="{A2F33378-3DAD-8432-76DC-18E42D60B239}"/>
                </a:ext>
              </a:extLst>
            </p:cNvPr>
            <p:cNvSpPr txBox="1"/>
            <p:nvPr/>
          </p:nvSpPr>
          <p:spPr>
            <a:xfrm>
              <a:off x="9037975"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44" name="Picture Placeholder 25">
              <a:extLst>
                <a:ext uri="{FF2B5EF4-FFF2-40B4-BE49-F238E27FC236}">
                  <a16:creationId xmlns:a16="http://schemas.microsoft.com/office/drawing/2014/main" id="{E8EB87AA-C013-D485-C055-6E33E7FDE3FE}"/>
                </a:ext>
              </a:extLst>
            </p:cNvPr>
            <p:cNvPicPr preferRelativeResize="0">
              <a:picLocks/>
            </p:cNvPicPr>
            <p:nvPr/>
          </p:nvPicPr>
          <p:blipFill>
            <a:blip r:embed="rId2"/>
            <a:srcRect l="431" r="431"/>
            <a:stretch/>
          </p:blipFill>
          <p:spPr>
            <a:xfrm>
              <a:off x="9536099" y="5778339"/>
              <a:ext cx="576000" cy="576000"/>
            </a:xfrm>
            <a:prstGeom prst="ellipse">
              <a:avLst/>
            </a:prstGeom>
            <a:ln>
              <a:solidFill>
                <a:schemeClr val="accent1"/>
              </a:solidFill>
            </a:ln>
          </p:spPr>
        </p:pic>
      </p:grpSp>
      <p:grpSp>
        <p:nvGrpSpPr>
          <p:cNvPr id="53" name="Group 52">
            <a:extLst>
              <a:ext uri="{FF2B5EF4-FFF2-40B4-BE49-F238E27FC236}">
                <a16:creationId xmlns:a16="http://schemas.microsoft.com/office/drawing/2014/main" id="{AAB14AF9-3BB7-692F-6458-ED27388942C0}"/>
              </a:ext>
            </a:extLst>
          </p:cNvPr>
          <p:cNvGrpSpPr/>
          <p:nvPr/>
        </p:nvGrpSpPr>
        <p:grpSpPr>
          <a:xfrm>
            <a:off x="10820754" y="5778339"/>
            <a:ext cx="1572248" cy="1151653"/>
            <a:chOff x="10820754" y="5778339"/>
            <a:chExt cx="1572248" cy="1151653"/>
          </a:xfrm>
        </p:grpSpPr>
        <p:sp>
          <p:nvSpPr>
            <p:cNvPr id="45" name="TextBox 44">
              <a:extLst>
                <a:ext uri="{FF2B5EF4-FFF2-40B4-BE49-F238E27FC236}">
                  <a16:creationId xmlns:a16="http://schemas.microsoft.com/office/drawing/2014/main" id="{23A5B738-16BD-4F1F-20FB-8BBD6C7F597D}"/>
                </a:ext>
              </a:extLst>
            </p:cNvPr>
            <p:cNvSpPr txBox="1"/>
            <p:nvPr/>
          </p:nvSpPr>
          <p:spPr>
            <a:xfrm>
              <a:off x="10820754" y="6391383"/>
              <a:ext cx="1572248" cy="538609"/>
            </a:xfrm>
            <a:prstGeom prst="rect">
              <a:avLst/>
            </a:prstGeom>
            <a:noFill/>
          </p:spPr>
          <p:txBody>
            <a:bodyPr wrap="square" lIns="0" tIns="0" rIns="0" bIns="0">
              <a:spAutoFit/>
            </a:bodyPr>
            <a:lstStyle/>
            <a:p>
              <a:pPr marL="0" lvl="1" algn="ctr" defTabSz="802072"/>
              <a:r>
                <a:rPr lang="en-GB" sz="1200" b="1">
                  <a:latin typeface="+mj-lt"/>
                </a:rPr>
                <a:t>Name </a:t>
              </a:r>
              <a:br>
                <a:rPr lang="en-GB" sz="1200" b="1">
                  <a:latin typeface="+mj-lt"/>
                </a:rPr>
              </a:br>
              <a:r>
                <a:rPr lang="en-GB" sz="1200" b="1">
                  <a:latin typeface="+mj-lt"/>
                </a:rPr>
                <a:t>Surname</a:t>
              </a:r>
            </a:p>
            <a:p>
              <a:pPr marL="0" lvl="2" algn="ctr" defTabSz="802072">
                <a:spcAft>
                  <a:spcPts val="600"/>
                </a:spcAft>
              </a:pPr>
              <a:r>
                <a:rPr lang="en-GB" sz="1100"/>
                <a:t>Role goes here</a:t>
              </a:r>
            </a:p>
          </p:txBody>
        </p:sp>
        <p:pic>
          <p:nvPicPr>
            <p:cNvPr id="46" name="Picture Placeholder 25">
              <a:extLst>
                <a:ext uri="{FF2B5EF4-FFF2-40B4-BE49-F238E27FC236}">
                  <a16:creationId xmlns:a16="http://schemas.microsoft.com/office/drawing/2014/main" id="{EBC51732-778F-28C8-EE2E-264D88B9D48A}"/>
                </a:ext>
              </a:extLst>
            </p:cNvPr>
            <p:cNvPicPr preferRelativeResize="0">
              <a:picLocks/>
            </p:cNvPicPr>
            <p:nvPr/>
          </p:nvPicPr>
          <p:blipFill>
            <a:blip r:embed="rId2"/>
            <a:srcRect l="431" r="431"/>
            <a:stretch/>
          </p:blipFill>
          <p:spPr>
            <a:xfrm>
              <a:off x="11318878" y="5778339"/>
              <a:ext cx="576000" cy="576000"/>
            </a:xfrm>
            <a:prstGeom prst="ellipse">
              <a:avLst/>
            </a:prstGeom>
            <a:ln>
              <a:solidFill>
                <a:schemeClr val="accent1"/>
              </a:solidFill>
            </a:ln>
          </p:spPr>
        </p:pic>
      </p:grpSp>
      <p:sp>
        <p:nvSpPr>
          <p:cNvPr id="47" name="Text Placeholder 6">
            <a:extLst>
              <a:ext uri="{FF2B5EF4-FFF2-40B4-BE49-F238E27FC236}">
                <a16:creationId xmlns:a16="http://schemas.microsoft.com/office/drawing/2014/main" id="{7A2BAC42-E6A0-5443-F8A8-3B85331D7E3E}"/>
              </a:ext>
            </a:extLst>
          </p:cNvPr>
          <p:cNvSpPr txBox="1">
            <a:spLocks/>
          </p:cNvSpPr>
          <p:nvPr/>
        </p:nvSpPr>
        <p:spPr>
          <a:xfrm>
            <a:off x="9701529" y="5346778"/>
            <a:ext cx="2027921" cy="152312"/>
          </a:xfrm>
          <a:prstGeom prst="rect">
            <a:avLst/>
          </a:prstGeom>
        </p:spPr>
        <p:txBody>
          <a:bodyPr vert="horz" lIns="0" tIns="0" rIns="0" bIns="0" rtlCol="0">
            <a:noAutofit/>
          </a:bodyPr>
          <a:lstStyle>
            <a:lvl1pPr marL="0" indent="0" algn="l" defTabSz="995690" rtl="0" eaLnBrk="1" latinLnBrk="0" hangingPunct="1">
              <a:spcBef>
                <a:spcPts val="0"/>
              </a:spcBef>
              <a:spcAft>
                <a:spcPts val="600"/>
              </a:spcAft>
              <a:buFontTx/>
              <a:buNone/>
              <a:defRPr sz="1400" kern="1200">
                <a:solidFill>
                  <a:schemeClr val="accent4"/>
                </a:solidFill>
                <a:latin typeface="+mn-lt"/>
                <a:ea typeface="+mn-ea"/>
                <a:cs typeface="+mn-cs"/>
              </a:defRPr>
            </a:lvl1pPr>
            <a:lvl2pPr marL="3457" indent="0" algn="l" defTabSz="995690" rtl="0" eaLnBrk="1" latinLnBrk="0" hangingPunct="1">
              <a:spcBef>
                <a:spcPts val="0"/>
              </a:spcBef>
              <a:spcAft>
                <a:spcPts val="600"/>
              </a:spcAft>
              <a:buFontTx/>
              <a:buNone/>
              <a:defRPr sz="1100" kern="1200">
                <a:solidFill>
                  <a:schemeClr val="tx1"/>
                </a:solidFill>
                <a:latin typeface="+mn-lt"/>
                <a:ea typeface="+mn-ea"/>
                <a:cs typeface="+mn-cs"/>
              </a:defRPr>
            </a:lvl2pPr>
            <a:lvl3pPr marL="190149" indent="-190149" algn="l" defTabSz="995690" rtl="0" eaLnBrk="1" latinLnBrk="0" hangingPunct="1">
              <a:spcBef>
                <a:spcPts val="0"/>
              </a:spcBef>
              <a:spcAft>
                <a:spcPts val="600"/>
              </a:spcAft>
              <a:buFont typeface="Wingdings" panose="05000000000000000000" pitchFamily="2" charset="2"/>
              <a:buChar char="§"/>
              <a:defRPr sz="1100" kern="1200">
                <a:solidFill>
                  <a:schemeClr val="tx1"/>
                </a:solidFill>
                <a:latin typeface="+mn-lt"/>
                <a:ea typeface="+mn-ea"/>
                <a:cs typeface="+mn-cs"/>
              </a:defRPr>
            </a:lvl3pPr>
            <a:lvl4pPr marL="371656" indent="-181507"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4pPr>
            <a:lvl5pPr marL="563533" indent="-191878" algn="l" defTabSz="995690" rtl="0" eaLnBrk="1" latinLnBrk="0" hangingPunct="1">
              <a:spcBef>
                <a:spcPts val="0"/>
              </a:spcBef>
              <a:spcAft>
                <a:spcPts val="600"/>
              </a:spcAft>
              <a:buFont typeface="Arial" panose="020B0604020202020204" pitchFamily="34" charset="0"/>
              <a:buChar char="–"/>
              <a:defRPr sz="1100" kern="1200">
                <a:solidFill>
                  <a:schemeClr val="tx1"/>
                </a:solidFill>
                <a:latin typeface="+mn-lt"/>
                <a:ea typeface="+mn-ea"/>
                <a:cs typeface="+mn-cs"/>
              </a:defRPr>
            </a:lvl5pPr>
            <a:lvl6pPr marL="273814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23599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733838"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231683" indent="-248923" algn="l" defTabSz="99569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marL="0" marR="0" lvl="0" indent="0" algn="ctr" defTabSz="802072"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chemeClr val="accent1"/>
                </a:solidFill>
                <a:effectLst/>
                <a:uLnTx/>
                <a:uFillTx/>
                <a:ea typeface="+mn-ea"/>
                <a:cs typeface="+mn-cs"/>
              </a:rPr>
              <a:t>[xxx]</a:t>
            </a:r>
          </a:p>
        </p:txBody>
      </p:sp>
      <p:sp>
        <p:nvSpPr>
          <p:cNvPr id="48" name="Rectangle 47">
            <a:extLst>
              <a:ext uri="{FF2B5EF4-FFF2-40B4-BE49-F238E27FC236}">
                <a16:creationId xmlns:a16="http://schemas.microsoft.com/office/drawing/2014/main" id="{66FA450D-6823-BB22-E437-99BD87AE75E6}"/>
              </a:ext>
            </a:extLst>
          </p:cNvPr>
          <p:cNvSpPr/>
          <p:nvPr/>
        </p:nvSpPr>
        <p:spPr>
          <a:xfrm>
            <a:off x="748696" y="2833228"/>
            <a:ext cx="11823427" cy="324498"/>
          </a:xfrm>
          <a:prstGeom prst="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wrap="square" lIns="54000" tIns="54000" rIns="54000" bIns="54000" rtlCol="0" anchor="t">
            <a:spAutoFit/>
          </a:bodyPr>
          <a:lstStyle/>
          <a:p>
            <a:pPr algn="ctr">
              <a:spcAft>
                <a:spcPts val="600"/>
              </a:spcAft>
            </a:pPr>
            <a:r>
              <a:rPr lang="en-GB" sz="1400" b="1">
                <a:solidFill>
                  <a:schemeClr val="bg1"/>
                </a:solidFill>
                <a:latin typeface="+mj-lt"/>
              </a:rPr>
              <a:t>Team name </a:t>
            </a:r>
          </a:p>
        </p:txBody>
      </p:sp>
      <p:sp>
        <p:nvSpPr>
          <p:cNvPr id="49" name="Rectangle 48">
            <a:extLst>
              <a:ext uri="{FF2B5EF4-FFF2-40B4-BE49-F238E27FC236}">
                <a16:creationId xmlns:a16="http://schemas.microsoft.com/office/drawing/2014/main" id="{44A3BD04-14F7-5406-FBE1-BD3DE26BD0FF}"/>
              </a:ext>
            </a:extLst>
          </p:cNvPr>
          <p:cNvSpPr/>
          <p:nvPr/>
        </p:nvSpPr>
        <p:spPr>
          <a:xfrm>
            <a:off x="748696" y="4965139"/>
            <a:ext cx="7768348" cy="324498"/>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lIns="54000" tIns="54000" rIns="54000" bIns="54000" rtlCol="0" anchor="t">
            <a:spAutoFit/>
          </a:bodyPr>
          <a:lstStyle/>
          <a:p>
            <a:pPr algn="ctr">
              <a:spcAft>
                <a:spcPts val="600"/>
              </a:spcAft>
            </a:pPr>
            <a:r>
              <a:rPr lang="en-GB" sz="1400" b="1">
                <a:solidFill>
                  <a:schemeClr val="bg1"/>
                </a:solidFill>
                <a:latin typeface="+mj-lt"/>
              </a:rPr>
              <a:t>Team name </a:t>
            </a:r>
          </a:p>
        </p:txBody>
      </p:sp>
      <p:sp>
        <p:nvSpPr>
          <p:cNvPr id="50" name="Rectangle 49">
            <a:extLst>
              <a:ext uri="{FF2B5EF4-FFF2-40B4-BE49-F238E27FC236}">
                <a16:creationId xmlns:a16="http://schemas.microsoft.com/office/drawing/2014/main" id="{80D17DAE-EB8B-FABA-56A0-6290063AC709}"/>
              </a:ext>
            </a:extLst>
          </p:cNvPr>
          <p:cNvSpPr/>
          <p:nvPr/>
        </p:nvSpPr>
        <p:spPr>
          <a:xfrm>
            <a:off x="8858855" y="4965139"/>
            <a:ext cx="3713267" cy="324498"/>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lIns="54000" tIns="54000" rIns="54000" bIns="54000" rtlCol="0" anchor="t">
            <a:spAutoFit/>
          </a:bodyPr>
          <a:lstStyle/>
          <a:p>
            <a:pPr algn="ctr">
              <a:spcAft>
                <a:spcPts val="600"/>
              </a:spcAft>
            </a:pPr>
            <a:r>
              <a:rPr lang="en-GB" sz="1400" b="1">
                <a:solidFill>
                  <a:schemeClr val="bg1"/>
                </a:solidFill>
                <a:latin typeface="+mj-lt"/>
              </a:rPr>
              <a:t>Team name </a:t>
            </a:r>
          </a:p>
        </p:txBody>
      </p:sp>
    </p:spTree>
    <p:extLst>
      <p:ext uri="{BB962C8B-B14F-4D97-AF65-F5344CB8AC3E}">
        <p14:creationId xmlns:p14="http://schemas.microsoft.com/office/powerpoint/2010/main" val="2707133090"/>
      </p:ext>
    </p:extLst>
  </p:cSld>
  <p:clrMapOvr>
    <a:masterClrMapping/>
  </p:clrMapOvr>
</p:sld>
</file>

<file path=ppt/theme/theme1.xml><?xml version="1.0" encoding="utf-8"?>
<a:theme xmlns:a="http://schemas.openxmlformats.org/drawingml/2006/main" name="Isio A4 Landscape Template">
  <a:themeElements>
    <a:clrScheme name="Isio Colours">
      <a:dk1>
        <a:srgbClr val="000000"/>
      </a:dk1>
      <a:lt1>
        <a:srgbClr val="FFFFFF"/>
      </a:lt1>
      <a:dk2>
        <a:srgbClr val="4F5353"/>
      </a:dk2>
      <a:lt2>
        <a:srgbClr val="00BA8D"/>
      </a:lt2>
      <a:accent1>
        <a:srgbClr val="E76151"/>
      </a:accent1>
      <a:accent2>
        <a:srgbClr val="B22470"/>
      </a:accent2>
      <a:accent3>
        <a:srgbClr val="3B3482"/>
      </a:accent3>
      <a:accent4>
        <a:srgbClr val="FF9F00"/>
      </a:accent4>
      <a:accent5>
        <a:srgbClr val="87D6BB"/>
      </a:accent5>
      <a:accent6>
        <a:srgbClr val="959898"/>
      </a:accent6>
      <a:hlink>
        <a:srgbClr val="D480A9"/>
      </a:hlink>
      <a:folHlink>
        <a:srgbClr val="8885B4"/>
      </a:folHlink>
    </a:clrScheme>
    <a:fontScheme name="Custom 1">
      <a:majorFont>
        <a:latin typeface="TT Hoves DemiBold"/>
        <a:ea typeface=""/>
        <a:cs typeface=""/>
      </a:majorFont>
      <a:minorFont>
        <a:latin typeface="TT Hove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72000" tIns="72000" rIns="72000" bIns="72000" rtlCol="0" anchor="t"/>
      <a:lstStyle>
        <a:defPPr algn="l">
          <a:spcAft>
            <a:spcPts val="600"/>
          </a:spcAft>
          <a:defRPr sz="1100" dirty="0" err="1">
            <a:solidFill>
              <a:schemeClr val="tx1"/>
            </a:solidFill>
          </a:defRPr>
        </a:defPPr>
      </a:lstStyle>
      <a:style>
        <a:lnRef idx="0">
          <a:scrgbClr r="0" g="0" b="0"/>
        </a:lnRef>
        <a:fillRef idx="0">
          <a:scrgbClr r="0" g="0" b="0"/>
        </a:fillRef>
        <a:effectRef idx="0">
          <a:scrgbClr r="0" g="0" b="0"/>
        </a:effectRef>
        <a:fontRef idx="minor">
          <a:schemeClr val="lt1"/>
        </a:fontRef>
      </a:style>
    </a:spDef>
    <a:lnDef>
      <a:spPr>
        <a:ln w="25400">
          <a:solidFill>
            <a:schemeClr val="accent6"/>
          </a:solidFill>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0" algn="l">
          <a:spcAft>
            <a:spcPts val="600"/>
          </a:spcAft>
          <a:defRPr sz="1100" dirty="0" err="1" smtClean="0"/>
        </a:defPPr>
      </a:lstStyle>
    </a:txDef>
  </a:objectDefaults>
  <a:extraClrSchemeLst/>
  <a:custClrLst>
    <a:custClr name="Dark Green">
      <a:srgbClr val="00BA8D"/>
    </a:custClr>
    <a:custClr name="Dark Grey">
      <a:srgbClr val="4F5353"/>
    </a:custClr>
    <a:custClr name="Red">
      <a:srgbClr val="E76151"/>
    </a:custClr>
    <a:custClr name="Pink">
      <a:srgbClr val="B22470"/>
    </a:custClr>
    <a:custClr name="Dark Purple">
      <a:srgbClr val="3B3482"/>
    </a:custClr>
    <a:custClr name="Orange">
      <a:srgbClr val="FF9F00"/>
    </a:custClr>
    <a:custClr name="Blank 1">
      <a:srgbClr val="FFFFFF"/>
    </a:custClr>
    <a:custClr name="Blank 2">
      <a:srgbClr val="FFFFFF"/>
    </a:custClr>
    <a:custClr name="Blank 3">
      <a:srgbClr val="FFFFFF"/>
    </a:custClr>
    <a:custClr name="Blank 4">
      <a:srgbClr val="FFFFFF"/>
    </a:custClr>
    <a:custClr name="Dark Green-60">
      <a:srgbClr val="66D6BB"/>
    </a:custClr>
    <a:custClr name="Dark Grey-60">
      <a:srgbClr val="959898"/>
    </a:custClr>
    <a:custClr name="Red-60">
      <a:srgbClr val="F1A097"/>
    </a:custClr>
    <a:custClr name="Pink-60">
      <a:srgbClr val="D17CA9"/>
    </a:custClr>
    <a:custClr name="Dark Purple-60">
      <a:srgbClr val="8985B4"/>
    </a:custClr>
    <a:custClr name="Orange-60">
      <a:srgbClr val="FFC566"/>
    </a:custClr>
    <a:custClr name="Blank 5">
      <a:srgbClr val="FFFFFF"/>
    </a:custClr>
    <a:custClr name="Blank 6">
      <a:srgbClr val="FFFFFF"/>
    </a:custClr>
    <a:custClr name="Blank 7">
      <a:srgbClr val="FFFFFF"/>
    </a:custClr>
    <a:custClr name="Blank 8">
      <a:srgbClr val="FFFFFF"/>
    </a:custClr>
    <a:custClr name="Dark Green-40">
      <a:srgbClr val="AFE4D1"/>
    </a:custClr>
    <a:custClr name="Dark Grey-40">
      <a:srgbClr val="B9BABA"/>
    </a:custClr>
    <a:custClr name="Red-40">
      <a:srgbClr val="F8C1BA"/>
    </a:custClr>
    <a:custClr name="Pink-40">
      <a:srgbClr val="E4ABC7"/>
    </a:custClr>
    <a:custClr name="Dark Purple-40">
      <a:srgbClr val="B2AECE"/>
    </a:custClr>
    <a:custClr name="Orange-40">
      <a:srgbClr val="FFDAAA"/>
    </a:custClr>
    <a:custClr name="Blank 9">
      <a:srgbClr val="FFFFFF"/>
    </a:custClr>
    <a:custClr name="Blank 10">
      <a:srgbClr val="FFFFFF"/>
    </a:custClr>
    <a:custClr name="Blank 11">
      <a:srgbClr val="FFFFFF"/>
    </a:custClr>
    <a:custClr name="Blank 12">
      <a:srgbClr val="FFFFFF"/>
    </a:custClr>
    <a:custClr name="Dark Green-10">
      <a:srgbClr val="ECF9F4"/>
    </a:custClr>
    <a:custClr name="Dark Grey-10">
      <a:srgbClr val="EEEEEE"/>
    </a:custClr>
    <a:custClr name="Red-10">
      <a:srgbClr val="FDEFED"/>
    </a:custClr>
    <a:custClr name="Pink-10">
      <a:srgbClr val="F9EBF2"/>
    </a:custClr>
    <a:custClr name="Dark Purple-10">
      <a:srgbClr val="EDEBF4"/>
    </a:custClr>
    <a:custClr name="Orange-10">
      <a:srgbClr val="FFF6EB"/>
    </a:custClr>
    <a:custClr name="Blank 13">
      <a:srgbClr val="FFFFFF"/>
    </a:custClr>
    <a:custClr name="Blank 14">
      <a:srgbClr val="FFFFFF"/>
    </a:custClr>
    <a:custClr name="Blank 15">
      <a:srgbClr val="FFFFFF"/>
    </a:custClr>
    <a:custClr name="Blank 16">
      <a:srgbClr val="FFFFFF"/>
    </a:custClr>
  </a:custClrLst>
  <a:extLst>
    <a:ext uri="{05A4C25C-085E-4340-85A3-A5531E510DB2}">
      <thm15:themeFamily xmlns:thm15="http://schemas.microsoft.com/office/thememl/2012/main" name="Presentation8" id="{B8D40AC5-5301-4F44-B651-7E2B03F054B2}" vid="{8FFF5B33-9701-A24F-8F12-1E268DCBE8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FE2C5388CADC4892DAFB49EF11C120" ma:contentTypeVersion="13" ma:contentTypeDescription="Create a new document." ma:contentTypeScope="" ma:versionID="52409f5e282d0ac14851bdd2092f621f">
  <xsd:schema xmlns:xsd="http://www.w3.org/2001/XMLSchema" xmlns:xs="http://www.w3.org/2001/XMLSchema" xmlns:p="http://schemas.microsoft.com/office/2006/metadata/properties" xmlns:ns2="d17d1a26-9193-4103-916c-339a083bce31" xmlns:ns3="1812765a-62af-4eab-9818-39d2c6522f60" targetNamespace="http://schemas.microsoft.com/office/2006/metadata/properties" ma:root="true" ma:fieldsID="69fecb78c7595864d39a5f36f10e0cdd" ns2:_="" ns3:_="">
    <xsd:import namespace="d17d1a26-9193-4103-916c-339a083bce31"/>
    <xsd:import namespace="1812765a-62af-4eab-9818-39d2c6522f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7d1a26-9193-4103-916c-339a083bce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38389ea-7b2c-4424-a57b-92dcd6d17e2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812765a-62af-4eab-9818-39d2c6522f6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38be43-ab0b-4d63-9d7a-2fd44e557627}" ma:internalName="TaxCatchAll" ma:showField="CatchAllData" ma:web="1812765a-62af-4eab-9818-39d2c6522f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17d1a26-9193-4103-916c-339a083bce31">
      <Terms xmlns="http://schemas.microsoft.com/office/infopath/2007/PartnerControls"/>
    </lcf76f155ced4ddcb4097134ff3c332f>
    <TaxCatchAll xmlns="1812765a-62af-4eab-9818-39d2c6522f6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C0812F-6BDC-40EE-9AB9-6551AE21C245}">
  <ds:schemaRefs>
    <ds:schemaRef ds:uri="1812765a-62af-4eab-9818-39d2c6522f60"/>
    <ds:schemaRef ds:uri="d17d1a26-9193-4103-916c-339a083bce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61A5DA9-8780-44DA-8706-4F362CF84776}">
  <ds:schemaRefs>
    <ds:schemaRef ds:uri="1812765a-62af-4eab-9818-39d2c6522f60"/>
    <ds:schemaRef ds:uri="d17d1a26-9193-4103-916c-339a083bce3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2EB2BA-2CC6-416C-A728-E2053FFB69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Isio A4 Landscape Template</Template>
  <TotalTime>1</TotalTime>
  <Words>1871</Words>
  <Application>Microsoft Macintosh PowerPoint</Application>
  <PresentationFormat>Custom</PresentationFormat>
  <Paragraphs>272</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Helvetica Now Text</vt:lpstr>
      <vt:lpstr>TT Hoves DemiBold</vt:lpstr>
      <vt:lpstr>TT Hoves Light</vt:lpstr>
      <vt:lpstr>Webdings</vt:lpstr>
      <vt:lpstr>Isio A4 Landscape Template</vt:lpstr>
      <vt:lpstr>Team structure</vt:lpstr>
      <vt:lpstr>Team structure</vt:lpstr>
      <vt:lpstr>Team structure</vt:lpstr>
      <vt:lpstr>Team structure</vt:lpstr>
      <vt:lpstr>Team structure</vt:lpstr>
      <vt:lpstr>Team chart </vt:lpstr>
      <vt:lpstr>Team chart </vt:lpstr>
      <vt:lpstr>Team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Jayvin Sudra</dc:creator>
  <cp:lastModifiedBy>Jayvin Sudra</cp:lastModifiedBy>
  <cp:revision>1</cp:revision>
  <dcterms:created xsi:type="dcterms:W3CDTF">2026-06-29T20:42:46Z</dcterms:created>
  <dcterms:modified xsi:type="dcterms:W3CDTF">2026-06-29T20:43:50Z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0x010100B5FE2C5388CADC4892DAFB49EF11C120</vt:lpwstr>
  </property>
  <property fmtid="{D5CDD505-2E9C-101B-9397-08002B2CF9AE}" pid="3" name="MediaServiceImageTags">
    <vt:lpwstr/>
  </property>
  <property fmtid="{D5CDD505-2E9C-101B-9397-08002B2CF9AE}" pid="4" name="MSIP_Label_fa45f789-1f0b-4e07-bb5a-5b7474c73833_SetDate">
    <vt:lpwstr>2024-11-01T01:12:32Z</vt:lpwstr>
  </property>
  <property fmtid="{D5CDD505-2E9C-101B-9397-08002B2CF9AE}" pid="5" name="MSIP_Label_875a5b46-6a40-4ffc-90be-3fcbddbfaaf1_SetDate">
    <vt:lpwstr>2024-11-01T01:12:32Z</vt:lpwstr>
  </property>
  <property fmtid="{D5CDD505-2E9C-101B-9397-08002B2CF9AE}" pid="6" name="MSIP_Label_875a5b46-6a40-4ffc-90be-3fcbddbfaaf1_Extended_MSFT_Method">
    <vt:lpwstr>Standard</vt:lpwstr>
  </property>
  <property fmtid="{D5CDD505-2E9C-101B-9397-08002B2CF9AE}" pid="7" name="Sensitivity">
    <vt:lpwstr>CONFIDENTIAL \ CONFIDENTIAL CONFIDENTIAL</vt:lpwstr>
  </property>
  <property fmtid="{D5CDD505-2E9C-101B-9397-08002B2CF9AE}" pid="8" name="MSIP_Label_fa45f789-1f0b-4e07-bb5a-5b7474c73833_Extended_MSFT_Method">
    <vt:lpwstr>Standard</vt:lpwstr>
  </property>
  <property fmtid="{D5CDD505-2E9C-101B-9397-08002B2CF9AE}" pid="9" name="MSIP_Label_fa45f789-1f0b-4e07-bb5a-5b7474c73833_ActionId">
    <vt:lpwstr>f49881a2-991c-49f5-bd6e-c9b48059cc77</vt:lpwstr>
  </property>
  <property fmtid="{D5CDD505-2E9C-101B-9397-08002B2CF9AE}" pid="10" name="MSIP_Label_875a5b46-6a40-4ffc-90be-3fcbddbfaaf1_Parent">
    <vt:lpwstr>fa45f789-1f0b-4e07-bb5a-5b7474c73833</vt:lpwstr>
  </property>
  <property fmtid="{D5CDD505-2E9C-101B-9397-08002B2CF9AE}" pid="11" name="MSIP_Label_875a5b46-6a40-4ffc-90be-3fcbddbfaaf1_Name">
    <vt:lpwstr>CONFIDENTIAL \ CONFIDENTIAL</vt:lpwstr>
  </property>
  <property fmtid="{D5CDD505-2E9C-101B-9397-08002B2CF9AE}" pid="12" name="MSIP_Label_fa45f789-1f0b-4e07-bb5a-5b7474c73833_SiteId">
    <vt:lpwstr>94cfddbc-0627-494a-ad7a-29aea3aea832</vt:lpwstr>
  </property>
  <property fmtid="{D5CDD505-2E9C-101B-9397-08002B2CF9AE}" pid="13" name="MSIP_Label_fa45f789-1f0b-4e07-bb5a-5b7474c73833_Enabled">
    <vt:lpwstr>True</vt:lpwstr>
  </property>
  <property fmtid="{D5CDD505-2E9C-101B-9397-08002B2CF9AE}" pid="14" name="MSIP_Label_fa45f789-1f0b-4e07-bb5a-5b7474c73833_Name">
    <vt:lpwstr>CONFIDENTIAL</vt:lpwstr>
  </property>
  <property fmtid="{D5CDD505-2E9C-101B-9397-08002B2CF9AE}" pid="15" name="MSIP_Label_875a5b46-6a40-4ffc-90be-3fcbddbfaaf1_Removed">
    <vt:lpwstr>False</vt:lpwstr>
  </property>
  <property fmtid="{D5CDD505-2E9C-101B-9397-08002B2CF9AE}" pid="16" name="MSIP_Label_875a5b46-6a40-4ffc-90be-3fcbddbfaaf1_Enabled">
    <vt:lpwstr>True</vt:lpwstr>
  </property>
  <property fmtid="{D5CDD505-2E9C-101B-9397-08002B2CF9AE}" pid="17" name="MSIP_Label_875a5b46-6a40-4ffc-90be-3fcbddbfaaf1_ActionId">
    <vt:lpwstr>d954de4f-7930-4a6d-b2cc-63235b65060a</vt:lpwstr>
  </property>
  <property fmtid="{D5CDD505-2E9C-101B-9397-08002B2CF9AE}" pid="18" name="MSIP_Label_875a5b46-6a40-4ffc-90be-3fcbddbfaaf1_SiteId">
    <vt:lpwstr>94cfddbc-0627-494a-ad7a-29aea3aea832</vt:lpwstr>
  </property>
</Properties>
</file>