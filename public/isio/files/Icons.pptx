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4" r:id="rId4"/>
  </p:sldMasterIdLst>
  <p:notesMasterIdLst>
    <p:notesMasterId r:id="rId21"/>
  </p:notesMasterIdLst>
  <p:sldIdLst>
    <p:sldId id="2107" r:id="rId5"/>
    <p:sldId id="2106" r:id="rId6"/>
    <p:sldId id="2108" r:id="rId7"/>
    <p:sldId id="2110" r:id="rId8"/>
    <p:sldId id="2109" r:id="rId9"/>
    <p:sldId id="2111" r:id="rId10"/>
    <p:sldId id="2113" r:id="rId11"/>
    <p:sldId id="2112" r:id="rId12"/>
    <p:sldId id="2114" r:id="rId13"/>
    <p:sldId id="2115" r:id="rId14"/>
    <p:sldId id="2116" r:id="rId15"/>
    <p:sldId id="2117" r:id="rId16"/>
    <p:sldId id="2119" r:id="rId17"/>
    <p:sldId id="2118" r:id="rId18"/>
    <p:sldId id="2121" r:id="rId19"/>
    <p:sldId id="2120" r:id="rId20"/>
  </p:sldIdLst>
  <p:sldSz cx="13463588" cy="7561263"/>
  <p:notesSz cx="6794500" cy="9906000"/>
  <p:defaultTextStyle>
    <a:defPPr>
      <a:defRPr lang="en-US"/>
    </a:defPPr>
    <a:lvl1pPr marL="0" algn="l" defTabSz="876134" rtl="0" eaLnBrk="1" latinLnBrk="0" hangingPunct="1">
      <a:defRPr sz="1725" kern="1200">
        <a:solidFill>
          <a:schemeClr val="tx1"/>
        </a:solidFill>
        <a:latin typeface="+mn-lt"/>
        <a:ea typeface="+mn-ea"/>
        <a:cs typeface="+mn-cs"/>
      </a:defRPr>
    </a:lvl1pPr>
    <a:lvl2pPr marL="438067" algn="l" defTabSz="876134" rtl="0" eaLnBrk="1" latinLnBrk="0" hangingPunct="1">
      <a:defRPr sz="1725" kern="1200">
        <a:solidFill>
          <a:schemeClr val="tx1"/>
        </a:solidFill>
        <a:latin typeface="+mn-lt"/>
        <a:ea typeface="+mn-ea"/>
        <a:cs typeface="+mn-cs"/>
      </a:defRPr>
    </a:lvl2pPr>
    <a:lvl3pPr marL="876134" algn="l" defTabSz="876134" rtl="0" eaLnBrk="1" latinLnBrk="0" hangingPunct="1">
      <a:defRPr sz="1725" kern="1200">
        <a:solidFill>
          <a:schemeClr val="tx1"/>
        </a:solidFill>
        <a:latin typeface="+mn-lt"/>
        <a:ea typeface="+mn-ea"/>
        <a:cs typeface="+mn-cs"/>
      </a:defRPr>
    </a:lvl3pPr>
    <a:lvl4pPr marL="1314201" algn="l" defTabSz="876134" rtl="0" eaLnBrk="1" latinLnBrk="0" hangingPunct="1">
      <a:defRPr sz="1725" kern="1200">
        <a:solidFill>
          <a:schemeClr val="tx1"/>
        </a:solidFill>
        <a:latin typeface="+mn-lt"/>
        <a:ea typeface="+mn-ea"/>
        <a:cs typeface="+mn-cs"/>
      </a:defRPr>
    </a:lvl4pPr>
    <a:lvl5pPr marL="1752268" algn="l" defTabSz="876134" rtl="0" eaLnBrk="1" latinLnBrk="0" hangingPunct="1">
      <a:defRPr sz="1725" kern="1200">
        <a:solidFill>
          <a:schemeClr val="tx1"/>
        </a:solidFill>
        <a:latin typeface="+mn-lt"/>
        <a:ea typeface="+mn-ea"/>
        <a:cs typeface="+mn-cs"/>
      </a:defRPr>
    </a:lvl5pPr>
    <a:lvl6pPr marL="2190335" algn="l" defTabSz="876134" rtl="0" eaLnBrk="1" latinLnBrk="0" hangingPunct="1">
      <a:defRPr sz="1725" kern="1200">
        <a:solidFill>
          <a:schemeClr val="tx1"/>
        </a:solidFill>
        <a:latin typeface="+mn-lt"/>
        <a:ea typeface="+mn-ea"/>
        <a:cs typeface="+mn-cs"/>
      </a:defRPr>
    </a:lvl6pPr>
    <a:lvl7pPr marL="2628403" algn="l" defTabSz="876134" rtl="0" eaLnBrk="1" latinLnBrk="0" hangingPunct="1">
      <a:defRPr sz="1725" kern="1200">
        <a:solidFill>
          <a:schemeClr val="tx1"/>
        </a:solidFill>
        <a:latin typeface="+mn-lt"/>
        <a:ea typeface="+mn-ea"/>
        <a:cs typeface="+mn-cs"/>
      </a:defRPr>
    </a:lvl7pPr>
    <a:lvl8pPr marL="3066470" algn="l" defTabSz="876134" rtl="0" eaLnBrk="1" latinLnBrk="0" hangingPunct="1">
      <a:defRPr sz="1725" kern="1200">
        <a:solidFill>
          <a:schemeClr val="tx1"/>
        </a:solidFill>
        <a:latin typeface="+mn-lt"/>
        <a:ea typeface="+mn-ea"/>
        <a:cs typeface="+mn-cs"/>
      </a:defRPr>
    </a:lvl8pPr>
    <a:lvl9pPr marL="3504537" algn="l" defTabSz="876134" rtl="0" eaLnBrk="1" latinLnBrk="0" hangingPunct="1">
      <a:defRPr sz="172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7CA9"/>
    <a:srgbClr val="959898"/>
    <a:srgbClr val="4F5353"/>
    <a:srgbClr val="00BA8D"/>
    <a:srgbClr val="FFF6EB"/>
    <a:srgbClr val="EDEBF4"/>
    <a:srgbClr val="F9EBF2"/>
    <a:srgbClr val="FDEFED"/>
    <a:srgbClr val="EEEEEE"/>
    <a:srgbClr val="ECF9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580"/>
    <p:restoredTop sz="94159" autoAdjust="0"/>
  </p:normalViewPr>
  <p:slideViewPr>
    <p:cSldViewPr snapToGrid="0">
      <p:cViewPr varScale="1">
        <p:scale>
          <a:sx n="103" d="100"/>
          <a:sy n="103" d="100"/>
        </p:scale>
        <p:origin x="1216" y="16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8100" y="0"/>
            <a:ext cx="2944813" cy="496888"/>
          </a:xfrm>
          <a:prstGeom prst="rect">
            <a:avLst/>
          </a:prstGeom>
        </p:spPr>
        <p:txBody>
          <a:bodyPr vert="horz" lIns="91440" tIns="45720" rIns="91440" bIns="45720" rtlCol="0"/>
          <a:lstStyle>
            <a:lvl1pPr algn="r">
              <a:defRPr sz="1200"/>
            </a:lvl1pPr>
          </a:lstStyle>
          <a:p>
            <a:fld id="{2F40BA08-2719-47EC-98B9-B9C7A5AEF5A3}" type="datetimeFigureOut">
              <a:rPr lang="en-GB" smtClean="0"/>
              <a:t>05/07/2026</a:t>
            </a:fld>
            <a:endParaRPr lang="en-GB"/>
          </a:p>
        </p:txBody>
      </p:sp>
      <p:sp>
        <p:nvSpPr>
          <p:cNvPr id="4" name="Slide Image Placeholder 3"/>
          <p:cNvSpPr>
            <a:spLocks noGrp="1" noRot="1" noChangeAspect="1"/>
          </p:cNvSpPr>
          <p:nvPr>
            <p:ph type="sldImg" idx="2"/>
          </p:nvPr>
        </p:nvSpPr>
        <p:spPr>
          <a:xfrm>
            <a:off x="422275" y="1238250"/>
            <a:ext cx="5949950" cy="33432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67263"/>
            <a:ext cx="5435600" cy="39004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09113"/>
            <a:ext cx="2944813" cy="4968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8100" y="9409113"/>
            <a:ext cx="2944813" cy="496887"/>
          </a:xfrm>
          <a:prstGeom prst="rect">
            <a:avLst/>
          </a:prstGeom>
        </p:spPr>
        <p:txBody>
          <a:bodyPr vert="horz" lIns="91440" tIns="45720" rIns="91440" bIns="45720" rtlCol="0" anchor="b"/>
          <a:lstStyle>
            <a:lvl1pPr algn="r">
              <a:defRPr sz="1200"/>
            </a:lvl1pPr>
          </a:lstStyle>
          <a:p>
            <a:fld id="{7DAD1017-E0EA-42FF-A2A9-98DF9225EF22}" type="slidenum">
              <a:rPr lang="en-GB" smtClean="0"/>
              <a:t>‹#›</a:t>
            </a:fld>
            <a:endParaRPr lang="en-GB"/>
          </a:p>
        </p:txBody>
      </p:sp>
    </p:spTree>
    <p:extLst>
      <p:ext uri="{BB962C8B-B14F-4D97-AF65-F5344CB8AC3E}">
        <p14:creationId xmlns:p14="http://schemas.microsoft.com/office/powerpoint/2010/main" val="4199141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AD1017-E0EA-42FF-A2A9-98DF9225EF22}" type="slidenum">
              <a:rPr lang="en-GB" smtClean="0"/>
              <a:t>13</a:t>
            </a:fld>
            <a:endParaRPr lang="en-GB"/>
          </a:p>
        </p:txBody>
      </p:sp>
    </p:spTree>
    <p:extLst>
      <p:ext uri="{BB962C8B-B14F-4D97-AF65-F5344CB8AC3E}">
        <p14:creationId xmlns:p14="http://schemas.microsoft.com/office/powerpoint/2010/main" val="32531850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F6ABDE0-925C-6904-2B19-284BA305326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3463588" cy="7573268"/>
          </a:xfrm>
          <a:prstGeom prst="rect">
            <a:avLst/>
          </a:prstGeom>
        </p:spPr>
      </p:pic>
      <p:sp>
        <p:nvSpPr>
          <p:cNvPr id="22" name="Text Placeholder 21">
            <a:extLst>
              <a:ext uri="{FF2B5EF4-FFF2-40B4-BE49-F238E27FC236}">
                <a16:creationId xmlns:a16="http://schemas.microsoft.com/office/drawing/2014/main" id="{E7FFE5AD-2016-7B7E-9F82-2B690FE93A39}"/>
              </a:ext>
            </a:extLst>
          </p:cNvPr>
          <p:cNvSpPr>
            <a:spLocks noGrp="1"/>
          </p:cNvSpPr>
          <p:nvPr>
            <p:ph type="body" sz="quarter" idx="18"/>
          </p:nvPr>
        </p:nvSpPr>
        <p:spPr>
          <a:xfrm>
            <a:off x="539750" y="1911557"/>
            <a:ext cx="8088860" cy="2505392"/>
          </a:xfrm>
        </p:spPr>
        <p:txBody>
          <a:bodyPr/>
          <a:lstStyle>
            <a:lvl1pPr>
              <a:defRPr sz="3400">
                <a:solidFill>
                  <a:schemeClr val="bg1"/>
                </a:solidFill>
              </a:defRPr>
            </a:lvl1pPr>
            <a:lvl2pP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2" name="Group 1">
            <a:extLst>
              <a:ext uri="{FF2B5EF4-FFF2-40B4-BE49-F238E27FC236}">
                <a16:creationId xmlns:a16="http://schemas.microsoft.com/office/drawing/2014/main" id="{16B42D75-0D04-6B68-10E0-4545B5DEE242}"/>
              </a:ext>
            </a:extLst>
          </p:cNvPr>
          <p:cNvGrpSpPr>
            <a:grpSpLocks noChangeAspect="1"/>
          </p:cNvGrpSpPr>
          <p:nvPr userDrawn="1"/>
        </p:nvGrpSpPr>
        <p:grpSpPr>
          <a:xfrm>
            <a:off x="538163" y="550996"/>
            <a:ext cx="1195185" cy="508054"/>
            <a:chOff x="5868144" y="2000579"/>
            <a:chExt cx="1381170" cy="574833"/>
          </a:xfrm>
          <a:solidFill>
            <a:schemeClr val="bg1"/>
          </a:solidFill>
        </p:grpSpPr>
        <p:sp>
          <p:nvSpPr>
            <p:cNvPr id="3" name="Freeform 18">
              <a:extLst>
                <a:ext uri="{FF2B5EF4-FFF2-40B4-BE49-F238E27FC236}">
                  <a16:creationId xmlns:a16="http://schemas.microsoft.com/office/drawing/2014/main" id="{BD2ABE0C-D075-F687-36B6-CE255D874CFE}"/>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solidFill>
                  <a:schemeClr val="bg1"/>
                </a:solidFill>
              </a:endParaRPr>
            </a:p>
          </p:txBody>
        </p:sp>
        <p:sp>
          <p:nvSpPr>
            <p:cNvPr id="4" name="Freeform 19">
              <a:extLst>
                <a:ext uri="{FF2B5EF4-FFF2-40B4-BE49-F238E27FC236}">
                  <a16:creationId xmlns:a16="http://schemas.microsoft.com/office/drawing/2014/main" id="{92FC75A2-FD88-FB04-DBD5-FDD35F669CED}"/>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solidFill>
                  <a:schemeClr val="bg1"/>
                </a:solidFill>
              </a:endParaRPr>
            </a:p>
          </p:txBody>
        </p:sp>
        <p:sp>
          <p:nvSpPr>
            <p:cNvPr id="5" name="Freeform 20">
              <a:extLst>
                <a:ext uri="{FF2B5EF4-FFF2-40B4-BE49-F238E27FC236}">
                  <a16:creationId xmlns:a16="http://schemas.microsoft.com/office/drawing/2014/main" id="{38459F4A-742F-B62A-7F05-826DFD64CFF3}"/>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solidFill>
                  <a:schemeClr val="bg1"/>
                </a:solidFill>
              </a:endParaRPr>
            </a:p>
          </p:txBody>
        </p:sp>
        <p:sp>
          <p:nvSpPr>
            <p:cNvPr id="6" name="Freeform 21">
              <a:extLst>
                <a:ext uri="{FF2B5EF4-FFF2-40B4-BE49-F238E27FC236}">
                  <a16:creationId xmlns:a16="http://schemas.microsoft.com/office/drawing/2014/main" id="{7CE24B2C-129B-2088-F616-59335AF0174E}"/>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solidFill>
                  <a:schemeClr val="bg1"/>
                </a:solidFill>
              </a:endParaRPr>
            </a:p>
          </p:txBody>
        </p:sp>
        <p:sp>
          <p:nvSpPr>
            <p:cNvPr id="7" name="Freeform 22">
              <a:extLst>
                <a:ext uri="{FF2B5EF4-FFF2-40B4-BE49-F238E27FC236}">
                  <a16:creationId xmlns:a16="http://schemas.microsoft.com/office/drawing/2014/main" id="{72133241-D7BA-4B2C-91B1-E6A6EDFF18B8}"/>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solidFill>
                  <a:schemeClr val="bg1"/>
                </a:solidFill>
              </a:endParaRPr>
            </a:p>
          </p:txBody>
        </p:sp>
        <p:sp>
          <p:nvSpPr>
            <p:cNvPr id="8" name="Freeform 23">
              <a:extLst>
                <a:ext uri="{FF2B5EF4-FFF2-40B4-BE49-F238E27FC236}">
                  <a16:creationId xmlns:a16="http://schemas.microsoft.com/office/drawing/2014/main" id="{3793987F-CAB1-8E55-250A-EB2208026CF4}"/>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solidFill>
                  <a:schemeClr val="bg1"/>
                </a:solidFill>
              </a:endParaRPr>
            </a:p>
          </p:txBody>
        </p:sp>
        <p:sp>
          <p:nvSpPr>
            <p:cNvPr id="9" name="Freeform 24">
              <a:extLst>
                <a:ext uri="{FF2B5EF4-FFF2-40B4-BE49-F238E27FC236}">
                  <a16:creationId xmlns:a16="http://schemas.microsoft.com/office/drawing/2014/main" id="{C7AAB2F3-35EA-8F82-0BC8-8F9F9DA162C1}"/>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solidFill>
                  <a:schemeClr val="bg1"/>
                </a:solidFill>
              </a:endParaRPr>
            </a:p>
          </p:txBody>
        </p:sp>
      </p:grpSp>
    </p:spTree>
    <p:extLst>
      <p:ext uri="{BB962C8B-B14F-4D97-AF65-F5344CB8AC3E}">
        <p14:creationId xmlns:p14="http://schemas.microsoft.com/office/powerpoint/2010/main" val="4246117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DB989A-6140-A2B8-0655-AB39B5D379C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3463588" cy="7573268"/>
          </a:xfrm>
          <a:prstGeom prst="rect">
            <a:avLst/>
          </a:prstGeom>
          <a:solidFill>
            <a:schemeClr val="bg1"/>
          </a:solidFill>
        </p:spPr>
      </p:pic>
      <p:sp>
        <p:nvSpPr>
          <p:cNvPr id="9" name="Text Placeholder 21">
            <a:extLst>
              <a:ext uri="{FF2B5EF4-FFF2-40B4-BE49-F238E27FC236}">
                <a16:creationId xmlns:a16="http://schemas.microsoft.com/office/drawing/2014/main" id="{F35CFE8A-9383-BA9D-F02F-6C0D9BB1FF83}"/>
              </a:ext>
            </a:extLst>
          </p:cNvPr>
          <p:cNvSpPr>
            <a:spLocks noGrp="1"/>
          </p:cNvSpPr>
          <p:nvPr>
            <p:ph type="body" sz="quarter" idx="18"/>
          </p:nvPr>
        </p:nvSpPr>
        <p:spPr>
          <a:xfrm>
            <a:off x="539750" y="999808"/>
            <a:ext cx="8088860" cy="2505392"/>
          </a:xfrm>
        </p:spPr>
        <p:txBody>
          <a:bodyPr/>
          <a:lstStyle>
            <a:lvl1pPr>
              <a:defRPr sz="3400">
                <a:solidFill>
                  <a:schemeClr val="bg2"/>
                </a:solidFill>
              </a:defRPr>
            </a:lvl1pPr>
            <a:lvl2pPr>
              <a:defRPr sz="1800">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3" name="Group 2">
            <a:extLst>
              <a:ext uri="{FF2B5EF4-FFF2-40B4-BE49-F238E27FC236}">
                <a16:creationId xmlns:a16="http://schemas.microsoft.com/office/drawing/2014/main" id="{23337C25-C2C3-E0F7-72C3-092CC89F5C87}"/>
              </a:ext>
            </a:extLst>
          </p:cNvPr>
          <p:cNvGrpSpPr>
            <a:grpSpLocks noChangeAspect="1"/>
          </p:cNvGrpSpPr>
          <p:nvPr userDrawn="1"/>
        </p:nvGrpSpPr>
        <p:grpSpPr>
          <a:xfrm>
            <a:off x="538163" y="6511987"/>
            <a:ext cx="1195185" cy="508054"/>
            <a:chOff x="5868144" y="2000579"/>
            <a:chExt cx="1381170" cy="574833"/>
          </a:xfrm>
          <a:solidFill>
            <a:schemeClr val="bg2"/>
          </a:solidFill>
        </p:grpSpPr>
        <p:sp>
          <p:nvSpPr>
            <p:cNvPr id="4" name="Freeform 18">
              <a:extLst>
                <a:ext uri="{FF2B5EF4-FFF2-40B4-BE49-F238E27FC236}">
                  <a16:creationId xmlns:a16="http://schemas.microsoft.com/office/drawing/2014/main" id="{28E42F60-7A17-B1BE-3025-A5370F953A57}"/>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5" name="Freeform 19">
              <a:extLst>
                <a:ext uri="{FF2B5EF4-FFF2-40B4-BE49-F238E27FC236}">
                  <a16:creationId xmlns:a16="http://schemas.microsoft.com/office/drawing/2014/main" id="{BD1A9E45-06F7-B059-D2DC-9FAD15765274}"/>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7" name="Freeform 20">
              <a:extLst>
                <a:ext uri="{FF2B5EF4-FFF2-40B4-BE49-F238E27FC236}">
                  <a16:creationId xmlns:a16="http://schemas.microsoft.com/office/drawing/2014/main" id="{1C70716E-B0B3-923D-EA5A-68A3D5A531FA}"/>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8" name="Freeform 21">
              <a:extLst>
                <a:ext uri="{FF2B5EF4-FFF2-40B4-BE49-F238E27FC236}">
                  <a16:creationId xmlns:a16="http://schemas.microsoft.com/office/drawing/2014/main" id="{FBF66CB4-5C49-4EF6-8939-0B7AFECEA445}"/>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0" name="Freeform 22">
              <a:extLst>
                <a:ext uri="{FF2B5EF4-FFF2-40B4-BE49-F238E27FC236}">
                  <a16:creationId xmlns:a16="http://schemas.microsoft.com/office/drawing/2014/main" id="{DD760B6B-8208-8AC7-7E48-DFC6D3340B54}"/>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1" name="Freeform 23">
              <a:extLst>
                <a:ext uri="{FF2B5EF4-FFF2-40B4-BE49-F238E27FC236}">
                  <a16:creationId xmlns:a16="http://schemas.microsoft.com/office/drawing/2014/main" id="{A42BE27C-101F-5829-F4AC-348E16ACFCAA}"/>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2" name="Freeform 24">
              <a:extLst>
                <a:ext uri="{FF2B5EF4-FFF2-40B4-BE49-F238E27FC236}">
                  <a16:creationId xmlns:a16="http://schemas.microsoft.com/office/drawing/2014/main" id="{A267B886-F785-4295-E951-73052EE7CBCE}"/>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Tree>
    <p:extLst>
      <p:ext uri="{BB962C8B-B14F-4D97-AF65-F5344CB8AC3E}">
        <p14:creationId xmlns:p14="http://schemas.microsoft.com/office/powerpoint/2010/main" val="238328880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3 - With image">
    <p:spTree>
      <p:nvGrpSpPr>
        <p:cNvPr id="1" name=""/>
        <p:cNvGrpSpPr/>
        <p:nvPr/>
      </p:nvGrpSpPr>
      <p:grpSpPr>
        <a:xfrm>
          <a:off x="0" y="0"/>
          <a:ext cx="0" cy="0"/>
          <a:chOff x="0" y="0"/>
          <a:chExt cx="0" cy="0"/>
        </a:xfrm>
      </p:grpSpPr>
      <p:sp>
        <p:nvSpPr>
          <p:cNvPr id="2" name="Text Placeholder 21">
            <a:extLst>
              <a:ext uri="{FF2B5EF4-FFF2-40B4-BE49-F238E27FC236}">
                <a16:creationId xmlns:a16="http://schemas.microsoft.com/office/drawing/2014/main" id="{045936CE-85CD-30C6-DF1B-4E7D1306F85B}"/>
              </a:ext>
            </a:extLst>
          </p:cNvPr>
          <p:cNvSpPr>
            <a:spLocks noGrp="1"/>
          </p:cNvSpPr>
          <p:nvPr>
            <p:ph type="body" sz="quarter" idx="18"/>
          </p:nvPr>
        </p:nvSpPr>
        <p:spPr>
          <a:xfrm>
            <a:off x="549158" y="1536352"/>
            <a:ext cx="6313606" cy="3023552"/>
          </a:xfrm>
        </p:spPr>
        <p:txBody>
          <a:bodyPr/>
          <a:lstStyle>
            <a:lvl1pPr>
              <a:defRPr sz="3400">
                <a:solidFill>
                  <a:schemeClr val="bg2"/>
                </a:solidFill>
              </a:defRPr>
            </a:lvl1pPr>
            <a:lvl2pPr>
              <a:defRPr sz="1800">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3" name="Group 2">
            <a:extLst>
              <a:ext uri="{FF2B5EF4-FFF2-40B4-BE49-F238E27FC236}">
                <a16:creationId xmlns:a16="http://schemas.microsoft.com/office/drawing/2014/main" id="{607FD219-6F4C-B8F0-BD3F-E93A5911D08D}"/>
              </a:ext>
            </a:extLst>
          </p:cNvPr>
          <p:cNvGrpSpPr>
            <a:grpSpLocks noChangeAspect="1"/>
          </p:cNvGrpSpPr>
          <p:nvPr userDrawn="1"/>
        </p:nvGrpSpPr>
        <p:grpSpPr>
          <a:xfrm>
            <a:off x="538163" y="6511987"/>
            <a:ext cx="1195185" cy="508054"/>
            <a:chOff x="5868144" y="2000579"/>
            <a:chExt cx="1381170" cy="574833"/>
          </a:xfrm>
          <a:solidFill>
            <a:schemeClr val="bg2"/>
          </a:solidFill>
        </p:grpSpPr>
        <p:sp>
          <p:nvSpPr>
            <p:cNvPr id="4" name="Freeform 18">
              <a:extLst>
                <a:ext uri="{FF2B5EF4-FFF2-40B4-BE49-F238E27FC236}">
                  <a16:creationId xmlns:a16="http://schemas.microsoft.com/office/drawing/2014/main" id="{097890B5-A2AB-804D-977A-9EE82AC1485A}"/>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5" name="Freeform 19">
              <a:extLst>
                <a:ext uri="{FF2B5EF4-FFF2-40B4-BE49-F238E27FC236}">
                  <a16:creationId xmlns:a16="http://schemas.microsoft.com/office/drawing/2014/main" id="{B2F6EA41-160A-2CE0-5509-194D6BEDB51A}"/>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6" name="Freeform 20">
              <a:extLst>
                <a:ext uri="{FF2B5EF4-FFF2-40B4-BE49-F238E27FC236}">
                  <a16:creationId xmlns:a16="http://schemas.microsoft.com/office/drawing/2014/main" id="{5E1C6B47-809E-63A9-3040-CA8CA4E45783}"/>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7" name="Freeform 21">
              <a:extLst>
                <a:ext uri="{FF2B5EF4-FFF2-40B4-BE49-F238E27FC236}">
                  <a16:creationId xmlns:a16="http://schemas.microsoft.com/office/drawing/2014/main" id="{9527E55F-E925-0415-6AD5-A55B8752080B}"/>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9" name="Freeform 22">
              <a:extLst>
                <a:ext uri="{FF2B5EF4-FFF2-40B4-BE49-F238E27FC236}">
                  <a16:creationId xmlns:a16="http://schemas.microsoft.com/office/drawing/2014/main" id="{76C5C77A-EC5A-C153-8E36-3490986BD2B8}"/>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0" name="Freeform 23">
              <a:extLst>
                <a:ext uri="{FF2B5EF4-FFF2-40B4-BE49-F238E27FC236}">
                  <a16:creationId xmlns:a16="http://schemas.microsoft.com/office/drawing/2014/main" id="{1B5650B6-12AD-F667-9DF5-738EDC3784D0}"/>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1" name="Freeform 24">
              <a:extLst>
                <a:ext uri="{FF2B5EF4-FFF2-40B4-BE49-F238E27FC236}">
                  <a16:creationId xmlns:a16="http://schemas.microsoft.com/office/drawing/2014/main" id="{A10BE665-EF2A-925A-C299-23FDA2B86A62}"/>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
        <p:nvSpPr>
          <p:cNvPr id="12" name="Picture Placeholder 32">
            <a:extLst>
              <a:ext uri="{FF2B5EF4-FFF2-40B4-BE49-F238E27FC236}">
                <a16:creationId xmlns:a16="http://schemas.microsoft.com/office/drawing/2014/main" id="{8B0C329C-FD1D-F52B-8995-B0F4D9425DB7}"/>
              </a:ext>
            </a:extLst>
          </p:cNvPr>
          <p:cNvSpPr>
            <a:spLocks noGrp="1"/>
          </p:cNvSpPr>
          <p:nvPr>
            <p:ph type="pic" sz="quarter" idx="13" hasCustomPrompt="1"/>
          </p:nvPr>
        </p:nvSpPr>
        <p:spPr>
          <a:xfrm>
            <a:off x="4299585" y="539750"/>
            <a:ext cx="9164003" cy="7021513"/>
          </a:xfrm>
          <a:custGeom>
            <a:avLst/>
            <a:gdLst>
              <a:gd name="connsiteX0" fmla="*/ 3964135 w 5478756"/>
              <a:gd name="connsiteY0" fmla="*/ 6 h 4197855"/>
              <a:gd name="connsiteX1" fmla="*/ 5376297 w 5478756"/>
              <a:gd name="connsiteY1" fmla="*/ 202809 h 4197855"/>
              <a:gd name="connsiteX2" fmla="*/ 5478756 w 5478756"/>
              <a:gd name="connsiteY2" fmla="*/ 233396 h 4197855"/>
              <a:gd name="connsiteX3" fmla="*/ 5478756 w 5478756"/>
              <a:gd name="connsiteY3" fmla="*/ 3659606 h 4197855"/>
              <a:gd name="connsiteX4" fmla="*/ 5351198 w 5478756"/>
              <a:gd name="connsiteY4" fmla="*/ 3598941 h 4197855"/>
              <a:gd name="connsiteX5" fmla="*/ 3803096 w 5478756"/>
              <a:gd name="connsiteY5" fmla="*/ 3862667 h 4197855"/>
              <a:gd name="connsiteX6" fmla="*/ 3696284 w 5478756"/>
              <a:gd name="connsiteY6" fmla="*/ 4152415 h 4197855"/>
              <a:gd name="connsiteX7" fmla="*/ 3692182 w 5478756"/>
              <a:gd name="connsiteY7" fmla="*/ 4197855 h 4197855"/>
              <a:gd name="connsiteX8" fmla="*/ 10739 w 5478756"/>
              <a:gd name="connsiteY8" fmla="*/ 4197855 h 4197855"/>
              <a:gd name="connsiteX9" fmla="*/ 9379 w 5478756"/>
              <a:gd name="connsiteY9" fmla="*/ 4184886 h 4197855"/>
              <a:gd name="connsiteX10" fmla="*/ 575639 w 5478756"/>
              <a:gd name="connsiteY10" fmla="*/ 1958070 h 4197855"/>
              <a:gd name="connsiteX11" fmla="*/ 3964135 w 5478756"/>
              <a:gd name="connsiteY11" fmla="*/ 6 h 4197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78756" h="4197855">
                <a:moveTo>
                  <a:pt x="3964135" y="6"/>
                </a:moveTo>
                <a:cubicBezTo>
                  <a:pt x="4415609" y="699"/>
                  <a:pt x="4888895" y="67916"/>
                  <a:pt x="5376297" y="202809"/>
                </a:cubicBezTo>
                <a:lnTo>
                  <a:pt x="5478756" y="233396"/>
                </a:lnTo>
                <a:lnTo>
                  <a:pt x="5478756" y="3659606"/>
                </a:lnTo>
                <a:lnTo>
                  <a:pt x="5351198" y="3598941"/>
                </a:lnTo>
                <a:cubicBezTo>
                  <a:pt x="4659486" y="3293110"/>
                  <a:pt x="4088785" y="3367839"/>
                  <a:pt x="3803096" y="3862667"/>
                </a:cubicBezTo>
                <a:cubicBezTo>
                  <a:pt x="3748679" y="3956919"/>
                  <a:pt x="3713807" y="4053506"/>
                  <a:pt x="3696284" y="4152415"/>
                </a:cubicBezTo>
                <a:lnTo>
                  <a:pt x="3692182" y="4197855"/>
                </a:lnTo>
                <a:lnTo>
                  <a:pt x="10739" y="4197855"/>
                </a:lnTo>
                <a:lnTo>
                  <a:pt x="9379" y="4184886"/>
                </a:lnTo>
                <a:cubicBezTo>
                  <a:pt x="-41651" y="3501776"/>
                  <a:pt x="111201" y="2762500"/>
                  <a:pt x="575639" y="1958070"/>
                </a:cubicBezTo>
                <a:cubicBezTo>
                  <a:pt x="1323522" y="662699"/>
                  <a:pt x="2534467" y="-2190"/>
                  <a:pt x="3964135" y="6"/>
                </a:cubicBezTo>
                <a:close/>
              </a:path>
            </a:pathLst>
          </a:custGeom>
          <a:solidFill>
            <a:srgbClr val="ECF9F4"/>
          </a:solidFill>
        </p:spPr>
        <p:txBody>
          <a:bodyPr wrap="square" lIns="90000" anchor="ctr" anchorCtr="0">
            <a:noAutofit/>
          </a:bodyPr>
          <a:lstStyle>
            <a:lvl1pPr marL="0" indent="0" algn="ctr">
              <a:buFontTx/>
              <a:buNone/>
              <a:defRPr sz="1600"/>
            </a:lvl1pPr>
          </a:lstStyle>
          <a:p>
            <a:r>
              <a:rPr lang="en-GB"/>
              <a:t>Click to add picture</a:t>
            </a:r>
          </a:p>
        </p:txBody>
      </p:sp>
    </p:spTree>
    <p:extLst>
      <p:ext uri="{BB962C8B-B14F-4D97-AF65-F5344CB8AC3E}">
        <p14:creationId xmlns:p14="http://schemas.microsoft.com/office/powerpoint/2010/main" val="298888016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4 - With imag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17F581-9A67-B08D-C9B9-2EE653E46906}"/>
              </a:ext>
            </a:extLst>
          </p:cNvPr>
          <p:cNvSpPr txBox="1"/>
          <p:nvPr userDrawn="1"/>
        </p:nvSpPr>
        <p:spPr>
          <a:xfrm>
            <a:off x="-2817957" y="-4564111"/>
            <a:ext cx="184731" cy="355482"/>
          </a:xfrm>
          <a:prstGeom prst="rect">
            <a:avLst/>
          </a:prstGeom>
          <a:noFill/>
        </p:spPr>
        <p:txBody>
          <a:bodyPr wrap="none" rtlCol="0">
            <a:spAutoFit/>
          </a:bodyPr>
          <a:lstStyle/>
          <a:p>
            <a:endParaRPr lang="en-GB" sz="1710"/>
          </a:p>
        </p:txBody>
      </p:sp>
      <p:sp>
        <p:nvSpPr>
          <p:cNvPr id="4" name="Text Placeholder 21">
            <a:extLst>
              <a:ext uri="{FF2B5EF4-FFF2-40B4-BE49-F238E27FC236}">
                <a16:creationId xmlns:a16="http://schemas.microsoft.com/office/drawing/2014/main" id="{883FAEE3-35F0-DD0C-794A-15F4416285E6}"/>
              </a:ext>
            </a:extLst>
          </p:cNvPr>
          <p:cNvSpPr>
            <a:spLocks noGrp="1"/>
          </p:cNvSpPr>
          <p:nvPr>
            <p:ph type="body" sz="quarter" idx="18"/>
          </p:nvPr>
        </p:nvSpPr>
        <p:spPr>
          <a:xfrm>
            <a:off x="549157" y="4192467"/>
            <a:ext cx="6182639" cy="1768952"/>
          </a:xfrm>
        </p:spPr>
        <p:txBody>
          <a:bodyPr/>
          <a:lstStyle>
            <a:lvl1pPr>
              <a:defRPr sz="3400">
                <a:solidFill>
                  <a:schemeClr val="bg2"/>
                </a:solidFill>
              </a:defRPr>
            </a:lvl1pPr>
            <a:lvl2pPr>
              <a:defRPr sz="1800">
                <a:solidFill>
                  <a:schemeClr val="tx1"/>
                </a:solidFill>
              </a:defRPr>
            </a:lvl2pPr>
            <a:lvl3pP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3" name="Group 2">
            <a:extLst>
              <a:ext uri="{FF2B5EF4-FFF2-40B4-BE49-F238E27FC236}">
                <a16:creationId xmlns:a16="http://schemas.microsoft.com/office/drawing/2014/main" id="{10711904-09C7-05B3-ADC7-97FDF0ABA74A}"/>
              </a:ext>
            </a:extLst>
          </p:cNvPr>
          <p:cNvGrpSpPr>
            <a:grpSpLocks noChangeAspect="1"/>
          </p:cNvGrpSpPr>
          <p:nvPr userDrawn="1"/>
        </p:nvGrpSpPr>
        <p:grpSpPr>
          <a:xfrm>
            <a:off x="538163" y="6511987"/>
            <a:ext cx="1195185" cy="508054"/>
            <a:chOff x="5868144" y="2000579"/>
            <a:chExt cx="1381170" cy="574833"/>
          </a:xfrm>
          <a:solidFill>
            <a:schemeClr val="bg2"/>
          </a:solidFill>
        </p:grpSpPr>
        <p:sp>
          <p:nvSpPr>
            <p:cNvPr id="5" name="Freeform 18">
              <a:extLst>
                <a:ext uri="{FF2B5EF4-FFF2-40B4-BE49-F238E27FC236}">
                  <a16:creationId xmlns:a16="http://schemas.microsoft.com/office/drawing/2014/main" id="{66344121-2FB9-8D1B-EDD2-5C5FB60A0E5F}"/>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6" name="Freeform 19">
              <a:extLst>
                <a:ext uri="{FF2B5EF4-FFF2-40B4-BE49-F238E27FC236}">
                  <a16:creationId xmlns:a16="http://schemas.microsoft.com/office/drawing/2014/main" id="{BB179072-E832-85FC-C5B8-982DE3DAE866}"/>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7" name="Freeform 20">
              <a:extLst>
                <a:ext uri="{FF2B5EF4-FFF2-40B4-BE49-F238E27FC236}">
                  <a16:creationId xmlns:a16="http://schemas.microsoft.com/office/drawing/2014/main" id="{682A6FCF-22DD-6567-8AD0-A16F1949FC94}"/>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8" name="Freeform 21">
              <a:extLst>
                <a:ext uri="{FF2B5EF4-FFF2-40B4-BE49-F238E27FC236}">
                  <a16:creationId xmlns:a16="http://schemas.microsoft.com/office/drawing/2014/main" id="{86138060-28C6-FC78-C9DD-626FCB4739A5}"/>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9" name="Freeform 22">
              <a:extLst>
                <a:ext uri="{FF2B5EF4-FFF2-40B4-BE49-F238E27FC236}">
                  <a16:creationId xmlns:a16="http://schemas.microsoft.com/office/drawing/2014/main" id="{5D4E8FBE-41E0-6410-E731-69EC52B3A02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0" name="Freeform 23">
              <a:extLst>
                <a:ext uri="{FF2B5EF4-FFF2-40B4-BE49-F238E27FC236}">
                  <a16:creationId xmlns:a16="http://schemas.microsoft.com/office/drawing/2014/main" id="{05097D18-445F-BC9F-B839-900A332E4742}"/>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2" name="Freeform 24">
              <a:extLst>
                <a:ext uri="{FF2B5EF4-FFF2-40B4-BE49-F238E27FC236}">
                  <a16:creationId xmlns:a16="http://schemas.microsoft.com/office/drawing/2014/main" id="{FAB3E1D0-E197-ED58-CC43-EA4D4F08DEA3}"/>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
        <p:nvSpPr>
          <p:cNvPr id="18" name="Picture Placeholder 18">
            <a:extLst>
              <a:ext uri="{FF2B5EF4-FFF2-40B4-BE49-F238E27FC236}">
                <a16:creationId xmlns:a16="http://schemas.microsoft.com/office/drawing/2014/main" id="{572611FC-523B-6878-056A-4A6DCABB5C53}"/>
              </a:ext>
            </a:extLst>
          </p:cNvPr>
          <p:cNvSpPr>
            <a:spLocks noGrp="1"/>
          </p:cNvSpPr>
          <p:nvPr>
            <p:ph type="pic" sz="quarter" idx="13"/>
          </p:nvPr>
        </p:nvSpPr>
        <p:spPr>
          <a:xfrm>
            <a:off x="0" y="0"/>
            <a:ext cx="13463588" cy="7573268"/>
          </a:xfrm>
          <a:custGeom>
            <a:avLst/>
            <a:gdLst>
              <a:gd name="connsiteX0" fmla="*/ 172455 w 9144000"/>
              <a:gd name="connsiteY0" fmla="*/ 3822347 h 5143500"/>
              <a:gd name="connsiteX1" fmla="*/ 2825489 w 9144000"/>
              <a:gd name="connsiteY1" fmla="*/ 5100578 h 5143500"/>
              <a:gd name="connsiteX2" fmla="*/ 2998072 w 9144000"/>
              <a:gd name="connsiteY2" fmla="*/ 5143500 h 5143500"/>
              <a:gd name="connsiteX3" fmla="*/ 0 w 9144000"/>
              <a:gd name="connsiteY3" fmla="*/ 5143500 h 5143500"/>
              <a:gd name="connsiteX4" fmla="*/ 0 w 9144000"/>
              <a:gd name="connsiteY4" fmla="*/ 4072738 h 5143500"/>
              <a:gd name="connsiteX5" fmla="*/ 0 w 9144000"/>
              <a:gd name="connsiteY5" fmla="*/ 0 h 5143500"/>
              <a:gd name="connsiteX6" fmla="*/ 6778853 w 9144000"/>
              <a:gd name="connsiteY6" fmla="*/ 0 h 5143500"/>
              <a:gd name="connsiteX7" fmla="*/ 6848351 w 9144000"/>
              <a:gd name="connsiteY7" fmla="*/ 27291 h 5143500"/>
              <a:gd name="connsiteX8" fmla="*/ 9128944 w 9144000"/>
              <a:gd name="connsiteY8" fmla="*/ 1578722 h 5143500"/>
              <a:gd name="connsiteX9" fmla="*/ 9144000 w 9144000"/>
              <a:gd name="connsiteY9" fmla="*/ 1598646 h 5143500"/>
              <a:gd name="connsiteX10" fmla="*/ 9144000 w 9144000"/>
              <a:gd name="connsiteY10" fmla="*/ 5143500 h 5143500"/>
              <a:gd name="connsiteX11" fmla="*/ 5123144 w 9144000"/>
              <a:gd name="connsiteY11" fmla="*/ 5143500 h 5143500"/>
              <a:gd name="connsiteX12" fmla="*/ 5161703 w 9144000"/>
              <a:gd name="connsiteY12" fmla="*/ 5133423 h 5143500"/>
              <a:gd name="connsiteX13" fmla="*/ 5972059 w 9144000"/>
              <a:gd name="connsiteY13" fmla="*/ 4152322 h 5143500"/>
              <a:gd name="connsiteX14" fmla="*/ 3318602 w 9144000"/>
              <a:gd name="connsiteY14" fmla="*/ 2231025 h 5143500"/>
              <a:gd name="connsiteX15" fmla="*/ 1561 w 9144000"/>
              <a:gd name="connsiteY15" fmla="*/ 592097 h 5143500"/>
              <a:gd name="connsiteX16" fmla="*/ 0 w 9144000"/>
              <a:gd name="connsiteY16" fmla="*/ 590570 h 5143500"/>
              <a:gd name="connsiteX0" fmla="*/ 172455 w 9144000"/>
              <a:gd name="connsiteY0" fmla="*/ 3822347 h 5143500"/>
              <a:gd name="connsiteX1" fmla="*/ 2825489 w 9144000"/>
              <a:gd name="connsiteY1" fmla="*/ 5100578 h 5143500"/>
              <a:gd name="connsiteX2" fmla="*/ 0 w 9144000"/>
              <a:gd name="connsiteY2" fmla="*/ 5143500 h 5143500"/>
              <a:gd name="connsiteX3" fmla="*/ 0 w 9144000"/>
              <a:gd name="connsiteY3" fmla="*/ 4072738 h 5143500"/>
              <a:gd name="connsiteX4" fmla="*/ 172455 w 9144000"/>
              <a:gd name="connsiteY4" fmla="*/ 3822347 h 5143500"/>
              <a:gd name="connsiteX5" fmla="*/ 0 w 9144000"/>
              <a:gd name="connsiteY5" fmla="*/ 0 h 5143500"/>
              <a:gd name="connsiteX6" fmla="*/ 6778853 w 9144000"/>
              <a:gd name="connsiteY6" fmla="*/ 0 h 5143500"/>
              <a:gd name="connsiteX7" fmla="*/ 6848351 w 9144000"/>
              <a:gd name="connsiteY7" fmla="*/ 27291 h 5143500"/>
              <a:gd name="connsiteX8" fmla="*/ 9128944 w 9144000"/>
              <a:gd name="connsiteY8" fmla="*/ 1578722 h 5143500"/>
              <a:gd name="connsiteX9" fmla="*/ 9144000 w 9144000"/>
              <a:gd name="connsiteY9" fmla="*/ 1598646 h 5143500"/>
              <a:gd name="connsiteX10" fmla="*/ 9144000 w 9144000"/>
              <a:gd name="connsiteY10" fmla="*/ 5143500 h 5143500"/>
              <a:gd name="connsiteX11" fmla="*/ 5123144 w 9144000"/>
              <a:gd name="connsiteY11" fmla="*/ 5143500 h 5143500"/>
              <a:gd name="connsiteX12" fmla="*/ 5161703 w 9144000"/>
              <a:gd name="connsiteY12" fmla="*/ 5133423 h 5143500"/>
              <a:gd name="connsiteX13" fmla="*/ 5972059 w 9144000"/>
              <a:gd name="connsiteY13" fmla="*/ 4152322 h 5143500"/>
              <a:gd name="connsiteX14" fmla="*/ 3318602 w 9144000"/>
              <a:gd name="connsiteY14" fmla="*/ 2231025 h 5143500"/>
              <a:gd name="connsiteX15" fmla="*/ 1561 w 9144000"/>
              <a:gd name="connsiteY15" fmla="*/ 592097 h 5143500"/>
              <a:gd name="connsiteX16" fmla="*/ 0 w 9144000"/>
              <a:gd name="connsiteY16" fmla="*/ 590570 h 5143500"/>
              <a:gd name="connsiteX17" fmla="*/ 0 w 9144000"/>
              <a:gd name="connsiteY17" fmla="*/ 0 h 5143500"/>
              <a:gd name="connsiteX0" fmla="*/ 172455 w 9144000"/>
              <a:gd name="connsiteY0" fmla="*/ 3822347 h 5143500"/>
              <a:gd name="connsiteX1" fmla="*/ 0 w 9144000"/>
              <a:gd name="connsiteY1" fmla="*/ 5143500 h 5143500"/>
              <a:gd name="connsiteX2" fmla="*/ 0 w 9144000"/>
              <a:gd name="connsiteY2" fmla="*/ 4072738 h 5143500"/>
              <a:gd name="connsiteX3" fmla="*/ 172455 w 9144000"/>
              <a:gd name="connsiteY3" fmla="*/ 3822347 h 5143500"/>
              <a:gd name="connsiteX4" fmla="*/ 0 w 9144000"/>
              <a:gd name="connsiteY4" fmla="*/ 0 h 5143500"/>
              <a:gd name="connsiteX5" fmla="*/ 6778853 w 9144000"/>
              <a:gd name="connsiteY5" fmla="*/ 0 h 5143500"/>
              <a:gd name="connsiteX6" fmla="*/ 6848351 w 9144000"/>
              <a:gd name="connsiteY6" fmla="*/ 27291 h 5143500"/>
              <a:gd name="connsiteX7" fmla="*/ 9128944 w 9144000"/>
              <a:gd name="connsiteY7" fmla="*/ 1578722 h 5143500"/>
              <a:gd name="connsiteX8" fmla="*/ 9144000 w 9144000"/>
              <a:gd name="connsiteY8" fmla="*/ 1598646 h 5143500"/>
              <a:gd name="connsiteX9" fmla="*/ 9144000 w 9144000"/>
              <a:gd name="connsiteY9" fmla="*/ 5143500 h 5143500"/>
              <a:gd name="connsiteX10" fmla="*/ 5123144 w 9144000"/>
              <a:gd name="connsiteY10" fmla="*/ 5143500 h 5143500"/>
              <a:gd name="connsiteX11" fmla="*/ 5161703 w 9144000"/>
              <a:gd name="connsiteY11" fmla="*/ 5133423 h 5143500"/>
              <a:gd name="connsiteX12" fmla="*/ 5972059 w 9144000"/>
              <a:gd name="connsiteY12" fmla="*/ 4152322 h 5143500"/>
              <a:gd name="connsiteX13" fmla="*/ 3318602 w 9144000"/>
              <a:gd name="connsiteY13" fmla="*/ 2231025 h 5143500"/>
              <a:gd name="connsiteX14" fmla="*/ 1561 w 9144000"/>
              <a:gd name="connsiteY14" fmla="*/ 592097 h 5143500"/>
              <a:gd name="connsiteX15" fmla="*/ 0 w 9144000"/>
              <a:gd name="connsiteY15" fmla="*/ 590570 h 5143500"/>
              <a:gd name="connsiteX16" fmla="*/ 0 w 9144000"/>
              <a:gd name="connsiteY16" fmla="*/ 0 h 5143500"/>
              <a:gd name="connsiteX0" fmla="*/ 172455 w 9144000"/>
              <a:gd name="connsiteY0" fmla="*/ 3822347 h 5143500"/>
              <a:gd name="connsiteX1" fmla="*/ 0 w 9144000"/>
              <a:gd name="connsiteY1" fmla="*/ 4072738 h 5143500"/>
              <a:gd name="connsiteX2" fmla="*/ 172455 w 9144000"/>
              <a:gd name="connsiteY2" fmla="*/ 3822347 h 5143500"/>
              <a:gd name="connsiteX3" fmla="*/ 0 w 9144000"/>
              <a:gd name="connsiteY3" fmla="*/ 0 h 5143500"/>
              <a:gd name="connsiteX4" fmla="*/ 6778853 w 9144000"/>
              <a:gd name="connsiteY4" fmla="*/ 0 h 5143500"/>
              <a:gd name="connsiteX5" fmla="*/ 6848351 w 9144000"/>
              <a:gd name="connsiteY5" fmla="*/ 27291 h 5143500"/>
              <a:gd name="connsiteX6" fmla="*/ 9128944 w 9144000"/>
              <a:gd name="connsiteY6" fmla="*/ 1578722 h 5143500"/>
              <a:gd name="connsiteX7" fmla="*/ 9144000 w 9144000"/>
              <a:gd name="connsiteY7" fmla="*/ 1598646 h 5143500"/>
              <a:gd name="connsiteX8" fmla="*/ 9144000 w 9144000"/>
              <a:gd name="connsiteY8" fmla="*/ 5143500 h 5143500"/>
              <a:gd name="connsiteX9" fmla="*/ 5123144 w 9144000"/>
              <a:gd name="connsiteY9" fmla="*/ 5143500 h 5143500"/>
              <a:gd name="connsiteX10" fmla="*/ 5161703 w 9144000"/>
              <a:gd name="connsiteY10" fmla="*/ 5133423 h 5143500"/>
              <a:gd name="connsiteX11" fmla="*/ 5972059 w 9144000"/>
              <a:gd name="connsiteY11" fmla="*/ 4152322 h 5143500"/>
              <a:gd name="connsiteX12" fmla="*/ 3318602 w 9144000"/>
              <a:gd name="connsiteY12" fmla="*/ 2231025 h 5143500"/>
              <a:gd name="connsiteX13" fmla="*/ 1561 w 9144000"/>
              <a:gd name="connsiteY13" fmla="*/ 592097 h 5143500"/>
              <a:gd name="connsiteX14" fmla="*/ 0 w 9144000"/>
              <a:gd name="connsiteY14" fmla="*/ 590570 h 5143500"/>
              <a:gd name="connsiteX15" fmla="*/ 0 w 9144000"/>
              <a:gd name="connsiteY15" fmla="*/ 0 h 5143500"/>
              <a:gd name="connsiteX0" fmla="*/ 0 w 9144000"/>
              <a:gd name="connsiteY0" fmla="*/ 0 h 5143500"/>
              <a:gd name="connsiteX1" fmla="*/ 6778853 w 9144000"/>
              <a:gd name="connsiteY1" fmla="*/ 0 h 5143500"/>
              <a:gd name="connsiteX2" fmla="*/ 6848351 w 9144000"/>
              <a:gd name="connsiteY2" fmla="*/ 27291 h 5143500"/>
              <a:gd name="connsiteX3" fmla="*/ 9128944 w 9144000"/>
              <a:gd name="connsiteY3" fmla="*/ 1578722 h 5143500"/>
              <a:gd name="connsiteX4" fmla="*/ 9144000 w 9144000"/>
              <a:gd name="connsiteY4" fmla="*/ 1598646 h 5143500"/>
              <a:gd name="connsiteX5" fmla="*/ 9144000 w 9144000"/>
              <a:gd name="connsiteY5" fmla="*/ 5143500 h 5143500"/>
              <a:gd name="connsiteX6" fmla="*/ 5123144 w 9144000"/>
              <a:gd name="connsiteY6" fmla="*/ 5143500 h 5143500"/>
              <a:gd name="connsiteX7" fmla="*/ 5161703 w 9144000"/>
              <a:gd name="connsiteY7" fmla="*/ 5133423 h 5143500"/>
              <a:gd name="connsiteX8" fmla="*/ 5972059 w 9144000"/>
              <a:gd name="connsiteY8" fmla="*/ 4152322 h 5143500"/>
              <a:gd name="connsiteX9" fmla="*/ 3318602 w 9144000"/>
              <a:gd name="connsiteY9" fmla="*/ 2231025 h 5143500"/>
              <a:gd name="connsiteX10" fmla="*/ 1561 w 9144000"/>
              <a:gd name="connsiteY10" fmla="*/ 592097 h 5143500"/>
              <a:gd name="connsiteX11" fmla="*/ 0 w 9144000"/>
              <a:gd name="connsiteY11" fmla="*/ 590570 h 5143500"/>
              <a:gd name="connsiteX12" fmla="*/ 0 w 9144000"/>
              <a:gd name="connsiteY12" fmla="*/ 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44000" h="5143500">
                <a:moveTo>
                  <a:pt x="0" y="0"/>
                </a:moveTo>
                <a:lnTo>
                  <a:pt x="6778853" y="0"/>
                </a:lnTo>
                <a:lnTo>
                  <a:pt x="6848351" y="27291"/>
                </a:lnTo>
                <a:cubicBezTo>
                  <a:pt x="7721879" y="388321"/>
                  <a:pt x="8551740" y="860396"/>
                  <a:pt x="9128944" y="1578722"/>
                </a:cubicBezTo>
                <a:lnTo>
                  <a:pt x="9144000" y="1598646"/>
                </a:lnTo>
                <a:lnTo>
                  <a:pt x="9144000" y="5143500"/>
                </a:lnTo>
                <a:lnTo>
                  <a:pt x="5123144" y="5143500"/>
                </a:lnTo>
                <a:lnTo>
                  <a:pt x="5161703" y="5133423"/>
                </a:lnTo>
                <a:cubicBezTo>
                  <a:pt x="5696884" y="4971577"/>
                  <a:pt x="5972059" y="4656479"/>
                  <a:pt x="5972059" y="4152322"/>
                </a:cubicBezTo>
                <a:cubicBezTo>
                  <a:pt x="5972059" y="3155007"/>
                  <a:pt x="4705555" y="2689340"/>
                  <a:pt x="3318602" y="2231025"/>
                </a:cubicBezTo>
                <a:cubicBezTo>
                  <a:pt x="2191493" y="1857725"/>
                  <a:pt x="908470" y="1434536"/>
                  <a:pt x="1561" y="592097"/>
                </a:cubicBezTo>
                <a:lnTo>
                  <a:pt x="0" y="590570"/>
                </a:lnTo>
                <a:lnTo>
                  <a:pt x="0" y="0"/>
                </a:lnTo>
                <a:close/>
              </a:path>
            </a:pathLst>
          </a:custGeom>
          <a:solidFill>
            <a:srgbClr val="ECF9F4"/>
          </a:solidFill>
        </p:spPr>
        <p:txBody>
          <a:bodyPr wrap="square" rIns="1080000" anchor="ctr">
            <a:noAutofit/>
          </a:bodyPr>
          <a:lstStyle>
            <a:lvl1pPr algn="r">
              <a:defRPr sz="1400"/>
            </a:lvl1pPr>
          </a:lstStyle>
          <a:p>
            <a:r>
              <a:rPr lang="en-GB"/>
              <a:t>Click icon to add picture</a:t>
            </a:r>
          </a:p>
        </p:txBody>
      </p:sp>
    </p:spTree>
    <p:extLst>
      <p:ext uri="{BB962C8B-B14F-4D97-AF65-F5344CB8AC3E}">
        <p14:creationId xmlns:p14="http://schemas.microsoft.com/office/powerpoint/2010/main" val="3413075628"/>
      </p:ext>
    </p:extLst>
  </p:cSld>
  <p:clrMapOvr>
    <a:masterClrMapping/>
  </p:clrMapOvr>
  <p:extLst>
    <p:ext uri="{DCECCB84-F9BA-43D5-87BE-67443E8EF086}">
      <p15:sldGuideLst xmlns:p15="http://schemas.microsoft.com/office/powerpoint/2012/main">
        <p15:guide id="2" pos="424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5 - With image">
    <p:spTree>
      <p:nvGrpSpPr>
        <p:cNvPr id="1" name=""/>
        <p:cNvGrpSpPr/>
        <p:nvPr/>
      </p:nvGrpSpPr>
      <p:grpSpPr>
        <a:xfrm>
          <a:off x="0" y="0"/>
          <a:ext cx="0" cy="0"/>
          <a:chOff x="0" y="0"/>
          <a:chExt cx="0" cy="0"/>
        </a:xfrm>
      </p:grpSpPr>
      <p:sp>
        <p:nvSpPr>
          <p:cNvPr id="39" name="TextBox 38">
            <a:extLst>
              <a:ext uri="{FF2B5EF4-FFF2-40B4-BE49-F238E27FC236}">
                <a16:creationId xmlns:a16="http://schemas.microsoft.com/office/drawing/2014/main" id="{6C33BFA9-5F41-F421-4516-1C8FF4B7376E}"/>
              </a:ext>
            </a:extLst>
          </p:cNvPr>
          <p:cNvSpPr txBox="1"/>
          <p:nvPr userDrawn="1"/>
        </p:nvSpPr>
        <p:spPr>
          <a:xfrm>
            <a:off x="-1615625" y="723813"/>
            <a:ext cx="184731" cy="355482"/>
          </a:xfrm>
          <a:prstGeom prst="rect">
            <a:avLst/>
          </a:prstGeom>
          <a:noFill/>
        </p:spPr>
        <p:txBody>
          <a:bodyPr wrap="none" rtlCol="0">
            <a:spAutoFit/>
          </a:bodyPr>
          <a:lstStyle/>
          <a:p>
            <a:endParaRPr lang="en-GB" sz="1710"/>
          </a:p>
        </p:txBody>
      </p:sp>
      <p:sp>
        <p:nvSpPr>
          <p:cNvPr id="12" name="Text Placeholder 21">
            <a:extLst>
              <a:ext uri="{FF2B5EF4-FFF2-40B4-BE49-F238E27FC236}">
                <a16:creationId xmlns:a16="http://schemas.microsoft.com/office/drawing/2014/main" id="{33A31E22-6654-3033-8B67-19D21E755388}"/>
              </a:ext>
            </a:extLst>
          </p:cNvPr>
          <p:cNvSpPr>
            <a:spLocks noGrp="1"/>
          </p:cNvSpPr>
          <p:nvPr>
            <p:ph type="body" sz="quarter" idx="18"/>
          </p:nvPr>
        </p:nvSpPr>
        <p:spPr>
          <a:xfrm>
            <a:off x="6862763" y="539750"/>
            <a:ext cx="6062662" cy="1768952"/>
          </a:xfrm>
        </p:spPr>
        <p:txBody>
          <a:bodyPr/>
          <a:lstStyle>
            <a:lvl1pPr algn="r">
              <a:defRPr sz="3400">
                <a:solidFill>
                  <a:schemeClr val="bg2"/>
                </a:solidFill>
              </a:defRPr>
            </a:lvl1pPr>
            <a:lvl2pPr algn="r">
              <a:defRPr sz="1800">
                <a:solidFill>
                  <a:schemeClr val="tx1"/>
                </a:solidFill>
              </a:defRPr>
            </a:lvl2pPr>
            <a:lvl3pPr algn="r">
              <a:defRPr>
                <a:solidFill>
                  <a:schemeClr val="tx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p:txBody>
      </p:sp>
      <p:grpSp>
        <p:nvGrpSpPr>
          <p:cNvPr id="11" name="Group 10">
            <a:extLst>
              <a:ext uri="{FF2B5EF4-FFF2-40B4-BE49-F238E27FC236}">
                <a16:creationId xmlns:a16="http://schemas.microsoft.com/office/drawing/2014/main" id="{A820E625-E061-21E9-5D3F-D19F6F85ADF2}"/>
              </a:ext>
            </a:extLst>
          </p:cNvPr>
          <p:cNvGrpSpPr>
            <a:grpSpLocks noChangeAspect="1"/>
          </p:cNvGrpSpPr>
          <p:nvPr userDrawn="1"/>
        </p:nvGrpSpPr>
        <p:grpSpPr>
          <a:xfrm>
            <a:off x="538163" y="550996"/>
            <a:ext cx="1195185" cy="508054"/>
            <a:chOff x="5868144" y="2000579"/>
            <a:chExt cx="1381170" cy="574833"/>
          </a:xfrm>
          <a:solidFill>
            <a:schemeClr val="bg2"/>
          </a:solidFill>
        </p:grpSpPr>
        <p:sp>
          <p:nvSpPr>
            <p:cNvPr id="13" name="Freeform 18">
              <a:extLst>
                <a:ext uri="{FF2B5EF4-FFF2-40B4-BE49-F238E27FC236}">
                  <a16:creationId xmlns:a16="http://schemas.microsoft.com/office/drawing/2014/main" id="{F8224CB0-6BC2-0DC6-6226-833622A10BCB}"/>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4" name="Freeform 19">
              <a:extLst>
                <a:ext uri="{FF2B5EF4-FFF2-40B4-BE49-F238E27FC236}">
                  <a16:creationId xmlns:a16="http://schemas.microsoft.com/office/drawing/2014/main" id="{33DA4C61-0C6A-B29D-C49B-B689B3A12890}"/>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15" name="Freeform 20">
              <a:extLst>
                <a:ext uri="{FF2B5EF4-FFF2-40B4-BE49-F238E27FC236}">
                  <a16:creationId xmlns:a16="http://schemas.microsoft.com/office/drawing/2014/main" id="{74178341-35C5-42B5-2E27-9F54E07B0741}"/>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6" name="Freeform 21">
              <a:extLst>
                <a:ext uri="{FF2B5EF4-FFF2-40B4-BE49-F238E27FC236}">
                  <a16:creationId xmlns:a16="http://schemas.microsoft.com/office/drawing/2014/main" id="{351CA051-9A67-4EEC-A970-ABB75B8AD5D5}"/>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7" name="Freeform 22">
              <a:extLst>
                <a:ext uri="{FF2B5EF4-FFF2-40B4-BE49-F238E27FC236}">
                  <a16:creationId xmlns:a16="http://schemas.microsoft.com/office/drawing/2014/main" id="{7F7AEB49-3AD4-C73A-358C-38877C8708E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8" name="Freeform 23">
              <a:extLst>
                <a:ext uri="{FF2B5EF4-FFF2-40B4-BE49-F238E27FC236}">
                  <a16:creationId xmlns:a16="http://schemas.microsoft.com/office/drawing/2014/main" id="{ECF53D52-497A-4AEC-BC19-15772C1F55A2}"/>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9" name="Freeform 24">
              <a:extLst>
                <a:ext uri="{FF2B5EF4-FFF2-40B4-BE49-F238E27FC236}">
                  <a16:creationId xmlns:a16="http://schemas.microsoft.com/office/drawing/2014/main" id="{C2660F72-5DFD-B87C-BCC9-35F9F5ABC9EE}"/>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
        <p:nvSpPr>
          <p:cNvPr id="20" name="Picture Placeholder 15">
            <a:extLst>
              <a:ext uri="{FF2B5EF4-FFF2-40B4-BE49-F238E27FC236}">
                <a16:creationId xmlns:a16="http://schemas.microsoft.com/office/drawing/2014/main" id="{E74B8649-6E43-9024-9246-024847EA6F49}"/>
              </a:ext>
            </a:extLst>
          </p:cNvPr>
          <p:cNvSpPr>
            <a:spLocks noGrp="1"/>
          </p:cNvSpPr>
          <p:nvPr>
            <p:ph type="pic" sz="quarter" idx="14"/>
          </p:nvPr>
        </p:nvSpPr>
        <p:spPr>
          <a:xfrm>
            <a:off x="0" y="1587500"/>
            <a:ext cx="12945363" cy="5973763"/>
          </a:xfrm>
          <a:custGeom>
            <a:avLst/>
            <a:gdLst>
              <a:gd name="connsiteX0" fmla="*/ 2187979 w 8198597"/>
              <a:gd name="connsiteY0" fmla="*/ 6 h 3783322"/>
              <a:gd name="connsiteX1" fmla="*/ 5234923 w 8198597"/>
              <a:gd name="connsiteY1" fmla="*/ 917991 h 3783322"/>
              <a:gd name="connsiteX2" fmla="*/ 8073580 w 8198597"/>
              <a:gd name="connsiteY2" fmla="*/ 3594902 h 3783322"/>
              <a:gd name="connsiteX3" fmla="*/ 8198597 w 8198597"/>
              <a:gd name="connsiteY3" fmla="*/ 3783322 h 3783322"/>
              <a:gd name="connsiteX4" fmla="*/ 4082354 w 8198597"/>
              <a:gd name="connsiteY4" fmla="*/ 3783322 h 3783322"/>
              <a:gd name="connsiteX5" fmla="*/ 4069484 w 8198597"/>
              <a:gd name="connsiteY5" fmla="*/ 3773798 h 3783322"/>
              <a:gd name="connsiteX6" fmla="*/ 3816131 w 8198597"/>
              <a:gd name="connsiteY6" fmla="*/ 3614924 h 3783322"/>
              <a:gd name="connsiteX7" fmla="*/ 2032864 w 8198597"/>
              <a:gd name="connsiteY7" fmla="*/ 3720367 h 3783322"/>
              <a:gd name="connsiteX8" fmla="*/ 2003288 w 8198597"/>
              <a:gd name="connsiteY8" fmla="*/ 3783322 h 3783322"/>
              <a:gd name="connsiteX9" fmla="*/ 0 w 8198597"/>
              <a:gd name="connsiteY9" fmla="*/ 3783322 h 3783322"/>
              <a:gd name="connsiteX10" fmla="*/ 0 w 8198597"/>
              <a:gd name="connsiteY10" fmla="*/ 675225 h 3783322"/>
              <a:gd name="connsiteX11" fmla="*/ 53853 w 8198597"/>
              <a:gd name="connsiteY11" fmla="*/ 635565 h 3783322"/>
              <a:gd name="connsiteX12" fmla="*/ 2187979 w 8198597"/>
              <a:gd name="connsiteY12" fmla="*/ 6 h 378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98597" h="3783322">
                <a:moveTo>
                  <a:pt x="2187979" y="6"/>
                </a:moveTo>
                <a:cubicBezTo>
                  <a:pt x="3130133" y="1451"/>
                  <a:pt x="4170908" y="303682"/>
                  <a:pt x="5234923" y="917991"/>
                </a:cubicBezTo>
                <a:cubicBezTo>
                  <a:pt x="6232640" y="1494023"/>
                  <a:pt x="7291391" y="2464685"/>
                  <a:pt x="8073580" y="3594902"/>
                </a:cubicBezTo>
                <a:lnTo>
                  <a:pt x="8198597" y="3783322"/>
                </a:lnTo>
                <a:lnTo>
                  <a:pt x="4082354" y="3783322"/>
                </a:lnTo>
                <a:lnTo>
                  <a:pt x="4069484" y="3773798"/>
                </a:lnTo>
                <a:cubicBezTo>
                  <a:pt x="3988001" y="3718062"/>
                  <a:pt x="3903560" y="3664907"/>
                  <a:pt x="3816131" y="3614924"/>
                </a:cubicBezTo>
                <a:cubicBezTo>
                  <a:pt x="3020356" y="3159483"/>
                  <a:pt x="2347338" y="3175682"/>
                  <a:pt x="2032864" y="3720367"/>
                </a:cubicBezTo>
                <a:lnTo>
                  <a:pt x="2003288" y="3783322"/>
                </a:lnTo>
                <a:lnTo>
                  <a:pt x="0" y="3783322"/>
                </a:lnTo>
                <a:lnTo>
                  <a:pt x="0" y="675225"/>
                </a:lnTo>
                <a:lnTo>
                  <a:pt x="53853" y="635565"/>
                </a:lnTo>
                <a:cubicBezTo>
                  <a:pt x="664173" y="212917"/>
                  <a:pt x="1390771" y="-1217"/>
                  <a:pt x="2187979" y="6"/>
                </a:cubicBezTo>
                <a:close/>
              </a:path>
            </a:pathLst>
          </a:custGeom>
          <a:solidFill>
            <a:srgbClr val="ECF9F4"/>
          </a:solidFill>
        </p:spPr>
        <p:txBody>
          <a:bodyPr wrap="square" anchor="ctr">
            <a:noAutofit/>
          </a:bodyPr>
          <a:lstStyle>
            <a:lvl1pPr algn="ctr">
              <a:defRPr sz="1400"/>
            </a:lvl1pPr>
          </a:lstStyle>
          <a:p>
            <a:r>
              <a:rPr lang="en-GB"/>
              <a:t>Click icon to add picture</a:t>
            </a:r>
          </a:p>
        </p:txBody>
      </p:sp>
    </p:spTree>
    <p:extLst>
      <p:ext uri="{BB962C8B-B14F-4D97-AF65-F5344CB8AC3E}">
        <p14:creationId xmlns:p14="http://schemas.microsoft.com/office/powerpoint/2010/main" val="178961498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Slide 1 - Im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7252984-1CA4-1C03-524E-EA008F44C739}"/>
              </a:ext>
            </a:extLst>
          </p:cNvPr>
          <p:cNvSpPr>
            <a:spLocks noGrp="1"/>
          </p:cNvSpPr>
          <p:nvPr>
            <p:ph type="subTitle" idx="13" hasCustomPrompt="1"/>
          </p:nvPr>
        </p:nvSpPr>
        <p:spPr>
          <a:xfrm>
            <a:off x="8350384" y="1361761"/>
            <a:ext cx="4362880" cy="2255627"/>
          </a:xfrm>
        </p:spPr>
        <p:txBody>
          <a:bodyPr wrap="square">
            <a:noAutofit/>
          </a:bodyPr>
          <a:lstStyle>
            <a:lvl1pPr marL="0" indent="0" algn="l">
              <a:spcAft>
                <a:spcPts val="0"/>
              </a:spcAft>
              <a:buNone/>
              <a:defRPr sz="13500" b="0" i="0">
                <a:solidFill>
                  <a:schemeClr val="bg2"/>
                </a:solidFill>
                <a:latin typeface="+mn-lt"/>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0</a:t>
            </a:r>
          </a:p>
        </p:txBody>
      </p:sp>
      <p:sp>
        <p:nvSpPr>
          <p:cNvPr id="4" name="Text Placeholder 4">
            <a:extLst>
              <a:ext uri="{FF2B5EF4-FFF2-40B4-BE49-F238E27FC236}">
                <a16:creationId xmlns:a16="http://schemas.microsoft.com/office/drawing/2014/main" id="{AFD537F6-1443-38DA-CEB3-1B98CB727A3E}"/>
              </a:ext>
            </a:extLst>
          </p:cNvPr>
          <p:cNvSpPr>
            <a:spLocks noGrp="1"/>
          </p:cNvSpPr>
          <p:nvPr>
            <p:ph type="body" sz="quarter" idx="15" hasCustomPrompt="1"/>
          </p:nvPr>
        </p:nvSpPr>
        <p:spPr>
          <a:xfrm>
            <a:off x="8350384" y="3616009"/>
            <a:ext cx="4362880" cy="3195638"/>
          </a:xfrm>
        </p:spPr>
        <p:txBody>
          <a:bodyPr/>
          <a:lstStyle>
            <a:lvl1pPr>
              <a:defRPr sz="2800" b="0">
                <a:solidFill>
                  <a:schemeClr val="tx1"/>
                </a:solidFill>
                <a:latin typeface="+mj-lt"/>
              </a:defRPr>
            </a:lvl1pPr>
            <a:lvl2pPr>
              <a:defRPr sz="1400" b="0">
                <a:solidFill>
                  <a:schemeClr val="tx1"/>
                </a:solidFill>
                <a:latin typeface="+mn-lt"/>
              </a:defRPr>
            </a:lvl2pPr>
            <a:lvl3pPr marL="251994" indent="-251994">
              <a:defRPr sz="1400">
                <a:solidFill>
                  <a:schemeClr val="tx1"/>
                </a:solidFill>
                <a:latin typeface="+mn-lt"/>
              </a:defRPr>
            </a:lvl3pPr>
            <a:lvl4pPr marL="503988" indent="-251994">
              <a:defRPr sz="1400">
                <a:solidFill>
                  <a:schemeClr val="tx1"/>
                </a:solidFill>
                <a:latin typeface="+mn-lt"/>
              </a:defRPr>
            </a:lvl4pPr>
            <a:lvl5pPr marL="755983" indent="-251994">
              <a:defRPr sz="1400">
                <a:solidFill>
                  <a:schemeClr val="tx1"/>
                </a:solidFill>
                <a:latin typeface="+mn-lt"/>
              </a:defRPr>
            </a:lvl5pPr>
          </a:lstStyle>
          <a:p>
            <a:pPr lvl="0"/>
            <a:r>
              <a:rPr lang="en-GB"/>
              <a:t>Click to edit </a:t>
            </a:r>
            <a:br>
              <a:rPr lang="en-GB"/>
            </a:br>
            <a:r>
              <a:rPr lang="en-GB"/>
              <a:t>Divider title</a:t>
            </a:r>
          </a:p>
          <a:p>
            <a:pPr lvl="1"/>
            <a:r>
              <a:rPr lang="en-GB"/>
              <a:t>Second level</a:t>
            </a:r>
          </a:p>
          <a:p>
            <a:pPr lvl="2"/>
            <a:r>
              <a:rPr lang="en-GB"/>
              <a:t>Third level</a:t>
            </a:r>
          </a:p>
          <a:p>
            <a:pPr lvl="3"/>
            <a:r>
              <a:rPr lang="en-GB"/>
              <a:t>Fourth level</a:t>
            </a:r>
          </a:p>
          <a:p>
            <a:pPr lvl="4"/>
            <a:r>
              <a:rPr lang="en-GB"/>
              <a:t>Fifth level</a:t>
            </a:r>
          </a:p>
        </p:txBody>
      </p:sp>
      <p:sp>
        <p:nvSpPr>
          <p:cNvPr id="7" name="Picture Placeholder 6">
            <a:extLst>
              <a:ext uri="{FF2B5EF4-FFF2-40B4-BE49-F238E27FC236}">
                <a16:creationId xmlns:a16="http://schemas.microsoft.com/office/drawing/2014/main" id="{6E786D76-DE8B-3FEA-25A8-87C41218E58C}"/>
              </a:ext>
            </a:extLst>
          </p:cNvPr>
          <p:cNvSpPr>
            <a:spLocks noGrp="1"/>
          </p:cNvSpPr>
          <p:nvPr>
            <p:ph type="pic" sz="quarter" idx="16"/>
          </p:nvPr>
        </p:nvSpPr>
        <p:spPr>
          <a:xfrm>
            <a:off x="2" y="3"/>
            <a:ext cx="7131271" cy="7561263"/>
          </a:xfrm>
          <a:custGeom>
            <a:avLst/>
            <a:gdLst>
              <a:gd name="connsiteX0" fmla="*/ 0 w 5663983"/>
              <a:gd name="connsiteY0" fmla="*/ 0 h 7561263"/>
              <a:gd name="connsiteX1" fmla="*/ 4165724 w 5663983"/>
              <a:gd name="connsiteY1" fmla="*/ 0 h 7561263"/>
              <a:gd name="connsiteX2" fmla="*/ 4308447 w 5663983"/>
              <a:gd name="connsiteY2" fmla="*/ 150924 h 7561263"/>
              <a:gd name="connsiteX3" fmla="*/ 5663983 w 5663983"/>
              <a:gd name="connsiteY3" fmla="*/ 3780631 h 7561263"/>
              <a:gd name="connsiteX4" fmla="*/ 4308447 w 5663983"/>
              <a:gd name="connsiteY4" fmla="*/ 7410339 h 7561263"/>
              <a:gd name="connsiteX5" fmla="*/ 4165723 w 5663983"/>
              <a:gd name="connsiteY5" fmla="*/ 7561263 h 7561263"/>
              <a:gd name="connsiteX6" fmla="*/ 0 w 5663983"/>
              <a:gd name="connsiteY6" fmla="*/ 7561263 h 7561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3983" h="7561263">
                <a:moveTo>
                  <a:pt x="0" y="0"/>
                </a:moveTo>
                <a:lnTo>
                  <a:pt x="4165724" y="0"/>
                </a:lnTo>
                <a:lnTo>
                  <a:pt x="4308447" y="150924"/>
                </a:lnTo>
                <a:cubicBezTo>
                  <a:pt x="5145966" y="1079847"/>
                  <a:pt x="5663983" y="2363142"/>
                  <a:pt x="5663983" y="3780631"/>
                </a:cubicBezTo>
                <a:cubicBezTo>
                  <a:pt x="5663983" y="5198120"/>
                  <a:pt x="5145966" y="6481416"/>
                  <a:pt x="4308447" y="7410339"/>
                </a:cubicBezTo>
                <a:lnTo>
                  <a:pt x="4165723" y="7561263"/>
                </a:lnTo>
                <a:lnTo>
                  <a:pt x="0" y="7561263"/>
                </a:lnTo>
                <a:close/>
              </a:path>
            </a:pathLst>
          </a:custGeom>
          <a:solidFill>
            <a:srgbClr val="EEEEEE"/>
          </a:solidFill>
        </p:spPr>
        <p:txBody>
          <a:bodyPr wrap="square" anchor="ctr">
            <a:noAutofit/>
          </a:bodyPr>
          <a:lstStyle>
            <a:lvl1pPr algn="ctr">
              <a:defRPr/>
            </a:lvl1pPr>
          </a:lstStyle>
          <a:p>
            <a:r>
              <a:rPr lang="en-GB"/>
              <a:t>Click icon to add picture</a:t>
            </a:r>
          </a:p>
        </p:txBody>
      </p:sp>
    </p:spTree>
    <p:extLst>
      <p:ext uri="{BB962C8B-B14F-4D97-AF65-F5344CB8AC3E}">
        <p14:creationId xmlns:p14="http://schemas.microsoft.com/office/powerpoint/2010/main" val="3421168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2 - Image">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3B320DF1-01CD-81F1-1917-FDAC2B54EEAA}"/>
              </a:ext>
            </a:extLst>
          </p:cNvPr>
          <p:cNvSpPr>
            <a:spLocks noGrp="1"/>
          </p:cNvSpPr>
          <p:nvPr>
            <p:ph type="subTitle" idx="13" hasCustomPrompt="1"/>
          </p:nvPr>
        </p:nvSpPr>
        <p:spPr>
          <a:xfrm>
            <a:off x="5680451" y="2101048"/>
            <a:ext cx="4362880" cy="1082612"/>
          </a:xfrm>
        </p:spPr>
        <p:txBody>
          <a:bodyPr wrap="square">
            <a:noAutofit/>
          </a:bodyPr>
          <a:lstStyle>
            <a:lvl1pPr marL="0" indent="0" algn="l">
              <a:spcAft>
                <a:spcPts val="0"/>
              </a:spcAft>
              <a:buNone/>
              <a:defRPr sz="7200" b="0" i="0">
                <a:solidFill>
                  <a:schemeClr val="bg2"/>
                </a:solidFill>
                <a:latin typeface="+mn-lt"/>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0</a:t>
            </a:r>
          </a:p>
        </p:txBody>
      </p:sp>
      <p:sp>
        <p:nvSpPr>
          <p:cNvPr id="7" name="Text Placeholder 4">
            <a:extLst>
              <a:ext uri="{FF2B5EF4-FFF2-40B4-BE49-F238E27FC236}">
                <a16:creationId xmlns:a16="http://schemas.microsoft.com/office/drawing/2014/main" id="{003E6DB4-8194-DD9D-A623-5B1A98DF462C}"/>
              </a:ext>
            </a:extLst>
          </p:cNvPr>
          <p:cNvSpPr>
            <a:spLocks noGrp="1"/>
          </p:cNvSpPr>
          <p:nvPr>
            <p:ph type="body" sz="quarter" idx="18" hasCustomPrompt="1"/>
          </p:nvPr>
        </p:nvSpPr>
        <p:spPr>
          <a:xfrm>
            <a:off x="5680451" y="3183660"/>
            <a:ext cx="4362880" cy="3195638"/>
          </a:xfrm>
        </p:spPr>
        <p:txBody>
          <a:bodyPr/>
          <a:lstStyle>
            <a:lvl1pPr>
              <a:defRPr sz="2800" b="0">
                <a:solidFill>
                  <a:schemeClr val="tx1"/>
                </a:solidFill>
                <a:latin typeface="+mj-lt"/>
              </a:defRPr>
            </a:lvl1pPr>
            <a:lvl2pPr>
              <a:defRPr sz="1400" b="0">
                <a:solidFill>
                  <a:schemeClr val="tx1"/>
                </a:solidFill>
                <a:latin typeface="+mn-lt"/>
              </a:defRPr>
            </a:lvl2pPr>
            <a:lvl3pPr marL="251994" indent="-251994">
              <a:defRPr sz="1400">
                <a:solidFill>
                  <a:schemeClr val="tx1"/>
                </a:solidFill>
                <a:latin typeface="+mn-lt"/>
              </a:defRPr>
            </a:lvl3pPr>
            <a:lvl4pPr marL="503988" indent="-251994">
              <a:defRPr sz="1400">
                <a:solidFill>
                  <a:schemeClr val="tx1"/>
                </a:solidFill>
                <a:latin typeface="+mn-lt"/>
              </a:defRPr>
            </a:lvl4pPr>
            <a:lvl5pPr marL="755983" indent="-251994">
              <a:defRPr sz="1400">
                <a:solidFill>
                  <a:schemeClr val="tx1"/>
                </a:solidFill>
                <a:latin typeface="+mn-lt"/>
              </a:defRPr>
            </a:lvl5pPr>
          </a:lstStyle>
          <a:p>
            <a:pPr lvl="0"/>
            <a:r>
              <a:rPr lang="en-GB"/>
              <a:t>Click to edit </a:t>
            </a:r>
            <a:br>
              <a:rPr lang="en-GB"/>
            </a:br>
            <a:r>
              <a:rPr lang="en-GB"/>
              <a:t>Divider title</a:t>
            </a:r>
          </a:p>
          <a:p>
            <a:pPr lvl="1"/>
            <a:r>
              <a:rPr lang="en-GB"/>
              <a:t>Second level</a:t>
            </a:r>
          </a:p>
          <a:p>
            <a:pPr lvl="2"/>
            <a:r>
              <a:rPr lang="en-GB"/>
              <a:t>Third level</a:t>
            </a:r>
          </a:p>
          <a:p>
            <a:pPr lvl="3"/>
            <a:r>
              <a:rPr lang="en-GB"/>
              <a:t>Fourth level</a:t>
            </a:r>
          </a:p>
          <a:p>
            <a:pPr lvl="4"/>
            <a:r>
              <a:rPr lang="en-GB"/>
              <a:t>Fifth level</a:t>
            </a:r>
          </a:p>
        </p:txBody>
      </p:sp>
      <p:sp>
        <p:nvSpPr>
          <p:cNvPr id="6" name="Picture Placeholder 5">
            <a:extLst>
              <a:ext uri="{FF2B5EF4-FFF2-40B4-BE49-F238E27FC236}">
                <a16:creationId xmlns:a16="http://schemas.microsoft.com/office/drawing/2014/main" id="{694BF1C2-6198-E44A-8B98-E5169090E855}"/>
              </a:ext>
            </a:extLst>
          </p:cNvPr>
          <p:cNvSpPr>
            <a:spLocks noGrp="1"/>
          </p:cNvSpPr>
          <p:nvPr>
            <p:ph type="pic" sz="quarter" idx="16"/>
          </p:nvPr>
        </p:nvSpPr>
        <p:spPr>
          <a:xfrm>
            <a:off x="2" y="3"/>
            <a:ext cx="4500914" cy="7561263"/>
          </a:xfrm>
          <a:custGeom>
            <a:avLst/>
            <a:gdLst>
              <a:gd name="connsiteX0" fmla="*/ 0 w 3574833"/>
              <a:gd name="connsiteY0" fmla="*/ 0 h 7561263"/>
              <a:gd name="connsiteX1" fmla="*/ 2076574 w 3574833"/>
              <a:gd name="connsiteY1" fmla="*/ 0 h 7561263"/>
              <a:gd name="connsiteX2" fmla="*/ 2219297 w 3574833"/>
              <a:gd name="connsiteY2" fmla="*/ 150924 h 7561263"/>
              <a:gd name="connsiteX3" fmla="*/ 3574833 w 3574833"/>
              <a:gd name="connsiteY3" fmla="*/ 3780631 h 7561263"/>
              <a:gd name="connsiteX4" fmla="*/ 2219297 w 3574833"/>
              <a:gd name="connsiteY4" fmla="*/ 7410339 h 7561263"/>
              <a:gd name="connsiteX5" fmla="*/ 2076573 w 3574833"/>
              <a:gd name="connsiteY5" fmla="*/ 7561263 h 7561263"/>
              <a:gd name="connsiteX6" fmla="*/ 0 w 3574833"/>
              <a:gd name="connsiteY6" fmla="*/ 7561263 h 7561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4833" h="7561263">
                <a:moveTo>
                  <a:pt x="0" y="0"/>
                </a:moveTo>
                <a:lnTo>
                  <a:pt x="2076574" y="0"/>
                </a:lnTo>
                <a:lnTo>
                  <a:pt x="2219297" y="150924"/>
                </a:lnTo>
                <a:cubicBezTo>
                  <a:pt x="3056816" y="1079847"/>
                  <a:pt x="3574833" y="2363142"/>
                  <a:pt x="3574833" y="3780631"/>
                </a:cubicBezTo>
                <a:cubicBezTo>
                  <a:pt x="3574833" y="5198120"/>
                  <a:pt x="3056816" y="6481416"/>
                  <a:pt x="2219297" y="7410339"/>
                </a:cubicBezTo>
                <a:lnTo>
                  <a:pt x="2076573" y="7561263"/>
                </a:lnTo>
                <a:lnTo>
                  <a:pt x="0" y="7561263"/>
                </a:lnTo>
                <a:close/>
              </a:path>
            </a:pathLst>
          </a:custGeom>
          <a:solidFill>
            <a:srgbClr val="EEEEEE"/>
          </a:solidFill>
        </p:spPr>
        <p:txBody>
          <a:bodyPr wrap="square" anchor="ctr">
            <a:noAutofit/>
          </a:bodyPr>
          <a:lstStyle>
            <a:lvl1pPr algn="ctr">
              <a:defRPr/>
            </a:lvl1pPr>
          </a:lstStyle>
          <a:p>
            <a:r>
              <a:rPr lang="en-GB"/>
              <a:t>Click icon to add picture</a:t>
            </a:r>
          </a:p>
        </p:txBody>
      </p:sp>
    </p:spTree>
    <p:extLst>
      <p:ext uri="{BB962C8B-B14F-4D97-AF65-F5344CB8AC3E}">
        <p14:creationId xmlns:p14="http://schemas.microsoft.com/office/powerpoint/2010/main" val="2604828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Slide 1 - No Im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798459-3266-4920-4006-264F2E05703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3463588" cy="7573268"/>
          </a:xfrm>
          <a:prstGeom prst="rect">
            <a:avLst/>
          </a:prstGeom>
        </p:spPr>
      </p:pic>
      <p:sp>
        <p:nvSpPr>
          <p:cNvPr id="19" name="Subtitle 2">
            <a:extLst>
              <a:ext uri="{FF2B5EF4-FFF2-40B4-BE49-F238E27FC236}">
                <a16:creationId xmlns:a16="http://schemas.microsoft.com/office/drawing/2014/main" id="{11F0D162-E561-9539-BE1A-9BB541A6F8AA}"/>
              </a:ext>
            </a:extLst>
          </p:cNvPr>
          <p:cNvSpPr>
            <a:spLocks noGrp="1"/>
          </p:cNvSpPr>
          <p:nvPr>
            <p:ph type="subTitle" idx="13" hasCustomPrompt="1"/>
          </p:nvPr>
        </p:nvSpPr>
        <p:spPr>
          <a:xfrm>
            <a:off x="539750" y="4392616"/>
            <a:ext cx="4500707" cy="1082675"/>
          </a:xfrm>
        </p:spPr>
        <p:txBody>
          <a:bodyPr wrap="square">
            <a:noAutofit/>
          </a:bodyPr>
          <a:lstStyle>
            <a:lvl1pPr marL="0" indent="0" algn="l">
              <a:spcAft>
                <a:spcPts val="0"/>
              </a:spcAft>
              <a:buNone/>
              <a:defRPr sz="7200" b="0" i="0">
                <a:solidFill>
                  <a:schemeClr val="bg2"/>
                </a:solidFill>
                <a:latin typeface="+mn-lt"/>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0</a:t>
            </a:r>
          </a:p>
        </p:txBody>
      </p:sp>
      <p:sp>
        <p:nvSpPr>
          <p:cNvPr id="20" name="Text Placeholder 4">
            <a:extLst>
              <a:ext uri="{FF2B5EF4-FFF2-40B4-BE49-F238E27FC236}">
                <a16:creationId xmlns:a16="http://schemas.microsoft.com/office/drawing/2014/main" id="{A0D4D127-6F35-10CB-5062-F9CAD0FF3933}"/>
              </a:ext>
            </a:extLst>
          </p:cNvPr>
          <p:cNvSpPr>
            <a:spLocks noGrp="1"/>
          </p:cNvSpPr>
          <p:nvPr>
            <p:ph type="body" sz="quarter" idx="18" hasCustomPrompt="1"/>
          </p:nvPr>
        </p:nvSpPr>
        <p:spPr>
          <a:xfrm>
            <a:off x="1573017" y="4529137"/>
            <a:ext cx="4500706" cy="2492376"/>
          </a:xfrm>
        </p:spPr>
        <p:txBody>
          <a:bodyPr/>
          <a:lstStyle>
            <a:lvl1pPr>
              <a:defRPr sz="2800" b="0">
                <a:solidFill>
                  <a:schemeClr val="tx1"/>
                </a:solidFill>
                <a:latin typeface="+mj-lt"/>
              </a:defRPr>
            </a:lvl1pPr>
            <a:lvl2pPr>
              <a:defRPr sz="1400">
                <a:solidFill>
                  <a:schemeClr val="tx1"/>
                </a:solidFill>
                <a:latin typeface="+mj-lt"/>
              </a:defRPr>
            </a:lvl2pPr>
            <a:lvl3pPr marL="251994" indent="-251994">
              <a:defRPr sz="1400">
                <a:solidFill>
                  <a:schemeClr val="tx1"/>
                </a:solidFill>
                <a:latin typeface="+mn-lt"/>
              </a:defRPr>
            </a:lvl3pPr>
            <a:lvl4pPr marL="503988" indent="-251994">
              <a:defRPr sz="1400">
                <a:solidFill>
                  <a:schemeClr val="tx1"/>
                </a:solidFill>
                <a:latin typeface="+mn-lt"/>
              </a:defRPr>
            </a:lvl4pPr>
            <a:lvl5pPr marL="755983" indent="-251994">
              <a:defRPr sz="1400">
                <a:solidFill>
                  <a:schemeClr val="tx1"/>
                </a:solidFill>
                <a:latin typeface="+mn-lt"/>
              </a:defRPr>
            </a:lvl5pPr>
          </a:lstStyle>
          <a:p>
            <a:pPr lvl="0"/>
            <a:r>
              <a:rPr lang="en-GB"/>
              <a:t>Click to edit </a:t>
            </a:r>
            <a:br>
              <a:rPr lang="en-GB"/>
            </a:br>
            <a:r>
              <a:rPr lang="en-GB"/>
              <a:t>Divider title</a:t>
            </a:r>
          </a:p>
          <a:p>
            <a:pPr lvl="1"/>
            <a:r>
              <a:rPr lang="en-GB"/>
              <a:t>Second level</a:t>
            </a:r>
          </a:p>
          <a:p>
            <a:pPr lvl="2"/>
            <a:r>
              <a:rPr lang="en-GB"/>
              <a:t>Third level</a:t>
            </a:r>
          </a:p>
          <a:p>
            <a:pPr lvl="3"/>
            <a:r>
              <a:rPr lang="en-GB"/>
              <a:t>Fourth level</a:t>
            </a:r>
          </a:p>
          <a:p>
            <a:pPr lvl="4"/>
            <a:r>
              <a:rPr lang="en-GB"/>
              <a:t>Fifth level</a:t>
            </a:r>
          </a:p>
        </p:txBody>
      </p:sp>
      <p:sp>
        <p:nvSpPr>
          <p:cNvPr id="4" name="TextBox 3">
            <a:extLst>
              <a:ext uri="{FF2B5EF4-FFF2-40B4-BE49-F238E27FC236}">
                <a16:creationId xmlns:a16="http://schemas.microsoft.com/office/drawing/2014/main" id="{2BF9BF78-0D73-525E-D523-82034E4E85EA}"/>
              </a:ext>
            </a:extLst>
          </p:cNvPr>
          <p:cNvSpPr txBox="1"/>
          <p:nvPr userDrawn="1"/>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tx2"/>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tx2"/>
              </a:solidFill>
              <a:latin typeface="+mj-lt"/>
            </a:endParaRPr>
          </a:p>
        </p:txBody>
      </p:sp>
      <p:sp>
        <p:nvSpPr>
          <p:cNvPr id="5" name="TextBox 4">
            <a:extLst>
              <a:ext uri="{FF2B5EF4-FFF2-40B4-BE49-F238E27FC236}">
                <a16:creationId xmlns:a16="http://schemas.microsoft.com/office/drawing/2014/main" id="{DBB9998E-D84C-C8EB-63BD-E04062B1C9A5}"/>
              </a:ext>
            </a:extLst>
          </p:cNvPr>
          <p:cNvSpPr txBox="1"/>
          <p:nvPr userDrawn="1"/>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tx2"/>
                </a:solidFill>
                <a:latin typeface="+mn-lt"/>
              </a:rPr>
              <a:t>All rights reserved. Confidential.</a:t>
            </a:r>
          </a:p>
        </p:txBody>
      </p:sp>
      <p:grpSp>
        <p:nvGrpSpPr>
          <p:cNvPr id="9" name="Group 8">
            <a:extLst>
              <a:ext uri="{FF2B5EF4-FFF2-40B4-BE49-F238E27FC236}">
                <a16:creationId xmlns:a16="http://schemas.microsoft.com/office/drawing/2014/main" id="{C6A4A458-7E75-2DAB-1B2B-3B5A6400852E}"/>
              </a:ext>
            </a:extLst>
          </p:cNvPr>
          <p:cNvGrpSpPr>
            <a:grpSpLocks noChangeAspect="1"/>
          </p:cNvGrpSpPr>
          <p:nvPr userDrawn="1"/>
        </p:nvGrpSpPr>
        <p:grpSpPr>
          <a:xfrm>
            <a:off x="535236" y="7137829"/>
            <a:ext cx="432000" cy="183624"/>
            <a:chOff x="5868144" y="2000579"/>
            <a:chExt cx="1381170" cy="574833"/>
          </a:xfrm>
          <a:solidFill>
            <a:srgbClr val="00BA8D"/>
          </a:solidFill>
        </p:grpSpPr>
        <p:sp>
          <p:nvSpPr>
            <p:cNvPr id="17" name="Freeform 16">
              <a:extLst>
                <a:ext uri="{FF2B5EF4-FFF2-40B4-BE49-F238E27FC236}">
                  <a16:creationId xmlns:a16="http://schemas.microsoft.com/office/drawing/2014/main" id="{0242A683-BBA4-8DAD-1E46-BBC14B995EDA}"/>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8" name="Freeform 17">
              <a:extLst>
                <a:ext uri="{FF2B5EF4-FFF2-40B4-BE49-F238E27FC236}">
                  <a16:creationId xmlns:a16="http://schemas.microsoft.com/office/drawing/2014/main" id="{F9E5C136-6C02-1500-B8C9-EA467B4534F8}"/>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1" name="Freeform 18">
              <a:extLst>
                <a:ext uri="{FF2B5EF4-FFF2-40B4-BE49-F238E27FC236}">
                  <a16:creationId xmlns:a16="http://schemas.microsoft.com/office/drawing/2014/main" id="{5232FCAF-D3F5-CC3A-46EE-3EF8B719D1AF}"/>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2" name="Freeform 19">
              <a:extLst>
                <a:ext uri="{FF2B5EF4-FFF2-40B4-BE49-F238E27FC236}">
                  <a16:creationId xmlns:a16="http://schemas.microsoft.com/office/drawing/2014/main" id="{1F4297A4-C49E-7AD9-A91F-7A16495886AF}"/>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3" name="Freeform 20">
              <a:extLst>
                <a:ext uri="{FF2B5EF4-FFF2-40B4-BE49-F238E27FC236}">
                  <a16:creationId xmlns:a16="http://schemas.microsoft.com/office/drawing/2014/main" id="{68ADF13D-A09F-9EC3-3B85-1B039CC03FE4}"/>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4" name="Freeform 21">
              <a:extLst>
                <a:ext uri="{FF2B5EF4-FFF2-40B4-BE49-F238E27FC236}">
                  <a16:creationId xmlns:a16="http://schemas.microsoft.com/office/drawing/2014/main" id="{EE2D27F9-F25B-A07D-31FB-28D48E373354}"/>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25" name="Freeform 22">
              <a:extLst>
                <a:ext uri="{FF2B5EF4-FFF2-40B4-BE49-F238E27FC236}">
                  <a16:creationId xmlns:a16="http://schemas.microsoft.com/office/drawing/2014/main" id="{98309DFB-AB7F-2B1A-EB55-862BDB098871}"/>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grpSp>
    </p:spTree>
    <p:extLst>
      <p:ext uri="{BB962C8B-B14F-4D97-AF65-F5344CB8AC3E}">
        <p14:creationId xmlns:p14="http://schemas.microsoft.com/office/powerpoint/2010/main" val="1483241308"/>
      </p:ext>
    </p:extLst>
  </p:cSld>
  <p:clrMapOvr>
    <a:masterClrMapping/>
  </p:clrMapOvr>
  <p:extLst>
    <p:ext uri="{DCECCB84-F9BA-43D5-87BE-67443E8EF086}">
      <p15:sldGuideLst xmlns:p15="http://schemas.microsoft.com/office/powerpoint/2012/main">
        <p15:guide id="2" pos="424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Window orange text">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0B15542B-061E-EC14-9481-3E1EA21FC549}"/>
              </a:ext>
            </a:extLst>
          </p:cNvPr>
          <p:cNvSpPr>
            <a:spLocks noGrp="1"/>
          </p:cNvSpPr>
          <p:nvPr>
            <p:ph type="pic" sz="quarter" idx="13" hasCustomPrompt="1"/>
          </p:nvPr>
        </p:nvSpPr>
        <p:spPr>
          <a:xfrm>
            <a:off x="3247488" y="0"/>
            <a:ext cx="10216100" cy="7561263"/>
          </a:xfrm>
          <a:custGeom>
            <a:avLst/>
            <a:gdLst>
              <a:gd name="connsiteX0" fmla="*/ 5247413 w 6925682"/>
              <a:gd name="connsiteY0" fmla="*/ 1424 h 5125919"/>
              <a:gd name="connsiteX1" fmla="*/ 6885783 w 6925682"/>
              <a:gd name="connsiteY1" fmla="*/ 140113 h 5125919"/>
              <a:gd name="connsiteX2" fmla="*/ 6925682 w 6925682"/>
              <a:gd name="connsiteY2" fmla="*/ 148115 h 5125919"/>
              <a:gd name="connsiteX3" fmla="*/ 6925682 w 6925682"/>
              <a:gd name="connsiteY3" fmla="*/ 4347207 h 5125919"/>
              <a:gd name="connsiteX4" fmla="*/ 6748322 w 6925682"/>
              <a:gd name="connsiteY4" fmla="*/ 4304196 h 5125919"/>
              <a:gd name="connsiteX5" fmla="*/ 4866078 w 6925682"/>
              <a:gd name="connsiteY5" fmla="*/ 5044551 h 5125919"/>
              <a:gd name="connsiteX6" fmla="*/ 4843061 w 6925682"/>
              <a:gd name="connsiteY6" fmla="*/ 5125919 h 5125919"/>
              <a:gd name="connsiteX7" fmla="*/ 0 w 6925682"/>
              <a:gd name="connsiteY7" fmla="*/ 5125919 h 5125919"/>
              <a:gd name="connsiteX8" fmla="*/ 39 w 6925682"/>
              <a:gd name="connsiteY8" fmla="*/ 5080278 h 5125919"/>
              <a:gd name="connsiteX9" fmla="*/ 295357 w 6925682"/>
              <a:gd name="connsiteY9" fmla="*/ 3493700 h 5125919"/>
              <a:gd name="connsiteX10" fmla="*/ 5247413 w 6925682"/>
              <a:gd name="connsiteY10" fmla="*/ 1424 h 5125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25682" h="5125919">
                <a:moveTo>
                  <a:pt x="5247413" y="1424"/>
                </a:moveTo>
                <a:cubicBezTo>
                  <a:pt x="5768432" y="-8880"/>
                  <a:pt x="6316368" y="36679"/>
                  <a:pt x="6885783" y="140113"/>
                </a:cubicBezTo>
                <a:lnTo>
                  <a:pt x="6925682" y="148115"/>
                </a:lnTo>
                <a:lnTo>
                  <a:pt x="6925682" y="4347207"/>
                </a:lnTo>
                <a:lnTo>
                  <a:pt x="6748322" y="4304196"/>
                </a:lnTo>
                <a:cubicBezTo>
                  <a:pt x="5795691" y="4100869"/>
                  <a:pt x="5095883" y="4345441"/>
                  <a:pt x="4866078" y="5044551"/>
                </a:cubicBezTo>
                <a:lnTo>
                  <a:pt x="4843061" y="5125919"/>
                </a:lnTo>
                <a:lnTo>
                  <a:pt x="0" y="5125919"/>
                </a:lnTo>
                <a:lnTo>
                  <a:pt x="39" y="5080278"/>
                </a:lnTo>
                <a:cubicBezTo>
                  <a:pt x="15682" y="4589168"/>
                  <a:pt x="108563" y="4061963"/>
                  <a:pt x="295357" y="3493700"/>
                </a:cubicBezTo>
                <a:cubicBezTo>
                  <a:pt x="1023596" y="1278263"/>
                  <a:pt x="2850724" y="48822"/>
                  <a:pt x="5247413" y="1424"/>
                </a:cubicBezTo>
                <a:close/>
              </a:path>
            </a:pathLst>
          </a:custGeom>
          <a:solidFill>
            <a:srgbClr val="EEEEEE"/>
          </a:solidFill>
        </p:spPr>
        <p:txBody>
          <a:bodyPr wrap="square" anchor="ctr">
            <a:noAutofit/>
          </a:bodyPr>
          <a:lstStyle>
            <a:lvl1pPr marL="0" indent="0" algn="ctr">
              <a:buNone/>
              <a:defRPr sz="1600"/>
            </a:lvl1pPr>
          </a:lstStyle>
          <a:p>
            <a:pPr marL="171450" marR="0" lvl="0" indent="-171450" algn="ctr"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GB"/>
              <a:t>Click to add picture</a:t>
            </a:r>
          </a:p>
        </p:txBody>
      </p:sp>
      <p:sp>
        <p:nvSpPr>
          <p:cNvPr id="9" name="Title Placeholder 1">
            <a:extLst>
              <a:ext uri="{FF2B5EF4-FFF2-40B4-BE49-F238E27FC236}">
                <a16:creationId xmlns:a16="http://schemas.microsoft.com/office/drawing/2014/main" id="{9BF65283-883C-7892-106A-DD6C1B025B38}"/>
              </a:ext>
            </a:extLst>
          </p:cNvPr>
          <p:cNvSpPr>
            <a:spLocks noGrp="1"/>
          </p:cNvSpPr>
          <p:nvPr>
            <p:ph type="title"/>
          </p:nvPr>
        </p:nvSpPr>
        <p:spPr>
          <a:xfrm>
            <a:off x="539751" y="1948150"/>
            <a:ext cx="9169399" cy="3532153"/>
          </a:xfrm>
          <a:prstGeom prst="rect">
            <a:avLst/>
          </a:prstGeom>
        </p:spPr>
        <p:txBody>
          <a:bodyPr vert="horz" wrap="square" lIns="0" tIns="0" rIns="0" bIns="0" rtlCol="0" anchor="ctr" anchorCtr="0">
            <a:noAutofit/>
          </a:bodyPr>
          <a:lstStyle>
            <a:lvl1pPr>
              <a:lnSpc>
                <a:spcPct val="85000"/>
              </a:lnSpc>
              <a:defRPr sz="6601" b="1">
                <a:solidFill>
                  <a:srgbClr val="FF9F00"/>
                </a:solidFill>
              </a:defRPr>
            </a:lvl1pPr>
          </a:lstStyle>
          <a:p>
            <a:pPr lvl="0">
              <a:lnSpc>
                <a:spcPct val="85000"/>
              </a:lnSpc>
            </a:pPr>
            <a:r>
              <a:rPr lang="en-GB"/>
              <a:t>Click to edit Master title style</a:t>
            </a:r>
          </a:p>
        </p:txBody>
      </p:sp>
    </p:spTree>
    <p:extLst>
      <p:ext uri="{BB962C8B-B14F-4D97-AF65-F5344CB8AC3E}">
        <p14:creationId xmlns:p14="http://schemas.microsoft.com/office/powerpoint/2010/main" val="2107241355"/>
      </p:ext>
    </p:extLst>
  </p:cSld>
  <p:clrMapOvr>
    <a:masterClrMapping/>
  </p:clrMapOvr>
  <p:extLst>
    <p:ext uri="{DCECCB84-F9BA-43D5-87BE-67443E8EF086}">
      <p15:sldGuideLst xmlns:p15="http://schemas.microsoft.com/office/powerpoint/2012/main">
        <p15:guide id="2" pos="424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Window with text">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3B5F2039-A9A6-E10E-F444-F5E0600637D5}"/>
              </a:ext>
            </a:extLst>
          </p:cNvPr>
          <p:cNvSpPr txBox="1">
            <a:spLocks/>
          </p:cNvSpPr>
          <p:nvPr userDrawn="1"/>
        </p:nvSpPr>
        <p:spPr>
          <a:xfrm>
            <a:off x="4879876" y="688489"/>
            <a:ext cx="8583712" cy="6872774"/>
          </a:xfrm>
          <a:custGeom>
            <a:avLst/>
            <a:gdLst>
              <a:gd name="connsiteX0" fmla="*/ 4414867 w 6284333"/>
              <a:gd name="connsiteY0" fmla="*/ 156 h 4926784"/>
              <a:gd name="connsiteX1" fmla="*/ 6033295 w 6284333"/>
              <a:gd name="connsiteY1" fmla="*/ 214080 h 4926784"/>
              <a:gd name="connsiteX2" fmla="*/ 6284333 w 6284333"/>
              <a:gd name="connsiteY2" fmla="*/ 280993 h 4926784"/>
              <a:gd name="connsiteX3" fmla="*/ 6284333 w 6284333"/>
              <a:gd name="connsiteY3" fmla="*/ 3824283 h 4926784"/>
              <a:gd name="connsiteX4" fmla="*/ 6196194 w 6284333"/>
              <a:gd name="connsiteY4" fmla="*/ 3780822 h 4926784"/>
              <a:gd name="connsiteX5" fmla="*/ 5892198 w 6284333"/>
              <a:gd name="connsiteY5" fmla="*/ 3659009 h 4926784"/>
              <a:gd name="connsiteX6" fmla="*/ 3991051 w 6284333"/>
              <a:gd name="connsiteY6" fmla="*/ 4120310 h 4926784"/>
              <a:gd name="connsiteX7" fmla="*/ 4053112 w 6284333"/>
              <a:gd name="connsiteY7" fmla="*/ 4913518 h 4926784"/>
              <a:gd name="connsiteX8" fmla="*/ 4060481 w 6284333"/>
              <a:gd name="connsiteY8" fmla="*/ 4926784 h 4926784"/>
              <a:gd name="connsiteX9" fmla="*/ 61241 w 6284333"/>
              <a:gd name="connsiteY9" fmla="*/ 4926784 h 4926784"/>
              <a:gd name="connsiteX10" fmla="*/ 30217 w 6284333"/>
              <a:gd name="connsiteY10" fmla="*/ 4735657 h 4926784"/>
              <a:gd name="connsiteX11" fmla="*/ 283541 w 6284333"/>
              <a:gd name="connsiteY11" fmla="*/ 2749530 h 4926784"/>
              <a:gd name="connsiteX12" fmla="*/ 4414867 w 6284333"/>
              <a:gd name="connsiteY12" fmla="*/ 156 h 4926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284333" h="4926784">
                <a:moveTo>
                  <a:pt x="4414867" y="156"/>
                </a:moveTo>
                <a:cubicBezTo>
                  <a:pt x="4926982" y="3871"/>
                  <a:pt x="5469048" y="74299"/>
                  <a:pt x="6033295" y="214080"/>
                </a:cubicBezTo>
                <a:lnTo>
                  <a:pt x="6284333" y="280993"/>
                </a:lnTo>
                <a:lnTo>
                  <a:pt x="6284333" y="3824283"/>
                </a:lnTo>
                <a:lnTo>
                  <a:pt x="6196194" y="3780822"/>
                </a:lnTo>
                <a:cubicBezTo>
                  <a:pt x="6097518" y="3736645"/>
                  <a:pt x="5996159" y="3695826"/>
                  <a:pt x="5892198" y="3659009"/>
                </a:cubicBezTo>
                <a:cubicBezTo>
                  <a:pt x="4945851" y="3323359"/>
                  <a:pt x="4223744" y="3472030"/>
                  <a:pt x="3991051" y="4120310"/>
                </a:cubicBezTo>
                <a:cubicBezTo>
                  <a:pt x="3894097" y="4390423"/>
                  <a:pt x="3926667" y="4652745"/>
                  <a:pt x="4053112" y="4913518"/>
                </a:cubicBezTo>
                <a:lnTo>
                  <a:pt x="4060481" y="4926784"/>
                </a:lnTo>
                <a:lnTo>
                  <a:pt x="61241" y="4926784"/>
                </a:lnTo>
                <a:lnTo>
                  <a:pt x="30217" y="4735657"/>
                </a:lnTo>
                <a:cubicBezTo>
                  <a:pt x="-46909" y="4144254"/>
                  <a:pt x="18742" y="3487255"/>
                  <a:pt x="283541" y="2749530"/>
                </a:cubicBezTo>
                <a:cubicBezTo>
                  <a:pt x="928758" y="951963"/>
                  <a:pt x="2451758" y="-14088"/>
                  <a:pt x="4414867" y="156"/>
                </a:cubicBezTo>
                <a:close/>
              </a:path>
            </a:pathLst>
          </a:custGeom>
          <a:solidFill>
            <a:srgbClr val="ECF9F4"/>
          </a:solidFill>
        </p:spPr>
        <p:txBody>
          <a:bodyPr vert="horz" wrap="square" lIns="2628000" tIns="0" rIns="0" bIns="0" rtlCol="0" anchor="ctr">
            <a:noAutofit/>
          </a:bodyPr>
          <a:lstStyle>
            <a:lvl1pPr marL="0" indent="0" algn="ctr" defTabSz="802072" rtl="0" eaLnBrk="1" latinLnBrk="0" hangingPunct="1">
              <a:lnSpc>
                <a:spcPct val="100000"/>
              </a:lnSpc>
              <a:spcBef>
                <a:spcPts val="600"/>
              </a:spcBef>
              <a:spcAft>
                <a:spcPts val="600"/>
              </a:spcAft>
              <a:buFont typeface="Arial" panose="020B0604020202020204" pitchFamily="34" charset="0"/>
              <a:buNone/>
              <a:tabLst/>
              <a:defRPr sz="1511" b="0" i="0" kern="1200">
                <a:solidFill>
                  <a:schemeClr val="accent6"/>
                </a:solidFill>
                <a:latin typeface="TT Hoves Light" panose="02000503020000020004" pitchFamily="50" charset="0"/>
                <a:ea typeface="+mn-ea"/>
                <a:cs typeface="+mn-cs"/>
              </a:defRPr>
            </a:lvl1pPr>
            <a:lvl2pPr marL="401036" indent="0" algn="ctr" defTabSz="802072" rtl="0" eaLnBrk="1" latinLnBrk="0" hangingPunct="1">
              <a:lnSpc>
                <a:spcPct val="100000"/>
              </a:lnSpc>
              <a:spcBef>
                <a:spcPts val="0"/>
              </a:spcBef>
              <a:spcAft>
                <a:spcPts val="600"/>
              </a:spcAft>
              <a:buFont typeface="Arial" panose="020B0604020202020204" pitchFamily="34" charset="0"/>
              <a:buNone/>
              <a:tabLst/>
              <a:defRPr sz="1754" b="1" i="0" kern="1200">
                <a:solidFill>
                  <a:schemeClr val="tx1"/>
                </a:solidFill>
                <a:latin typeface="+mj-lt"/>
                <a:ea typeface="+mn-ea"/>
                <a:cs typeface="+mn-cs"/>
              </a:defRPr>
            </a:lvl2pPr>
            <a:lvl3pPr marL="802072" indent="0" algn="ctr" defTabSz="802072" rtl="0" eaLnBrk="1" latinLnBrk="0" hangingPunct="1">
              <a:lnSpc>
                <a:spcPct val="100000"/>
              </a:lnSpc>
              <a:spcBef>
                <a:spcPts val="0"/>
              </a:spcBef>
              <a:spcAft>
                <a:spcPts val="600"/>
              </a:spcAft>
              <a:buClrTx/>
              <a:buFont typeface="Arial" panose="020B0604020202020204" pitchFamily="34" charset="0"/>
              <a:buNone/>
              <a:tabLst/>
              <a:defRPr sz="1579" b="0" i="0" kern="1200">
                <a:solidFill>
                  <a:schemeClr val="tx1"/>
                </a:solidFill>
                <a:latin typeface="+mn-lt"/>
                <a:ea typeface="+mn-ea"/>
                <a:cs typeface="+mn-cs"/>
              </a:defRPr>
            </a:lvl3pPr>
            <a:lvl4pPr marL="1203107" indent="0" algn="ctr" defTabSz="802072" rtl="0" eaLnBrk="1" latinLnBrk="0" hangingPunct="1">
              <a:lnSpc>
                <a:spcPct val="100000"/>
              </a:lnSpc>
              <a:spcBef>
                <a:spcPts val="0"/>
              </a:spcBef>
              <a:spcAft>
                <a:spcPts val="600"/>
              </a:spcAft>
              <a:buClrTx/>
              <a:buSzPct val="100000"/>
              <a:buFont typeface="Arial" panose="020B0604020202020204" pitchFamily="34" charset="0"/>
              <a:buNone/>
              <a:tabLst/>
              <a:defRPr sz="1404" b="0" i="0" kern="1200">
                <a:solidFill>
                  <a:schemeClr val="tx1"/>
                </a:solidFill>
                <a:latin typeface="+mn-lt"/>
                <a:ea typeface="+mn-ea"/>
                <a:cs typeface="+mn-cs"/>
              </a:defRPr>
            </a:lvl4pPr>
            <a:lvl5pPr marL="1604143" indent="0" algn="ctr" defTabSz="802072" rtl="0" eaLnBrk="1" latinLnBrk="0" hangingPunct="1">
              <a:lnSpc>
                <a:spcPct val="100000"/>
              </a:lnSpc>
              <a:spcBef>
                <a:spcPts val="0"/>
              </a:spcBef>
              <a:spcAft>
                <a:spcPts val="600"/>
              </a:spcAft>
              <a:buClrTx/>
              <a:buFont typeface="Arial" panose="020B0604020202020204" pitchFamily="34" charset="0"/>
              <a:buNone/>
              <a:tabLst/>
              <a:defRPr sz="1404" b="0" i="0" kern="1200">
                <a:solidFill>
                  <a:schemeClr val="tx1"/>
                </a:solidFill>
                <a:latin typeface="+mn-lt"/>
                <a:ea typeface="+mn-ea"/>
                <a:cs typeface="+mn-cs"/>
              </a:defRPr>
            </a:lvl5pPr>
            <a:lvl6pPr marL="2005179" indent="0" algn="ctr" defTabSz="802072" rtl="0" eaLnBrk="1" latinLnBrk="0" hangingPunct="1">
              <a:lnSpc>
                <a:spcPct val="100000"/>
              </a:lnSpc>
              <a:spcBef>
                <a:spcPts val="0"/>
              </a:spcBef>
              <a:spcAft>
                <a:spcPts val="600"/>
              </a:spcAft>
              <a:buClrTx/>
              <a:buFont typeface="Arial" panose="020B0604020202020204" pitchFamily="34" charset="0"/>
              <a:buNone/>
              <a:tabLst/>
              <a:defRPr sz="1404" b="0" i="0" kern="1200">
                <a:solidFill>
                  <a:schemeClr val="tx1"/>
                </a:solidFill>
                <a:latin typeface="+mn-lt"/>
                <a:ea typeface="+mn-ea"/>
                <a:cs typeface="+mn-cs"/>
              </a:defRPr>
            </a:lvl6pPr>
            <a:lvl7pPr marL="2406215"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7pPr>
            <a:lvl8pPr marL="2807251"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8pPr>
            <a:lvl9pPr marL="3208286" indent="0" algn="ctr" defTabSz="802072" rtl="0" eaLnBrk="1" latinLnBrk="0" hangingPunct="1">
              <a:lnSpc>
                <a:spcPct val="117000"/>
              </a:lnSpc>
              <a:spcBef>
                <a:spcPts val="0"/>
              </a:spcBef>
              <a:buFont typeface="Arial" panose="020B0604020202020204" pitchFamily="34" charset="0"/>
              <a:buNone/>
              <a:tabLst/>
              <a:defRPr sz="1404" b="0" i="0" kern="1200">
                <a:solidFill>
                  <a:schemeClr val="tx1"/>
                </a:solidFill>
                <a:latin typeface="Helvetica Now Text" panose="020B0504030202020204" pitchFamily="34" charset="77"/>
                <a:ea typeface="+mn-ea"/>
                <a:cs typeface="+mn-cs"/>
              </a:defRPr>
            </a:lvl9pPr>
          </a:lstStyle>
          <a:p>
            <a:pPr marL="8550" lvl="3" indent="0" algn="l">
              <a:buNone/>
            </a:pPr>
            <a:endParaRPr lang="en-GB" b="1">
              <a:latin typeface="+mj-lt"/>
            </a:endParaRPr>
          </a:p>
        </p:txBody>
      </p:sp>
      <p:sp>
        <p:nvSpPr>
          <p:cNvPr id="3" name="Speech Bubble: Oval 2">
            <a:extLst>
              <a:ext uri="{FF2B5EF4-FFF2-40B4-BE49-F238E27FC236}">
                <a16:creationId xmlns:a16="http://schemas.microsoft.com/office/drawing/2014/main" id="{610C5E6E-0AF7-B448-303B-4EB7C33E6C65}"/>
              </a:ext>
            </a:extLst>
          </p:cNvPr>
          <p:cNvSpPr/>
          <p:nvPr userDrawn="1"/>
        </p:nvSpPr>
        <p:spPr>
          <a:xfrm flipH="1">
            <a:off x="9364060" y="1332331"/>
            <a:ext cx="3564000" cy="3564000"/>
          </a:xfrm>
          <a:prstGeom prst="wedgeEllipseCallout">
            <a:avLst>
              <a:gd name="adj1" fmla="val 60676"/>
              <a:gd name="adj2" fmla="val -2968"/>
            </a:avLst>
          </a:prstGeom>
          <a:solidFill>
            <a:schemeClr val="bg1"/>
          </a:solidFill>
          <a:ln>
            <a:noFill/>
          </a:ln>
          <a:effectLst>
            <a:outerShdw blurRad="850900" dist="939800" dir="5400000" sx="85000" sy="85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13" b="0" i="0">
              <a:latin typeface="Arial" panose="020B0604020202020204" pitchFamily="34" charset="0"/>
            </a:endParaRPr>
          </a:p>
        </p:txBody>
      </p:sp>
      <p:sp>
        <p:nvSpPr>
          <p:cNvPr id="4" name="Picture Placeholder 3">
            <a:extLst>
              <a:ext uri="{FF2B5EF4-FFF2-40B4-BE49-F238E27FC236}">
                <a16:creationId xmlns:a16="http://schemas.microsoft.com/office/drawing/2014/main" id="{FEBEF2F8-A025-92B9-2CAC-C01414255200}"/>
              </a:ext>
            </a:extLst>
          </p:cNvPr>
          <p:cNvSpPr>
            <a:spLocks noGrp="1"/>
          </p:cNvSpPr>
          <p:nvPr>
            <p:ph type="pic" sz="quarter" idx="10"/>
          </p:nvPr>
        </p:nvSpPr>
        <p:spPr>
          <a:xfrm>
            <a:off x="9364059" y="1332331"/>
            <a:ext cx="3564000" cy="3564000"/>
          </a:xfrm>
          <a:prstGeom prst="ellipse">
            <a:avLst/>
          </a:prstGeom>
        </p:spPr>
        <p:txBody>
          <a:bodyPr anchor="ctr"/>
          <a:lstStyle>
            <a:lvl1pPr algn="ctr">
              <a:defRPr/>
            </a:lvl1pPr>
          </a:lstStyle>
          <a:p>
            <a:r>
              <a:rPr lang="en-GB"/>
              <a:t>Click icon to add picture</a:t>
            </a:r>
          </a:p>
        </p:txBody>
      </p:sp>
    </p:spTree>
    <p:extLst>
      <p:ext uri="{BB962C8B-B14F-4D97-AF65-F5344CB8AC3E}">
        <p14:creationId xmlns:p14="http://schemas.microsoft.com/office/powerpoint/2010/main" val="1807674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 Green">
    <p:bg>
      <p:bgPr>
        <a:solidFill>
          <a:schemeClr val="bg2"/>
        </a:solidFill>
        <a:effectLst/>
      </p:bgPr>
    </p:bg>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6781E85-25F8-EE4A-2030-260A34FE98C3}"/>
              </a:ext>
            </a:extLst>
          </p:cNvPr>
          <p:cNvSpPr>
            <a:spLocks noGrp="1"/>
          </p:cNvSpPr>
          <p:nvPr>
            <p:ph type="title"/>
          </p:nvPr>
        </p:nvSpPr>
        <p:spPr>
          <a:xfrm>
            <a:off x="539750" y="540000"/>
            <a:ext cx="12384088" cy="543914"/>
          </a:xfrm>
        </p:spPr>
        <p:txBody>
          <a:bodyPr/>
          <a:lstStyle>
            <a:lvl1pPr>
              <a:defRPr>
                <a:solidFill>
                  <a:schemeClr val="bg1"/>
                </a:solidFill>
              </a:defRPr>
            </a:lvl1pPr>
          </a:lstStyle>
          <a:p>
            <a:r>
              <a:rPr lang="en-GB"/>
              <a:t>Click to edit Master title style</a:t>
            </a:r>
          </a:p>
        </p:txBody>
      </p:sp>
      <p:sp>
        <p:nvSpPr>
          <p:cNvPr id="26" name="Subtitle 2">
            <a:extLst>
              <a:ext uri="{FF2B5EF4-FFF2-40B4-BE49-F238E27FC236}">
                <a16:creationId xmlns:a16="http://schemas.microsoft.com/office/drawing/2014/main" id="{1BF6F057-CC7C-E29C-B3D1-3542CDFDBD38}"/>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bg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2" name="TextBox 1">
            <a:extLst>
              <a:ext uri="{FF2B5EF4-FFF2-40B4-BE49-F238E27FC236}">
                <a16:creationId xmlns:a16="http://schemas.microsoft.com/office/drawing/2014/main" id="{54322464-9DA9-5DBE-06F1-6CC4752EAFFF}"/>
              </a:ext>
            </a:extLst>
          </p:cNvPr>
          <p:cNvSpPr txBox="1"/>
          <p:nvPr userDrawn="1"/>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bg1"/>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bg1"/>
              </a:solidFill>
              <a:latin typeface="+mj-lt"/>
            </a:endParaRPr>
          </a:p>
        </p:txBody>
      </p:sp>
      <p:sp>
        <p:nvSpPr>
          <p:cNvPr id="7" name="TextBox 6">
            <a:extLst>
              <a:ext uri="{FF2B5EF4-FFF2-40B4-BE49-F238E27FC236}">
                <a16:creationId xmlns:a16="http://schemas.microsoft.com/office/drawing/2014/main" id="{2FB40942-1503-4A56-DE16-47E6FE930E34}"/>
              </a:ext>
            </a:extLst>
          </p:cNvPr>
          <p:cNvSpPr txBox="1"/>
          <p:nvPr userDrawn="1"/>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bg1"/>
                </a:solidFill>
                <a:latin typeface="+mn-lt"/>
              </a:rPr>
              <a:t>All rights reserved. Confidential.</a:t>
            </a:r>
          </a:p>
        </p:txBody>
      </p:sp>
      <p:grpSp>
        <p:nvGrpSpPr>
          <p:cNvPr id="8" name="Group 7">
            <a:extLst>
              <a:ext uri="{FF2B5EF4-FFF2-40B4-BE49-F238E27FC236}">
                <a16:creationId xmlns:a16="http://schemas.microsoft.com/office/drawing/2014/main" id="{B2B05B1B-9972-EF0E-3FC3-BE7B81061D9F}"/>
              </a:ext>
            </a:extLst>
          </p:cNvPr>
          <p:cNvGrpSpPr>
            <a:grpSpLocks noChangeAspect="1"/>
          </p:cNvGrpSpPr>
          <p:nvPr userDrawn="1"/>
        </p:nvGrpSpPr>
        <p:grpSpPr>
          <a:xfrm>
            <a:off x="535236" y="7137829"/>
            <a:ext cx="432000" cy="183624"/>
            <a:chOff x="5868144" y="2000579"/>
            <a:chExt cx="1381170" cy="574833"/>
          </a:xfrm>
          <a:solidFill>
            <a:schemeClr val="bg1"/>
          </a:solidFill>
        </p:grpSpPr>
        <p:sp>
          <p:nvSpPr>
            <p:cNvPr id="9" name="Freeform 16">
              <a:extLst>
                <a:ext uri="{FF2B5EF4-FFF2-40B4-BE49-F238E27FC236}">
                  <a16:creationId xmlns:a16="http://schemas.microsoft.com/office/drawing/2014/main" id="{41230590-FC0A-6393-A3F0-D43BCF3F5333}"/>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2" name="Freeform 17">
              <a:extLst>
                <a:ext uri="{FF2B5EF4-FFF2-40B4-BE49-F238E27FC236}">
                  <a16:creationId xmlns:a16="http://schemas.microsoft.com/office/drawing/2014/main" id="{32ABB4CC-C705-8F8D-0755-7BE1F2EDB56F}"/>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3" name="Freeform 18">
              <a:extLst>
                <a:ext uri="{FF2B5EF4-FFF2-40B4-BE49-F238E27FC236}">
                  <a16:creationId xmlns:a16="http://schemas.microsoft.com/office/drawing/2014/main" id="{C4DF2099-4D35-6286-A8D0-8281A9D59685}"/>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4" name="Freeform 19">
              <a:extLst>
                <a:ext uri="{FF2B5EF4-FFF2-40B4-BE49-F238E27FC236}">
                  <a16:creationId xmlns:a16="http://schemas.microsoft.com/office/drawing/2014/main" id="{7473F893-A91D-C265-6034-1A48700A0C50}"/>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5" name="Freeform 20">
              <a:extLst>
                <a:ext uri="{FF2B5EF4-FFF2-40B4-BE49-F238E27FC236}">
                  <a16:creationId xmlns:a16="http://schemas.microsoft.com/office/drawing/2014/main" id="{7E25FDDC-6ECE-C855-4746-BC597EF25C19}"/>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6" name="Freeform 21">
              <a:extLst>
                <a:ext uri="{FF2B5EF4-FFF2-40B4-BE49-F238E27FC236}">
                  <a16:creationId xmlns:a16="http://schemas.microsoft.com/office/drawing/2014/main" id="{D9710F6C-B71F-0DCC-9CE4-8DD78664B1FE}"/>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7" name="Freeform 22">
              <a:extLst>
                <a:ext uri="{FF2B5EF4-FFF2-40B4-BE49-F238E27FC236}">
                  <a16:creationId xmlns:a16="http://schemas.microsoft.com/office/drawing/2014/main" id="{1ACE6827-115C-7EAB-A1BA-2878B857A9FC}"/>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grpSp>
    </p:spTree>
    <p:extLst>
      <p:ext uri="{BB962C8B-B14F-4D97-AF65-F5344CB8AC3E}">
        <p14:creationId xmlns:p14="http://schemas.microsoft.com/office/powerpoint/2010/main" val="37162902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14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C7C9F625-CB07-0F8C-FBC0-5D279F59081A}"/>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6" name="Title 5">
            <a:extLst>
              <a:ext uri="{FF2B5EF4-FFF2-40B4-BE49-F238E27FC236}">
                <a16:creationId xmlns:a16="http://schemas.microsoft.com/office/drawing/2014/main" id="{241B3320-32E9-5E8D-28AA-587A59E35C76}"/>
              </a:ext>
            </a:extLst>
          </p:cNvPr>
          <p:cNvSpPr>
            <a:spLocks noGrp="1"/>
          </p:cNvSpPr>
          <p:nvPr>
            <p:ph type="title"/>
          </p:nvPr>
        </p:nvSpPr>
        <p:spPr>
          <a:xfrm>
            <a:off x="539750" y="540000"/>
            <a:ext cx="12384088" cy="543914"/>
          </a:xfrm>
        </p:spPr>
        <p:txBody>
          <a:bodyPr/>
          <a:lstStyle>
            <a:lvl1pPr>
              <a:defRPr>
                <a:solidFill>
                  <a:schemeClr val="bg2"/>
                </a:solidFill>
              </a:defRPr>
            </a:lvl1pPr>
          </a:lstStyle>
          <a:p>
            <a:r>
              <a:rPr lang="en-GB"/>
              <a:t>Click to edit Master title style</a:t>
            </a:r>
          </a:p>
        </p:txBody>
      </p:sp>
    </p:spTree>
    <p:extLst>
      <p:ext uri="{BB962C8B-B14F-4D97-AF65-F5344CB8AC3E}">
        <p14:creationId xmlns:p14="http://schemas.microsoft.com/office/powerpoint/2010/main" val="4145910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2" name="Title 1">
            <a:extLst>
              <a:ext uri="{FF2B5EF4-FFF2-40B4-BE49-F238E27FC236}">
                <a16:creationId xmlns:a16="http://schemas.microsoft.com/office/drawing/2014/main" id="{8EC00C2F-BDA7-EC10-00D7-D941E1D2D0DB}"/>
              </a:ext>
            </a:extLst>
          </p:cNvPr>
          <p:cNvSpPr>
            <a:spLocks noGrp="1"/>
          </p:cNvSpPr>
          <p:nvPr>
            <p:ph type="title"/>
          </p:nvPr>
        </p:nvSpPr>
        <p:spPr>
          <a:xfrm>
            <a:off x="539750" y="540000"/>
            <a:ext cx="12384088" cy="543914"/>
          </a:xfrm>
        </p:spPr>
        <p:txBody>
          <a:bodyPr/>
          <a:lstStyle/>
          <a:p>
            <a:r>
              <a:rPr lang="en-GB"/>
              <a:t>Click to edit Master title style</a:t>
            </a:r>
          </a:p>
        </p:txBody>
      </p:sp>
      <p:sp>
        <p:nvSpPr>
          <p:cNvPr id="9" name="Text Placeholder 8">
            <a:extLst>
              <a:ext uri="{FF2B5EF4-FFF2-40B4-BE49-F238E27FC236}">
                <a16:creationId xmlns:a16="http://schemas.microsoft.com/office/drawing/2014/main" id="{3A3250C5-DC7D-95E4-CC46-754EA6ED41CA}"/>
              </a:ext>
            </a:extLst>
          </p:cNvPr>
          <p:cNvSpPr>
            <a:spLocks noGrp="1"/>
          </p:cNvSpPr>
          <p:nvPr>
            <p:ph type="body" sz="quarter" idx="14"/>
          </p:nvPr>
        </p:nvSpPr>
        <p:spPr>
          <a:xfrm>
            <a:off x="539749" y="1800225"/>
            <a:ext cx="12384088" cy="5221288"/>
          </a:xfrm>
        </p:spPr>
        <p:txBody>
          <a:bodyPr/>
          <a:lstStyle>
            <a:lvl5pPr>
              <a:defRPr/>
            </a:lvl5pPr>
            <a:lvl6pPr>
              <a:defRPr/>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545495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539750" y="540000"/>
            <a:ext cx="12384088" cy="543914"/>
          </a:xfrm>
        </p:spPr>
        <p:txBody>
          <a:bodyPr/>
          <a:lstStyle/>
          <a:p>
            <a:r>
              <a:rPr lang="en-GB"/>
              <a:t>Click to add title</a:t>
            </a:r>
          </a:p>
        </p:txBody>
      </p:sp>
      <p:sp>
        <p:nvSpPr>
          <p:cNvPr id="3" name="Text Placeholder 2">
            <a:extLst>
              <a:ext uri="{FF2B5EF4-FFF2-40B4-BE49-F238E27FC236}">
                <a16:creationId xmlns:a16="http://schemas.microsoft.com/office/drawing/2014/main" id="{4B0099F6-B218-4AFA-9EBA-133D8998EA59}"/>
              </a:ext>
            </a:extLst>
          </p:cNvPr>
          <p:cNvSpPr>
            <a:spLocks noGrp="1"/>
          </p:cNvSpPr>
          <p:nvPr>
            <p:ph type="body" sz="quarter" idx="16"/>
          </p:nvPr>
        </p:nvSpPr>
        <p:spPr>
          <a:xfrm>
            <a:off x="539749" y="1800226"/>
            <a:ext cx="6054726" cy="522128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6">
            <a:extLst>
              <a:ext uri="{FF2B5EF4-FFF2-40B4-BE49-F238E27FC236}">
                <a16:creationId xmlns:a16="http://schemas.microsoft.com/office/drawing/2014/main" id="{3D6FEB61-2A9A-4276-A6F4-A93D335B5D74}"/>
              </a:ext>
            </a:extLst>
          </p:cNvPr>
          <p:cNvSpPr>
            <a:spLocks noGrp="1"/>
          </p:cNvSpPr>
          <p:nvPr>
            <p:ph type="body" sz="quarter" idx="17"/>
          </p:nvPr>
        </p:nvSpPr>
        <p:spPr>
          <a:xfrm>
            <a:off x="6862762" y="1800225"/>
            <a:ext cx="6054725" cy="522104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ubtitle 2">
            <a:extLst>
              <a:ext uri="{FF2B5EF4-FFF2-40B4-BE49-F238E27FC236}">
                <a16:creationId xmlns:a16="http://schemas.microsoft.com/office/drawing/2014/main" id="{ED9D13B6-659B-36DE-E947-4B51D3709082}"/>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Tree>
    <p:extLst>
      <p:ext uri="{BB962C8B-B14F-4D97-AF65-F5344CB8AC3E}">
        <p14:creationId xmlns:p14="http://schemas.microsoft.com/office/powerpoint/2010/main" val="22617960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539750" y="540000"/>
            <a:ext cx="12384088" cy="543914"/>
          </a:xfrm>
        </p:spPr>
        <p:txBody>
          <a:bodyPr/>
          <a:lstStyle/>
          <a:p>
            <a:r>
              <a:rPr lang="en-GB"/>
              <a:t>Click to add title</a:t>
            </a:r>
          </a:p>
        </p:txBody>
      </p:sp>
      <p:sp>
        <p:nvSpPr>
          <p:cNvPr id="3" name="Text Placeholder 2">
            <a:extLst>
              <a:ext uri="{FF2B5EF4-FFF2-40B4-BE49-F238E27FC236}">
                <a16:creationId xmlns:a16="http://schemas.microsoft.com/office/drawing/2014/main" id="{D885E639-384A-4743-B2C4-0FC1D6B328DF}"/>
              </a:ext>
            </a:extLst>
          </p:cNvPr>
          <p:cNvSpPr>
            <a:spLocks noGrp="1"/>
          </p:cNvSpPr>
          <p:nvPr>
            <p:ph type="body" sz="quarter" idx="17"/>
          </p:nvPr>
        </p:nvSpPr>
        <p:spPr>
          <a:xfrm>
            <a:off x="539750" y="1800227"/>
            <a:ext cx="3941451" cy="522128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ext Placeholder 6">
            <a:extLst>
              <a:ext uri="{FF2B5EF4-FFF2-40B4-BE49-F238E27FC236}">
                <a16:creationId xmlns:a16="http://schemas.microsoft.com/office/drawing/2014/main" id="{9ACC94F9-5D2A-414F-A072-9E7965AA4C98}"/>
              </a:ext>
            </a:extLst>
          </p:cNvPr>
          <p:cNvSpPr>
            <a:spLocks noGrp="1"/>
          </p:cNvSpPr>
          <p:nvPr>
            <p:ph type="body" sz="quarter" idx="18"/>
          </p:nvPr>
        </p:nvSpPr>
        <p:spPr>
          <a:xfrm>
            <a:off x="4752975" y="1800226"/>
            <a:ext cx="3951287" cy="522103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11">
            <a:extLst>
              <a:ext uri="{FF2B5EF4-FFF2-40B4-BE49-F238E27FC236}">
                <a16:creationId xmlns:a16="http://schemas.microsoft.com/office/drawing/2014/main" id="{483CF262-C493-4134-B216-D75722F2D1E2}"/>
              </a:ext>
            </a:extLst>
          </p:cNvPr>
          <p:cNvSpPr>
            <a:spLocks noGrp="1"/>
          </p:cNvSpPr>
          <p:nvPr>
            <p:ph type="body" sz="quarter" idx="19"/>
          </p:nvPr>
        </p:nvSpPr>
        <p:spPr>
          <a:xfrm>
            <a:off x="8976036" y="1800225"/>
            <a:ext cx="3931811" cy="522103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ubtitle 2">
            <a:extLst>
              <a:ext uri="{FF2B5EF4-FFF2-40B4-BE49-F238E27FC236}">
                <a16:creationId xmlns:a16="http://schemas.microsoft.com/office/drawing/2014/main" id="{8E0A8938-B49F-2B16-4D70-CE04ECBAB05F}"/>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Tree>
    <p:extLst>
      <p:ext uri="{BB962C8B-B14F-4D97-AF65-F5344CB8AC3E}">
        <p14:creationId xmlns:p14="http://schemas.microsoft.com/office/powerpoint/2010/main" val="41601569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539750" y="540000"/>
            <a:ext cx="12384088" cy="543914"/>
          </a:xfrm>
        </p:spPr>
        <p:txBody>
          <a:bodyPr/>
          <a:lstStyle/>
          <a:p>
            <a:r>
              <a:rPr lang="en-GB"/>
              <a:t>Click to add title</a:t>
            </a:r>
          </a:p>
        </p:txBody>
      </p:sp>
      <p:sp>
        <p:nvSpPr>
          <p:cNvPr id="3" name="Text Placeholder 2">
            <a:extLst>
              <a:ext uri="{FF2B5EF4-FFF2-40B4-BE49-F238E27FC236}">
                <a16:creationId xmlns:a16="http://schemas.microsoft.com/office/drawing/2014/main" id="{1E02B655-73AC-4416-A7F5-80AAC7CA2C75}"/>
              </a:ext>
            </a:extLst>
          </p:cNvPr>
          <p:cNvSpPr>
            <a:spLocks noGrp="1"/>
          </p:cNvSpPr>
          <p:nvPr>
            <p:ph type="body" sz="quarter" idx="19"/>
          </p:nvPr>
        </p:nvSpPr>
        <p:spPr>
          <a:xfrm>
            <a:off x="535237"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Text Placeholder 5">
            <a:extLst>
              <a:ext uri="{FF2B5EF4-FFF2-40B4-BE49-F238E27FC236}">
                <a16:creationId xmlns:a16="http://schemas.microsoft.com/office/drawing/2014/main" id="{BA805347-7089-428A-9206-2A55F9756D9C}"/>
              </a:ext>
            </a:extLst>
          </p:cNvPr>
          <p:cNvSpPr>
            <a:spLocks noGrp="1"/>
          </p:cNvSpPr>
          <p:nvPr>
            <p:ph type="body" sz="quarter" idx="20"/>
          </p:nvPr>
        </p:nvSpPr>
        <p:spPr>
          <a:xfrm>
            <a:off x="3699815"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 Placeholder 8">
            <a:extLst>
              <a:ext uri="{FF2B5EF4-FFF2-40B4-BE49-F238E27FC236}">
                <a16:creationId xmlns:a16="http://schemas.microsoft.com/office/drawing/2014/main" id="{245E7010-E915-4D22-9625-3896AAD63A97}"/>
              </a:ext>
            </a:extLst>
          </p:cNvPr>
          <p:cNvSpPr>
            <a:spLocks noGrp="1"/>
          </p:cNvSpPr>
          <p:nvPr>
            <p:ph type="body" sz="quarter" idx="21"/>
          </p:nvPr>
        </p:nvSpPr>
        <p:spPr>
          <a:xfrm>
            <a:off x="6864394"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ext Placeholder 10">
            <a:extLst>
              <a:ext uri="{FF2B5EF4-FFF2-40B4-BE49-F238E27FC236}">
                <a16:creationId xmlns:a16="http://schemas.microsoft.com/office/drawing/2014/main" id="{F1DE9131-771D-4C62-ADA1-9ABE07FC5D7E}"/>
              </a:ext>
            </a:extLst>
          </p:cNvPr>
          <p:cNvSpPr>
            <a:spLocks noGrp="1"/>
          </p:cNvSpPr>
          <p:nvPr>
            <p:ph type="body" sz="quarter" idx="22"/>
          </p:nvPr>
        </p:nvSpPr>
        <p:spPr>
          <a:xfrm>
            <a:off x="10028972" y="1800225"/>
            <a:ext cx="2894866" cy="5221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Subtitle 2">
            <a:extLst>
              <a:ext uri="{FF2B5EF4-FFF2-40B4-BE49-F238E27FC236}">
                <a16:creationId xmlns:a16="http://schemas.microsoft.com/office/drawing/2014/main" id="{CAB6BB5B-9F3F-C3F8-AB37-4E5864A05EE7}"/>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Tree>
    <p:extLst>
      <p:ext uri="{BB962C8B-B14F-4D97-AF65-F5344CB8AC3E}">
        <p14:creationId xmlns:p14="http://schemas.microsoft.com/office/powerpoint/2010/main" val="4894723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os - 2">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E0B0B247-A9F1-7921-6401-8A63D649D96B}"/>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3" name="Text Placeholder 3">
            <a:extLst>
              <a:ext uri="{FF2B5EF4-FFF2-40B4-BE49-F238E27FC236}">
                <a16:creationId xmlns:a16="http://schemas.microsoft.com/office/drawing/2014/main" id="{C303BDEC-BFA8-88D3-9C31-C7B2485BF04A}"/>
              </a:ext>
            </a:extLst>
          </p:cNvPr>
          <p:cNvSpPr>
            <a:spLocks noGrp="1"/>
          </p:cNvSpPr>
          <p:nvPr>
            <p:ph type="body" sz="quarter" idx="22" hasCustomPrompt="1"/>
          </p:nvPr>
        </p:nvSpPr>
        <p:spPr>
          <a:xfrm>
            <a:off x="539749" y="2672081"/>
            <a:ext cx="6054725"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5" name="Text Placeholder 3">
            <a:extLst>
              <a:ext uri="{FF2B5EF4-FFF2-40B4-BE49-F238E27FC236}">
                <a16:creationId xmlns:a16="http://schemas.microsoft.com/office/drawing/2014/main" id="{73E7AB23-2CA5-E914-3BF4-F4CD1D4A988B}"/>
              </a:ext>
            </a:extLst>
          </p:cNvPr>
          <p:cNvSpPr>
            <a:spLocks noGrp="1"/>
          </p:cNvSpPr>
          <p:nvPr>
            <p:ph type="body" sz="quarter" idx="23" hasCustomPrompt="1"/>
          </p:nvPr>
        </p:nvSpPr>
        <p:spPr>
          <a:xfrm>
            <a:off x="6862763" y="2672081"/>
            <a:ext cx="606107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0" name="Picture Placeholder 5">
            <a:extLst>
              <a:ext uri="{FF2B5EF4-FFF2-40B4-BE49-F238E27FC236}">
                <a16:creationId xmlns:a16="http://schemas.microsoft.com/office/drawing/2014/main" id="{1CA14629-F9C6-8DA5-40EA-A5F8253C7095}"/>
              </a:ext>
            </a:extLst>
          </p:cNvPr>
          <p:cNvSpPr>
            <a:spLocks noGrp="1"/>
          </p:cNvSpPr>
          <p:nvPr>
            <p:ph type="pic" sz="quarter" idx="11"/>
          </p:nvPr>
        </p:nvSpPr>
        <p:spPr>
          <a:xfrm>
            <a:off x="539749"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11" name="Picture Placeholder 5">
            <a:extLst>
              <a:ext uri="{FF2B5EF4-FFF2-40B4-BE49-F238E27FC236}">
                <a16:creationId xmlns:a16="http://schemas.microsoft.com/office/drawing/2014/main" id="{6E21A60B-37C7-50F5-F9DF-E5F042774B93}"/>
              </a:ext>
            </a:extLst>
          </p:cNvPr>
          <p:cNvSpPr>
            <a:spLocks noGrp="1"/>
          </p:cNvSpPr>
          <p:nvPr>
            <p:ph type="pic" sz="quarter" idx="26"/>
          </p:nvPr>
        </p:nvSpPr>
        <p:spPr>
          <a:xfrm>
            <a:off x="6862763"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2" name="Title 1">
            <a:extLst>
              <a:ext uri="{FF2B5EF4-FFF2-40B4-BE49-F238E27FC236}">
                <a16:creationId xmlns:a16="http://schemas.microsoft.com/office/drawing/2014/main" id="{70B64035-8729-DBB5-2CDE-73C5824494F7}"/>
              </a:ext>
            </a:extLst>
          </p:cNvPr>
          <p:cNvSpPr>
            <a:spLocks noGrp="1"/>
          </p:cNvSpPr>
          <p:nvPr>
            <p:ph type="title"/>
          </p:nvPr>
        </p:nvSpPr>
        <p:spPr>
          <a:xfrm>
            <a:off x="539750" y="540000"/>
            <a:ext cx="12384088" cy="543914"/>
          </a:xfrm>
        </p:spPr>
        <p:txBody>
          <a:bodyPr/>
          <a:lstStyle/>
          <a:p>
            <a:r>
              <a:rPr lang="en-GB"/>
              <a:t>Click to edit Master title style</a:t>
            </a:r>
          </a:p>
        </p:txBody>
      </p:sp>
    </p:spTree>
    <p:extLst>
      <p:ext uri="{BB962C8B-B14F-4D97-AF65-F5344CB8AC3E}">
        <p14:creationId xmlns:p14="http://schemas.microsoft.com/office/powerpoint/2010/main" val="601019193"/>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os - 3">
    <p:spTree>
      <p:nvGrpSpPr>
        <p:cNvPr id="1" name=""/>
        <p:cNvGrpSpPr/>
        <p:nvPr/>
      </p:nvGrpSpPr>
      <p:grpSpPr>
        <a:xfrm>
          <a:off x="0" y="0"/>
          <a:ext cx="0" cy="0"/>
          <a:chOff x="0" y="0"/>
          <a:chExt cx="0" cy="0"/>
        </a:xfrm>
      </p:grpSpPr>
      <p:sp>
        <p:nvSpPr>
          <p:cNvPr id="12" name="Subtitle 2">
            <a:extLst>
              <a:ext uri="{FF2B5EF4-FFF2-40B4-BE49-F238E27FC236}">
                <a16:creationId xmlns:a16="http://schemas.microsoft.com/office/drawing/2014/main" id="{8A16C33A-935A-7258-75E6-829B8CAD1BD4}"/>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3" name="Text Placeholder 3">
            <a:extLst>
              <a:ext uri="{FF2B5EF4-FFF2-40B4-BE49-F238E27FC236}">
                <a16:creationId xmlns:a16="http://schemas.microsoft.com/office/drawing/2014/main" id="{6E750E53-B214-206B-9E5D-74769EC49410}"/>
              </a:ext>
            </a:extLst>
          </p:cNvPr>
          <p:cNvSpPr>
            <a:spLocks noGrp="1"/>
          </p:cNvSpPr>
          <p:nvPr>
            <p:ph type="body" sz="quarter" idx="22" hasCustomPrompt="1"/>
          </p:nvPr>
        </p:nvSpPr>
        <p:spPr>
          <a:xfrm>
            <a:off x="539750" y="2672081"/>
            <a:ext cx="3950902"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5" name="Text Placeholder 3">
            <a:extLst>
              <a:ext uri="{FF2B5EF4-FFF2-40B4-BE49-F238E27FC236}">
                <a16:creationId xmlns:a16="http://schemas.microsoft.com/office/drawing/2014/main" id="{68233BAF-ED28-454E-F97E-D1404842BF2B}"/>
              </a:ext>
            </a:extLst>
          </p:cNvPr>
          <p:cNvSpPr>
            <a:spLocks noGrp="1"/>
          </p:cNvSpPr>
          <p:nvPr>
            <p:ph type="body" sz="quarter" idx="23" hasCustomPrompt="1"/>
          </p:nvPr>
        </p:nvSpPr>
        <p:spPr>
          <a:xfrm>
            <a:off x="4752975" y="2672081"/>
            <a:ext cx="3950902"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0" name="Text Placeholder 3">
            <a:extLst>
              <a:ext uri="{FF2B5EF4-FFF2-40B4-BE49-F238E27FC236}">
                <a16:creationId xmlns:a16="http://schemas.microsoft.com/office/drawing/2014/main" id="{31EF5646-8FFB-0BB4-5E3B-62CC36A0CBC1}"/>
              </a:ext>
            </a:extLst>
          </p:cNvPr>
          <p:cNvSpPr>
            <a:spLocks noGrp="1"/>
          </p:cNvSpPr>
          <p:nvPr>
            <p:ph type="body" sz="quarter" idx="24" hasCustomPrompt="1"/>
          </p:nvPr>
        </p:nvSpPr>
        <p:spPr>
          <a:xfrm>
            <a:off x="8972936" y="2672081"/>
            <a:ext cx="3950902"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2" name="Picture Placeholder 5">
            <a:extLst>
              <a:ext uri="{FF2B5EF4-FFF2-40B4-BE49-F238E27FC236}">
                <a16:creationId xmlns:a16="http://schemas.microsoft.com/office/drawing/2014/main" id="{DFD1E45B-2935-E9FB-2B35-F44193D0789F}"/>
              </a:ext>
            </a:extLst>
          </p:cNvPr>
          <p:cNvSpPr>
            <a:spLocks noGrp="1"/>
          </p:cNvSpPr>
          <p:nvPr>
            <p:ph type="pic" sz="quarter" idx="11"/>
          </p:nvPr>
        </p:nvSpPr>
        <p:spPr>
          <a:xfrm>
            <a:off x="539750"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4" name="Picture Placeholder 5">
            <a:extLst>
              <a:ext uri="{FF2B5EF4-FFF2-40B4-BE49-F238E27FC236}">
                <a16:creationId xmlns:a16="http://schemas.microsoft.com/office/drawing/2014/main" id="{C47FA2DE-0D51-F719-B367-642A97B5D40D}"/>
              </a:ext>
            </a:extLst>
          </p:cNvPr>
          <p:cNvSpPr>
            <a:spLocks noGrp="1"/>
          </p:cNvSpPr>
          <p:nvPr>
            <p:ph type="pic" sz="quarter" idx="25"/>
          </p:nvPr>
        </p:nvSpPr>
        <p:spPr>
          <a:xfrm>
            <a:off x="4752975"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6" name="Picture Placeholder 5">
            <a:extLst>
              <a:ext uri="{FF2B5EF4-FFF2-40B4-BE49-F238E27FC236}">
                <a16:creationId xmlns:a16="http://schemas.microsoft.com/office/drawing/2014/main" id="{792D24DB-83E1-6897-47C8-932F6A5362B2}"/>
              </a:ext>
            </a:extLst>
          </p:cNvPr>
          <p:cNvSpPr>
            <a:spLocks noGrp="1"/>
          </p:cNvSpPr>
          <p:nvPr>
            <p:ph type="pic" sz="quarter" idx="26"/>
          </p:nvPr>
        </p:nvSpPr>
        <p:spPr>
          <a:xfrm>
            <a:off x="8972936"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7" name="Title 6">
            <a:extLst>
              <a:ext uri="{FF2B5EF4-FFF2-40B4-BE49-F238E27FC236}">
                <a16:creationId xmlns:a16="http://schemas.microsoft.com/office/drawing/2014/main" id="{0F18DA70-BD7B-4E54-03F1-4E5E4C1E34EA}"/>
              </a:ext>
            </a:extLst>
          </p:cNvPr>
          <p:cNvSpPr>
            <a:spLocks noGrp="1"/>
          </p:cNvSpPr>
          <p:nvPr>
            <p:ph type="title"/>
          </p:nvPr>
        </p:nvSpPr>
        <p:spPr>
          <a:xfrm>
            <a:off x="539750" y="540000"/>
            <a:ext cx="12384088" cy="543914"/>
          </a:xfrm>
        </p:spPr>
        <p:txBody>
          <a:bodyPr/>
          <a:lstStyle/>
          <a:p>
            <a:r>
              <a:rPr lang="en-GB"/>
              <a:t>Click to edit Master title style</a:t>
            </a:r>
          </a:p>
        </p:txBody>
      </p:sp>
    </p:spTree>
    <p:extLst>
      <p:ext uri="{BB962C8B-B14F-4D97-AF65-F5344CB8AC3E}">
        <p14:creationId xmlns:p14="http://schemas.microsoft.com/office/powerpoint/2010/main" val="3931367155"/>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os - 4">
    <p:spTree>
      <p:nvGrpSpPr>
        <p:cNvPr id="1" name=""/>
        <p:cNvGrpSpPr/>
        <p:nvPr/>
      </p:nvGrpSpPr>
      <p:grpSpPr>
        <a:xfrm>
          <a:off x="0" y="0"/>
          <a:ext cx="0" cy="0"/>
          <a:chOff x="0" y="0"/>
          <a:chExt cx="0" cy="0"/>
        </a:xfrm>
      </p:grpSpPr>
      <p:sp>
        <p:nvSpPr>
          <p:cNvPr id="13" name="Subtitle 2">
            <a:extLst>
              <a:ext uri="{FF2B5EF4-FFF2-40B4-BE49-F238E27FC236}">
                <a16:creationId xmlns:a16="http://schemas.microsoft.com/office/drawing/2014/main" id="{911EA815-D117-10C7-F0C1-22B103363B9F}"/>
              </a:ext>
            </a:extLst>
          </p:cNvPr>
          <p:cNvSpPr>
            <a:spLocks noGrp="1"/>
          </p:cNvSpPr>
          <p:nvPr>
            <p:ph type="subTitle" idx="13" hasCustomPrompt="1"/>
          </p:nvPr>
        </p:nvSpPr>
        <p:spPr>
          <a:xfrm>
            <a:off x="537317" y="286056"/>
            <a:ext cx="12394876"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14" name="Title 13">
            <a:extLst>
              <a:ext uri="{FF2B5EF4-FFF2-40B4-BE49-F238E27FC236}">
                <a16:creationId xmlns:a16="http://schemas.microsoft.com/office/drawing/2014/main" id="{4BC9A213-E93E-1393-09D3-0D0E06EE0AD4}"/>
              </a:ext>
            </a:extLst>
          </p:cNvPr>
          <p:cNvSpPr>
            <a:spLocks noGrp="1"/>
          </p:cNvSpPr>
          <p:nvPr>
            <p:ph type="title" hasCustomPrompt="1"/>
          </p:nvPr>
        </p:nvSpPr>
        <p:spPr>
          <a:xfrm>
            <a:off x="539750" y="540000"/>
            <a:ext cx="12384088" cy="543914"/>
          </a:xfrm>
        </p:spPr>
        <p:txBody>
          <a:bodyPr/>
          <a:lstStyle>
            <a:lvl1pPr>
              <a:defRPr/>
            </a:lvl1pPr>
          </a:lstStyle>
          <a:p>
            <a:r>
              <a:rPr lang="en-GB"/>
              <a:t>Click to edit master title style</a:t>
            </a:r>
          </a:p>
        </p:txBody>
      </p:sp>
      <p:sp>
        <p:nvSpPr>
          <p:cNvPr id="15" name="Text Placeholder 3">
            <a:extLst>
              <a:ext uri="{FF2B5EF4-FFF2-40B4-BE49-F238E27FC236}">
                <a16:creationId xmlns:a16="http://schemas.microsoft.com/office/drawing/2014/main" id="{24D27B93-4C9E-19E6-5AB0-8DEB629122D5}"/>
              </a:ext>
            </a:extLst>
          </p:cNvPr>
          <p:cNvSpPr>
            <a:spLocks noGrp="1"/>
          </p:cNvSpPr>
          <p:nvPr>
            <p:ph type="body" sz="quarter" idx="22" hasCustomPrompt="1"/>
          </p:nvPr>
        </p:nvSpPr>
        <p:spPr>
          <a:xfrm>
            <a:off x="535237"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6" name="Text Placeholder 3">
            <a:extLst>
              <a:ext uri="{FF2B5EF4-FFF2-40B4-BE49-F238E27FC236}">
                <a16:creationId xmlns:a16="http://schemas.microsoft.com/office/drawing/2014/main" id="{4FBC681F-63E2-60F8-AA8F-4C24A5A6E410}"/>
              </a:ext>
            </a:extLst>
          </p:cNvPr>
          <p:cNvSpPr>
            <a:spLocks noGrp="1"/>
          </p:cNvSpPr>
          <p:nvPr>
            <p:ph type="body" sz="quarter" idx="23" hasCustomPrompt="1"/>
          </p:nvPr>
        </p:nvSpPr>
        <p:spPr>
          <a:xfrm>
            <a:off x="3699815"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7" name="Text Placeholder 3">
            <a:extLst>
              <a:ext uri="{FF2B5EF4-FFF2-40B4-BE49-F238E27FC236}">
                <a16:creationId xmlns:a16="http://schemas.microsoft.com/office/drawing/2014/main" id="{5152024C-9189-82E9-8D65-C4ABC4B20F8C}"/>
              </a:ext>
            </a:extLst>
          </p:cNvPr>
          <p:cNvSpPr>
            <a:spLocks noGrp="1"/>
          </p:cNvSpPr>
          <p:nvPr>
            <p:ph type="body" sz="quarter" idx="24" hasCustomPrompt="1"/>
          </p:nvPr>
        </p:nvSpPr>
        <p:spPr>
          <a:xfrm>
            <a:off x="6864394"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18" name="Text Placeholder 3">
            <a:extLst>
              <a:ext uri="{FF2B5EF4-FFF2-40B4-BE49-F238E27FC236}">
                <a16:creationId xmlns:a16="http://schemas.microsoft.com/office/drawing/2014/main" id="{FD384476-035F-93EA-68D4-DD6F73AF76BF}"/>
              </a:ext>
            </a:extLst>
          </p:cNvPr>
          <p:cNvSpPr>
            <a:spLocks noGrp="1"/>
          </p:cNvSpPr>
          <p:nvPr>
            <p:ph type="body" sz="quarter" idx="25" hasCustomPrompt="1"/>
          </p:nvPr>
        </p:nvSpPr>
        <p:spPr>
          <a:xfrm>
            <a:off x="10001838" y="2672081"/>
            <a:ext cx="2894866" cy="4349185"/>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a:t>Name</a:t>
            </a:r>
          </a:p>
          <a:p>
            <a:pPr lvl="1"/>
            <a:r>
              <a:rPr lang="en-GB"/>
              <a:t>Role</a:t>
            </a:r>
          </a:p>
          <a:p>
            <a:pPr lvl="2"/>
            <a:r>
              <a:rPr lang="en-GB"/>
              <a:t>Contact details</a:t>
            </a:r>
          </a:p>
          <a:p>
            <a:pPr lvl="3"/>
            <a:r>
              <a:rPr lang="en-GB"/>
              <a:t>First level</a:t>
            </a:r>
          </a:p>
          <a:p>
            <a:pPr lvl="4"/>
            <a:r>
              <a:rPr lang="en-GB"/>
              <a:t>Second level</a:t>
            </a:r>
          </a:p>
        </p:txBody>
      </p:sp>
      <p:sp>
        <p:nvSpPr>
          <p:cNvPr id="2" name="Picture Placeholder 5">
            <a:extLst>
              <a:ext uri="{FF2B5EF4-FFF2-40B4-BE49-F238E27FC236}">
                <a16:creationId xmlns:a16="http://schemas.microsoft.com/office/drawing/2014/main" id="{1E2967BC-A777-DDE1-AF42-C1426199469E}"/>
              </a:ext>
            </a:extLst>
          </p:cNvPr>
          <p:cNvSpPr>
            <a:spLocks noGrp="1"/>
          </p:cNvSpPr>
          <p:nvPr>
            <p:ph type="pic" sz="quarter" idx="11"/>
          </p:nvPr>
        </p:nvSpPr>
        <p:spPr>
          <a:xfrm>
            <a:off x="535237"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6" name="Picture Placeholder 5">
            <a:extLst>
              <a:ext uri="{FF2B5EF4-FFF2-40B4-BE49-F238E27FC236}">
                <a16:creationId xmlns:a16="http://schemas.microsoft.com/office/drawing/2014/main" id="{31CB38D6-0652-ADFC-CB6C-56315EBCE04D}"/>
              </a:ext>
            </a:extLst>
          </p:cNvPr>
          <p:cNvSpPr>
            <a:spLocks noGrp="1"/>
          </p:cNvSpPr>
          <p:nvPr>
            <p:ph type="pic" sz="quarter" idx="26"/>
          </p:nvPr>
        </p:nvSpPr>
        <p:spPr>
          <a:xfrm>
            <a:off x="3699815"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7" name="Picture Placeholder 5">
            <a:extLst>
              <a:ext uri="{FF2B5EF4-FFF2-40B4-BE49-F238E27FC236}">
                <a16:creationId xmlns:a16="http://schemas.microsoft.com/office/drawing/2014/main" id="{1492A7A5-4A09-D1D1-03D1-6ECAEF6B5957}"/>
              </a:ext>
            </a:extLst>
          </p:cNvPr>
          <p:cNvSpPr>
            <a:spLocks noGrp="1"/>
          </p:cNvSpPr>
          <p:nvPr>
            <p:ph type="pic" sz="quarter" idx="27"/>
          </p:nvPr>
        </p:nvSpPr>
        <p:spPr>
          <a:xfrm>
            <a:off x="6864394"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9" name="Picture Placeholder 5">
            <a:extLst>
              <a:ext uri="{FF2B5EF4-FFF2-40B4-BE49-F238E27FC236}">
                <a16:creationId xmlns:a16="http://schemas.microsoft.com/office/drawing/2014/main" id="{D366B33C-7857-114D-B7B2-FD9481084206}"/>
              </a:ext>
            </a:extLst>
          </p:cNvPr>
          <p:cNvSpPr>
            <a:spLocks noGrp="1"/>
          </p:cNvSpPr>
          <p:nvPr>
            <p:ph type="pic" sz="quarter" idx="28"/>
          </p:nvPr>
        </p:nvSpPr>
        <p:spPr>
          <a:xfrm>
            <a:off x="10001838"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Tree>
    <p:extLst>
      <p:ext uri="{BB962C8B-B14F-4D97-AF65-F5344CB8AC3E}">
        <p14:creationId xmlns:p14="http://schemas.microsoft.com/office/powerpoint/2010/main" val="538871898"/>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os - 4 (2)">
    <p:spTree>
      <p:nvGrpSpPr>
        <p:cNvPr id="1" name=""/>
        <p:cNvGrpSpPr/>
        <p:nvPr/>
      </p:nvGrpSpPr>
      <p:grpSpPr>
        <a:xfrm>
          <a:off x="0" y="0"/>
          <a:ext cx="0" cy="0"/>
          <a:chOff x="0" y="0"/>
          <a:chExt cx="0" cy="0"/>
        </a:xfrm>
      </p:grpSpPr>
      <p:sp>
        <p:nvSpPr>
          <p:cNvPr id="13" name="Subtitle 2">
            <a:extLst>
              <a:ext uri="{FF2B5EF4-FFF2-40B4-BE49-F238E27FC236}">
                <a16:creationId xmlns:a16="http://schemas.microsoft.com/office/drawing/2014/main" id="{911EA815-D117-10C7-F0C1-22B103363B9F}"/>
              </a:ext>
            </a:extLst>
          </p:cNvPr>
          <p:cNvSpPr>
            <a:spLocks noGrp="1"/>
          </p:cNvSpPr>
          <p:nvPr>
            <p:ph type="subTitle" idx="13" hasCustomPrompt="1"/>
          </p:nvPr>
        </p:nvSpPr>
        <p:spPr>
          <a:xfrm>
            <a:off x="537317" y="286056"/>
            <a:ext cx="12394876"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14" name="Title 13">
            <a:extLst>
              <a:ext uri="{FF2B5EF4-FFF2-40B4-BE49-F238E27FC236}">
                <a16:creationId xmlns:a16="http://schemas.microsoft.com/office/drawing/2014/main" id="{4BC9A213-E93E-1393-09D3-0D0E06EE0AD4}"/>
              </a:ext>
            </a:extLst>
          </p:cNvPr>
          <p:cNvSpPr>
            <a:spLocks noGrp="1"/>
          </p:cNvSpPr>
          <p:nvPr>
            <p:ph type="title" hasCustomPrompt="1"/>
          </p:nvPr>
        </p:nvSpPr>
        <p:spPr>
          <a:xfrm>
            <a:off x="539750" y="540000"/>
            <a:ext cx="12384088" cy="543914"/>
          </a:xfrm>
        </p:spPr>
        <p:txBody>
          <a:bodyPr/>
          <a:lstStyle>
            <a:lvl1pPr>
              <a:defRPr/>
            </a:lvl1pPr>
          </a:lstStyle>
          <a:p>
            <a:r>
              <a:rPr lang="en-GB"/>
              <a:t>Click to edit master title style</a:t>
            </a:r>
          </a:p>
        </p:txBody>
      </p:sp>
      <p:sp>
        <p:nvSpPr>
          <p:cNvPr id="15" name="Text Placeholder 3">
            <a:extLst>
              <a:ext uri="{FF2B5EF4-FFF2-40B4-BE49-F238E27FC236}">
                <a16:creationId xmlns:a16="http://schemas.microsoft.com/office/drawing/2014/main" id="{24D27B93-4C9E-19E6-5AB0-8DEB629122D5}"/>
              </a:ext>
            </a:extLst>
          </p:cNvPr>
          <p:cNvSpPr>
            <a:spLocks noGrp="1"/>
          </p:cNvSpPr>
          <p:nvPr>
            <p:ph type="body" sz="quarter" idx="22" hasCustomPrompt="1"/>
          </p:nvPr>
        </p:nvSpPr>
        <p:spPr>
          <a:xfrm>
            <a:off x="535236" y="267208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2" name="Picture Placeholder 5">
            <a:extLst>
              <a:ext uri="{FF2B5EF4-FFF2-40B4-BE49-F238E27FC236}">
                <a16:creationId xmlns:a16="http://schemas.microsoft.com/office/drawing/2014/main" id="{1E2967BC-A777-DDE1-AF42-C1426199469E}"/>
              </a:ext>
            </a:extLst>
          </p:cNvPr>
          <p:cNvSpPr>
            <a:spLocks noGrp="1"/>
          </p:cNvSpPr>
          <p:nvPr>
            <p:ph type="pic" sz="quarter" idx="11"/>
          </p:nvPr>
        </p:nvSpPr>
        <p:spPr>
          <a:xfrm>
            <a:off x="535237"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5" name="Text Placeholder 3">
            <a:extLst>
              <a:ext uri="{FF2B5EF4-FFF2-40B4-BE49-F238E27FC236}">
                <a16:creationId xmlns:a16="http://schemas.microsoft.com/office/drawing/2014/main" id="{72DA8A2D-744F-28D9-2367-D84B14F723F3}"/>
              </a:ext>
            </a:extLst>
          </p:cNvPr>
          <p:cNvSpPr>
            <a:spLocks noGrp="1"/>
          </p:cNvSpPr>
          <p:nvPr>
            <p:ph type="body" sz="quarter" idx="23" hasCustomPrompt="1"/>
          </p:nvPr>
        </p:nvSpPr>
        <p:spPr>
          <a:xfrm>
            <a:off x="6845614" y="267208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8" name="Picture Placeholder 5">
            <a:extLst>
              <a:ext uri="{FF2B5EF4-FFF2-40B4-BE49-F238E27FC236}">
                <a16:creationId xmlns:a16="http://schemas.microsoft.com/office/drawing/2014/main" id="{FA006BB0-ACA9-FDFC-6461-6408B41AEAE5}"/>
              </a:ext>
            </a:extLst>
          </p:cNvPr>
          <p:cNvSpPr>
            <a:spLocks noGrp="1"/>
          </p:cNvSpPr>
          <p:nvPr>
            <p:ph type="pic" sz="quarter" idx="24"/>
          </p:nvPr>
        </p:nvSpPr>
        <p:spPr>
          <a:xfrm>
            <a:off x="6845615" y="180022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10" name="Text Placeholder 3">
            <a:extLst>
              <a:ext uri="{FF2B5EF4-FFF2-40B4-BE49-F238E27FC236}">
                <a16:creationId xmlns:a16="http://schemas.microsoft.com/office/drawing/2014/main" id="{A085B774-B9B0-4770-F47A-2EAB4102733D}"/>
              </a:ext>
            </a:extLst>
          </p:cNvPr>
          <p:cNvSpPr>
            <a:spLocks noGrp="1"/>
          </p:cNvSpPr>
          <p:nvPr>
            <p:ph type="body" sz="quarter" idx="25" hasCustomPrompt="1"/>
          </p:nvPr>
        </p:nvSpPr>
        <p:spPr>
          <a:xfrm>
            <a:off x="535236" y="523240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11" name="Picture Placeholder 5">
            <a:extLst>
              <a:ext uri="{FF2B5EF4-FFF2-40B4-BE49-F238E27FC236}">
                <a16:creationId xmlns:a16="http://schemas.microsoft.com/office/drawing/2014/main" id="{FB5943DD-7B76-DF26-BE6E-5C112FA896E8}"/>
              </a:ext>
            </a:extLst>
          </p:cNvPr>
          <p:cNvSpPr>
            <a:spLocks noGrp="1"/>
          </p:cNvSpPr>
          <p:nvPr>
            <p:ph type="pic" sz="quarter" idx="26"/>
          </p:nvPr>
        </p:nvSpPr>
        <p:spPr>
          <a:xfrm>
            <a:off x="535237" y="436054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
        <p:nvSpPr>
          <p:cNvPr id="12" name="Text Placeholder 3">
            <a:extLst>
              <a:ext uri="{FF2B5EF4-FFF2-40B4-BE49-F238E27FC236}">
                <a16:creationId xmlns:a16="http://schemas.microsoft.com/office/drawing/2014/main" id="{36A1E702-325A-5140-3BB8-D7D701ECE601}"/>
              </a:ext>
            </a:extLst>
          </p:cNvPr>
          <p:cNvSpPr>
            <a:spLocks noGrp="1"/>
          </p:cNvSpPr>
          <p:nvPr>
            <p:ph type="body" sz="quarter" idx="27" hasCustomPrompt="1"/>
          </p:nvPr>
        </p:nvSpPr>
        <p:spPr>
          <a:xfrm>
            <a:off x="6845614" y="5232402"/>
            <a:ext cx="6086579" cy="1472314"/>
          </a:xfrm>
        </p:spPr>
        <p:txBody>
          <a:bodyPr/>
          <a:lstStyle>
            <a:lvl1pPr>
              <a:spcBef>
                <a:spcPts val="0"/>
              </a:spcBef>
              <a:spcAft>
                <a:spcPts val="0"/>
              </a:spcAft>
              <a:defRPr sz="1400"/>
            </a:lvl1pPr>
            <a:lvl2pPr>
              <a:spcAft>
                <a:spcPts val="600"/>
              </a:spcAft>
              <a:defRPr sz="1200" b="0">
                <a:solidFill>
                  <a:schemeClr val="tx1"/>
                </a:solidFill>
                <a:latin typeface="+mn-lt"/>
              </a:defRPr>
            </a:lvl2pPr>
            <a:lvl3pPr marL="0" indent="0">
              <a:spcAft>
                <a:spcPts val="600"/>
              </a:spcAft>
              <a:buFontTx/>
              <a:buNone/>
              <a:defRPr sz="1100">
                <a:solidFill>
                  <a:schemeClr val="accent6"/>
                </a:solidFill>
              </a:defRPr>
            </a:lvl3pPr>
            <a:lvl4pPr marL="0" indent="0">
              <a:spcAft>
                <a:spcPts val="600"/>
              </a:spcAft>
              <a:buSzPct val="100000"/>
              <a:buFontTx/>
              <a:buNone/>
              <a:defRPr sz="1400"/>
            </a:lvl4pPr>
            <a:lvl5pPr marL="158693" indent="-158693">
              <a:spcAft>
                <a:spcPts val="600"/>
              </a:spcAft>
              <a:buFont typeface="Arial" panose="020B0604020202020204" pitchFamily="34" charset="0"/>
              <a:buChar char="•"/>
              <a:defRPr sz="1400"/>
            </a:lvl5pPr>
          </a:lstStyle>
          <a:p>
            <a:pPr lvl="0"/>
            <a:r>
              <a:rPr lang="en-GB" dirty="0"/>
              <a:t>Name</a:t>
            </a:r>
          </a:p>
          <a:p>
            <a:pPr lvl="1"/>
            <a:r>
              <a:rPr lang="en-GB" dirty="0"/>
              <a:t>Role</a:t>
            </a:r>
          </a:p>
          <a:p>
            <a:pPr lvl="2"/>
            <a:r>
              <a:rPr lang="en-GB" dirty="0"/>
              <a:t>Contact details</a:t>
            </a:r>
          </a:p>
          <a:p>
            <a:pPr lvl="3"/>
            <a:r>
              <a:rPr lang="en-GB" dirty="0"/>
              <a:t>First level</a:t>
            </a:r>
          </a:p>
          <a:p>
            <a:pPr lvl="4"/>
            <a:r>
              <a:rPr lang="en-GB" dirty="0"/>
              <a:t>Second level</a:t>
            </a:r>
          </a:p>
        </p:txBody>
      </p:sp>
      <p:sp>
        <p:nvSpPr>
          <p:cNvPr id="19" name="Picture Placeholder 5">
            <a:extLst>
              <a:ext uri="{FF2B5EF4-FFF2-40B4-BE49-F238E27FC236}">
                <a16:creationId xmlns:a16="http://schemas.microsoft.com/office/drawing/2014/main" id="{2189EB97-CEBC-0E0F-D61F-CCA87D922886}"/>
              </a:ext>
            </a:extLst>
          </p:cNvPr>
          <p:cNvSpPr>
            <a:spLocks noGrp="1"/>
          </p:cNvSpPr>
          <p:nvPr>
            <p:ph type="pic" sz="quarter" idx="28"/>
          </p:nvPr>
        </p:nvSpPr>
        <p:spPr>
          <a:xfrm>
            <a:off x="6845615" y="4360548"/>
            <a:ext cx="756000" cy="756000"/>
          </a:xfrm>
          <a:prstGeom prst="ellipse">
            <a:avLst/>
          </a:prstGeom>
          <a:solidFill>
            <a:schemeClr val="bg1"/>
          </a:solidFill>
          <a:ln w="12700">
            <a:solidFill>
              <a:schemeClr val="bg2"/>
            </a:solidFill>
          </a:ln>
        </p:spPr>
        <p:txBody>
          <a:bodyPr anchor="ctr"/>
          <a:lstStyle>
            <a:lvl1pPr algn="ctr">
              <a:defRPr sz="600">
                <a:solidFill>
                  <a:schemeClr val="tx2"/>
                </a:solidFill>
              </a:defRPr>
            </a:lvl1pPr>
          </a:lstStyle>
          <a:p>
            <a:r>
              <a:rPr lang="en-GB"/>
              <a:t>Click icon to add picture</a:t>
            </a:r>
          </a:p>
        </p:txBody>
      </p:sp>
    </p:spTree>
    <p:extLst>
      <p:ext uri="{BB962C8B-B14F-4D97-AF65-F5344CB8AC3E}">
        <p14:creationId xmlns:p14="http://schemas.microsoft.com/office/powerpoint/2010/main" val="3715328470"/>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t">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C7C9F625-CB07-0F8C-FBC0-5D279F59081A}"/>
              </a:ext>
            </a:extLst>
          </p:cNvPr>
          <p:cNvSpPr>
            <a:spLocks noGrp="1"/>
          </p:cNvSpPr>
          <p:nvPr>
            <p:ph type="subTitle" idx="13" hasCustomPrompt="1"/>
          </p:nvPr>
        </p:nvSpPr>
        <p:spPr>
          <a:xfrm>
            <a:off x="539749" y="286056"/>
            <a:ext cx="12384088" cy="246221"/>
          </a:xfrm>
        </p:spPr>
        <p:txBody>
          <a:bodyPr wrap="square">
            <a:spAutoFit/>
          </a:bodyPr>
          <a:lstStyle>
            <a:lvl1pPr marL="0" indent="0" algn="l">
              <a:buNone/>
              <a:defRPr sz="1600" b="0" i="0">
                <a:solidFill>
                  <a:schemeClr val="tx1"/>
                </a:solidFill>
                <a:latin typeface="TT Hoves Light" panose="02000503020000020004" pitchFamily="50" charset="0"/>
              </a:defRPr>
            </a:lvl1pPr>
            <a:lvl2pPr marL="401027" indent="0" algn="ctr">
              <a:buNone/>
              <a:defRPr sz="1754"/>
            </a:lvl2pPr>
            <a:lvl3pPr marL="802054" indent="0" algn="ctr">
              <a:buNone/>
              <a:defRPr sz="1579"/>
            </a:lvl3pPr>
            <a:lvl4pPr marL="1203080" indent="0" algn="ctr">
              <a:buNone/>
              <a:defRPr sz="1404"/>
            </a:lvl4pPr>
            <a:lvl5pPr marL="1604106" indent="0" algn="ctr">
              <a:buNone/>
              <a:defRPr sz="1404"/>
            </a:lvl5pPr>
            <a:lvl6pPr marL="2005133" indent="0" algn="ctr">
              <a:buNone/>
              <a:defRPr sz="1404"/>
            </a:lvl6pPr>
            <a:lvl7pPr marL="2406160" indent="0" algn="ctr">
              <a:buNone/>
              <a:defRPr sz="1404"/>
            </a:lvl7pPr>
            <a:lvl8pPr marL="2807187" indent="0" algn="ctr">
              <a:buNone/>
              <a:defRPr sz="1404"/>
            </a:lvl8pPr>
            <a:lvl9pPr marL="3208213" indent="0" algn="ctr">
              <a:buNone/>
              <a:defRPr sz="1404"/>
            </a:lvl9pPr>
          </a:lstStyle>
          <a:p>
            <a:r>
              <a:rPr lang="en-GB"/>
              <a:t>Click to add subhead</a:t>
            </a:r>
          </a:p>
        </p:txBody>
      </p:sp>
      <p:sp>
        <p:nvSpPr>
          <p:cNvPr id="6" name="Title 5">
            <a:extLst>
              <a:ext uri="{FF2B5EF4-FFF2-40B4-BE49-F238E27FC236}">
                <a16:creationId xmlns:a16="http://schemas.microsoft.com/office/drawing/2014/main" id="{241B3320-32E9-5E8D-28AA-587A59E35C76}"/>
              </a:ext>
            </a:extLst>
          </p:cNvPr>
          <p:cNvSpPr>
            <a:spLocks noGrp="1"/>
          </p:cNvSpPr>
          <p:nvPr>
            <p:ph type="title"/>
          </p:nvPr>
        </p:nvSpPr>
        <p:spPr>
          <a:xfrm>
            <a:off x="539750" y="540000"/>
            <a:ext cx="12384088" cy="543914"/>
          </a:xfrm>
        </p:spPr>
        <p:txBody>
          <a:bodyPr/>
          <a:lstStyle>
            <a:lvl1pPr>
              <a:defRPr>
                <a:solidFill>
                  <a:schemeClr val="bg2"/>
                </a:solidFill>
              </a:defRPr>
            </a:lvl1pPr>
          </a:lstStyle>
          <a:p>
            <a:r>
              <a:rPr lang="en-GB"/>
              <a:t>Click to edit Master title style</a:t>
            </a:r>
          </a:p>
        </p:txBody>
      </p:sp>
      <p:sp>
        <p:nvSpPr>
          <p:cNvPr id="2" name="Picture Placeholder 41">
            <a:extLst>
              <a:ext uri="{FF2B5EF4-FFF2-40B4-BE49-F238E27FC236}">
                <a16:creationId xmlns:a16="http://schemas.microsoft.com/office/drawing/2014/main" id="{D2F29644-CA5E-94A8-86FE-616DF372C6D5}"/>
              </a:ext>
            </a:extLst>
          </p:cNvPr>
          <p:cNvSpPr>
            <a:spLocks noGrp="1"/>
          </p:cNvSpPr>
          <p:nvPr>
            <p:ph type="pic" sz="quarter" idx="14"/>
          </p:nvPr>
        </p:nvSpPr>
        <p:spPr>
          <a:xfrm>
            <a:off x="6381750" y="2076449"/>
            <a:ext cx="6381750" cy="4705351"/>
          </a:xfrm>
        </p:spPr>
        <p:txBody>
          <a:bodyPr anchor="ctr"/>
          <a:lstStyle>
            <a:lvl1pPr algn="ctr">
              <a:defRPr sz="3600"/>
            </a:lvl1pPr>
          </a:lstStyle>
          <a:p>
            <a:r>
              <a:rPr lang="en-GB"/>
              <a:t>Click icon to add picture</a:t>
            </a:r>
            <a:endParaRPr lang="en-GB" dirty="0"/>
          </a:p>
        </p:txBody>
      </p:sp>
    </p:spTree>
    <p:extLst>
      <p:ext uri="{BB962C8B-B14F-4D97-AF65-F5344CB8AC3E}">
        <p14:creationId xmlns:p14="http://schemas.microsoft.com/office/powerpoint/2010/main" val="25877319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Thank you / Questions">
    <p:bg>
      <p:bgPr>
        <a:solidFill>
          <a:schemeClr val="bg2"/>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13CAF65-B379-374D-A4D7-0FDEC13CB190}"/>
              </a:ext>
            </a:extLst>
          </p:cNvPr>
          <p:cNvSpPr>
            <a:spLocks noGrp="1"/>
          </p:cNvSpPr>
          <p:nvPr>
            <p:ph type="title" hasCustomPrompt="1"/>
          </p:nvPr>
        </p:nvSpPr>
        <p:spPr>
          <a:xfrm>
            <a:off x="539749" y="1640175"/>
            <a:ext cx="8164513" cy="607410"/>
          </a:xfrm>
        </p:spPr>
        <p:txBody>
          <a:bodyPr/>
          <a:lstStyle>
            <a:lvl1pPr>
              <a:defRPr sz="4000">
                <a:solidFill>
                  <a:schemeClr val="bg1"/>
                </a:solidFill>
              </a:defRPr>
            </a:lvl1pPr>
          </a:lstStyle>
          <a:p>
            <a:r>
              <a:rPr lang="en-GB"/>
              <a:t>Click add title</a:t>
            </a:r>
          </a:p>
        </p:txBody>
      </p:sp>
    </p:spTree>
    <p:extLst>
      <p:ext uri="{BB962C8B-B14F-4D97-AF65-F5344CB8AC3E}">
        <p14:creationId xmlns:p14="http://schemas.microsoft.com/office/powerpoint/2010/main" val="14835253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1_Thank you / Questio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13CAF65-B379-374D-A4D7-0FDEC13CB190}"/>
              </a:ext>
            </a:extLst>
          </p:cNvPr>
          <p:cNvSpPr>
            <a:spLocks noGrp="1"/>
          </p:cNvSpPr>
          <p:nvPr>
            <p:ph type="title" hasCustomPrompt="1"/>
          </p:nvPr>
        </p:nvSpPr>
        <p:spPr>
          <a:xfrm>
            <a:off x="539749" y="1640175"/>
            <a:ext cx="8164513" cy="607410"/>
          </a:xfrm>
        </p:spPr>
        <p:txBody>
          <a:bodyPr/>
          <a:lstStyle>
            <a:lvl1pPr>
              <a:defRPr sz="4000">
                <a:solidFill>
                  <a:schemeClr val="tx1"/>
                </a:solidFill>
              </a:defRPr>
            </a:lvl1pPr>
          </a:lstStyle>
          <a:p>
            <a:r>
              <a:rPr lang="en-GB"/>
              <a:t>Click add title</a:t>
            </a:r>
          </a:p>
        </p:txBody>
      </p:sp>
      <p:sp>
        <p:nvSpPr>
          <p:cNvPr id="2" name="TextBox 1">
            <a:extLst>
              <a:ext uri="{FF2B5EF4-FFF2-40B4-BE49-F238E27FC236}">
                <a16:creationId xmlns:a16="http://schemas.microsoft.com/office/drawing/2014/main" id="{2CD33A44-FEAA-7F20-C8DB-DF791222B0EC}"/>
              </a:ext>
            </a:extLst>
          </p:cNvPr>
          <p:cNvSpPr txBox="1"/>
          <p:nvPr userDrawn="1"/>
        </p:nvSpPr>
        <p:spPr>
          <a:xfrm>
            <a:off x="12350562"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bg1"/>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bg1"/>
              </a:solidFill>
              <a:latin typeface="+mj-lt"/>
            </a:endParaRPr>
          </a:p>
        </p:txBody>
      </p:sp>
      <p:grpSp>
        <p:nvGrpSpPr>
          <p:cNvPr id="3" name="Group 2">
            <a:extLst>
              <a:ext uri="{FF2B5EF4-FFF2-40B4-BE49-F238E27FC236}">
                <a16:creationId xmlns:a16="http://schemas.microsoft.com/office/drawing/2014/main" id="{30B19A9C-B9CA-796E-F827-07594B0C925A}"/>
              </a:ext>
            </a:extLst>
          </p:cNvPr>
          <p:cNvGrpSpPr>
            <a:grpSpLocks noChangeAspect="1"/>
          </p:cNvGrpSpPr>
          <p:nvPr userDrawn="1"/>
        </p:nvGrpSpPr>
        <p:grpSpPr>
          <a:xfrm>
            <a:off x="673892" y="7137829"/>
            <a:ext cx="543912" cy="183624"/>
            <a:chOff x="5868144" y="2000579"/>
            <a:chExt cx="1381170" cy="574833"/>
          </a:xfrm>
          <a:solidFill>
            <a:schemeClr val="bg1"/>
          </a:solidFill>
        </p:grpSpPr>
        <p:sp>
          <p:nvSpPr>
            <p:cNvPr id="4" name="Freeform 16">
              <a:extLst>
                <a:ext uri="{FF2B5EF4-FFF2-40B4-BE49-F238E27FC236}">
                  <a16:creationId xmlns:a16="http://schemas.microsoft.com/office/drawing/2014/main" id="{A2B37B80-8AAC-3060-F69B-DF3E344EF531}"/>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6" name="Freeform 17">
              <a:extLst>
                <a:ext uri="{FF2B5EF4-FFF2-40B4-BE49-F238E27FC236}">
                  <a16:creationId xmlns:a16="http://schemas.microsoft.com/office/drawing/2014/main" id="{B318D5FA-DB9E-1D75-62F4-5AA4DB0EBE9C}"/>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7" name="Freeform 18">
              <a:extLst>
                <a:ext uri="{FF2B5EF4-FFF2-40B4-BE49-F238E27FC236}">
                  <a16:creationId xmlns:a16="http://schemas.microsoft.com/office/drawing/2014/main" id="{E5F9EC9F-01BE-FDE9-FA9E-4D526875B10C}"/>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8" name="Freeform 19">
              <a:extLst>
                <a:ext uri="{FF2B5EF4-FFF2-40B4-BE49-F238E27FC236}">
                  <a16:creationId xmlns:a16="http://schemas.microsoft.com/office/drawing/2014/main" id="{2A180E62-DB15-01B0-934F-11BAAB2EB971}"/>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9" name="Freeform 20">
              <a:extLst>
                <a:ext uri="{FF2B5EF4-FFF2-40B4-BE49-F238E27FC236}">
                  <a16:creationId xmlns:a16="http://schemas.microsoft.com/office/drawing/2014/main" id="{F3783A93-5D33-4918-5EAE-F44D2918A98C}"/>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0" name="Freeform 21">
              <a:extLst>
                <a:ext uri="{FF2B5EF4-FFF2-40B4-BE49-F238E27FC236}">
                  <a16:creationId xmlns:a16="http://schemas.microsoft.com/office/drawing/2014/main" id="{E1C4D14F-2A34-8E3D-DB3B-4CDFDBBAAFF7}"/>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sp>
          <p:nvSpPr>
            <p:cNvPr id="12" name="Freeform 22">
              <a:extLst>
                <a:ext uri="{FF2B5EF4-FFF2-40B4-BE49-F238E27FC236}">
                  <a16:creationId xmlns:a16="http://schemas.microsoft.com/office/drawing/2014/main" id="{08BE9166-DCCF-01AC-E778-6AEFD50F9918}"/>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0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chemeClr val="bg1"/>
                </a:solidFill>
                <a:effectLst/>
                <a:uLnTx/>
                <a:uFillTx/>
              </a:endParaRPr>
            </a:p>
          </p:txBody>
        </p:sp>
      </p:grpSp>
      <p:sp>
        <p:nvSpPr>
          <p:cNvPr id="14" name="TextBox 13">
            <a:extLst>
              <a:ext uri="{FF2B5EF4-FFF2-40B4-BE49-F238E27FC236}">
                <a16:creationId xmlns:a16="http://schemas.microsoft.com/office/drawing/2014/main" id="{E7805508-FA4F-9F5E-EBBF-6FDD0240F93D}"/>
              </a:ext>
            </a:extLst>
          </p:cNvPr>
          <p:cNvSpPr txBox="1"/>
          <p:nvPr userDrawn="1"/>
        </p:nvSpPr>
        <p:spPr>
          <a:xfrm>
            <a:off x="8453292"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bg1"/>
                </a:solidFill>
                <a:latin typeface="+mn-lt"/>
              </a:rPr>
              <a:t>All rights reserved. Confidential.</a:t>
            </a:r>
          </a:p>
        </p:txBody>
      </p:sp>
    </p:spTree>
    <p:extLst>
      <p:ext uri="{BB962C8B-B14F-4D97-AF65-F5344CB8AC3E}">
        <p14:creationId xmlns:p14="http://schemas.microsoft.com/office/powerpoint/2010/main" val="27973896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ack Page">
    <p:spTree>
      <p:nvGrpSpPr>
        <p:cNvPr id="1" name=""/>
        <p:cNvGrpSpPr/>
        <p:nvPr/>
      </p:nvGrpSpPr>
      <p:grpSpPr>
        <a:xfrm>
          <a:off x="0" y="0"/>
          <a:ext cx="0" cy="0"/>
          <a:chOff x="0" y="0"/>
          <a:chExt cx="0" cy="0"/>
        </a:xfrm>
      </p:grpSpPr>
      <p:sp>
        <p:nvSpPr>
          <p:cNvPr id="3" name="Rectangle 9">
            <a:extLst>
              <a:ext uri="{FF2B5EF4-FFF2-40B4-BE49-F238E27FC236}">
                <a16:creationId xmlns:a16="http://schemas.microsoft.com/office/drawing/2014/main" id="{0ACABE19-381C-4D09-8FCA-1131859BDDA6}"/>
              </a:ext>
            </a:extLst>
          </p:cNvPr>
          <p:cNvSpPr>
            <a:spLocks noChangeArrowheads="1"/>
          </p:cNvSpPr>
          <p:nvPr/>
        </p:nvSpPr>
        <p:spPr bwMode="auto">
          <a:xfrm>
            <a:off x="549157" y="6022056"/>
            <a:ext cx="8155106" cy="56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defTabSz="855663" fontAlgn="base">
              <a:spcBef>
                <a:spcPct val="0"/>
              </a:spcBef>
              <a:spcAft>
                <a:spcPct val="0"/>
              </a:spcAft>
              <a:defRPr sz="1600">
                <a:solidFill>
                  <a:schemeClr val="tx1"/>
                </a:solidFill>
                <a:latin typeface="Arial" panose="020B0604020202020204" pitchFamily="34" charset="0"/>
              </a:defRPr>
            </a:lvl6pPr>
            <a:lvl7pPr marL="2971800" indent="-228600" defTabSz="855663" fontAlgn="base">
              <a:spcBef>
                <a:spcPct val="0"/>
              </a:spcBef>
              <a:spcAft>
                <a:spcPct val="0"/>
              </a:spcAft>
              <a:defRPr sz="1600">
                <a:solidFill>
                  <a:schemeClr val="tx1"/>
                </a:solidFill>
                <a:latin typeface="Arial" panose="020B0604020202020204" pitchFamily="34" charset="0"/>
              </a:defRPr>
            </a:lvl7pPr>
            <a:lvl8pPr marL="3429000" indent="-228600" defTabSz="855663" fontAlgn="base">
              <a:spcBef>
                <a:spcPct val="0"/>
              </a:spcBef>
              <a:spcAft>
                <a:spcPct val="0"/>
              </a:spcAft>
              <a:defRPr sz="1600">
                <a:solidFill>
                  <a:schemeClr val="tx1"/>
                </a:solidFill>
                <a:latin typeface="Arial" panose="020B0604020202020204" pitchFamily="34" charset="0"/>
              </a:defRPr>
            </a:lvl8pPr>
            <a:lvl9pPr marL="3886200" indent="-228600" defTabSz="855663" fontAlgn="base">
              <a:spcBef>
                <a:spcPct val="0"/>
              </a:spcBef>
              <a:spcAft>
                <a:spcPct val="0"/>
              </a:spcAft>
              <a:defRPr sz="1600">
                <a:solidFill>
                  <a:schemeClr val="tx1"/>
                </a:solidFill>
                <a:latin typeface="Arial" panose="020B0604020202020204" pitchFamily="34" charset="0"/>
              </a:defRPr>
            </a:lvl9pPr>
          </a:lstStyle>
          <a:p>
            <a:pPr eaLnBrk="1" hangingPunct="1">
              <a:spcAft>
                <a:spcPts val="600"/>
              </a:spcAft>
            </a:pPr>
            <a:r>
              <a:rPr lang="en-GB" altLang="en-US" sz="800">
                <a:solidFill>
                  <a:schemeClr val="tx2"/>
                </a:solidFill>
                <a:latin typeface="+mn-lt"/>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eaLnBrk="1" hangingPunct="1">
              <a:spcAft>
                <a:spcPts val="600"/>
              </a:spcAft>
            </a:pPr>
            <a:r>
              <a:rPr lang="en-GB" altLang="en-US" sz="800" err="1">
                <a:solidFill>
                  <a:schemeClr val="tx2"/>
                </a:solidFill>
                <a:latin typeface="+mn-lt"/>
              </a:rPr>
              <a:t>Isio</a:t>
            </a:r>
            <a:r>
              <a:rPr lang="en-GB" altLang="en-US" sz="800">
                <a:solidFill>
                  <a:schemeClr val="tx2"/>
                </a:solidFill>
                <a:latin typeface="+mn-lt"/>
              </a:rPr>
              <a:t> Services Limited is authorised and regulated by the Financial Conduct Authority FRN 922376</a:t>
            </a:r>
          </a:p>
        </p:txBody>
      </p:sp>
      <p:grpSp>
        <p:nvGrpSpPr>
          <p:cNvPr id="5" name="Group 4">
            <a:extLst>
              <a:ext uri="{FF2B5EF4-FFF2-40B4-BE49-F238E27FC236}">
                <a16:creationId xmlns:a16="http://schemas.microsoft.com/office/drawing/2014/main" id="{9B55814A-3FC7-E92E-8978-104C27104DFC}"/>
              </a:ext>
            </a:extLst>
          </p:cNvPr>
          <p:cNvGrpSpPr>
            <a:grpSpLocks noChangeAspect="1"/>
          </p:cNvGrpSpPr>
          <p:nvPr userDrawn="1"/>
        </p:nvGrpSpPr>
        <p:grpSpPr>
          <a:xfrm>
            <a:off x="538163" y="5221070"/>
            <a:ext cx="1195185" cy="508054"/>
            <a:chOff x="5868144" y="2000579"/>
            <a:chExt cx="1381170" cy="574833"/>
          </a:xfrm>
          <a:solidFill>
            <a:schemeClr val="bg2"/>
          </a:solidFill>
        </p:grpSpPr>
        <p:sp>
          <p:nvSpPr>
            <p:cNvPr id="6" name="Freeform 18">
              <a:extLst>
                <a:ext uri="{FF2B5EF4-FFF2-40B4-BE49-F238E27FC236}">
                  <a16:creationId xmlns:a16="http://schemas.microsoft.com/office/drawing/2014/main" id="{A5E181D8-5B1A-ECA3-1ACE-EA740D4BF73A}"/>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7" name="Freeform 19">
              <a:extLst>
                <a:ext uri="{FF2B5EF4-FFF2-40B4-BE49-F238E27FC236}">
                  <a16:creationId xmlns:a16="http://schemas.microsoft.com/office/drawing/2014/main" id="{3B695F51-CCB1-CC71-1D94-D0DF0D443805}"/>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8" name="Freeform 20">
              <a:extLst>
                <a:ext uri="{FF2B5EF4-FFF2-40B4-BE49-F238E27FC236}">
                  <a16:creationId xmlns:a16="http://schemas.microsoft.com/office/drawing/2014/main" id="{CE2B8C21-C8CD-C05B-E2FB-C746429DE811}"/>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9" name="Freeform 21">
              <a:extLst>
                <a:ext uri="{FF2B5EF4-FFF2-40B4-BE49-F238E27FC236}">
                  <a16:creationId xmlns:a16="http://schemas.microsoft.com/office/drawing/2014/main" id="{1CE7FB46-3DE6-314A-666C-259CCED20808}"/>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10" name="Freeform 22">
              <a:extLst>
                <a:ext uri="{FF2B5EF4-FFF2-40B4-BE49-F238E27FC236}">
                  <a16:creationId xmlns:a16="http://schemas.microsoft.com/office/drawing/2014/main" id="{2DF71616-C988-FC3D-E6D4-43DC0E5FC955}"/>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11" name="Freeform 23">
              <a:extLst>
                <a:ext uri="{FF2B5EF4-FFF2-40B4-BE49-F238E27FC236}">
                  <a16:creationId xmlns:a16="http://schemas.microsoft.com/office/drawing/2014/main" id="{47F1A38F-47DC-FB62-27F3-36150B3128E0}"/>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2" name="Freeform 24">
              <a:extLst>
                <a:ext uri="{FF2B5EF4-FFF2-40B4-BE49-F238E27FC236}">
                  <a16:creationId xmlns:a16="http://schemas.microsoft.com/office/drawing/2014/main" id="{687DA508-9DD1-EFF7-46E6-D51864C87A03}"/>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Tree>
    <p:extLst>
      <p:ext uri="{BB962C8B-B14F-4D97-AF65-F5344CB8AC3E}">
        <p14:creationId xmlns:p14="http://schemas.microsoft.com/office/powerpoint/2010/main" val="2161892541"/>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Back Page Green">
    <p:bg>
      <p:bgPr>
        <a:solidFill>
          <a:srgbClr val="00BA8D"/>
        </a:solidFill>
        <a:effectLst/>
      </p:bgPr>
    </p:bg>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E21BF325-A866-139F-055A-99CC555BE7AB}"/>
              </a:ext>
            </a:extLst>
          </p:cNvPr>
          <p:cNvSpPr>
            <a:spLocks noChangeArrowheads="1"/>
          </p:cNvSpPr>
          <p:nvPr userDrawn="1"/>
        </p:nvSpPr>
        <p:spPr bwMode="auto">
          <a:xfrm>
            <a:off x="538163" y="6022056"/>
            <a:ext cx="8166100" cy="56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defTabSz="855663" fontAlgn="base">
              <a:spcBef>
                <a:spcPct val="0"/>
              </a:spcBef>
              <a:spcAft>
                <a:spcPct val="0"/>
              </a:spcAft>
              <a:defRPr sz="1600">
                <a:solidFill>
                  <a:schemeClr val="tx1"/>
                </a:solidFill>
                <a:latin typeface="Arial" panose="020B0604020202020204" pitchFamily="34" charset="0"/>
              </a:defRPr>
            </a:lvl6pPr>
            <a:lvl7pPr marL="2971800" indent="-228600" defTabSz="855663" fontAlgn="base">
              <a:spcBef>
                <a:spcPct val="0"/>
              </a:spcBef>
              <a:spcAft>
                <a:spcPct val="0"/>
              </a:spcAft>
              <a:defRPr sz="1600">
                <a:solidFill>
                  <a:schemeClr val="tx1"/>
                </a:solidFill>
                <a:latin typeface="Arial" panose="020B0604020202020204" pitchFamily="34" charset="0"/>
              </a:defRPr>
            </a:lvl7pPr>
            <a:lvl8pPr marL="3429000" indent="-228600" defTabSz="855663" fontAlgn="base">
              <a:spcBef>
                <a:spcPct val="0"/>
              </a:spcBef>
              <a:spcAft>
                <a:spcPct val="0"/>
              </a:spcAft>
              <a:defRPr sz="1600">
                <a:solidFill>
                  <a:schemeClr val="tx1"/>
                </a:solidFill>
                <a:latin typeface="Arial" panose="020B0604020202020204" pitchFamily="34" charset="0"/>
              </a:defRPr>
            </a:lvl8pPr>
            <a:lvl9pPr marL="3886200" indent="-228600" defTabSz="855663" fontAlgn="base">
              <a:spcBef>
                <a:spcPct val="0"/>
              </a:spcBef>
              <a:spcAft>
                <a:spcPct val="0"/>
              </a:spcAft>
              <a:defRPr sz="1600">
                <a:solidFill>
                  <a:schemeClr val="tx1"/>
                </a:solidFill>
                <a:latin typeface="Arial" panose="020B0604020202020204" pitchFamily="34" charset="0"/>
              </a:defRPr>
            </a:lvl9pPr>
          </a:lstStyle>
          <a:p>
            <a:pPr eaLnBrk="1" hangingPunct="1">
              <a:spcAft>
                <a:spcPts val="600"/>
              </a:spcAft>
            </a:pPr>
            <a:r>
              <a:rPr lang="en-GB" altLang="en-US" sz="800">
                <a:solidFill>
                  <a:schemeClr val="bg1"/>
                </a:solidFill>
                <a:latin typeface="+mn-lt"/>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eaLnBrk="1" hangingPunct="1">
              <a:spcAft>
                <a:spcPts val="600"/>
              </a:spcAft>
            </a:pPr>
            <a:r>
              <a:rPr lang="en-GB" altLang="en-US" sz="800" err="1">
                <a:solidFill>
                  <a:schemeClr val="bg1"/>
                </a:solidFill>
                <a:latin typeface="+mn-lt"/>
              </a:rPr>
              <a:t>Isio</a:t>
            </a:r>
            <a:r>
              <a:rPr lang="en-GB" altLang="en-US" sz="800">
                <a:solidFill>
                  <a:schemeClr val="bg1"/>
                </a:solidFill>
                <a:latin typeface="+mn-lt"/>
              </a:rPr>
              <a:t> Services Limited is authorised and regulated by the Financial Conduct Authority FRN 922376</a:t>
            </a:r>
          </a:p>
        </p:txBody>
      </p:sp>
      <p:grpSp>
        <p:nvGrpSpPr>
          <p:cNvPr id="3" name="Group 2">
            <a:extLst>
              <a:ext uri="{FF2B5EF4-FFF2-40B4-BE49-F238E27FC236}">
                <a16:creationId xmlns:a16="http://schemas.microsoft.com/office/drawing/2014/main" id="{17C5FA80-9E1F-7366-41B9-A0001BDBEB53}"/>
              </a:ext>
            </a:extLst>
          </p:cNvPr>
          <p:cNvGrpSpPr>
            <a:grpSpLocks noChangeAspect="1"/>
          </p:cNvGrpSpPr>
          <p:nvPr userDrawn="1"/>
        </p:nvGrpSpPr>
        <p:grpSpPr>
          <a:xfrm>
            <a:off x="538163" y="5221070"/>
            <a:ext cx="1195185" cy="508054"/>
            <a:chOff x="5868144" y="2000579"/>
            <a:chExt cx="1381170" cy="574833"/>
          </a:xfrm>
          <a:solidFill>
            <a:schemeClr val="bg1"/>
          </a:solidFill>
        </p:grpSpPr>
        <p:sp>
          <p:nvSpPr>
            <p:cNvPr id="4" name="Freeform 18">
              <a:extLst>
                <a:ext uri="{FF2B5EF4-FFF2-40B4-BE49-F238E27FC236}">
                  <a16:creationId xmlns:a16="http://schemas.microsoft.com/office/drawing/2014/main" id="{49917BA7-3B1E-9A1C-0952-CBCDD3695E61}"/>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5" name="Freeform 19">
              <a:extLst>
                <a:ext uri="{FF2B5EF4-FFF2-40B4-BE49-F238E27FC236}">
                  <a16:creationId xmlns:a16="http://schemas.microsoft.com/office/drawing/2014/main" id="{B1D43A02-6F79-37CC-FA25-295F5A55C86C}"/>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endParaRPr lang="en-GB" sz="1710"/>
            </a:p>
          </p:txBody>
        </p:sp>
        <p:sp>
          <p:nvSpPr>
            <p:cNvPr id="6" name="Freeform 20">
              <a:extLst>
                <a:ext uri="{FF2B5EF4-FFF2-40B4-BE49-F238E27FC236}">
                  <a16:creationId xmlns:a16="http://schemas.microsoft.com/office/drawing/2014/main" id="{CA811516-19A6-646C-DD78-31A532E579C0}"/>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7" name="Freeform 21">
              <a:extLst>
                <a:ext uri="{FF2B5EF4-FFF2-40B4-BE49-F238E27FC236}">
                  <a16:creationId xmlns:a16="http://schemas.microsoft.com/office/drawing/2014/main" id="{200E5E13-056A-B4F3-456D-D2F37D6AF523}"/>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endParaRPr lang="en-GB" sz="1710"/>
            </a:p>
          </p:txBody>
        </p:sp>
        <p:sp>
          <p:nvSpPr>
            <p:cNvPr id="8" name="Freeform 22">
              <a:extLst>
                <a:ext uri="{FF2B5EF4-FFF2-40B4-BE49-F238E27FC236}">
                  <a16:creationId xmlns:a16="http://schemas.microsoft.com/office/drawing/2014/main" id="{A0382AB3-3ED6-F176-9D08-0A57BFA8EA2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endParaRPr lang="en-GB" sz="1710"/>
            </a:p>
          </p:txBody>
        </p:sp>
        <p:sp>
          <p:nvSpPr>
            <p:cNvPr id="9" name="Freeform 23">
              <a:extLst>
                <a:ext uri="{FF2B5EF4-FFF2-40B4-BE49-F238E27FC236}">
                  <a16:creationId xmlns:a16="http://schemas.microsoft.com/office/drawing/2014/main" id="{567A94C7-6678-97D9-7F9F-0C6114E141C0}"/>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sp>
          <p:nvSpPr>
            <p:cNvPr id="10" name="Freeform 24">
              <a:extLst>
                <a:ext uri="{FF2B5EF4-FFF2-40B4-BE49-F238E27FC236}">
                  <a16:creationId xmlns:a16="http://schemas.microsoft.com/office/drawing/2014/main" id="{E24C2CD0-4FCC-47F3-BBA9-F00BDB4B4A0C}"/>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endParaRPr lang="en-GB" sz="1710"/>
            </a:p>
          </p:txBody>
        </p:sp>
      </p:grpSp>
    </p:spTree>
    <p:extLst>
      <p:ext uri="{BB962C8B-B14F-4D97-AF65-F5344CB8AC3E}">
        <p14:creationId xmlns:p14="http://schemas.microsoft.com/office/powerpoint/2010/main" val="4232292869"/>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9750" y="540000"/>
            <a:ext cx="12384088" cy="543914"/>
          </a:xfrm>
          <a:prstGeom prst="rect">
            <a:avLst/>
          </a:prstGeom>
        </p:spPr>
        <p:txBody>
          <a:bodyPr vert="horz" wrap="square" lIns="0" tIns="0" rIns="0" bIns="0" rtlCol="0" anchor="t">
            <a:noAutofit/>
          </a:bodyPr>
          <a:lstStyle/>
          <a:p>
            <a:r>
              <a:rPr lang="en-GB"/>
              <a:t>Click to edit Master title style</a:t>
            </a:r>
          </a:p>
        </p:txBody>
      </p:sp>
      <p:sp>
        <p:nvSpPr>
          <p:cNvPr id="3" name="Text Placeholder 2"/>
          <p:cNvSpPr>
            <a:spLocks noGrp="1"/>
          </p:cNvSpPr>
          <p:nvPr>
            <p:ph type="body" idx="1"/>
          </p:nvPr>
        </p:nvSpPr>
        <p:spPr>
          <a:xfrm>
            <a:off x="535236" y="1800225"/>
            <a:ext cx="12388352" cy="522128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TextBox 8">
            <a:extLst>
              <a:ext uri="{FF2B5EF4-FFF2-40B4-BE49-F238E27FC236}">
                <a16:creationId xmlns:a16="http://schemas.microsoft.com/office/drawing/2014/main" id="{B2A6B4BD-1BDF-4C63-81D0-1860693E539C}"/>
              </a:ext>
            </a:extLst>
          </p:cNvPr>
          <p:cNvSpPr txBox="1"/>
          <p:nvPr/>
        </p:nvSpPr>
        <p:spPr>
          <a:xfrm>
            <a:off x="12500314" y="7198866"/>
            <a:ext cx="425226" cy="92333"/>
          </a:xfrm>
          <a:prstGeom prst="rect">
            <a:avLst/>
          </a:prstGeom>
          <a:noFill/>
        </p:spPr>
        <p:txBody>
          <a:bodyPr wrap="square" lIns="0" tIns="0" rIns="0" bIns="0" rtlCol="0" anchor="b" anchorCtr="0">
            <a:spAutoFit/>
          </a:bodyPr>
          <a:lstStyle/>
          <a:p>
            <a:pPr marL="0" marR="0" algn="r">
              <a:spcBef>
                <a:spcPts val="0"/>
              </a:spcBef>
              <a:spcAft>
                <a:spcPts val="0"/>
              </a:spcAft>
              <a:tabLst>
                <a:tab pos="3235919" algn="ctr"/>
                <a:tab pos="6471839" algn="r"/>
                <a:tab pos="3235919" algn="ctr"/>
                <a:tab pos="9832216" algn="r"/>
              </a:tabLst>
            </a:pPr>
            <a:fld id="{11593A94-9C05-433E-9216-498CC28E8E90}" type="slidenum">
              <a:rPr lang="en-GB" sz="600" b="1" i="0" noProof="0" smtClean="0">
                <a:solidFill>
                  <a:schemeClr val="tx2"/>
                </a:solidFill>
                <a:effectLst/>
                <a:latin typeface="+mj-lt"/>
                <a:ea typeface="Arial"/>
                <a:cs typeface="Times New Roman"/>
              </a:rPr>
              <a:pPr marL="0" marR="0" algn="r">
                <a:spcBef>
                  <a:spcPts val="0"/>
                </a:spcBef>
                <a:spcAft>
                  <a:spcPts val="0"/>
                </a:spcAft>
                <a:tabLst>
                  <a:tab pos="3235919" algn="ctr"/>
                  <a:tab pos="6471839" algn="r"/>
                  <a:tab pos="3235919" algn="ctr"/>
                  <a:tab pos="9832216" algn="r"/>
                </a:tabLst>
              </a:pPr>
              <a:t>‹#›</a:t>
            </a:fld>
            <a:endParaRPr lang="en-GB" sz="600" b="1" i="0" noProof="0">
              <a:solidFill>
                <a:schemeClr val="tx2"/>
              </a:solidFill>
              <a:latin typeface="+mj-lt"/>
            </a:endParaRPr>
          </a:p>
        </p:txBody>
      </p:sp>
      <p:sp>
        <p:nvSpPr>
          <p:cNvPr id="46" name="TextBox 45">
            <a:extLst>
              <a:ext uri="{FF2B5EF4-FFF2-40B4-BE49-F238E27FC236}">
                <a16:creationId xmlns:a16="http://schemas.microsoft.com/office/drawing/2014/main" id="{83E7C9F8-1911-FC84-3D32-1EE77A20C242}"/>
              </a:ext>
            </a:extLst>
          </p:cNvPr>
          <p:cNvSpPr txBox="1"/>
          <p:nvPr userDrawn="1"/>
        </p:nvSpPr>
        <p:spPr>
          <a:xfrm>
            <a:off x="-1975237" y="484094"/>
            <a:ext cx="0" cy="0"/>
          </a:xfrm>
          <a:prstGeom prst="rect">
            <a:avLst/>
          </a:prstGeom>
          <a:noFill/>
        </p:spPr>
        <p:txBody>
          <a:bodyPr wrap="none" lIns="0" tIns="0" rIns="0" bIns="0" rtlCol="0">
            <a:noAutofit/>
          </a:bodyPr>
          <a:lstStyle/>
          <a:p>
            <a:pPr marL="0" algn="l">
              <a:spcAft>
                <a:spcPts val="600"/>
              </a:spcAft>
            </a:pPr>
            <a:endParaRPr lang="en-GB" sz="1100">
              <a:latin typeface="TT Hoves Light" panose="02000503020000020004" pitchFamily="50" charset="0"/>
            </a:endParaRPr>
          </a:p>
        </p:txBody>
      </p:sp>
      <p:sp>
        <p:nvSpPr>
          <p:cNvPr id="55" name="TextBox 54">
            <a:extLst>
              <a:ext uri="{FF2B5EF4-FFF2-40B4-BE49-F238E27FC236}">
                <a16:creationId xmlns:a16="http://schemas.microsoft.com/office/drawing/2014/main" id="{232BFD52-B099-4EAF-8A65-3993E000D7EC}"/>
              </a:ext>
            </a:extLst>
          </p:cNvPr>
          <p:cNvSpPr txBox="1"/>
          <p:nvPr userDrawn="1"/>
        </p:nvSpPr>
        <p:spPr>
          <a:xfrm>
            <a:off x="8603044" y="7191171"/>
            <a:ext cx="3971801" cy="92333"/>
          </a:xfrm>
          <a:prstGeom prst="rect">
            <a:avLst/>
          </a:prstGeom>
          <a:noFill/>
        </p:spPr>
        <p:txBody>
          <a:bodyPr wrap="square" lIns="0" tIns="0" rIns="0" bIns="0" rtlCol="0" anchor="b">
            <a:spAutoFit/>
          </a:bodyPr>
          <a:lstStyle/>
          <a:p>
            <a:pPr marL="0" marR="0" lvl="0" indent="0" algn="r" defTabSz="685785" rtl="0" eaLnBrk="1" fontAlgn="auto" latinLnBrk="0" hangingPunct="1">
              <a:lnSpc>
                <a:spcPct val="100000"/>
              </a:lnSpc>
              <a:spcBef>
                <a:spcPts val="0"/>
              </a:spcBef>
              <a:spcAft>
                <a:spcPts val="0"/>
              </a:spcAft>
              <a:buClrTx/>
              <a:buSzTx/>
              <a:buFontTx/>
              <a:buNone/>
              <a:tabLst/>
              <a:defRPr/>
            </a:pPr>
            <a:r>
              <a:rPr lang="en-GB" sz="600">
                <a:solidFill>
                  <a:schemeClr val="tx2"/>
                </a:solidFill>
                <a:latin typeface="+mn-lt"/>
              </a:rPr>
              <a:t>All rights reserved. Confidential.</a:t>
            </a:r>
          </a:p>
        </p:txBody>
      </p:sp>
      <p:grpSp>
        <p:nvGrpSpPr>
          <p:cNvPr id="6" name="Group 5">
            <a:extLst>
              <a:ext uri="{FF2B5EF4-FFF2-40B4-BE49-F238E27FC236}">
                <a16:creationId xmlns:a16="http://schemas.microsoft.com/office/drawing/2014/main" id="{855A12F2-D2D2-4CD7-116C-6407313964BF}"/>
              </a:ext>
            </a:extLst>
          </p:cNvPr>
          <p:cNvGrpSpPr>
            <a:grpSpLocks noChangeAspect="1"/>
          </p:cNvGrpSpPr>
          <p:nvPr userDrawn="1"/>
        </p:nvGrpSpPr>
        <p:grpSpPr>
          <a:xfrm>
            <a:off x="535236" y="7137829"/>
            <a:ext cx="432000" cy="183624"/>
            <a:chOff x="5868144" y="2000579"/>
            <a:chExt cx="1381170" cy="574833"/>
          </a:xfrm>
          <a:solidFill>
            <a:srgbClr val="00BA8D"/>
          </a:solidFill>
        </p:grpSpPr>
        <p:sp>
          <p:nvSpPr>
            <p:cNvPr id="7" name="Freeform 16">
              <a:extLst>
                <a:ext uri="{FF2B5EF4-FFF2-40B4-BE49-F238E27FC236}">
                  <a16:creationId xmlns:a16="http://schemas.microsoft.com/office/drawing/2014/main" id="{E42AD2E4-46D4-4ED6-A3B1-05983D0884EB}"/>
                </a:ext>
              </a:extLst>
            </p:cNvPr>
            <p:cNvSpPr/>
            <p:nvPr/>
          </p:nvSpPr>
          <p:spPr>
            <a:xfrm>
              <a:off x="5880849"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8" name="Freeform 17">
              <a:extLst>
                <a:ext uri="{FF2B5EF4-FFF2-40B4-BE49-F238E27FC236}">
                  <a16:creationId xmlns:a16="http://schemas.microsoft.com/office/drawing/2014/main" id="{1795393D-BB93-058D-5071-59C266597C9A}"/>
                </a:ext>
              </a:extLst>
            </p:cNvPr>
            <p:cNvSpPr/>
            <p:nvPr/>
          </p:nvSpPr>
          <p:spPr>
            <a:xfrm>
              <a:off x="6659754" y="2176315"/>
              <a:ext cx="400309" cy="399097"/>
            </a:xfrm>
            <a:custGeom>
              <a:avLst/>
              <a:gdLst>
                <a:gd name="connsiteX0" fmla="*/ 305873 w 400309"/>
                <a:gd name="connsiteY0" fmla="*/ 199549 h 399097"/>
                <a:gd name="connsiteX1" fmla="*/ 200155 w 400309"/>
                <a:gd name="connsiteY1" fmla="*/ 305753 h 399097"/>
                <a:gd name="connsiteX2" fmla="*/ 94436 w 400309"/>
                <a:gd name="connsiteY2" fmla="*/ 199549 h 399097"/>
                <a:gd name="connsiteX3" fmla="*/ 200155 w 400309"/>
                <a:gd name="connsiteY3" fmla="*/ 93345 h 399097"/>
                <a:gd name="connsiteX4" fmla="*/ 305873 w 400309"/>
                <a:gd name="connsiteY4" fmla="*/ 199549 h 399097"/>
                <a:gd name="connsiteX5" fmla="*/ 200155 w 400309"/>
                <a:gd name="connsiteY5" fmla="*/ 0 h 399097"/>
                <a:gd name="connsiteX6" fmla="*/ 0 w 400309"/>
                <a:gd name="connsiteY6" fmla="*/ 199549 h 399097"/>
                <a:gd name="connsiteX7" fmla="*/ 200155 w 400309"/>
                <a:gd name="connsiteY7" fmla="*/ 399097 h 399097"/>
                <a:gd name="connsiteX8" fmla="*/ 400309 w 400309"/>
                <a:gd name="connsiteY8" fmla="*/ 199549 h 399097"/>
                <a:gd name="connsiteX9" fmla="*/ 200155 w 400309"/>
                <a:gd name="connsiteY9" fmla="*/ 0 h 39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309" h="399097">
                  <a:moveTo>
                    <a:pt x="305873" y="199549"/>
                  </a:moveTo>
                  <a:cubicBezTo>
                    <a:pt x="305873" y="260128"/>
                    <a:pt x="260457" y="305753"/>
                    <a:pt x="200155" y="305753"/>
                  </a:cubicBezTo>
                  <a:cubicBezTo>
                    <a:pt x="139852" y="305753"/>
                    <a:pt x="94436" y="260128"/>
                    <a:pt x="94436" y="199549"/>
                  </a:cubicBezTo>
                  <a:cubicBezTo>
                    <a:pt x="94436" y="138970"/>
                    <a:pt x="139852" y="93345"/>
                    <a:pt x="200155" y="93345"/>
                  </a:cubicBezTo>
                  <a:cubicBezTo>
                    <a:pt x="260457" y="93345"/>
                    <a:pt x="305873" y="138970"/>
                    <a:pt x="305873" y="199549"/>
                  </a:cubicBezTo>
                  <a:moveTo>
                    <a:pt x="200155" y="0"/>
                  </a:moveTo>
                  <a:cubicBezTo>
                    <a:pt x="86092" y="0"/>
                    <a:pt x="0" y="85820"/>
                    <a:pt x="0" y="199549"/>
                  </a:cubicBezTo>
                  <a:cubicBezTo>
                    <a:pt x="0" y="313277"/>
                    <a:pt x="85997" y="399097"/>
                    <a:pt x="200155" y="399097"/>
                  </a:cubicBezTo>
                  <a:cubicBezTo>
                    <a:pt x="314312" y="399097"/>
                    <a:pt x="400309" y="313277"/>
                    <a:pt x="400309" y="199549"/>
                  </a:cubicBezTo>
                  <a:cubicBezTo>
                    <a:pt x="400309" y="85820"/>
                    <a:pt x="314312" y="0"/>
                    <a:pt x="20015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0" name="Freeform 18">
              <a:extLst>
                <a:ext uri="{FF2B5EF4-FFF2-40B4-BE49-F238E27FC236}">
                  <a16:creationId xmlns:a16="http://schemas.microsoft.com/office/drawing/2014/main" id="{751D98BD-B3E5-1CE1-B619-76FFB658896B}"/>
                </a:ext>
              </a:extLst>
            </p:cNvPr>
            <p:cNvSpPr/>
            <p:nvPr/>
          </p:nvSpPr>
          <p:spPr>
            <a:xfrm>
              <a:off x="7126624" y="2447587"/>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1" name="Freeform 19">
              <a:extLst>
                <a:ext uri="{FF2B5EF4-FFF2-40B4-BE49-F238E27FC236}">
                  <a16:creationId xmlns:a16="http://schemas.microsoft.com/office/drawing/2014/main" id="{D12966F3-35FC-C795-D0D9-0BFE1ED3D988}"/>
                </a:ext>
              </a:extLst>
            </p:cNvPr>
            <p:cNvSpPr/>
            <p:nvPr/>
          </p:nvSpPr>
          <p:spPr>
            <a:xfrm>
              <a:off x="6465668" y="2186602"/>
              <a:ext cx="97280" cy="378237"/>
            </a:xfrm>
            <a:custGeom>
              <a:avLst/>
              <a:gdLst>
                <a:gd name="connsiteX0" fmla="*/ 0 w 97280"/>
                <a:gd name="connsiteY0" fmla="*/ 0 h 378237"/>
                <a:gd name="connsiteX1" fmla="*/ 97280 w 97280"/>
                <a:gd name="connsiteY1" fmla="*/ 0 h 378237"/>
                <a:gd name="connsiteX2" fmla="*/ 97280 w 97280"/>
                <a:gd name="connsiteY2" fmla="*/ 378238 h 378237"/>
                <a:gd name="connsiteX3" fmla="*/ 0 w 97280"/>
                <a:gd name="connsiteY3" fmla="*/ 378238 h 378237"/>
              </a:gdLst>
              <a:ahLst/>
              <a:cxnLst>
                <a:cxn ang="0">
                  <a:pos x="connsiteX0" y="connsiteY0"/>
                </a:cxn>
                <a:cxn ang="0">
                  <a:pos x="connsiteX1" y="connsiteY1"/>
                </a:cxn>
                <a:cxn ang="0">
                  <a:pos x="connsiteX2" y="connsiteY2"/>
                </a:cxn>
                <a:cxn ang="0">
                  <a:pos x="connsiteX3" y="connsiteY3"/>
                </a:cxn>
              </a:cxnLst>
              <a:rect l="l" t="t" r="r" b="b"/>
              <a:pathLst>
                <a:path w="97280" h="378237">
                  <a:moveTo>
                    <a:pt x="0" y="0"/>
                  </a:moveTo>
                  <a:lnTo>
                    <a:pt x="97280" y="0"/>
                  </a:lnTo>
                  <a:lnTo>
                    <a:pt x="97280" y="378238"/>
                  </a:lnTo>
                  <a:lnTo>
                    <a:pt x="0" y="378238"/>
                  </a:lnTo>
                  <a:close/>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2" name="Freeform 20">
              <a:extLst>
                <a:ext uri="{FF2B5EF4-FFF2-40B4-BE49-F238E27FC236}">
                  <a16:creationId xmlns:a16="http://schemas.microsoft.com/office/drawing/2014/main" id="{01EF34B8-0CF9-B1C7-C322-FA60E29458CF}"/>
                </a:ext>
              </a:extLst>
            </p:cNvPr>
            <p:cNvSpPr/>
            <p:nvPr/>
          </p:nvSpPr>
          <p:spPr>
            <a:xfrm>
              <a:off x="6060997" y="2179363"/>
              <a:ext cx="302744" cy="395478"/>
            </a:xfrm>
            <a:custGeom>
              <a:avLst/>
              <a:gdLst>
                <a:gd name="connsiteX0" fmla="*/ 180907 w 302744"/>
                <a:gd name="connsiteY0" fmla="*/ 156496 h 395478"/>
                <a:gd name="connsiteX1" fmla="*/ 114252 w 302744"/>
                <a:gd name="connsiteY1" fmla="*/ 111633 h 395478"/>
                <a:gd name="connsiteX2" fmla="*/ 155592 w 302744"/>
                <a:gd name="connsiteY2" fmla="*/ 84391 h 395478"/>
                <a:gd name="connsiteX3" fmla="*/ 237796 w 302744"/>
                <a:gd name="connsiteY3" fmla="*/ 114109 h 395478"/>
                <a:gd name="connsiteX4" fmla="*/ 290039 w 302744"/>
                <a:gd name="connsiteY4" fmla="*/ 43720 h 395478"/>
                <a:gd name="connsiteX5" fmla="*/ 152273 w 302744"/>
                <a:gd name="connsiteY5" fmla="*/ 0 h 395478"/>
                <a:gd name="connsiteX6" fmla="*/ 14222 w 302744"/>
                <a:gd name="connsiteY6" fmla="*/ 110680 h 395478"/>
                <a:gd name="connsiteX7" fmla="*/ 131129 w 302744"/>
                <a:gd name="connsiteY7" fmla="*/ 228600 h 395478"/>
                <a:gd name="connsiteX8" fmla="*/ 200060 w 302744"/>
                <a:gd name="connsiteY8" fmla="*/ 278511 h 395478"/>
                <a:gd name="connsiteX9" fmla="*/ 146774 w 302744"/>
                <a:gd name="connsiteY9" fmla="*/ 307467 h 395478"/>
                <a:gd name="connsiteX10" fmla="*/ 49399 w 302744"/>
                <a:gd name="connsiteY10" fmla="*/ 269939 h 395478"/>
                <a:gd name="connsiteX11" fmla="*/ 0 w 302744"/>
                <a:gd name="connsiteY11" fmla="*/ 341662 h 395478"/>
                <a:gd name="connsiteX12" fmla="*/ 153032 w 302744"/>
                <a:gd name="connsiteY12" fmla="*/ 395478 h 395478"/>
                <a:gd name="connsiteX13" fmla="*/ 302745 w 302744"/>
                <a:gd name="connsiteY13" fmla="*/ 274892 h 395478"/>
                <a:gd name="connsiteX14" fmla="*/ 180907 w 302744"/>
                <a:gd name="connsiteY14" fmla="*/ 156496 h 39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2744" h="395478">
                  <a:moveTo>
                    <a:pt x="180907" y="156496"/>
                  </a:moveTo>
                  <a:cubicBezTo>
                    <a:pt x="145162" y="144875"/>
                    <a:pt x="114252" y="134874"/>
                    <a:pt x="114252" y="111633"/>
                  </a:cubicBezTo>
                  <a:cubicBezTo>
                    <a:pt x="114252" y="94202"/>
                    <a:pt x="130181" y="84487"/>
                    <a:pt x="155592" y="84391"/>
                  </a:cubicBezTo>
                  <a:cubicBezTo>
                    <a:pt x="200249" y="84201"/>
                    <a:pt x="237796" y="114109"/>
                    <a:pt x="237796" y="114109"/>
                  </a:cubicBezTo>
                  <a:lnTo>
                    <a:pt x="290039" y="43720"/>
                  </a:lnTo>
                  <a:cubicBezTo>
                    <a:pt x="249743" y="15335"/>
                    <a:pt x="194845" y="0"/>
                    <a:pt x="152273" y="0"/>
                  </a:cubicBezTo>
                  <a:cubicBezTo>
                    <a:pt x="68456" y="0"/>
                    <a:pt x="14222" y="43434"/>
                    <a:pt x="14222" y="110680"/>
                  </a:cubicBezTo>
                  <a:cubicBezTo>
                    <a:pt x="14222" y="190024"/>
                    <a:pt x="79076" y="211360"/>
                    <a:pt x="131129" y="228600"/>
                  </a:cubicBezTo>
                  <a:cubicBezTo>
                    <a:pt x="167159" y="240506"/>
                    <a:pt x="200060" y="252603"/>
                    <a:pt x="200060" y="278511"/>
                  </a:cubicBezTo>
                  <a:cubicBezTo>
                    <a:pt x="200060" y="299466"/>
                    <a:pt x="181760" y="307848"/>
                    <a:pt x="146774" y="307467"/>
                  </a:cubicBezTo>
                  <a:cubicBezTo>
                    <a:pt x="118614" y="307181"/>
                    <a:pt x="82205" y="292322"/>
                    <a:pt x="49399" y="269939"/>
                  </a:cubicBezTo>
                  <a:lnTo>
                    <a:pt x="0" y="341662"/>
                  </a:lnTo>
                  <a:cubicBezTo>
                    <a:pt x="45511" y="372809"/>
                    <a:pt x="98702" y="395478"/>
                    <a:pt x="153032" y="395478"/>
                  </a:cubicBezTo>
                  <a:cubicBezTo>
                    <a:pt x="242537" y="395478"/>
                    <a:pt x="302745" y="346996"/>
                    <a:pt x="302745" y="274892"/>
                  </a:cubicBezTo>
                  <a:cubicBezTo>
                    <a:pt x="302745" y="196120"/>
                    <a:pt x="235141" y="174117"/>
                    <a:pt x="180907" y="156496"/>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3" name="Freeform 21">
              <a:extLst>
                <a:ext uri="{FF2B5EF4-FFF2-40B4-BE49-F238E27FC236}">
                  <a16:creationId xmlns:a16="http://schemas.microsoft.com/office/drawing/2014/main" id="{83FD3F17-5644-8899-92B8-493930445449}"/>
                </a:ext>
              </a:extLst>
            </p:cNvPr>
            <p:cNvSpPr/>
            <p:nvPr/>
          </p:nvSpPr>
          <p:spPr>
            <a:xfrm>
              <a:off x="6452868"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sp>
          <p:nvSpPr>
            <p:cNvPr id="14" name="Freeform 22">
              <a:extLst>
                <a:ext uri="{FF2B5EF4-FFF2-40B4-BE49-F238E27FC236}">
                  <a16:creationId xmlns:a16="http://schemas.microsoft.com/office/drawing/2014/main" id="{6809BF8C-2A12-EDBE-B3E0-DCAB9968CB1C}"/>
                </a:ext>
              </a:extLst>
            </p:cNvPr>
            <p:cNvSpPr/>
            <p:nvPr/>
          </p:nvSpPr>
          <p:spPr>
            <a:xfrm>
              <a:off x="5868144" y="2000579"/>
              <a:ext cx="122690" cy="123253"/>
            </a:xfrm>
            <a:custGeom>
              <a:avLst/>
              <a:gdLst>
                <a:gd name="connsiteX0" fmla="*/ 61345 w 122690"/>
                <a:gd name="connsiteY0" fmla="*/ 0 h 123253"/>
                <a:gd name="connsiteX1" fmla="*/ 0 w 122690"/>
                <a:gd name="connsiteY1" fmla="*/ 61627 h 123253"/>
                <a:gd name="connsiteX2" fmla="*/ 61345 w 122690"/>
                <a:gd name="connsiteY2" fmla="*/ 123253 h 123253"/>
                <a:gd name="connsiteX3" fmla="*/ 122691 w 122690"/>
                <a:gd name="connsiteY3" fmla="*/ 61627 h 123253"/>
                <a:gd name="connsiteX4" fmla="*/ 61345 w 122690"/>
                <a:gd name="connsiteY4" fmla="*/ 0 h 123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0" h="123253">
                  <a:moveTo>
                    <a:pt x="61345" y="0"/>
                  </a:moveTo>
                  <a:cubicBezTo>
                    <a:pt x="27496" y="0"/>
                    <a:pt x="0" y="27718"/>
                    <a:pt x="0" y="61627"/>
                  </a:cubicBezTo>
                  <a:cubicBezTo>
                    <a:pt x="0" y="95536"/>
                    <a:pt x="27496" y="123253"/>
                    <a:pt x="61345" y="123253"/>
                  </a:cubicBezTo>
                  <a:cubicBezTo>
                    <a:pt x="95194" y="123253"/>
                    <a:pt x="122691" y="95631"/>
                    <a:pt x="122691" y="61627"/>
                  </a:cubicBezTo>
                  <a:cubicBezTo>
                    <a:pt x="122691" y="27623"/>
                    <a:pt x="95194" y="0"/>
                    <a:pt x="61345" y="0"/>
                  </a:cubicBezTo>
                </a:path>
              </a:pathLst>
            </a:custGeom>
            <a:grpFill/>
            <a:ln w="9460" cap="flat">
              <a:noFill/>
              <a:prstDash val="solid"/>
              <a:miter/>
            </a:ln>
          </p:spPr>
          <p:txBody>
            <a:bodyPr rtlCol="0" anchor="ctr"/>
            <a:lstStyle/>
            <a:p>
              <a:pPr marL="0" marR="0" lvl="0" indent="0" defTabSz="876021" eaLnBrk="1" fontAlgn="auto" latinLnBrk="0" hangingPunct="1">
                <a:lnSpc>
                  <a:spcPct val="100000"/>
                </a:lnSpc>
                <a:spcBef>
                  <a:spcPts val="0"/>
                </a:spcBef>
                <a:spcAft>
                  <a:spcPts val="0"/>
                </a:spcAft>
                <a:buClrTx/>
                <a:buSzTx/>
                <a:buFontTx/>
                <a:buNone/>
                <a:tabLst/>
                <a:defRPr/>
              </a:pPr>
              <a:endParaRPr kumimoji="0" lang="en-GB" sz="1710" b="0" i="0" u="none" strike="noStrike" kern="0" cap="none" spc="0" normalizeH="0" baseline="0" noProof="0">
                <a:ln>
                  <a:noFill/>
                </a:ln>
                <a:solidFill>
                  <a:srgbClr val="000000"/>
                </a:solidFill>
                <a:effectLst/>
                <a:uLnTx/>
                <a:uFillTx/>
              </a:endParaRPr>
            </a:p>
          </p:txBody>
        </p:sp>
      </p:grpSp>
    </p:spTree>
    <p:extLst>
      <p:ext uri="{BB962C8B-B14F-4D97-AF65-F5344CB8AC3E}">
        <p14:creationId xmlns:p14="http://schemas.microsoft.com/office/powerpoint/2010/main" val="2424699095"/>
      </p:ext>
    </p:extLst>
  </p:cSld>
  <p:clrMap bg1="lt1" tx1="dk1" bg2="lt2" tx2="dk2" accent1="accent1" accent2="accent2" accent3="accent3" accent4="accent4" accent5="accent5" accent6="accent6" hlink="hlink" folHlink="folHlink"/>
  <p:sldLayoutIdLst>
    <p:sldLayoutId id="2147483804" r:id="rId1"/>
    <p:sldLayoutId id="2147483792" r:id="rId2"/>
    <p:sldLayoutId id="2147483793" r:id="rId3"/>
    <p:sldLayoutId id="2147483796" r:id="rId4"/>
    <p:sldLayoutId id="2147483797" r:id="rId5"/>
    <p:sldLayoutId id="2147483749" r:id="rId6"/>
    <p:sldLayoutId id="2147483790" r:id="rId7"/>
    <p:sldLayoutId id="2147483799" r:id="rId8"/>
    <p:sldLayoutId id="2147483803" r:id="rId9"/>
    <p:sldLayoutId id="2147483808" r:id="rId10"/>
    <p:sldLayoutId id="2147483750" r:id="rId11"/>
    <p:sldLayoutId id="2147483805" r:id="rId12"/>
    <p:sldLayoutId id="2147483754" r:id="rId13"/>
    <p:sldLayoutId id="2147483770" r:id="rId14"/>
    <p:sldLayoutId id="2147483771" r:id="rId15"/>
    <p:sldLayoutId id="2147483772" r:id="rId16"/>
    <p:sldLayoutId id="2147483762" r:id="rId17"/>
    <p:sldLayoutId id="2147483782" r:id="rId18"/>
    <p:sldLayoutId id="2147483783" r:id="rId19"/>
    <p:sldLayoutId id="2147483784" r:id="rId20"/>
    <p:sldLayoutId id="2147483809" r:id="rId21"/>
    <p:sldLayoutId id="2147483807" r:id="rId22"/>
    <p:sldLayoutId id="2147483768" r:id="rId23"/>
    <p:sldLayoutId id="2147483806" r:id="rId24"/>
    <p:sldLayoutId id="2147483780" r:id="rId25"/>
    <p:sldLayoutId id="2147483781" r:id="rId26"/>
  </p:sldLayoutIdLst>
  <p:hf hdr="0" dt="0"/>
  <p:txStyles>
    <p:titleStyle>
      <a:lvl1pPr algn="l" defTabSz="802054" rtl="0" eaLnBrk="1" latinLnBrk="0" hangingPunct="1">
        <a:lnSpc>
          <a:spcPct val="100000"/>
        </a:lnSpc>
        <a:spcBef>
          <a:spcPct val="0"/>
        </a:spcBef>
        <a:buNone/>
        <a:defRPr sz="3400" b="1" i="0" kern="1200" spc="-13" baseline="0">
          <a:solidFill>
            <a:schemeClr val="bg2"/>
          </a:solidFill>
          <a:latin typeface="+mj-lt"/>
          <a:ea typeface="+mj-ea"/>
          <a:cs typeface="+mj-cs"/>
        </a:defRPr>
      </a:lvl1pPr>
    </p:titleStyle>
    <p:bodyStyle>
      <a:lvl1pPr marL="0" indent="0" algn="l" defTabSz="802054" rtl="0" eaLnBrk="1" latinLnBrk="0" hangingPunct="1">
        <a:lnSpc>
          <a:spcPct val="100000"/>
        </a:lnSpc>
        <a:spcBef>
          <a:spcPts val="600"/>
        </a:spcBef>
        <a:spcAft>
          <a:spcPts val="600"/>
        </a:spcAft>
        <a:buFont typeface="Arial" panose="020B0604020202020204" pitchFamily="34" charset="0"/>
        <a:buNone/>
        <a:tabLst/>
        <a:defRPr sz="1600" b="1" i="0" kern="1200">
          <a:solidFill>
            <a:schemeClr val="bg2"/>
          </a:solidFill>
          <a:latin typeface="+mj-lt"/>
          <a:ea typeface="+mn-ea"/>
          <a:cs typeface="+mn-cs"/>
        </a:defRPr>
      </a:lvl1pPr>
      <a:lvl2pPr marL="0" indent="0" algn="l" defTabSz="802054" rtl="0" eaLnBrk="1" latinLnBrk="0" hangingPunct="1">
        <a:lnSpc>
          <a:spcPct val="100000"/>
        </a:lnSpc>
        <a:spcBef>
          <a:spcPts val="0"/>
        </a:spcBef>
        <a:spcAft>
          <a:spcPts val="600"/>
        </a:spcAft>
        <a:buFont typeface="Arial" panose="020B0604020202020204" pitchFamily="34" charset="0"/>
        <a:buNone/>
        <a:tabLst/>
        <a:defRPr sz="1400" b="1" i="0" kern="1200">
          <a:solidFill>
            <a:schemeClr val="tx1"/>
          </a:solidFill>
          <a:latin typeface="+mj-lt"/>
          <a:ea typeface="+mn-ea"/>
          <a:cs typeface="+mn-cs"/>
        </a:defRPr>
      </a:lvl2pPr>
      <a:lvl3pPr marL="0" indent="0" algn="l" defTabSz="802054" rtl="0" eaLnBrk="1" latinLnBrk="0" hangingPunct="1">
        <a:lnSpc>
          <a:spcPct val="100000"/>
        </a:lnSpc>
        <a:spcBef>
          <a:spcPts val="0"/>
        </a:spcBef>
        <a:spcAft>
          <a:spcPts val="600"/>
        </a:spcAft>
        <a:buClrTx/>
        <a:buFont typeface="Arial" panose="020B0604020202020204" pitchFamily="34" charset="0"/>
        <a:buNone/>
        <a:tabLst/>
        <a:defRPr sz="1400" b="0" i="0" kern="1200">
          <a:solidFill>
            <a:schemeClr val="tx1"/>
          </a:solidFill>
          <a:latin typeface="+mn-lt"/>
          <a:ea typeface="+mn-ea"/>
          <a:cs typeface="+mn-cs"/>
        </a:defRPr>
      </a:lvl3pPr>
      <a:lvl4pPr marL="179996" indent="-171446" algn="l" defTabSz="802054" rtl="0" eaLnBrk="1" latinLnBrk="0" hangingPunct="1">
        <a:lnSpc>
          <a:spcPct val="100000"/>
        </a:lnSpc>
        <a:spcBef>
          <a:spcPts val="0"/>
        </a:spcBef>
        <a:spcAft>
          <a:spcPts val="600"/>
        </a:spcAft>
        <a:buClrTx/>
        <a:buSzPct val="100000"/>
        <a:buFont typeface="Arial" panose="020B0604020202020204" pitchFamily="34" charset="0"/>
        <a:buChar char="•"/>
        <a:tabLst/>
        <a:defRPr sz="1400" b="0" i="0" kern="1200">
          <a:solidFill>
            <a:schemeClr val="tx1"/>
          </a:solidFill>
          <a:latin typeface="+mn-lt"/>
          <a:ea typeface="+mn-ea"/>
          <a:cs typeface="+mn-cs"/>
        </a:defRPr>
      </a:lvl4pPr>
      <a:lvl5pPr marL="359992"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5pPr>
      <a:lvl6pPr marL="539988" indent="-179996" algn="l" defTabSz="802054" rtl="0" eaLnBrk="1" latinLnBrk="0" hangingPunct="1">
        <a:lnSpc>
          <a:spcPct val="100000"/>
        </a:lnSpc>
        <a:spcBef>
          <a:spcPts val="0"/>
        </a:spcBef>
        <a:spcAft>
          <a:spcPts val="600"/>
        </a:spcAft>
        <a:buClrTx/>
        <a:buFont typeface="Arial" panose="020B0604020202020204" pitchFamily="34" charset="0"/>
        <a:buChar char="•"/>
        <a:tabLst/>
        <a:defRPr sz="1400" b="0" i="0" kern="1200">
          <a:solidFill>
            <a:schemeClr val="tx1"/>
          </a:solidFill>
          <a:latin typeface="+mn-lt"/>
          <a:ea typeface="+mn-ea"/>
          <a:cs typeface="+mn-cs"/>
        </a:defRPr>
      </a:lvl6pPr>
      <a:lvl7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7pPr>
      <a:lvl8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8pPr>
      <a:lvl9pPr marL="0" indent="0" algn="l" defTabSz="802054" rtl="0" eaLnBrk="1" latinLnBrk="0" hangingPunct="1">
        <a:lnSpc>
          <a:spcPct val="117000"/>
        </a:lnSpc>
        <a:spcBef>
          <a:spcPts val="0"/>
        </a:spcBef>
        <a:buFont typeface="Arial" panose="020B0604020202020204" pitchFamily="34" charset="0"/>
        <a:buNone/>
        <a:tabLst/>
        <a:defRPr sz="877" b="0" i="0" kern="1200">
          <a:solidFill>
            <a:schemeClr val="tx1"/>
          </a:solidFill>
          <a:latin typeface="Helvetica Now Text" panose="020B0504030202020204" pitchFamily="34" charset="77"/>
          <a:ea typeface="+mn-ea"/>
          <a:cs typeface="+mn-cs"/>
        </a:defRPr>
      </a:lvl9pPr>
    </p:bodyStyle>
    <p:otherStyle>
      <a:defPPr>
        <a:defRPr lang="en-US"/>
      </a:defPPr>
      <a:lvl1pPr marL="0" algn="l" defTabSz="802054" rtl="0" eaLnBrk="1" latinLnBrk="0" hangingPunct="1">
        <a:defRPr sz="1579" kern="1200">
          <a:solidFill>
            <a:schemeClr val="tx1"/>
          </a:solidFill>
          <a:latin typeface="+mn-lt"/>
          <a:ea typeface="+mn-ea"/>
          <a:cs typeface="+mn-cs"/>
        </a:defRPr>
      </a:lvl1pPr>
      <a:lvl2pPr marL="401027" algn="l" defTabSz="802054" rtl="0" eaLnBrk="1" latinLnBrk="0" hangingPunct="1">
        <a:defRPr sz="1579" kern="1200">
          <a:solidFill>
            <a:schemeClr val="tx1"/>
          </a:solidFill>
          <a:latin typeface="+mn-lt"/>
          <a:ea typeface="+mn-ea"/>
          <a:cs typeface="+mn-cs"/>
        </a:defRPr>
      </a:lvl2pPr>
      <a:lvl3pPr marL="802054" algn="l" defTabSz="802054" rtl="0" eaLnBrk="1" latinLnBrk="0" hangingPunct="1">
        <a:defRPr sz="1579" kern="1200">
          <a:solidFill>
            <a:schemeClr val="tx1"/>
          </a:solidFill>
          <a:latin typeface="+mn-lt"/>
          <a:ea typeface="+mn-ea"/>
          <a:cs typeface="+mn-cs"/>
        </a:defRPr>
      </a:lvl3pPr>
      <a:lvl4pPr marL="1203080" algn="l" defTabSz="802054" rtl="0" eaLnBrk="1" latinLnBrk="0" hangingPunct="1">
        <a:defRPr sz="1579" kern="1200">
          <a:solidFill>
            <a:schemeClr val="tx1"/>
          </a:solidFill>
          <a:latin typeface="+mn-lt"/>
          <a:ea typeface="+mn-ea"/>
          <a:cs typeface="+mn-cs"/>
        </a:defRPr>
      </a:lvl4pPr>
      <a:lvl5pPr marL="1604106" algn="l" defTabSz="802054" rtl="0" eaLnBrk="1" latinLnBrk="0" hangingPunct="1">
        <a:defRPr sz="1579" kern="1200">
          <a:solidFill>
            <a:schemeClr val="tx1"/>
          </a:solidFill>
          <a:latin typeface="+mn-lt"/>
          <a:ea typeface="+mn-ea"/>
          <a:cs typeface="+mn-cs"/>
        </a:defRPr>
      </a:lvl5pPr>
      <a:lvl6pPr marL="2005133" algn="l" defTabSz="802054" rtl="0" eaLnBrk="1" latinLnBrk="0" hangingPunct="1">
        <a:defRPr sz="1579" kern="1200">
          <a:solidFill>
            <a:schemeClr val="tx1"/>
          </a:solidFill>
          <a:latin typeface="+mn-lt"/>
          <a:ea typeface="+mn-ea"/>
          <a:cs typeface="+mn-cs"/>
        </a:defRPr>
      </a:lvl6pPr>
      <a:lvl7pPr marL="2406160" algn="l" defTabSz="802054" rtl="0" eaLnBrk="1" latinLnBrk="0" hangingPunct="1">
        <a:defRPr sz="1579" kern="1200">
          <a:solidFill>
            <a:schemeClr val="tx1"/>
          </a:solidFill>
          <a:latin typeface="+mn-lt"/>
          <a:ea typeface="+mn-ea"/>
          <a:cs typeface="+mn-cs"/>
        </a:defRPr>
      </a:lvl7pPr>
      <a:lvl8pPr marL="2807187" algn="l" defTabSz="802054" rtl="0" eaLnBrk="1" latinLnBrk="0" hangingPunct="1">
        <a:defRPr sz="1579" kern="1200">
          <a:solidFill>
            <a:schemeClr val="tx1"/>
          </a:solidFill>
          <a:latin typeface="+mn-lt"/>
          <a:ea typeface="+mn-ea"/>
          <a:cs typeface="+mn-cs"/>
        </a:defRPr>
      </a:lvl8pPr>
      <a:lvl9pPr marL="3208213" algn="l" defTabSz="802054" rtl="0" eaLnBrk="1" latinLnBrk="0" hangingPunct="1">
        <a:defRPr sz="1579" kern="1200">
          <a:solidFill>
            <a:schemeClr val="tx1"/>
          </a:solidFill>
          <a:latin typeface="+mn-lt"/>
          <a:ea typeface="+mn-ea"/>
          <a:cs typeface="+mn-cs"/>
        </a:defRPr>
      </a:lvl9pPr>
    </p:otherStyle>
  </p:txStyles>
  <p:extLst>
    <p:ext uri="{27BBF7A9-308A-43DC-89C8-2F10F3537804}">
      <p15:sldGuideLst xmlns:p15="http://schemas.microsoft.com/office/powerpoint/2012/main">
        <p15:guide id="104" pos="340" userDrawn="1">
          <p15:clr>
            <a:srgbClr val="F26B43"/>
          </p15:clr>
        </p15:guide>
        <p15:guide id="119" pos="4154" userDrawn="1">
          <p15:clr>
            <a:srgbClr val="F26B43"/>
          </p15:clr>
        </p15:guide>
        <p15:guide id="120" pos="4323" userDrawn="1">
          <p15:clr>
            <a:srgbClr val="F26B43"/>
          </p15:clr>
        </p15:guide>
        <p15:guide id="134" pos="8141" userDrawn="1">
          <p15:clr>
            <a:srgbClr val="F26B43"/>
          </p15:clr>
        </p15:guide>
        <p15:guide id="135" orient="horz" pos="340" userDrawn="1">
          <p15:clr>
            <a:srgbClr val="F26B43"/>
          </p15:clr>
        </p15:guide>
        <p15:guide id="137" orient="horz" pos="1134" userDrawn="1">
          <p15:clr>
            <a:srgbClr val="F26B43"/>
          </p15:clr>
        </p15:guide>
        <p15:guide id="139" orient="horz" pos="4423" userDrawn="1">
          <p15:clr>
            <a:srgbClr val="F26B43"/>
          </p15:clr>
        </p15:guide>
        <p15:guide id="140" orient="horz" pos="681" userDrawn="1">
          <p15:clr>
            <a:srgbClr val="F26B43"/>
          </p15:clr>
        </p15:guide>
        <p15:guide id="141" pos="2994" userDrawn="1">
          <p15:clr>
            <a:srgbClr val="F26B43"/>
          </p15:clr>
        </p15:guide>
        <p15:guide id="142" pos="2825" userDrawn="1">
          <p15:clr>
            <a:srgbClr val="F26B43"/>
          </p15:clr>
        </p15:guide>
        <p15:guide id="143" pos="5483" userDrawn="1">
          <p15:clr>
            <a:srgbClr val="F26B43"/>
          </p15:clr>
        </p15:guide>
        <p15:guide id="144" pos="565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29.svg"/></Relationships>
</file>

<file path=ppt/slides/_rels/slide14.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49726-19A1-EEB1-6F47-878D2C61689E}"/>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120E394B-EB74-4F87-FFC1-85DB7C43247E}"/>
              </a:ext>
            </a:extLst>
          </p:cNvPr>
          <p:cNvGrpSpPr/>
          <p:nvPr/>
        </p:nvGrpSpPr>
        <p:grpSpPr>
          <a:xfrm>
            <a:off x="6363494" y="3412331"/>
            <a:ext cx="736600" cy="736600"/>
            <a:chOff x="1414263" y="1681927"/>
            <a:chExt cx="736600" cy="736600"/>
          </a:xfrm>
        </p:grpSpPr>
        <p:sp>
          <p:nvSpPr>
            <p:cNvPr id="3" name="Oval 2">
              <a:extLst>
                <a:ext uri="{FF2B5EF4-FFF2-40B4-BE49-F238E27FC236}">
                  <a16:creationId xmlns:a16="http://schemas.microsoft.com/office/drawing/2014/main" id="{4D7DBAD5-431B-961E-75DA-726A2FE74E53}"/>
                </a:ext>
              </a:extLst>
            </p:cNvPr>
            <p:cNvSpPr/>
            <p:nvPr/>
          </p:nvSpPr>
          <p:spPr>
            <a:xfrm>
              <a:off x="1414263"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6" name="Graphic 5">
              <a:extLst>
                <a:ext uri="{FF2B5EF4-FFF2-40B4-BE49-F238E27FC236}">
                  <a16:creationId xmlns:a16="http://schemas.microsoft.com/office/drawing/2014/main" id="{9B90123E-3B8C-45EA-4B90-98CC0FA3B46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69460" y="1826751"/>
              <a:ext cx="426207" cy="446953"/>
            </a:xfrm>
            <a:prstGeom prst="rect">
              <a:avLst/>
            </a:prstGeom>
          </p:spPr>
        </p:pic>
      </p:grpSp>
    </p:spTree>
    <p:extLst>
      <p:ext uri="{BB962C8B-B14F-4D97-AF65-F5344CB8AC3E}">
        <p14:creationId xmlns:p14="http://schemas.microsoft.com/office/powerpoint/2010/main" val="1396948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6460936-65A6-B799-8F35-9FA3D595DB4B}"/>
              </a:ext>
            </a:extLst>
          </p:cNvPr>
          <p:cNvGrpSpPr/>
          <p:nvPr/>
        </p:nvGrpSpPr>
        <p:grpSpPr>
          <a:xfrm>
            <a:off x="6363494" y="3412331"/>
            <a:ext cx="736600" cy="736600"/>
            <a:chOff x="551332" y="1681927"/>
            <a:chExt cx="736600" cy="736600"/>
          </a:xfrm>
        </p:grpSpPr>
        <p:sp>
          <p:nvSpPr>
            <p:cNvPr id="9" name="Oval 8">
              <a:extLst>
                <a:ext uri="{FF2B5EF4-FFF2-40B4-BE49-F238E27FC236}">
                  <a16:creationId xmlns:a16="http://schemas.microsoft.com/office/drawing/2014/main" id="{2681B8E5-7343-F9D1-8F02-B616A7495406}"/>
                </a:ext>
              </a:extLst>
            </p:cNvPr>
            <p:cNvSpPr/>
            <p:nvPr/>
          </p:nvSpPr>
          <p:spPr>
            <a:xfrm>
              <a:off x="551332"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0" name="Graphic 9">
              <a:extLst>
                <a:ext uri="{FF2B5EF4-FFF2-40B4-BE49-F238E27FC236}">
                  <a16:creationId xmlns:a16="http://schemas.microsoft.com/office/drawing/2014/main" id="{68AB75ED-9E68-8A25-6164-156122FDBBB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9750" y="1790371"/>
              <a:ext cx="519764" cy="519712"/>
            </a:xfrm>
            <a:prstGeom prst="rect">
              <a:avLst/>
            </a:prstGeom>
          </p:spPr>
        </p:pic>
      </p:grpSp>
    </p:spTree>
    <p:extLst>
      <p:ext uri="{BB962C8B-B14F-4D97-AF65-F5344CB8AC3E}">
        <p14:creationId xmlns:p14="http://schemas.microsoft.com/office/powerpoint/2010/main" val="2344410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93A76-4EA5-17F8-A60C-7C71E35C7A48}"/>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B4D46FFB-9785-8485-02D1-03334F1CF22C}"/>
              </a:ext>
            </a:extLst>
          </p:cNvPr>
          <p:cNvGrpSpPr/>
          <p:nvPr/>
        </p:nvGrpSpPr>
        <p:grpSpPr>
          <a:xfrm>
            <a:off x="6363494" y="3412331"/>
            <a:ext cx="736600" cy="736600"/>
            <a:chOff x="2277194" y="1681927"/>
            <a:chExt cx="736600" cy="736600"/>
          </a:xfrm>
        </p:grpSpPr>
        <p:sp>
          <p:nvSpPr>
            <p:cNvPr id="12" name="Oval 11">
              <a:extLst>
                <a:ext uri="{FF2B5EF4-FFF2-40B4-BE49-F238E27FC236}">
                  <a16:creationId xmlns:a16="http://schemas.microsoft.com/office/drawing/2014/main" id="{35CCA145-3FF3-0B18-DAEA-576BC1FA6D91}"/>
                </a:ext>
              </a:extLst>
            </p:cNvPr>
            <p:cNvSpPr/>
            <p:nvPr/>
          </p:nvSpPr>
          <p:spPr>
            <a:xfrm>
              <a:off x="2277194"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3" name="Graphic 12">
              <a:extLst>
                <a:ext uri="{FF2B5EF4-FFF2-40B4-BE49-F238E27FC236}">
                  <a16:creationId xmlns:a16="http://schemas.microsoft.com/office/drawing/2014/main" id="{16092422-3767-6165-4559-D750C88C54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49228" y="1847539"/>
              <a:ext cx="592532" cy="405376"/>
            </a:xfrm>
            <a:prstGeom prst="rect">
              <a:avLst/>
            </a:prstGeom>
          </p:spPr>
        </p:pic>
      </p:grpSp>
    </p:spTree>
    <p:extLst>
      <p:ext uri="{BB962C8B-B14F-4D97-AF65-F5344CB8AC3E}">
        <p14:creationId xmlns:p14="http://schemas.microsoft.com/office/powerpoint/2010/main" val="37338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3D4B5-5941-E9B2-D2F9-45B43E02830A}"/>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614432ED-B3E5-A4C2-B6FC-B4210D28BF75}"/>
              </a:ext>
            </a:extLst>
          </p:cNvPr>
          <p:cNvGrpSpPr/>
          <p:nvPr/>
        </p:nvGrpSpPr>
        <p:grpSpPr>
          <a:xfrm>
            <a:off x="6363494" y="3412331"/>
            <a:ext cx="736600" cy="736600"/>
            <a:chOff x="4003056" y="1681927"/>
            <a:chExt cx="736600" cy="736600"/>
          </a:xfrm>
        </p:grpSpPr>
        <p:sp>
          <p:nvSpPr>
            <p:cNvPr id="15" name="Oval 14">
              <a:extLst>
                <a:ext uri="{FF2B5EF4-FFF2-40B4-BE49-F238E27FC236}">
                  <a16:creationId xmlns:a16="http://schemas.microsoft.com/office/drawing/2014/main" id="{70C1F153-4568-755E-B4F6-FF0B497AEFF1}"/>
                </a:ext>
              </a:extLst>
            </p:cNvPr>
            <p:cNvSpPr/>
            <p:nvPr/>
          </p:nvSpPr>
          <p:spPr>
            <a:xfrm>
              <a:off x="4003056"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6" name="Graphic 15">
              <a:extLst>
                <a:ext uri="{FF2B5EF4-FFF2-40B4-BE49-F238E27FC236}">
                  <a16:creationId xmlns:a16="http://schemas.microsoft.com/office/drawing/2014/main" id="{699B4E26-53B7-E12E-3886-5CF3D0DDE2D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47857" y="1863130"/>
              <a:ext cx="446998" cy="374194"/>
            </a:xfrm>
            <a:prstGeom prst="rect">
              <a:avLst/>
            </a:prstGeom>
          </p:spPr>
        </p:pic>
      </p:grpSp>
    </p:spTree>
    <p:extLst>
      <p:ext uri="{BB962C8B-B14F-4D97-AF65-F5344CB8AC3E}">
        <p14:creationId xmlns:p14="http://schemas.microsoft.com/office/powerpoint/2010/main" val="2469201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AF6BA-4CA1-E26C-C480-983288D40299}"/>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id="{D4C01116-1FD7-504D-D31B-9BB022BEC76A}"/>
              </a:ext>
            </a:extLst>
          </p:cNvPr>
          <p:cNvGrpSpPr/>
          <p:nvPr/>
        </p:nvGrpSpPr>
        <p:grpSpPr>
          <a:xfrm>
            <a:off x="6363494" y="3412331"/>
            <a:ext cx="736600" cy="736600"/>
            <a:chOff x="3140125" y="1681927"/>
            <a:chExt cx="736600" cy="736600"/>
          </a:xfrm>
        </p:grpSpPr>
        <p:sp>
          <p:nvSpPr>
            <p:cNvPr id="18" name="Oval 17">
              <a:extLst>
                <a:ext uri="{FF2B5EF4-FFF2-40B4-BE49-F238E27FC236}">
                  <a16:creationId xmlns:a16="http://schemas.microsoft.com/office/drawing/2014/main" id="{275764D7-90AC-BAF0-9135-0D1CDA038854}"/>
                </a:ext>
              </a:extLst>
            </p:cNvPr>
            <p:cNvSpPr/>
            <p:nvPr/>
          </p:nvSpPr>
          <p:spPr>
            <a:xfrm>
              <a:off x="3140125"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19" name="Graphic 18">
              <a:extLst>
                <a:ext uri="{FF2B5EF4-FFF2-40B4-BE49-F238E27FC236}">
                  <a16:creationId xmlns:a16="http://schemas.microsoft.com/office/drawing/2014/main" id="{21BA088B-540E-48AA-9F34-D191FE563B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12159" y="1838861"/>
              <a:ext cx="592532" cy="405376"/>
            </a:xfrm>
            <a:prstGeom prst="rect">
              <a:avLst/>
            </a:prstGeom>
          </p:spPr>
        </p:pic>
      </p:grpSp>
    </p:spTree>
    <p:extLst>
      <p:ext uri="{BB962C8B-B14F-4D97-AF65-F5344CB8AC3E}">
        <p14:creationId xmlns:p14="http://schemas.microsoft.com/office/powerpoint/2010/main" val="1293755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E8AB7-CF03-A7A7-C9DC-85BD0D8223E1}"/>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B953247E-681F-0BEF-E353-B76770015B80}"/>
              </a:ext>
            </a:extLst>
          </p:cNvPr>
          <p:cNvGrpSpPr/>
          <p:nvPr/>
        </p:nvGrpSpPr>
        <p:grpSpPr>
          <a:xfrm>
            <a:off x="6363494" y="3412331"/>
            <a:ext cx="736600" cy="736600"/>
            <a:chOff x="4865987" y="1681927"/>
            <a:chExt cx="736600" cy="736600"/>
          </a:xfrm>
        </p:grpSpPr>
        <p:sp>
          <p:nvSpPr>
            <p:cNvPr id="21" name="Oval 20">
              <a:extLst>
                <a:ext uri="{FF2B5EF4-FFF2-40B4-BE49-F238E27FC236}">
                  <a16:creationId xmlns:a16="http://schemas.microsoft.com/office/drawing/2014/main" id="{46A9F599-688D-C2B9-12CC-5BDB85B9A7FD}"/>
                </a:ext>
              </a:extLst>
            </p:cNvPr>
            <p:cNvSpPr/>
            <p:nvPr/>
          </p:nvSpPr>
          <p:spPr>
            <a:xfrm>
              <a:off x="486598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2" name="Graphic 21">
              <a:extLst>
                <a:ext uri="{FF2B5EF4-FFF2-40B4-BE49-F238E27FC236}">
                  <a16:creationId xmlns:a16="http://schemas.microsoft.com/office/drawing/2014/main" id="{CD767CAB-FCFF-193C-1DD9-C2A8069CDA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7171" y="1800765"/>
              <a:ext cx="374232" cy="498925"/>
            </a:xfrm>
            <a:prstGeom prst="rect">
              <a:avLst/>
            </a:prstGeom>
          </p:spPr>
        </p:pic>
      </p:grpSp>
    </p:spTree>
    <p:extLst>
      <p:ext uri="{BB962C8B-B14F-4D97-AF65-F5344CB8AC3E}">
        <p14:creationId xmlns:p14="http://schemas.microsoft.com/office/powerpoint/2010/main" val="3066185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C6219-1C1D-8905-9810-BE9493EF1003}"/>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9AB2C652-3464-A158-3216-A9E19D5D7690}"/>
              </a:ext>
            </a:extLst>
          </p:cNvPr>
          <p:cNvGrpSpPr/>
          <p:nvPr/>
        </p:nvGrpSpPr>
        <p:grpSpPr>
          <a:xfrm>
            <a:off x="6363494" y="3412331"/>
            <a:ext cx="736600" cy="736600"/>
            <a:chOff x="6591849" y="1681927"/>
            <a:chExt cx="736600" cy="736600"/>
          </a:xfrm>
        </p:grpSpPr>
        <p:sp>
          <p:nvSpPr>
            <p:cNvPr id="24" name="Oval 23">
              <a:extLst>
                <a:ext uri="{FF2B5EF4-FFF2-40B4-BE49-F238E27FC236}">
                  <a16:creationId xmlns:a16="http://schemas.microsoft.com/office/drawing/2014/main" id="{86AA2693-E4F6-0E24-264F-CD6D241D458E}"/>
                </a:ext>
              </a:extLst>
            </p:cNvPr>
            <p:cNvSpPr/>
            <p:nvPr/>
          </p:nvSpPr>
          <p:spPr>
            <a:xfrm>
              <a:off x="6591849"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5" name="Graphic 24">
              <a:extLst>
                <a:ext uri="{FF2B5EF4-FFF2-40B4-BE49-F238E27FC236}">
                  <a16:creationId xmlns:a16="http://schemas.microsoft.com/office/drawing/2014/main" id="{3C732F2D-F54A-9DEF-54F5-E8AB02EAEC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52243" y="1805962"/>
              <a:ext cx="415812" cy="488531"/>
            </a:xfrm>
            <a:prstGeom prst="rect">
              <a:avLst/>
            </a:prstGeom>
          </p:spPr>
        </p:pic>
      </p:grpSp>
    </p:spTree>
    <p:extLst>
      <p:ext uri="{BB962C8B-B14F-4D97-AF65-F5344CB8AC3E}">
        <p14:creationId xmlns:p14="http://schemas.microsoft.com/office/powerpoint/2010/main" val="1116393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B8C21-E59A-A3DF-C3B9-07EC35A04428}"/>
            </a:ext>
          </a:extLst>
        </p:cNvPr>
        <p:cNvGrpSpPr/>
        <p:nvPr/>
      </p:nvGrpSpPr>
      <p:grpSpPr>
        <a:xfrm>
          <a:off x="0" y="0"/>
          <a:ext cx="0" cy="0"/>
          <a:chOff x="0" y="0"/>
          <a:chExt cx="0" cy="0"/>
        </a:xfrm>
      </p:grpSpPr>
      <p:grpSp>
        <p:nvGrpSpPr>
          <p:cNvPr id="26" name="Group 25">
            <a:extLst>
              <a:ext uri="{FF2B5EF4-FFF2-40B4-BE49-F238E27FC236}">
                <a16:creationId xmlns:a16="http://schemas.microsoft.com/office/drawing/2014/main" id="{EDBE0FB7-1E44-D1D3-5F7C-AEFD83300962}"/>
              </a:ext>
            </a:extLst>
          </p:cNvPr>
          <p:cNvGrpSpPr/>
          <p:nvPr/>
        </p:nvGrpSpPr>
        <p:grpSpPr>
          <a:xfrm>
            <a:off x="6363494" y="3412331"/>
            <a:ext cx="736600" cy="736600"/>
            <a:chOff x="5728918" y="1681927"/>
            <a:chExt cx="736600" cy="736600"/>
          </a:xfrm>
        </p:grpSpPr>
        <p:sp>
          <p:nvSpPr>
            <p:cNvPr id="27" name="Oval 26">
              <a:extLst>
                <a:ext uri="{FF2B5EF4-FFF2-40B4-BE49-F238E27FC236}">
                  <a16:creationId xmlns:a16="http://schemas.microsoft.com/office/drawing/2014/main" id="{566C0060-C8E1-DFDF-E419-8969C751A749}"/>
                </a:ext>
              </a:extLst>
            </p:cNvPr>
            <p:cNvSpPr/>
            <p:nvPr/>
          </p:nvSpPr>
          <p:spPr>
            <a:xfrm>
              <a:off x="5728918"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28" name="Graphic 27">
              <a:extLst>
                <a:ext uri="{FF2B5EF4-FFF2-40B4-BE49-F238E27FC236}">
                  <a16:creationId xmlns:a16="http://schemas.microsoft.com/office/drawing/2014/main" id="{8C999235-5C89-3532-B91A-1EC019CB23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32138" y="1837145"/>
              <a:ext cx="530160" cy="426164"/>
            </a:xfrm>
            <a:prstGeom prst="rect">
              <a:avLst/>
            </a:prstGeom>
          </p:spPr>
        </p:pic>
      </p:grpSp>
    </p:spTree>
    <p:extLst>
      <p:ext uri="{BB962C8B-B14F-4D97-AF65-F5344CB8AC3E}">
        <p14:creationId xmlns:p14="http://schemas.microsoft.com/office/powerpoint/2010/main" val="1505043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D7033-36B8-3DA9-E544-207E32A5F3C7}"/>
            </a:ext>
          </a:extLst>
        </p:cNvPr>
        <p:cNvGrpSpPr/>
        <p:nvPr/>
      </p:nvGrpSpPr>
      <p:grpSpPr>
        <a:xfrm>
          <a:off x="0" y="0"/>
          <a:ext cx="0" cy="0"/>
          <a:chOff x="0" y="0"/>
          <a:chExt cx="0" cy="0"/>
        </a:xfrm>
      </p:grpSpPr>
      <p:grpSp>
        <p:nvGrpSpPr>
          <p:cNvPr id="29" name="Group 28">
            <a:extLst>
              <a:ext uri="{FF2B5EF4-FFF2-40B4-BE49-F238E27FC236}">
                <a16:creationId xmlns:a16="http://schemas.microsoft.com/office/drawing/2014/main" id="{EB4CA5CC-DD70-E4E2-0308-4AB84D857A92}"/>
              </a:ext>
            </a:extLst>
          </p:cNvPr>
          <p:cNvGrpSpPr/>
          <p:nvPr/>
        </p:nvGrpSpPr>
        <p:grpSpPr>
          <a:xfrm>
            <a:off x="6363494" y="3412331"/>
            <a:ext cx="736600" cy="736600"/>
            <a:chOff x="7454777" y="1681927"/>
            <a:chExt cx="736600" cy="736600"/>
          </a:xfrm>
        </p:grpSpPr>
        <p:sp>
          <p:nvSpPr>
            <p:cNvPr id="30" name="Oval 29">
              <a:extLst>
                <a:ext uri="{FF2B5EF4-FFF2-40B4-BE49-F238E27FC236}">
                  <a16:creationId xmlns:a16="http://schemas.microsoft.com/office/drawing/2014/main" id="{A7FE1DE1-BF3E-03AE-DB83-D7860100BA0D}"/>
                </a:ext>
              </a:extLst>
            </p:cNvPr>
            <p:cNvSpPr/>
            <p:nvPr/>
          </p:nvSpPr>
          <p:spPr>
            <a:xfrm>
              <a:off x="7454777" y="1681927"/>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31" name="Graphic 30">
              <a:extLst>
                <a:ext uri="{FF2B5EF4-FFF2-40B4-BE49-F238E27FC236}">
                  <a16:creationId xmlns:a16="http://schemas.microsoft.com/office/drawing/2014/main" id="{39971C12-17A2-19FD-37F8-ABD6B7B21B7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46357" y="1816357"/>
              <a:ext cx="353440" cy="467741"/>
            </a:xfrm>
            <a:prstGeom prst="rect">
              <a:avLst/>
            </a:prstGeom>
          </p:spPr>
        </p:pic>
      </p:grpSp>
    </p:spTree>
    <p:extLst>
      <p:ext uri="{BB962C8B-B14F-4D97-AF65-F5344CB8AC3E}">
        <p14:creationId xmlns:p14="http://schemas.microsoft.com/office/powerpoint/2010/main" val="1469721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52A90-0218-9D42-E54A-575B5AABF2AB}"/>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6603E706-D195-35A3-0FB1-85054356C39D}"/>
              </a:ext>
            </a:extLst>
          </p:cNvPr>
          <p:cNvGrpSpPr/>
          <p:nvPr/>
        </p:nvGrpSpPr>
        <p:grpSpPr>
          <a:xfrm>
            <a:off x="6363494" y="3412331"/>
            <a:ext cx="736600" cy="736600"/>
            <a:chOff x="551332" y="2634499"/>
            <a:chExt cx="736600" cy="736600"/>
          </a:xfrm>
        </p:grpSpPr>
        <p:sp>
          <p:nvSpPr>
            <p:cNvPr id="33" name="Oval 32">
              <a:extLst>
                <a:ext uri="{FF2B5EF4-FFF2-40B4-BE49-F238E27FC236}">
                  <a16:creationId xmlns:a16="http://schemas.microsoft.com/office/drawing/2014/main" id="{AD5D4A51-47D8-94D4-F7F1-B9B442C17825}"/>
                </a:ext>
              </a:extLst>
            </p:cNvPr>
            <p:cNvSpPr/>
            <p:nvPr/>
          </p:nvSpPr>
          <p:spPr>
            <a:xfrm>
              <a:off x="551332"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34" name="Graphic 33">
              <a:extLst>
                <a:ext uri="{FF2B5EF4-FFF2-40B4-BE49-F238E27FC236}">
                  <a16:creationId xmlns:a16="http://schemas.microsoft.com/office/drawing/2014/main" id="{1AE74718-6B6E-82E6-5AAE-46EABB09175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1331" y="2784520"/>
              <a:ext cx="436603" cy="436559"/>
            </a:xfrm>
            <a:prstGeom prst="rect">
              <a:avLst/>
            </a:prstGeom>
          </p:spPr>
        </p:pic>
      </p:grpSp>
    </p:spTree>
    <p:extLst>
      <p:ext uri="{BB962C8B-B14F-4D97-AF65-F5344CB8AC3E}">
        <p14:creationId xmlns:p14="http://schemas.microsoft.com/office/powerpoint/2010/main" val="4168636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05C39-5FC4-3903-B86B-4BB1A7945A76}"/>
            </a:ext>
          </a:extLst>
        </p:cNvPr>
        <p:cNvGrpSpPr/>
        <p:nvPr/>
      </p:nvGrpSpPr>
      <p:grpSpPr>
        <a:xfrm>
          <a:off x="0" y="0"/>
          <a:ext cx="0" cy="0"/>
          <a:chOff x="0" y="0"/>
          <a:chExt cx="0" cy="0"/>
        </a:xfrm>
      </p:grpSpPr>
      <p:grpSp>
        <p:nvGrpSpPr>
          <p:cNvPr id="35" name="Group 34">
            <a:extLst>
              <a:ext uri="{FF2B5EF4-FFF2-40B4-BE49-F238E27FC236}">
                <a16:creationId xmlns:a16="http://schemas.microsoft.com/office/drawing/2014/main" id="{37D9723E-A6AB-38C8-1A25-9538807A0777}"/>
              </a:ext>
            </a:extLst>
          </p:cNvPr>
          <p:cNvGrpSpPr/>
          <p:nvPr/>
        </p:nvGrpSpPr>
        <p:grpSpPr>
          <a:xfrm>
            <a:off x="6363494" y="3412331"/>
            <a:ext cx="736600" cy="736600"/>
            <a:chOff x="1414263" y="2634499"/>
            <a:chExt cx="736600" cy="736600"/>
          </a:xfrm>
        </p:grpSpPr>
        <p:sp>
          <p:nvSpPr>
            <p:cNvPr id="36" name="Oval 35">
              <a:extLst>
                <a:ext uri="{FF2B5EF4-FFF2-40B4-BE49-F238E27FC236}">
                  <a16:creationId xmlns:a16="http://schemas.microsoft.com/office/drawing/2014/main" id="{BE677659-C08F-20A7-3F13-2C44948831BB}"/>
                </a:ext>
              </a:extLst>
            </p:cNvPr>
            <p:cNvSpPr/>
            <p:nvPr/>
          </p:nvSpPr>
          <p:spPr>
            <a:xfrm>
              <a:off x="1414263"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37" name="Graphic 36">
              <a:extLst>
                <a:ext uri="{FF2B5EF4-FFF2-40B4-BE49-F238E27FC236}">
                  <a16:creationId xmlns:a16="http://schemas.microsoft.com/office/drawing/2014/main" id="{A0150272-0145-4F8F-6D98-7FCC2AFEA91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69460" y="2774125"/>
              <a:ext cx="426207" cy="457348"/>
            </a:xfrm>
            <a:prstGeom prst="rect">
              <a:avLst/>
            </a:prstGeom>
          </p:spPr>
        </p:pic>
      </p:grpSp>
    </p:spTree>
    <p:extLst>
      <p:ext uri="{BB962C8B-B14F-4D97-AF65-F5344CB8AC3E}">
        <p14:creationId xmlns:p14="http://schemas.microsoft.com/office/powerpoint/2010/main" val="3457375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5BE16-E6C0-196A-0029-BADCF49D7A9C}"/>
            </a:ext>
          </a:extLst>
        </p:cNvPr>
        <p:cNvGrpSpPr/>
        <p:nvPr/>
      </p:nvGrpSpPr>
      <p:grpSpPr>
        <a:xfrm>
          <a:off x="0" y="0"/>
          <a:ext cx="0" cy="0"/>
          <a:chOff x="0" y="0"/>
          <a:chExt cx="0" cy="0"/>
        </a:xfrm>
      </p:grpSpPr>
      <p:grpSp>
        <p:nvGrpSpPr>
          <p:cNvPr id="38" name="Group 37">
            <a:extLst>
              <a:ext uri="{FF2B5EF4-FFF2-40B4-BE49-F238E27FC236}">
                <a16:creationId xmlns:a16="http://schemas.microsoft.com/office/drawing/2014/main" id="{C406FB93-5242-B813-5AF3-0AA6225B50C0}"/>
              </a:ext>
            </a:extLst>
          </p:cNvPr>
          <p:cNvGrpSpPr/>
          <p:nvPr/>
        </p:nvGrpSpPr>
        <p:grpSpPr>
          <a:xfrm>
            <a:off x="6363494" y="3412331"/>
            <a:ext cx="736600" cy="736600"/>
            <a:chOff x="2277194" y="2634499"/>
            <a:chExt cx="736600" cy="736600"/>
          </a:xfrm>
        </p:grpSpPr>
        <p:sp>
          <p:nvSpPr>
            <p:cNvPr id="39" name="Oval 38">
              <a:extLst>
                <a:ext uri="{FF2B5EF4-FFF2-40B4-BE49-F238E27FC236}">
                  <a16:creationId xmlns:a16="http://schemas.microsoft.com/office/drawing/2014/main" id="{D54BE9CA-1B2A-5DAF-795A-F0DF05D1A95C}"/>
                </a:ext>
              </a:extLst>
            </p:cNvPr>
            <p:cNvSpPr/>
            <p:nvPr/>
          </p:nvSpPr>
          <p:spPr>
            <a:xfrm>
              <a:off x="2277194"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0" name="Graphic 39">
              <a:extLst>
                <a:ext uri="{FF2B5EF4-FFF2-40B4-BE49-F238E27FC236}">
                  <a16:creationId xmlns:a16="http://schemas.microsoft.com/office/drawing/2014/main" id="{FF5816E0-5281-8EF5-C953-539D30873C6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96007" y="2810505"/>
              <a:ext cx="498975" cy="384588"/>
            </a:xfrm>
            <a:prstGeom prst="rect">
              <a:avLst/>
            </a:prstGeom>
          </p:spPr>
        </p:pic>
      </p:grpSp>
    </p:spTree>
    <p:extLst>
      <p:ext uri="{BB962C8B-B14F-4D97-AF65-F5344CB8AC3E}">
        <p14:creationId xmlns:p14="http://schemas.microsoft.com/office/powerpoint/2010/main" val="3732439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802C6-77D1-2836-998A-B7CF18C8CA1C}"/>
            </a:ext>
          </a:extLst>
        </p:cNvPr>
        <p:cNvGrpSpPr/>
        <p:nvPr/>
      </p:nvGrpSpPr>
      <p:grpSpPr>
        <a:xfrm>
          <a:off x="0" y="0"/>
          <a:ext cx="0" cy="0"/>
          <a:chOff x="0" y="0"/>
          <a:chExt cx="0" cy="0"/>
        </a:xfrm>
      </p:grpSpPr>
      <p:grpSp>
        <p:nvGrpSpPr>
          <p:cNvPr id="41" name="Group 40">
            <a:extLst>
              <a:ext uri="{FF2B5EF4-FFF2-40B4-BE49-F238E27FC236}">
                <a16:creationId xmlns:a16="http://schemas.microsoft.com/office/drawing/2014/main" id="{26B0A4AA-31F6-5AEB-0E19-65EBDCE66C04}"/>
              </a:ext>
            </a:extLst>
          </p:cNvPr>
          <p:cNvGrpSpPr/>
          <p:nvPr/>
        </p:nvGrpSpPr>
        <p:grpSpPr>
          <a:xfrm>
            <a:off x="6363494" y="3412331"/>
            <a:ext cx="736600" cy="736600"/>
            <a:chOff x="4003056" y="2634499"/>
            <a:chExt cx="736600" cy="736600"/>
          </a:xfrm>
        </p:grpSpPr>
        <p:sp>
          <p:nvSpPr>
            <p:cNvPr id="42" name="Oval 41">
              <a:extLst>
                <a:ext uri="{FF2B5EF4-FFF2-40B4-BE49-F238E27FC236}">
                  <a16:creationId xmlns:a16="http://schemas.microsoft.com/office/drawing/2014/main" id="{3D800FD3-C7E0-9DC5-1D7B-7F24FFD4CF16}"/>
                </a:ext>
              </a:extLst>
            </p:cNvPr>
            <p:cNvSpPr/>
            <p:nvPr/>
          </p:nvSpPr>
          <p:spPr>
            <a:xfrm>
              <a:off x="4003056"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3" name="Graphic 42">
              <a:extLst>
                <a:ext uri="{FF2B5EF4-FFF2-40B4-BE49-F238E27FC236}">
                  <a16:creationId xmlns:a16="http://schemas.microsoft.com/office/drawing/2014/main" id="{482568F3-69B5-630B-090D-63EB7C113B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99834" y="2716957"/>
              <a:ext cx="343045" cy="571685"/>
            </a:xfrm>
            <a:prstGeom prst="rect">
              <a:avLst/>
            </a:prstGeom>
          </p:spPr>
        </p:pic>
      </p:grpSp>
    </p:spTree>
    <p:extLst>
      <p:ext uri="{BB962C8B-B14F-4D97-AF65-F5344CB8AC3E}">
        <p14:creationId xmlns:p14="http://schemas.microsoft.com/office/powerpoint/2010/main" val="189180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7EEB9-C22F-9918-A540-849124A33F22}"/>
            </a:ext>
          </a:extLst>
        </p:cNvPr>
        <p:cNvGrpSpPr/>
        <p:nvPr/>
      </p:nvGrpSpPr>
      <p:grpSpPr>
        <a:xfrm>
          <a:off x="0" y="0"/>
          <a:ext cx="0" cy="0"/>
          <a:chOff x="0" y="0"/>
          <a:chExt cx="0" cy="0"/>
        </a:xfrm>
      </p:grpSpPr>
      <p:grpSp>
        <p:nvGrpSpPr>
          <p:cNvPr id="44" name="Group 43">
            <a:extLst>
              <a:ext uri="{FF2B5EF4-FFF2-40B4-BE49-F238E27FC236}">
                <a16:creationId xmlns:a16="http://schemas.microsoft.com/office/drawing/2014/main" id="{32CD370D-8C12-740A-2371-8AECC6C25EE9}"/>
              </a:ext>
            </a:extLst>
          </p:cNvPr>
          <p:cNvGrpSpPr/>
          <p:nvPr/>
        </p:nvGrpSpPr>
        <p:grpSpPr>
          <a:xfrm>
            <a:off x="6363494" y="3412331"/>
            <a:ext cx="736600" cy="736600"/>
            <a:chOff x="3140125" y="2634499"/>
            <a:chExt cx="736600" cy="736600"/>
          </a:xfrm>
        </p:grpSpPr>
        <p:sp>
          <p:nvSpPr>
            <p:cNvPr id="45" name="Oval 44">
              <a:extLst>
                <a:ext uri="{FF2B5EF4-FFF2-40B4-BE49-F238E27FC236}">
                  <a16:creationId xmlns:a16="http://schemas.microsoft.com/office/drawing/2014/main" id="{5BD79B52-4E74-DEA0-95AA-C300C133CF00}"/>
                </a:ext>
              </a:extLst>
            </p:cNvPr>
            <p:cNvSpPr/>
            <p:nvPr/>
          </p:nvSpPr>
          <p:spPr>
            <a:xfrm>
              <a:off x="3140125"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6" name="Graphic 45">
              <a:extLst>
                <a:ext uri="{FF2B5EF4-FFF2-40B4-BE49-F238E27FC236}">
                  <a16:creationId xmlns:a16="http://schemas.microsoft.com/office/drawing/2014/main" id="{22C704E9-03E3-598B-7EB4-1527148A569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90124" y="2763731"/>
              <a:ext cx="436603" cy="478136"/>
            </a:xfrm>
            <a:prstGeom prst="rect">
              <a:avLst/>
            </a:prstGeom>
          </p:spPr>
        </p:pic>
      </p:grpSp>
    </p:spTree>
    <p:extLst>
      <p:ext uri="{BB962C8B-B14F-4D97-AF65-F5344CB8AC3E}">
        <p14:creationId xmlns:p14="http://schemas.microsoft.com/office/powerpoint/2010/main" val="34866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12448-C0DF-F68D-28D9-881386F9A50E}"/>
            </a:ext>
          </a:extLst>
        </p:cNvPr>
        <p:cNvGrpSpPr/>
        <p:nvPr/>
      </p:nvGrpSpPr>
      <p:grpSpPr>
        <a:xfrm>
          <a:off x="0" y="0"/>
          <a:ext cx="0" cy="0"/>
          <a:chOff x="0" y="0"/>
          <a:chExt cx="0" cy="0"/>
        </a:xfrm>
      </p:grpSpPr>
      <p:grpSp>
        <p:nvGrpSpPr>
          <p:cNvPr id="47" name="Group 46">
            <a:extLst>
              <a:ext uri="{FF2B5EF4-FFF2-40B4-BE49-F238E27FC236}">
                <a16:creationId xmlns:a16="http://schemas.microsoft.com/office/drawing/2014/main" id="{05FD35F6-6CCF-0FE0-B318-1C9B5650FF57}"/>
              </a:ext>
            </a:extLst>
          </p:cNvPr>
          <p:cNvGrpSpPr/>
          <p:nvPr/>
        </p:nvGrpSpPr>
        <p:grpSpPr>
          <a:xfrm>
            <a:off x="6363494" y="3412331"/>
            <a:ext cx="736600" cy="736600"/>
            <a:chOff x="5728918" y="2634499"/>
            <a:chExt cx="736600" cy="736600"/>
          </a:xfrm>
        </p:grpSpPr>
        <p:sp>
          <p:nvSpPr>
            <p:cNvPr id="48" name="Oval 47">
              <a:extLst>
                <a:ext uri="{FF2B5EF4-FFF2-40B4-BE49-F238E27FC236}">
                  <a16:creationId xmlns:a16="http://schemas.microsoft.com/office/drawing/2014/main" id="{F0A2F5CC-CDD6-FCF6-C916-8DFC3598DEFE}"/>
                </a:ext>
              </a:extLst>
            </p:cNvPr>
            <p:cNvSpPr/>
            <p:nvPr/>
          </p:nvSpPr>
          <p:spPr>
            <a:xfrm>
              <a:off x="5728918"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49" name="Graphic 48">
              <a:extLst>
                <a:ext uri="{FF2B5EF4-FFF2-40B4-BE49-F238E27FC236}">
                  <a16:creationId xmlns:a16="http://schemas.microsoft.com/office/drawing/2014/main" id="{5ABFFDB0-BA94-92C4-9FCD-2FB8D27C3E0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04905" y="2810505"/>
              <a:ext cx="384626" cy="384588"/>
            </a:xfrm>
            <a:prstGeom prst="rect">
              <a:avLst/>
            </a:prstGeom>
          </p:spPr>
        </p:pic>
      </p:grpSp>
    </p:spTree>
    <p:extLst>
      <p:ext uri="{BB962C8B-B14F-4D97-AF65-F5344CB8AC3E}">
        <p14:creationId xmlns:p14="http://schemas.microsoft.com/office/powerpoint/2010/main" val="4080843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9D1EB-D195-8EA0-0F14-BAE3A0295410}"/>
            </a:ext>
          </a:extLst>
        </p:cNvPr>
        <p:cNvGrpSpPr/>
        <p:nvPr/>
      </p:nvGrpSpPr>
      <p:grpSpPr>
        <a:xfrm>
          <a:off x="0" y="0"/>
          <a:ext cx="0" cy="0"/>
          <a:chOff x="0" y="0"/>
          <a:chExt cx="0" cy="0"/>
        </a:xfrm>
      </p:grpSpPr>
      <p:grpSp>
        <p:nvGrpSpPr>
          <p:cNvPr id="50" name="Group 49">
            <a:extLst>
              <a:ext uri="{FF2B5EF4-FFF2-40B4-BE49-F238E27FC236}">
                <a16:creationId xmlns:a16="http://schemas.microsoft.com/office/drawing/2014/main" id="{E391538B-AF91-E9FE-691A-821F05CF81B5}"/>
              </a:ext>
            </a:extLst>
          </p:cNvPr>
          <p:cNvGrpSpPr/>
          <p:nvPr/>
        </p:nvGrpSpPr>
        <p:grpSpPr>
          <a:xfrm>
            <a:off x="6363494" y="3412331"/>
            <a:ext cx="736600" cy="736600"/>
            <a:chOff x="4865987" y="2634499"/>
            <a:chExt cx="736600" cy="736600"/>
          </a:xfrm>
        </p:grpSpPr>
        <p:sp>
          <p:nvSpPr>
            <p:cNvPr id="51" name="Oval 50">
              <a:extLst>
                <a:ext uri="{FF2B5EF4-FFF2-40B4-BE49-F238E27FC236}">
                  <a16:creationId xmlns:a16="http://schemas.microsoft.com/office/drawing/2014/main" id="{F4ACBEF2-0441-82B0-43A8-CD7892207B83}"/>
                </a:ext>
              </a:extLst>
            </p:cNvPr>
            <p:cNvSpPr/>
            <p:nvPr/>
          </p:nvSpPr>
          <p:spPr>
            <a:xfrm>
              <a:off x="4865987" y="2634499"/>
              <a:ext cx="736600" cy="736600"/>
            </a:xfrm>
            <a:prstGeom prst="ellipse">
              <a:avLst/>
            </a:prstGeom>
            <a:solidFill>
              <a:srgbClr val="AFE4D1"/>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t"/>
            <a:lstStyle/>
            <a:p>
              <a:pPr algn="l">
                <a:spcAft>
                  <a:spcPts val="600"/>
                </a:spcAft>
              </a:pPr>
              <a:endParaRPr lang="en-GB" sz="1100" err="1">
                <a:solidFill>
                  <a:schemeClr val="tx1"/>
                </a:solidFill>
              </a:endParaRPr>
            </a:p>
          </p:txBody>
        </p:sp>
        <p:pic>
          <p:nvPicPr>
            <p:cNvPr id="52" name="Graphic 51">
              <a:extLst>
                <a:ext uri="{FF2B5EF4-FFF2-40B4-BE49-F238E27FC236}">
                  <a16:creationId xmlns:a16="http://schemas.microsoft.com/office/drawing/2014/main" id="{CA68DAA0-F95A-D62D-5960-21CF50C48D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26381" y="2737746"/>
              <a:ext cx="415812" cy="530107"/>
            </a:xfrm>
            <a:prstGeom prst="rect">
              <a:avLst/>
            </a:prstGeom>
          </p:spPr>
        </p:pic>
      </p:grpSp>
    </p:spTree>
    <p:extLst>
      <p:ext uri="{BB962C8B-B14F-4D97-AF65-F5344CB8AC3E}">
        <p14:creationId xmlns:p14="http://schemas.microsoft.com/office/powerpoint/2010/main" val="2228247339"/>
      </p:ext>
    </p:extLst>
  </p:cSld>
  <p:clrMapOvr>
    <a:masterClrMapping/>
  </p:clrMapOvr>
</p:sld>
</file>

<file path=ppt/theme/theme1.xml><?xml version="1.0" encoding="utf-8"?>
<a:theme xmlns:a="http://schemas.openxmlformats.org/drawingml/2006/main" name="Isio A4 Landscape Template">
  <a:themeElements>
    <a:clrScheme name="Isio Colours">
      <a:dk1>
        <a:srgbClr val="000000"/>
      </a:dk1>
      <a:lt1>
        <a:srgbClr val="FFFFFF"/>
      </a:lt1>
      <a:dk2>
        <a:srgbClr val="4F5353"/>
      </a:dk2>
      <a:lt2>
        <a:srgbClr val="00BA8D"/>
      </a:lt2>
      <a:accent1>
        <a:srgbClr val="E76151"/>
      </a:accent1>
      <a:accent2>
        <a:srgbClr val="B22470"/>
      </a:accent2>
      <a:accent3>
        <a:srgbClr val="3B3482"/>
      </a:accent3>
      <a:accent4>
        <a:srgbClr val="FF9F00"/>
      </a:accent4>
      <a:accent5>
        <a:srgbClr val="87D6BB"/>
      </a:accent5>
      <a:accent6>
        <a:srgbClr val="959898"/>
      </a:accent6>
      <a:hlink>
        <a:srgbClr val="D480A9"/>
      </a:hlink>
      <a:folHlink>
        <a:srgbClr val="8885B4"/>
      </a:folHlink>
    </a:clrScheme>
    <a:fontScheme name="Custom 1">
      <a:majorFont>
        <a:latin typeface="TT Hoves DemiBold"/>
        <a:ea typeface=""/>
        <a:cs typeface=""/>
      </a:majorFont>
      <a:minorFont>
        <a:latin typeface="TT Hove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72000" tIns="72000" rIns="72000" bIns="72000" rtlCol="0" anchor="t"/>
      <a:lstStyle>
        <a:defPPr algn="l">
          <a:spcAft>
            <a:spcPts val="600"/>
          </a:spcAft>
          <a:defRPr sz="1100" dirty="0" err="1">
            <a:solidFill>
              <a:schemeClr val="tx1"/>
            </a:solidFill>
          </a:defRPr>
        </a:defPPr>
      </a:lstStyle>
      <a:style>
        <a:lnRef idx="0">
          <a:scrgbClr r="0" g="0" b="0"/>
        </a:lnRef>
        <a:fillRef idx="0">
          <a:scrgbClr r="0" g="0" b="0"/>
        </a:fillRef>
        <a:effectRef idx="0">
          <a:scrgbClr r="0" g="0" b="0"/>
        </a:effectRef>
        <a:fontRef idx="minor">
          <a:schemeClr val="lt1"/>
        </a:fontRef>
      </a:style>
    </a:spDef>
    <a:lnDef>
      <a:spPr>
        <a:ln w="25400">
          <a:solidFill>
            <a:schemeClr val="accent6"/>
          </a:solidFill>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0" algn="l">
          <a:spcAft>
            <a:spcPts val="600"/>
          </a:spcAft>
          <a:defRPr sz="1100" dirty="0" err="1" smtClean="0"/>
        </a:defPPr>
      </a:lstStyle>
    </a:txDef>
  </a:objectDefaults>
  <a:extraClrSchemeLst/>
  <a:custClrLst>
    <a:custClr name="Dark Green">
      <a:srgbClr val="00BA8D"/>
    </a:custClr>
    <a:custClr name="Dark Grey">
      <a:srgbClr val="4F5353"/>
    </a:custClr>
    <a:custClr name="Red">
      <a:srgbClr val="E76151"/>
    </a:custClr>
    <a:custClr name="Pink">
      <a:srgbClr val="B22470"/>
    </a:custClr>
    <a:custClr name="Dark Purple">
      <a:srgbClr val="3B3482"/>
    </a:custClr>
    <a:custClr name="Orange">
      <a:srgbClr val="FF9F00"/>
    </a:custClr>
    <a:custClr name="Blank 1">
      <a:srgbClr val="FFFFFF"/>
    </a:custClr>
    <a:custClr name="Blank 2">
      <a:srgbClr val="FFFFFF"/>
    </a:custClr>
    <a:custClr name="Blank 3">
      <a:srgbClr val="FFFFFF"/>
    </a:custClr>
    <a:custClr name="Blank 4">
      <a:srgbClr val="FFFFFF"/>
    </a:custClr>
    <a:custClr name="Dark Green-60">
      <a:srgbClr val="66D6BB"/>
    </a:custClr>
    <a:custClr name="Dark Grey-60">
      <a:srgbClr val="959898"/>
    </a:custClr>
    <a:custClr name="Red-60">
      <a:srgbClr val="F1A097"/>
    </a:custClr>
    <a:custClr name="Pink-60">
      <a:srgbClr val="D17CA9"/>
    </a:custClr>
    <a:custClr name="Dark Purple-60">
      <a:srgbClr val="8985B4"/>
    </a:custClr>
    <a:custClr name="Orange-60">
      <a:srgbClr val="FFC566"/>
    </a:custClr>
    <a:custClr name="Blank 5">
      <a:srgbClr val="FFFFFF"/>
    </a:custClr>
    <a:custClr name="Blank 6">
      <a:srgbClr val="FFFFFF"/>
    </a:custClr>
    <a:custClr name="Blank 7">
      <a:srgbClr val="FFFFFF"/>
    </a:custClr>
    <a:custClr name="Blank 8">
      <a:srgbClr val="FFFFFF"/>
    </a:custClr>
    <a:custClr name="Dark Green-40">
      <a:srgbClr val="AFE4D1"/>
    </a:custClr>
    <a:custClr name="Dark Grey-40">
      <a:srgbClr val="B9BABA"/>
    </a:custClr>
    <a:custClr name="Red-40">
      <a:srgbClr val="F8C1BA"/>
    </a:custClr>
    <a:custClr name="Pink-40">
      <a:srgbClr val="E4ABC7"/>
    </a:custClr>
    <a:custClr name="Dark Purple-40">
      <a:srgbClr val="B2AECE"/>
    </a:custClr>
    <a:custClr name="Orange-40">
      <a:srgbClr val="FFDAAA"/>
    </a:custClr>
    <a:custClr name="Blank 9">
      <a:srgbClr val="FFFFFF"/>
    </a:custClr>
    <a:custClr name="Blank 10">
      <a:srgbClr val="FFFFFF"/>
    </a:custClr>
    <a:custClr name="Blank 11">
      <a:srgbClr val="FFFFFF"/>
    </a:custClr>
    <a:custClr name="Blank 12">
      <a:srgbClr val="FFFFFF"/>
    </a:custClr>
    <a:custClr name="Dark Green-10">
      <a:srgbClr val="ECF9F4"/>
    </a:custClr>
    <a:custClr name="Dark Grey-10">
      <a:srgbClr val="EEEEEE"/>
    </a:custClr>
    <a:custClr name="Red-10">
      <a:srgbClr val="FDEFED"/>
    </a:custClr>
    <a:custClr name="Pink-10">
      <a:srgbClr val="F9EBF2"/>
    </a:custClr>
    <a:custClr name="Dark Purple-10">
      <a:srgbClr val="EDEBF4"/>
    </a:custClr>
    <a:custClr name="Orange-10">
      <a:srgbClr val="FFF6EB"/>
    </a:custClr>
    <a:custClr name="Blank 13">
      <a:srgbClr val="FFFFFF"/>
    </a:custClr>
    <a:custClr name="Blank 14">
      <a:srgbClr val="FFFFFF"/>
    </a:custClr>
    <a:custClr name="Blank 15">
      <a:srgbClr val="FFFFFF"/>
    </a:custClr>
    <a:custClr name="Blank 16">
      <a:srgbClr val="FFFFFF"/>
    </a:custClr>
  </a:custClrLst>
  <a:extLst>
    <a:ext uri="{05A4C25C-085E-4340-85A3-A5531E510DB2}">
      <thm15:themeFamily xmlns:thm15="http://schemas.microsoft.com/office/thememl/2012/main" name="Presentation11" id="{C84B8E81-35B7-6F43-8FFC-7033CB66B9D2}" vid="{C41FB0B4-10DB-DC40-B101-6D2E78D88DD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5FE2C5388CADC4892DAFB49EF11C120" ma:contentTypeVersion="13" ma:contentTypeDescription="Create a new document." ma:contentTypeScope="" ma:versionID="52409f5e282d0ac14851bdd2092f621f">
  <xsd:schema xmlns:xsd="http://www.w3.org/2001/XMLSchema" xmlns:xs="http://www.w3.org/2001/XMLSchema" xmlns:p="http://schemas.microsoft.com/office/2006/metadata/properties" xmlns:ns2="d17d1a26-9193-4103-916c-339a083bce31" xmlns:ns3="1812765a-62af-4eab-9818-39d2c6522f60" targetNamespace="http://schemas.microsoft.com/office/2006/metadata/properties" ma:root="true" ma:fieldsID="69fecb78c7595864d39a5f36f10e0cdd" ns2:_="" ns3:_="">
    <xsd:import namespace="d17d1a26-9193-4103-916c-339a083bce31"/>
    <xsd:import namespace="1812765a-62af-4eab-9818-39d2c6522f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7d1a26-9193-4103-916c-339a083bce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38389ea-7b2c-4424-a57b-92dcd6d17e2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812765a-62af-4eab-9818-39d2c6522f6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138be43-ab0b-4d63-9d7a-2fd44e557627}" ma:internalName="TaxCatchAll" ma:showField="CatchAllData" ma:web="1812765a-62af-4eab-9818-39d2c6522f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17d1a26-9193-4103-916c-339a083bce31">
      <Terms xmlns="http://schemas.microsoft.com/office/infopath/2007/PartnerControls"/>
    </lcf76f155ced4ddcb4097134ff3c332f>
    <TaxCatchAll xmlns="1812765a-62af-4eab-9818-39d2c6522f60" xsi:nil="true"/>
  </documentManagement>
</p:properties>
</file>

<file path=customXml/itemProps1.xml><?xml version="1.0" encoding="utf-8"?>
<ds:datastoreItem xmlns:ds="http://schemas.openxmlformats.org/officeDocument/2006/customXml" ds:itemID="{A52EB2BA-2CC6-416C-A728-E2053FFB6965}">
  <ds:schemaRefs>
    <ds:schemaRef ds:uri="http://schemas.microsoft.com/sharepoint/v3/contenttype/forms"/>
  </ds:schemaRefs>
</ds:datastoreItem>
</file>

<file path=customXml/itemProps2.xml><?xml version="1.0" encoding="utf-8"?>
<ds:datastoreItem xmlns:ds="http://schemas.openxmlformats.org/officeDocument/2006/customXml" ds:itemID="{E3C0812F-6BDC-40EE-9AB9-6551AE21C245}">
  <ds:schemaRefs>
    <ds:schemaRef ds:uri="1812765a-62af-4eab-9818-39d2c6522f60"/>
    <ds:schemaRef ds:uri="d17d1a26-9193-4103-916c-339a083bce3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61A5DA9-8780-44DA-8706-4F362CF84776}">
  <ds:schemaRefs>
    <ds:schemaRef ds:uri="1812765a-62af-4eab-9818-39d2c6522f60"/>
    <ds:schemaRef ds:uri="d17d1a26-9193-4103-916c-339a083bce3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Isio A4 Landscape Template</Template>
  <TotalTime>126</TotalTime>
  <Words>1</Words>
  <Application>Microsoft Macintosh PowerPoint</Application>
  <PresentationFormat>Custom</PresentationFormat>
  <Paragraphs>1</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Helvetica Now Text</vt:lpstr>
      <vt:lpstr>TT Hoves DemiBold</vt:lpstr>
      <vt:lpstr>TT Hoves Light</vt:lpstr>
      <vt:lpstr>Isio A4 Landscape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Jayvin Sudra</dc:creator>
  <cp:lastModifiedBy>Jayvin Sudra</cp:lastModifiedBy>
  <cp:revision>2</cp:revision>
  <dcterms:created xsi:type="dcterms:W3CDTF">2026-07-05T17:24:09Z</dcterms:created>
  <dcterms:modified xsi:type="dcterms:W3CDTF">2026-07-05T19:30:31Z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0x010100B5FE2C5388CADC4892DAFB49EF11C120</vt:lpwstr>
  </property>
  <property fmtid="{D5CDD505-2E9C-101B-9397-08002B2CF9AE}" pid="3" name="MediaServiceImageTags">
    <vt:lpwstr/>
  </property>
  <property fmtid="{D5CDD505-2E9C-101B-9397-08002B2CF9AE}" pid="4" name="MSIP_Label_fa45f789-1f0b-4e07-bb5a-5b7474c73833_SetDate">
    <vt:lpwstr>2024-11-01T01:12:32Z</vt:lpwstr>
  </property>
  <property fmtid="{D5CDD505-2E9C-101B-9397-08002B2CF9AE}" pid="5" name="MSIP_Label_875a5b46-6a40-4ffc-90be-3fcbddbfaaf1_SetDate">
    <vt:lpwstr>2024-11-01T01:12:32Z</vt:lpwstr>
  </property>
  <property fmtid="{D5CDD505-2E9C-101B-9397-08002B2CF9AE}" pid="6" name="MSIP_Label_875a5b46-6a40-4ffc-90be-3fcbddbfaaf1_Extended_MSFT_Method">
    <vt:lpwstr>Standard</vt:lpwstr>
  </property>
  <property fmtid="{D5CDD505-2E9C-101B-9397-08002B2CF9AE}" pid="7" name="Sensitivity">
    <vt:lpwstr>CONFIDENTIAL \ CONFIDENTIAL CONFIDENTIAL</vt:lpwstr>
  </property>
  <property fmtid="{D5CDD505-2E9C-101B-9397-08002B2CF9AE}" pid="8" name="MSIP_Label_fa45f789-1f0b-4e07-bb5a-5b7474c73833_Extended_MSFT_Method">
    <vt:lpwstr>Standard</vt:lpwstr>
  </property>
  <property fmtid="{D5CDD505-2E9C-101B-9397-08002B2CF9AE}" pid="9" name="MSIP_Label_fa45f789-1f0b-4e07-bb5a-5b7474c73833_ActionId">
    <vt:lpwstr>f49881a2-991c-49f5-bd6e-c9b48059cc77</vt:lpwstr>
  </property>
  <property fmtid="{D5CDD505-2E9C-101B-9397-08002B2CF9AE}" pid="10" name="MSIP_Label_875a5b46-6a40-4ffc-90be-3fcbddbfaaf1_Parent">
    <vt:lpwstr>fa45f789-1f0b-4e07-bb5a-5b7474c73833</vt:lpwstr>
  </property>
  <property fmtid="{D5CDD505-2E9C-101B-9397-08002B2CF9AE}" pid="11" name="MSIP_Label_875a5b46-6a40-4ffc-90be-3fcbddbfaaf1_Name">
    <vt:lpwstr>CONFIDENTIAL \ CONFIDENTIAL</vt:lpwstr>
  </property>
  <property fmtid="{D5CDD505-2E9C-101B-9397-08002B2CF9AE}" pid="12" name="MSIP_Label_fa45f789-1f0b-4e07-bb5a-5b7474c73833_SiteId">
    <vt:lpwstr>94cfddbc-0627-494a-ad7a-29aea3aea832</vt:lpwstr>
  </property>
  <property fmtid="{D5CDD505-2E9C-101B-9397-08002B2CF9AE}" pid="13" name="MSIP_Label_fa45f789-1f0b-4e07-bb5a-5b7474c73833_Enabled">
    <vt:lpwstr>True</vt:lpwstr>
  </property>
  <property fmtid="{D5CDD505-2E9C-101B-9397-08002B2CF9AE}" pid="14" name="MSIP_Label_fa45f789-1f0b-4e07-bb5a-5b7474c73833_Name">
    <vt:lpwstr>CONFIDENTIAL</vt:lpwstr>
  </property>
  <property fmtid="{D5CDD505-2E9C-101B-9397-08002B2CF9AE}" pid="15" name="MSIP_Label_875a5b46-6a40-4ffc-90be-3fcbddbfaaf1_Removed">
    <vt:lpwstr>False</vt:lpwstr>
  </property>
  <property fmtid="{D5CDD505-2E9C-101B-9397-08002B2CF9AE}" pid="16" name="MSIP_Label_875a5b46-6a40-4ffc-90be-3fcbddbfaaf1_Enabled">
    <vt:lpwstr>True</vt:lpwstr>
  </property>
  <property fmtid="{D5CDD505-2E9C-101B-9397-08002B2CF9AE}" pid="17" name="MSIP_Label_875a5b46-6a40-4ffc-90be-3fcbddbfaaf1_ActionId">
    <vt:lpwstr>d954de4f-7930-4a6d-b2cc-63235b65060a</vt:lpwstr>
  </property>
  <property fmtid="{D5CDD505-2E9C-101B-9397-08002B2CF9AE}" pid="18" name="MSIP_Label_875a5b46-6a40-4ffc-90be-3fcbddbfaaf1_SiteId">
    <vt:lpwstr>94cfddbc-0627-494a-ad7a-29aea3aea832</vt:lpwstr>
  </property>
</Properties>
</file>