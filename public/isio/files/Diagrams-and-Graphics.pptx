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56"/>
  </p:notesMasterIdLst>
  <p:sldIdLst>
    <p:sldId id="305" r:id="rId5"/>
    <p:sldId id="2190" r:id="rId6"/>
    <p:sldId id="2191" r:id="rId7"/>
    <p:sldId id="2192" r:id="rId8"/>
    <p:sldId id="2193" r:id="rId9"/>
    <p:sldId id="2194" r:id="rId10"/>
    <p:sldId id="309" r:id="rId11"/>
    <p:sldId id="315" r:id="rId12"/>
    <p:sldId id="2121" r:id="rId13"/>
    <p:sldId id="2122" r:id="rId14"/>
    <p:sldId id="2123" r:id="rId15"/>
    <p:sldId id="2127" r:id="rId16"/>
    <p:sldId id="2195" r:id="rId17"/>
    <p:sldId id="2124" r:id="rId18"/>
    <p:sldId id="2125" r:id="rId19"/>
    <p:sldId id="2197" r:id="rId20"/>
    <p:sldId id="2198" r:id="rId21"/>
    <p:sldId id="424" r:id="rId22"/>
    <p:sldId id="425" r:id="rId23"/>
    <p:sldId id="2199" r:id="rId24"/>
    <p:sldId id="2129" r:id="rId25"/>
    <p:sldId id="2126" r:id="rId26"/>
    <p:sldId id="2116" r:id="rId27"/>
    <p:sldId id="2115" r:id="rId28"/>
    <p:sldId id="2200" r:id="rId29"/>
    <p:sldId id="2201" r:id="rId30"/>
    <p:sldId id="2202" r:id="rId31"/>
    <p:sldId id="2203" r:id="rId32"/>
    <p:sldId id="2212" r:id="rId33"/>
    <p:sldId id="2213" r:id="rId34"/>
    <p:sldId id="2214" r:id="rId35"/>
    <p:sldId id="2215" r:id="rId36"/>
    <p:sldId id="2216" r:id="rId37"/>
    <p:sldId id="2204" r:id="rId38"/>
    <p:sldId id="2205" r:id="rId39"/>
    <p:sldId id="2206" r:id="rId40"/>
    <p:sldId id="2207" r:id="rId41"/>
    <p:sldId id="2208" r:id="rId42"/>
    <p:sldId id="288" r:id="rId43"/>
    <p:sldId id="2209" r:id="rId44"/>
    <p:sldId id="2210" r:id="rId45"/>
    <p:sldId id="2105" r:id="rId46"/>
    <p:sldId id="2106" r:id="rId47"/>
    <p:sldId id="2107" r:id="rId48"/>
    <p:sldId id="2108" r:id="rId49"/>
    <p:sldId id="2109" r:id="rId50"/>
    <p:sldId id="2113" r:id="rId51"/>
    <p:sldId id="2110" r:id="rId52"/>
    <p:sldId id="2111" r:id="rId53"/>
    <p:sldId id="2112" r:id="rId54"/>
    <p:sldId id="2114" r:id="rId55"/>
  </p:sldIdLst>
  <p:sldSz cx="13463588" cy="7561263"/>
  <p:notesSz cx="6794500" cy="9906000"/>
  <p:defaultTextStyle>
    <a:defPPr>
      <a:defRPr lang="en-US"/>
    </a:defPPr>
    <a:lvl1pPr marL="0" algn="l" defTabSz="876134" rtl="0" eaLnBrk="1" latinLnBrk="0" hangingPunct="1">
      <a:defRPr sz="1725" kern="1200">
        <a:solidFill>
          <a:schemeClr val="tx1"/>
        </a:solidFill>
        <a:latin typeface="+mn-lt"/>
        <a:ea typeface="+mn-ea"/>
        <a:cs typeface="+mn-cs"/>
      </a:defRPr>
    </a:lvl1pPr>
    <a:lvl2pPr marL="438067" algn="l" defTabSz="876134" rtl="0" eaLnBrk="1" latinLnBrk="0" hangingPunct="1">
      <a:defRPr sz="1725" kern="1200">
        <a:solidFill>
          <a:schemeClr val="tx1"/>
        </a:solidFill>
        <a:latin typeface="+mn-lt"/>
        <a:ea typeface="+mn-ea"/>
        <a:cs typeface="+mn-cs"/>
      </a:defRPr>
    </a:lvl2pPr>
    <a:lvl3pPr marL="876134" algn="l" defTabSz="876134" rtl="0" eaLnBrk="1" latinLnBrk="0" hangingPunct="1">
      <a:defRPr sz="1725" kern="1200">
        <a:solidFill>
          <a:schemeClr val="tx1"/>
        </a:solidFill>
        <a:latin typeface="+mn-lt"/>
        <a:ea typeface="+mn-ea"/>
        <a:cs typeface="+mn-cs"/>
      </a:defRPr>
    </a:lvl3pPr>
    <a:lvl4pPr marL="1314201" algn="l" defTabSz="876134" rtl="0" eaLnBrk="1" latinLnBrk="0" hangingPunct="1">
      <a:defRPr sz="1725" kern="1200">
        <a:solidFill>
          <a:schemeClr val="tx1"/>
        </a:solidFill>
        <a:latin typeface="+mn-lt"/>
        <a:ea typeface="+mn-ea"/>
        <a:cs typeface="+mn-cs"/>
      </a:defRPr>
    </a:lvl4pPr>
    <a:lvl5pPr marL="1752268" algn="l" defTabSz="876134" rtl="0" eaLnBrk="1" latinLnBrk="0" hangingPunct="1">
      <a:defRPr sz="1725" kern="1200">
        <a:solidFill>
          <a:schemeClr val="tx1"/>
        </a:solidFill>
        <a:latin typeface="+mn-lt"/>
        <a:ea typeface="+mn-ea"/>
        <a:cs typeface="+mn-cs"/>
      </a:defRPr>
    </a:lvl5pPr>
    <a:lvl6pPr marL="2190335" algn="l" defTabSz="876134" rtl="0" eaLnBrk="1" latinLnBrk="0" hangingPunct="1">
      <a:defRPr sz="1725" kern="1200">
        <a:solidFill>
          <a:schemeClr val="tx1"/>
        </a:solidFill>
        <a:latin typeface="+mn-lt"/>
        <a:ea typeface="+mn-ea"/>
        <a:cs typeface="+mn-cs"/>
      </a:defRPr>
    </a:lvl6pPr>
    <a:lvl7pPr marL="2628403" algn="l" defTabSz="876134" rtl="0" eaLnBrk="1" latinLnBrk="0" hangingPunct="1">
      <a:defRPr sz="1725" kern="1200">
        <a:solidFill>
          <a:schemeClr val="tx1"/>
        </a:solidFill>
        <a:latin typeface="+mn-lt"/>
        <a:ea typeface="+mn-ea"/>
        <a:cs typeface="+mn-cs"/>
      </a:defRPr>
    </a:lvl7pPr>
    <a:lvl8pPr marL="3066470" algn="l" defTabSz="876134" rtl="0" eaLnBrk="1" latinLnBrk="0" hangingPunct="1">
      <a:defRPr sz="1725" kern="1200">
        <a:solidFill>
          <a:schemeClr val="tx1"/>
        </a:solidFill>
        <a:latin typeface="+mn-lt"/>
        <a:ea typeface="+mn-ea"/>
        <a:cs typeface="+mn-cs"/>
      </a:defRPr>
    </a:lvl8pPr>
    <a:lvl9pPr marL="3504537" algn="l" defTabSz="876134" rtl="0" eaLnBrk="1" latinLnBrk="0" hangingPunct="1">
      <a:defRPr sz="172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CA9"/>
    <a:srgbClr val="959898"/>
    <a:srgbClr val="4F5353"/>
    <a:srgbClr val="00BA8D"/>
    <a:srgbClr val="FFF6EB"/>
    <a:srgbClr val="EDEBF4"/>
    <a:srgbClr val="F9EBF2"/>
    <a:srgbClr val="FDEFED"/>
    <a:srgbClr val="EEEEEE"/>
    <a:srgbClr val="ECF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4D9D7-B057-4146-87FB-2D94D6B425F3}" v="516" dt="2024-12-12T16:09:22.730"/>
  </p1510:revLst>
</p1510:revInfo>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5580"/>
    <p:restoredTop sz="94212" autoAdjust="0"/>
  </p:normalViewPr>
  <p:slideViewPr>
    <p:cSldViewPr snapToGrid="0">
      <p:cViewPr varScale="1">
        <p:scale>
          <a:sx n="106" d="100"/>
          <a:sy n="106" d="100"/>
        </p:scale>
        <p:origin x="1200"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775387386852354"/>
          <c:y val="3.345008538511416E-2"/>
          <c:w val="0.50148685944864291"/>
          <c:h val="0.72788008347915367"/>
        </c:manualLayout>
      </c:layout>
      <c:doughnutChart>
        <c:varyColors val="1"/>
        <c:ser>
          <c:idx val="0"/>
          <c:order val="0"/>
          <c:tx>
            <c:strRef>
              <c:f>Sheet1!$B$1</c:f>
              <c:strCache>
                <c:ptCount val="1"/>
                <c:pt idx="0">
                  <c:v>Sales</c:v>
                </c:pt>
              </c:strCache>
            </c:strRef>
          </c:tx>
          <c:spPr>
            <a:solidFill>
              <a:srgbClr val="4F5353"/>
            </a:solidFill>
            <a:ln>
              <a:noFill/>
            </a:ln>
          </c:spPr>
          <c:dPt>
            <c:idx val="0"/>
            <c:bubble3D val="0"/>
            <c:spPr>
              <a:solidFill>
                <a:schemeClr val="bg2"/>
              </a:solidFill>
              <a:ln w="19050">
                <a:noFill/>
              </a:ln>
              <a:effectLst/>
            </c:spPr>
            <c:extLst>
              <c:ext xmlns:c16="http://schemas.microsoft.com/office/drawing/2014/chart" uri="{C3380CC4-5D6E-409C-BE32-E72D297353CC}">
                <c16:uniqueId val="{00000001-C393-47C6-89D7-717938B8F7BE}"/>
              </c:ext>
            </c:extLst>
          </c:dPt>
          <c:dPt>
            <c:idx val="1"/>
            <c:bubble3D val="0"/>
            <c:spPr>
              <a:solidFill>
                <a:srgbClr val="4F5353"/>
              </a:solidFill>
              <a:ln w="19050">
                <a:noFill/>
              </a:ln>
              <a:effectLst/>
            </c:spPr>
            <c:extLst>
              <c:ext xmlns:c16="http://schemas.microsoft.com/office/drawing/2014/chart" uri="{C3380CC4-5D6E-409C-BE32-E72D297353CC}">
                <c16:uniqueId val="{00000003-C393-47C6-89D7-717938B8F7BE}"/>
              </c:ext>
            </c:extLst>
          </c:dPt>
          <c:dPt>
            <c:idx val="2"/>
            <c:bubble3D val="0"/>
            <c:spPr>
              <a:solidFill>
                <a:srgbClr val="B22470"/>
              </a:solidFill>
              <a:ln w="19050">
                <a:noFill/>
              </a:ln>
              <a:effectLst/>
            </c:spPr>
            <c:extLst>
              <c:ext xmlns:c16="http://schemas.microsoft.com/office/drawing/2014/chart" uri="{C3380CC4-5D6E-409C-BE32-E72D297353CC}">
                <c16:uniqueId val="{00000005-C393-47C6-89D7-717938B8F7BE}"/>
              </c:ext>
            </c:extLst>
          </c:dPt>
          <c:dPt>
            <c:idx val="3"/>
            <c:bubble3D val="0"/>
            <c:spPr>
              <a:solidFill>
                <a:srgbClr val="3B3482"/>
              </a:solidFill>
              <a:ln w="19050">
                <a:noFill/>
              </a:ln>
              <a:effectLst/>
            </c:spPr>
            <c:extLst>
              <c:ext xmlns:c16="http://schemas.microsoft.com/office/drawing/2014/chart" uri="{C3380CC4-5D6E-409C-BE32-E72D297353CC}">
                <c16:uniqueId val="{00000007-C393-47C6-89D7-717938B8F7BE}"/>
              </c:ext>
            </c:extLst>
          </c:dPt>
          <c:dPt>
            <c:idx val="4"/>
            <c:bubble3D val="0"/>
            <c:spPr>
              <a:solidFill>
                <a:schemeClr val="accent5"/>
              </a:solidFill>
              <a:ln w="19050">
                <a:noFill/>
              </a:ln>
              <a:effectLst/>
            </c:spPr>
            <c:extLst>
              <c:ext xmlns:c16="http://schemas.microsoft.com/office/drawing/2014/chart" uri="{C3380CC4-5D6E-409C-BE32-E72D297353CC}">
                <c16:uniqueId val="{00000009-C393-47C6-89D7-717938B8F7BE}"/>
              </c:ext>
            </c:extLst>
          </c:dPt>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LDI </c:v>
                </c:pt>
                <c:pt idx="1">
                  <c:v>IG corporate bonds</c:v>
                </c:pt>
                <c:pt idx="2">
                  <c:v>Multi-asset</c:v>
                </c:pt>
                <c:pt idx="3">
                  <c:v>Equity</c:v>
                </c:pt>
                <c:pt idx="4">
                  <c:v>Property</c:v>
                </c:pt>
              </c:strCache>
            </c:strRef>
          </c:cat>
          <c:val>
            <c:numRef>
              <c:f>Sheet1!$B$2:$B$6</c:f>
              <c:numCache>
                <c:formatCode>0%</c:formatCode>
                <c:ptCount val="5"/>
                <c:pt idx="0">
                  <c:v>0.4</c:v>
                </c:pt>
                <c:pt idx="1">
                  <c:v>0.2</c:v>
                </c:pt>
                <c:pt idx="2">
                  <c:v>0.17</c:v>
                </c:pt>
                <c:pt idx="3">
                  <c:v>0.18</c:v>
                </c:pt>
                <c:pt idx="4">
                  <c:v>0.05</c:v>
                </c:pt>
              </c:numCache>
            </c:numRef>
          </c:val>
          <c:extLst>
            <c:ext xmlns:c16="http://schemas.microsoft.com/office/drawing/2014/chart" uri="{C3380CC4-5D6E-409C-BE32-E72D297353CC}">
              <c16:uniqueId val="{00000008-C393-47C6-89D7-717938B8F7BE}"/>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8.9922415400122413E-2"/>
          <c:y val="0.80945016392217939"/>
          <c:w val="0.82015516919975517"/>
          <c:h val="5.9790411390556207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775387386852354"/>
          <c:y val="3.345008538511416E-2"/>
          <c:w val="0.50148685944864291"/>
          <c:h val="0.72788008347915367"/>
        </c:manualLayout>
      </c:layout>
      <c:doughnutChart>
        <c:varyColors val="1"/>
        <c:ser>
          <c:idx val="0"/>
          <c:order val="0"/>
          <c:tx>
            <c:strRef>
              <c:f>Sheet1!$B$1</c:f>
              <c:strCache>
                <c:ptCount val="1"/>
                <c:pt idx="0">
                  <c:v>Sales</c:v>
                </c:pt>
              </c:strCache>
            </c:strRef>
          </c:tx>
          <c:spPr>
            <a:solidFill>
              <a:srgbClr val="4F5353"/>
            </a:solidFill>
            <a:ln>
              <a:noFill/>
            </a:ln>
          </c:spPr>
          <c:dPt>
            <c:idx val="0"/>
            <c:bubble3D val="0"/>
            <c:spPr>
              <a:solidFill>
                <a:schemeClr val="bg2"/>
              </a:solidFill>
              <a:ln w="19050">
                <a:noFill/>
              </a:ln>
              <a:effectLst/>
            </c:spPr>
            <c:extLst>
              <c:ext xmlns:c16="http://schemas.microsoft.com/office/drawing/2014/chart" uri="{C3380CC4-5D6E-409C-BE32-E72D297353CC}">
                <c16:uniqueId val="{00000001-C393-47C6-89D7-717938B8F7BE}"/>
              </c:ext>
            </c:extLst>
          </c:dPt>
          <c:dPt>
            <c:idx val="1"/>
            <c:bubble3D val="0"/>
            <c:spPr>
              <a:solidFill>
                <a:srgbClr val="4F5353"/>
              </a:solidFill>
              <a:ln w="19050">
                <a:noFill/>
              </a:ln>
              <a:effectLst/>
            </c:spPr>
            <c:extLst>
              <c:ext xmlns:c16="http://schemas.microsoft.com/office/drawing/2014/chart" uri="{C3380CC4-5D6E-409C-BE32-E72D297353CC}">
                <c16:uniqueId val="{00000003-C393-47C6-89D7-717938B8F7BE}"/>
              </c:ext>
            </c:extLst>
          </c:dPt>
          <c:dPt>
            <c:idx val="2"/>
            <c:bubble3D val="0"/>
            <c:spPr>
              <a:solidFill>
                <a:srgbClr val="B22470"/>
              </a:solidFill>
              <a:ln w="19050">
                <a:noFill/>
              </a:ln>
              <a:effectLst/>
            </c:spPr>
            <c:extLst>
              <c:ext xmlns:c16="http://schemas.microsoft.com/office/drawing/2014/chart" uri="{C3380CC4-5D6E-409C-BE32-E72D297353CC}">
                <c16:uniqueId val="{00000005-C393-47C6-89D7-717938B8F7BE}"/>
              </c:ext>
            </c:extLst>
          </c:dPt>
          <c:dPt>
            <c:idx val="3"/>
            <c:bubble3D val="0"/>
            <c:spPr>
              <a:solidFill>
                <a:srgbClr val="3B3482"/>
              </a:solidFill>
              <a:ln w="19050">
                <a:noFill/>
              </a:ln>
              <a:effectLst/>
            </c:spPr>
            <c:extLst>
              <c:ext xmlns:c16="http://schemas.microsoft.com/office/drawing/2014/chart" uri="{C3380CC4-5D6E-409C-BE32-E72D297353CC}">
                <c16:uniqueId val="{00000007-C393-47C6-89D7-717938B8F7BE}"/>
              </c:ext>
            </c:extLst>
          </c:dPt>
          <c:dPt>
            <c:idx val="4"/>
            <c:bubble3D val="0"/>
            <c:spPr>
              <a:solidFill>
                <a:schemeClr val="accent5"/>
              </a:solidFill>
              <a:ln w="19050">
                <a:noFill/>
              </a:ln>
              <a:effectLst/>
            </c:spPr>
            <c:extLst>
              <c:ext xmlns:c16="http://schemas.microsoft.com/office/drawing/2014/chart" uri="{C3380CC4-5D6E-409C-BE32-E72D297353CC}">
                <c16:uniqueId val="{00000009-C393-47C6-89D7-717938B8F7BE}"/>
              </c:ext>
            </c:extLst>
          </c:dPt>
          <c:dPt>
            <c:idx val="5"/>
            <c:bubble3D val="0"/>
            <c:spPr>
              <a:solidFill>
                <a:srgbClr val="959898"/>
              </a:solidFill>
              <a:ln w="19050">
                <a:noFill/>
              </a:ln>
              <a:effectLst/>
            </c:spPr>
            <c:extLst>
              <c:ext xmlns:c16="http://schemas.microsoft.com/office/drawing/2014/chart" uri="{C3380CC4-5D6E-409C-BE32-E72D297353CC}">
                <c16:uniqueId val="{0000000A-E06C-4508-BF05-E6598C38E62E}"/>
              </c:ext>
            </c:extLst>
          </c:dPt>
          <c:dPt>
            <c:idx val="6"/>
            <c:bubble3D val="0"/>
            <c:spPr>
              <a:solidFill>
                <a:srgbClr val="D17CA9"/>
              </a:solidFill>
              <a:ln w="19050">
                <a:noFill/>
              </a:ln>
              <a:effectLst/>
            </c:spPr>
            <c:extLst>
              <c:ext xmlns:c16="http://schemas.microsoft.com/office/drawing/2014/chart" uri="{C3380CC4-5D6E-409C-BE32-E72D297353CC}">
                <c16:uniqueId val="{0000000B-E06C-4508-BF05-E6598C38E62E}"/>
              </c:ext>
            </c:extLst>
          </c:dPt>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LDI </c:v>
                </c:pt>
                <c:pt idx="1">
                  <c:v>IG corporate bonds</c:v>
                </c:pt>
                <c:pt idx="2">
                  <c:v>Multi-asset</c:v>
                </c:pt>
                <c:pt idx="3">
                  <c:v>Equity</c:v>
                </c:pt>
                <c:pt idx="4">
                  <c:v>Property</c:v>
                </c:pt>
                <c:pt idx="5">
                  <c:v>Liquid assets</c:v>
                </c:pt>
                <c:pt idx="6">
                  <c:v>Other</c:v>
                </c:pt>
              </c:strCache>
            </c:strRef>
          </c:cat>
          <c:val>
            <c:numRef>
              <c:f>Sheet1!$B$2:$B$8</c:f>
              <c:numCache>
                <c:formatCode>0%</c:formatCode>
                <c:ptCount val="7"/>
                <c:pt idx="0">
                  <c:v>0.4</c:v>
                </c:pt>
                <c:pt idx="1">
                  <c:v>0.3</c:v>
                </c:pt>
                <c:pt idx="2">
                  <c:v>0.1</c:v>
                </c:pt>
                <c:pt idx="3">
                  <c:v>0.15</c:v>
                </c:pt>
                <c:pt idx="4">
                  <c:v>0.05</c:v>
                </c:pt>
                <c:pt idx="5">
                  <c:v>0.1</c:v>
                </c:pt>
                <c:pt idx="6">
                  <c:v>0.05</c:v>
                </c:pt>
              </c:numCache>
            </c:numRef>
          </c:val>
          <c:extLst>
            <c:ext xmlns:c16="http://schemas.microsoft.com/office/drawing/2014/chart" uri="{C3380CC4-5D6E-409C-BE32-E72D297353CC}">
              <c16:uniqueId val="{00000008-C393-47C6-89D7-717938B8F7BE}"/>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6567636185470581E-2"/>
          <c:y val="0.80945016392217939"/>
          <c:w val="0.87672280538522573"/>
          <c:h val="0.1510179169863221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775387386852354"/>
          <c:y val="3.345008538511416E-2"/>
          <c:w val="0.50148685944864291"/>
          <c:h val="0.72788008347915367"/>
        </c:manualLayout>
      </c:layout>
      <c:doughnutChart>
        <c:varyColors val="1"/>
        <c:ser>
          <c:idx val="0"/>
          <c:order val="0"/>
          <c:tx>
            <c:strRef>
              <c:f>Sheet1!$B$1</c:f>
              <c:strCache>
                <c:ptCount val="1"/>
                <c:pt idx="0">
                  <c:v>Sales</c:v>
                </c:pt>
              </c:strCache>
            </c:strRef>
          </c:tx>
          <c:spPr>
            <a:solidFill>
              <a:srgbClr val="4F5353"/>
            </a:solidFill>
            <a:ln>
              <a:noFill/>
            </a:ln>
          </c:spPr>
          <c:dPt>
            <c:idx val="0"/>
            <c:bubble3D val="0"/>
            <c:spPr>
              <a:solidFill>
                <a:schemeClr val="bg2"/>
              </a:solidFill>
              <a:ln w="19050">
                <a:noFill/>
              </a:ln>
              <a:effectLst/>
            </c:spPr>
            <c:extLst>
              <c:ext xmlns:c16="http://schemas.microsoft.com/office/drawing/2014/chart" uri="{C3380CC4-5D6E-409C-BE32-E72D297353CC}">
                <c16:uniqueId val="{00000001-C393-47C6-89D7-717938B8F7BE}"/>
              </c:ext>
            </c:extLst>
          </c:dPt>
          <c:dPt>
            <c:idx val="1"/>
            <c:bubble3D val="0"/>
            <c:spPr>
              <a:solidFill>
                <a:srgbClr val="4F5353"/>
              </a:solidFill>
              <a:ln w="19050">
                <a:noFill/>
              </a:ln>
              <a:effectLst/>
            </c:spPr>
            <c:extLst>
              <c:ext xmlns:c16="http://schemas.microsoft.com/office/drawing/2014/chart" uri="{C3380CC4-5D6E-409C-BE32-E72D297353CC}">
                <c16:uniqueId val="{00000003-C393-47C6-89D7-717938B8F7BE}"/>
              </c:ext>
            </c:extLst>
          </c:dPt>
          <c:dPt>
            <c:idx val="2"/>
            <c:bubble3D val="0"/>
            <c:spPr>
              <a:solidFill>
                <a:srgbClr val="B22470"/>
              </a:solidFill>
              <a:ln w="19050">
                <a:noFill/>
              </a:ln>
              <a:effectLst/>
            </c:spPr>
            <c:extLst>
              <c:ext xmlns:c16="http://schemas.microsoft.com/office/drawing/2014/chart" uri="{C3380CC4-5D6E-409C-BE32-E72D297353CC}">
                <c16:uniqueId val="{00000005-C393-47C6-89D7-717938B8F7BE}"/>
              </c:ext>
            </c:extLst>
          </c:dPt>
          <c:dPt>
            <c:idx val="3"/>
            <c:bubble3D val="0"/>
            <c:spPr>
              <a:solidFill>
                <a:srgbClr val="3B3482"/>
              </a:solidFill>
              <a:ln w="19050">
                <a:noFill/>
              </a:ln>
              <a:effectLst/>
            </c:spPr>
            <c:extLst>
              <c:ext xmlns:c16="http://schemas.microsoft.com/office/drawing/2014/chart" uri="{C3380CC4-5D6E-409C-BE32-E72D297353CC}">
                <c16:uniqueId val="{00000007-C393-47C6-89D7-717938B8F7BE}"/>
              </c:ext>
            </c:extLst>
          </c:dPt>
          <c:dPt>
            <c:idx val="4"/>
            <c:bubble3D val="0"/>
            <c:spPr>
              <a:solidFill>
                <a:schemeClr val="accent5"/>
              </a:solidFill>
              <a:ln w="19050">
                <a:noFill/>
              </a:ln>
              <a:effectLst/>
            </c:spPr>
            <c:extLst>
              <c:ext xmlns:c16="http://schemas.microsoft.com/office/drawing/2014/chart" uri="{C3380CC4-5D6E-409C-BE32-E72D297353CC}">
                <c16:uniqueId val="{00000009-C393-47C6-89D7-717938B8F7BE}"/>
              </c:ext>
            </c:extLst>
          </c:dPt>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LDI </c:v>
                </c:pt>
                <c:pt idx="1">
                  <c:v>IG corporate bonds</c:v>
                </c:pt>
                <c:pt idx="2">
                  <c:v>Multi-asset</c:v>
                </c:pt>
                <c:pt idx="3">
                  <c:v>Equity</c:v>
                </c:pt>
                <c:pt idx="4">
                  <c:v>Property</c:v>
                </c:pt>
              </c:strCache>
            </c:strRef>
          </c:cat>
          <c:val>
            <c:numRef>
              <c:f>Sheet1!$B$2:$B$6</c:f>
              <c:numCache>
                <c:formatCode>0%</c:formatCode>
                <c:ptCount val="5"/>
                <c:pt idx="0">
                  <c:v>0.4</c:v>
                </c:pt>
                <c:pt idx="1">
                  <c:v>0.2</c:v>
                </c:pt>
                <c:pt idx="2">
                  <c:v>0.17</c:v>
                </c:pt>
                <c:pt idx="3">
                  <c:v>0.18</c:v>
                </c:pt>
                <c:pt idx="4">
                  <c:v>0.05</c:v>
                </c:pt>
              </c:numCache>
            </c:numRef>
          </c:val>
          <c:extLst>
            <c:ext xmlns:c16="http://schemas.microsoft.com/office/drawing/2014/chart" uri="{C3380CC4-5D6E-409C-BE32-E72D297353CC}">
              <c16:uniqueId val="{00000008-C393-47C6-89D7-717938B8F7BE}"/>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8.9922415400122413E-2"/>
          <c:y val="0.80945016392217939"/>
          <c:w val="0.82015516919975517"/>
          <c:h val="5.9790411390556207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775387386852354"/>
          <c:y val="3.345008538511416E-2"/>
          <c:w val="0.50148685944864291"/>
          <c:h val="0.72788008347915367"/>
        </c:manualLayout>
      </c:layout>
      <c:doughnutChart>
        <c:varyColors val="1"/>
        <c:ser>
          <c:idx val="0"/>
          <c:order val="0"/>
          <c:tx>
            <c:strRef>
              <c:f>Sheet1!$B$1</c:f>
              <c:strCache>
                <c:ptCount val="1"/>
                <c:pt idx="0">
                  <c:v>Sales</c:v>
                </c:pt>
              </c:strCache>
            </c:strRef>
          </c:tx>
          <c:spPr>
            <a:solidFill>
              <a:srgbClr val="4F5353"/>
            </a:solidFill>
            <a:ln>
              <a:noFill/>
            </a:ln>
          </c:spPr>
          <c:dPt>
            <c:idx val="0"/>
            <c:bubble3D val="0"/>
            <c:spPr>
              <a:solidFill>
                <a:schemeClr val="bg2"/>
              </a:solidFill>
              <a:ln w="19050">
                <a:noFill/>
              </a:ln>
              <a:effectLst/>
            </c:spPr>
            <c:extLst>
              <c:ext xmlns:c16="http://schemas.microsoft.com/office/drawing/2014/chart" uri="{C3380CC4-5D6E-409C-BE32-E72D297353CC}">
                <c16:uniqueId val="{00000001-C393-47C6-89D7-717938B8F7BE}"/>
              </c:ext>
            </c:extLst>
          </c:dPt>
          <c:dPt>
            <c:idx val="1"/>
            <c:bubble3D val="0"/>
            <c:spPr>
              <a:solidFill>
                <a:srgbClr val="4F5353"/>
              </a:solidFill>
              <a:ln w="19050">
                <a:noFill/>
              </a:ln>
              <a:effectLst/>
            </c:spPr>
            <c:extLst>
              <c:ext xmlns:c16="http://schemas.microsoft.com/office/drawing/2014/chart" uri="{C3380CC4-5D6E-409C-BE32-E72D297353CC}">
                <c16:uniqueId val="{00000003-C393-47C6-89D7-717938B8F7BE}"/>
              </c:ext>
            </c:extLst>
          </c:dPt>
          <c:dPt>
            <c:idx val="2"/>
            <c:bubble3D val="0"/>
            <c:spPr>
              <a:solidFill>
                <a:srgbClr val="B22470"/>
              </a:solidFill>
              <a:ln w="19050">
                <a:noFill/>
              </a:ln>
              <a:effectLst/>
            </c:spPr>
            <c:extLst>
              <c:ext xmlns:c16="http://schemas.microsoft.com/office/drawing/2014/chart" uri="{C3380CC4-5D6E-409C-BE32-E72D297353CC}">
                <c16:uniqueId val="{00000005-C393-47C6-89D7-717938B8F7BE}"/>
              </c:ext>
            </c:extLst>
          </c:dPt>
          <c:dPt>
            <c:idx val="3"/>
            <c:bubble3D val="0"/>
            <c:explosion val="12"/>
            <c:spPr>
              <a:solidFill>
                <a:srgbClr val="3B3482"/>
              </a:solidFill>
              <a:ln w="19050">
                <a:noFill/>
              </a:ln>
              <a:effectLst/>
            </c:spPr>
            <c:extLst>
              <c:ext xmlns:c16="http://schemas.microsoft.com/office/drawing/2014/chart" uri="{C3380CC4-5D6E-409C-BE32-E72D297353CC}">
                <c16:uniqueId val="{00000007-C393-47C6-89D7-717938B8F7BE}"/>
              </c:ext>
            </c:extLst>
          </c:dPt>
          <c:dPt>
            <c:idx val="4"/>
            <c:bubble3D val="0"/>
            <c:spPr>
              <a:solidFill>
                <a:schemeClr val="accent5"/>
              </a:solidFill>
              <a:ln w="19050">
                <a:noFill/>
              </a:ln>
              <a:effectLst/>
            </c:spPr>
            <c:extLst>
              <c:ext xmlns:c16="http://schemas.microsoft.com/office/drawing/2014/chart" uri="{C3380CC4-5D6E-409C-BE32-E72D297353CC}">
                <c16:uniqueId val="{00000009-C393-47C6-89D7-717938B8F7BE}"/>
              </c:ext>
            </c:extLst>
          </c:dPt>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LDI </c:v>
                </c:pt>
                <c:pt idx="1">
                  <c:v>IG corporate bonds</c:v>
                </c:pt>
                <c:pt idx="2">
                  <c:v>Multi-asset</c:v>
                </c:pt>
                <c:pt idx="3">
                  <c:v>Equity</c:v>
                </c:pt>
                <c:pt idx="4">
                  <c:v>Property</c:v>
                </c:pt>
              </c:strCache>
            </c:strRef>
          </c:cat>
          <c:val>
            <c:numRef>
              <c:f>Sheet1!$B$2:$B$6</c:f>
              <c:numCache>
                <c:formatCode>0%</c:formatCode>
                <c:ptCount val="5"/>
                <c:pt idx="0">
                  <c:v>0.4</c:v>
                </c:pt>
                <c:pt idx="1">
                  <c:v>0.2</c:v>
                </c:pt>
                <c:pt idx="2">
                  <c:v>0.17</c:v>
                </c:pt>
                <c:pt idx="3">
                  <c:v>0.18</c:v>
                </c:pt>
                <c:pt idx="4">
                  <c:v>0.05</c:v>
                </c:pt>
              </c:numCache>
            </c:numRef>
          </c:val>
          <c:extLst>
            <c:ext xmlns:c16="http://schemas.microsoft.com/office/drawing/2014/chart" uri="{C3380CC4-5D6E-409C-BE32-E72D297353CC}">
              <c16:uniqueId val="{00000008-C393-47C6-89D7-717938B8F7BE}"/>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8.9922415400122413E-2"/>
          <c:y val="0.80945016392217939"/>
          <c:w val="0.82015516919975517"/>
          <c:h val="5.9790411390556207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775387386852354"/>
          <c:y val="3.345008538511416E-2"/>
          <c:w val="0.50148685944864291"/>
          <c:h val="0.72788008347915367"/>
        </c:manualLayout>
      </c:layout>
      <c:doughnutChart>
        <c:varyColors val="1"/>
        <c:ser>
          <c:idx val="0"/>
          <c:order val="0"/>
          <c:tx>
            <c:strRef>
              <c:f>Sheet1!$B$1</c:f>
              <c:strCache>
                <c:ptCount val="1"/>
                <c:pt idx="0">
                  <c:v>Sales</c:v>
                </c:pt>
              </c:strCache>
            </c:strRef>
          </c:tx>
          <c:spPr>
            <a:solidFill>
              <a:srgbClr val="4F5353"/>
            </a:solidFill>
            <a:ln>
              <a:noFill/>
            </a:ln>
          </c:spPr>
          <c:dPt>
            <c:idx val="0"/>
            <c:bubble3D val="0"/>
            <c:spPr>
              <a:solidFill>
                <a:schemeClr val="bg2"/>
              </a:solidFill>
              <a:ln w="19050">
                <a:noFill/>
              </a:ln>
              <a:effectLst/>
            </c:spPr>
            <c:extLst>
              <c:ext xmlns:c16="http://schemas.microsoft.com/office/drawing/2014/chart" uri="{C3380CC4-5D6E-409C-BE32-E72D297353CC}">
                <c16:uniqueId val="{00000001-C393-47C6-89D7-717938B8F7BE}"/>
              </c:ext>
            </c:extLst>
          </c:dPt>
          <c:dPt>
            <c:idx val="1"/>
            <c:bubble3D val="0"/>
            <c:spPr>
              <a:solidFill>
                <a:srgbClr val="4F5353"/>
              </a:solidFill>
              <a:ln w="19050">
                <a:noFill/>
              </a:ln>
              <a:effectLst/>
            </c:spPr>
            <c:extLst>
              <c:ext xmlns:c16="http://schemas.microsoft.com/office/drawing/2014/chart" uri="{C3380CC4-5D6E-409C-BE32-E72D297353CC}">
                <c16:uniqueId val="{00000003-C393-47C6-89D7-717938B8F7BE}"/>
              </c:ext>
            </c:extLst>
          </c:dPt>
          <c:dPt>
            <c:idx val="2"/>
            <c:bubble3D val="0"/>
            <c:spPr>
              <a:solidFill>
                <a:srgbClr val="B22470"/>
              </a:solidFill>
              <a:ln w="19050">
                <a:noFill/>
              </a:ln>
              <a:effectLst/>
            </c:spPr>
            <c:extLst>
              <c:ext xmlns:c16="http://schemas.microsoft.com/office/drawing/2014/chart" uri="{C3380CC4-5D6E-409C-BE32-E72D297353CC}">
                <c16:uniqueId val="{00000005-C393-47C6-89D7-717938B8F7BE}"/>
              </c:ext>
            </c:extLst>
          </c:dPt>
          <c:dPt>
            <c:idx val="3"/>
            <c:bubble3D val="0"/>
            <c:explosion val="12"/>
            <c:spPr>
              <a:solidFill>
                <a:srgbClr val="3B3482"/>
              </a:solidFill>
              <a:ln w="19050">
                <a:noFill/>
              </a:ln>
              <a:effectLst/>
            </c:spPr>
            <c:extLst>
              <c:ext xmlns:c16="http://schemas.microsoft.com/office/drawing/2014/chart" uri="{C3380CC4-5D6E-409C-BE32-E72D297353CC}">
                <c16:uniqueId val="{00000007-C393-47C6-89D7-717938B8F7BE}"/>
              </c:ext>
            </c:extLst>
          </c:dPt>
          <c:dPt>
            <c:idx val="4"/>
            <c:bubble3D val="0"/>
            <c:spPr>
              <a:solidFill>
                <a:schemeClr val="accent5"/>
              </a:solidFill>
              <a:ln w="19050">
                <a:noFill/>
              </a:ln>
              <a:effectLst/>
            </c:spPr>
            <c:extLst>
              <c:ext xmlns:c16="http://schemas.microsoft.com/office/drawing/2014/chart" uri="{C3380CC4-5D6E-409C-BE32-E72D297353CC}">
                <c16:uniqueId val="{00000009-C393-47C6-89D7-717938B8F7BE}"/>
              </c:ext>
            </c:extLst>
          </c:dPt>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LDI </c:v>
                </c:pt>
                <c:pt idx="1">
                  <c:v>IG corporate bonds</c:v>
                </c:pt>
                <c:pt idx="2">
                  <c:v>Multi-asset</c:v>
                </c:pt>
                <c:pt idx="3">
                  <c:v>Equity</c:v>
                </c:pt>
                <c:pt idx="4">
                  <c:v>Property</c:v>
                </c:pt>
              </c:strCache>
            </c:strRef>
          </c:cat>
          <c:val>
            <c:numRef>
              <c:f>Sheet1!$B$2:$B$6</c:f>
              <c:numCache>
                <c:formatCode>0%</c:formatCode>
                <c:ptCount val="5"/>
                <c:pt idx="0">
                  <c:v>0.4</c:v>
                </c:pt>
                <c:pt idx="1">
                  <c:v>0.2</c:v>
                </c:pt>
                <c:pt idx="2">
                  <c:v>0.17</c:v>
                </c:pt>
                <c:pt idx="3">
                  <c:v>0.18</c:v>
                </c:pt>
                <c:pt idx="4">
                  <c:v>0.05</c:v>
                </c:pt>
              </c:numCache>
            </c:numRef>
          </c:val>
          <c:extLst>
            <c:ext xmlns:c16="http://schemas.microsoft.com/office/drawing/2014/chart" uri="{C3380CC4-5D6E-409C-BE32-E72D297353CC}">
              <c16:uniqueId val="{00000008-C393-47C6-89D7-717938B8F7BE}"/>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8.9922415400122413E-2"/>
          <c:y val="0.80945016392217939"/>
          <c:w val="0.82015516919975517"/>
          <c:h val="5.9790411390556207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2F40BA08-2719-47EC-98B9-B9C7A5AEF5A3}" type="datetimeFigureOut">
              <a:rPr lang="en-GB" smtClean="0"/>
              <a:t>29/06/2026</a:t>
            </a:fld>
            <a:endParaRPr lang="en-GB"/>
          </a:p>
        </p:txBody>
      </p:sp>
      <p:sp>
        <p:nvSpPr>
          <p:cNvPr id="4" name="Slide Image Placeholder 3"/>
          <p:cNvSpPr>
            <a:spLocks noGrp="1" noRot="1" noChangeAspect="1"/>
          </p:cNvSpPr>
          <p:nvPr>
            <p:ph type="sldImg" idx="2"/>
          </p:nvPr>
        </p:nvSpPr>
        <p:spPr>
          <a:xfrm>
            <a:off x="422275" y="1238250"/>
            <a:ext cx="594995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7DAD1017-E0EA-42FF-A2A9-98DF9225EF22}" type="slidenum">
              <a:rPr lang="en-GB" smtClean="0"/>
              <a:t>‹#›</a:t>
            </a:fld>
            <a:endParaRPr lang="en-GB"/>
          </a:p>
        </p:txBody>
      </p:sp>
    </p:spTree>
    <p:extLst>
      <p:ext uri="{BB962C8B-B14F-4D97-AF65-F5344CB8AC3E}">
        <p14:creationId xmlns:p14="http://schemas.microsoft.com/office/powerpoint/2010/main" val="419914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AD1017-E0EA-42FF-A2A9-98DF9225EF22}" type="slidenum">
              <a:rPr lang="en-GB" smtClean="0"/>
              <a:t>33</a:t>
            </a:fld>
            <a:endParaRPr lang="en-GB"/>
          </a:p>
        </p:txBody>
      </p:sp>
    </p:spTree>
    <p:extLst>
      <p:ext uri="{BB962C8B-B14F-4D97-AF65-F5344CB8AC3E}">
        <p14:creationId xmlns:p14="http://schemas.microsoft.com/office/powerpoint/2010/main" val="1750668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AD1017-E0EA-42FF-A2A9-98DF9225EF22}" type="slidenum">
              <a:rPr lang="en-GB" smtClean="0"/>
              <a:t>35</a:t>
            </a:fld>
            <a:endParaRPr lang="en-GB"/>
          </a:p>
        </p:txBody>
      </p:sp>
    </p:spTree>
    <p:extLst>
      <p:ext uri="{BB962C8B-B14F-4D97-AF65-F5344CB8AC3E}">
        <p14:creationId xmlns:p14="http://schemas.microsoft.com/office/powerpoint/2010/main" val="141900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25" y="1143000"/>
            <a:ext cx="549275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A2295C5-8E5C-F643-8ABA-FFEC9A876556}" type="slidenum">
              <a:rPr lang="en-GB" smtClean="0"/>
              <a:t>49</a:t>
            </a:fld>
            <a:endParaRPr lang="en-GB"/>
          </a:p>
        </p:txBody>
      </p:sp>
    </p:spTree>
    <p:extLst>
      <p:ext uri="{BB962C8B-B14F-4D97-AF65-F5344CB8AC3E}">
        <p14:creationId xmlns:p14="http://schemas.microsoft.com/office/powerpoint/2010/main" val="2349247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25" y="1143000"/>
            <a:ext cx="549275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A2295C5-8E5C-F643-8ABA-FFEC9A876556}" type="slidenum">
              <a:rPr lang="en-GB" smtClean="0"/>
              <a:t>50</a:t>
            </a:fld>
            <a:endParaRPr lang="en-GB"/>
          </a:p>
        </p:txBody>
      </p:sp>
    </p:spTree>
    <p:extLst>
      <p:ext uri="{BB962C8B-B14F-4D97-AF65-F5344CB8AC3E}">
        <p14:creationId xmlns:p14="http://schemas.microsoft.com/office/powerpoint/2010/main" val="385270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25" y="1143000"/>
            <a:ext cx="549275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A2295C5-8E5C-F643-8ABA-FFEC9A876556}" type="slidenum">
              <a:rPr lang="en-GB" smtClean="0"/>
              <a:t>51</a:t>
            </a:fld>
            <a:endParaRPr lang="en-GB"/>
          </a:p>
        </p:txBody>
      </p:sp>
    </p:spTree>
    <p:extLst>
      <p:ext uri="{BB962C8B-B14F-4D97-AF65-F5344CB8AC3E}">
        <p14:creationId xmlns:p14="http://schemas.microsoft.com/office/powerpoint/2010/main" val="16951871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6ABDE0-925C-6904-2B19-284BA305326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22" name="Text Placeholder 21">
            <a:extLst>
              <a:ext uri="{FF2B5EF4-FFF2-40B4-BE49-F238E27FC236}">
                <a16:creationId xmlns:a16="http://schemas.microsoft.com/office/drawing/2014/main" id="{E7FFE5AD-2016-7B7E-9F82-2B690FE93A39}"/>
              </a:ext>
            </a:extLst>
          </p:cNvPr>
          <p:cNvSpPr>
            <a:spLocks noGrp="1"/>
          </p:cNvSpPr>
          <p:nvPr>
            <p:ph type="body" sz="quarter" idx="18"/>
          </p:nvPr>
        </p:nvSpPr>
        <p:spPr>
          <a:xfrm>
            <a:off x="539750" y="1911557"/>
            <a:ext cx="8088860" cy="2505392"/>
          </a:xfrm>
        </p:spPr>
        <p:txBody>
          <a:bodyPr/>
          <a:lstStyle>
            <a:lvl1pPr>
              <a:defRPr sz="3400">
                <a:solidFill>
                  <a:schemeClr val="bg1"/>
                </a:solidFill>
              </a:defRPr>
            </a:lvl1pPr>
            <a:lvl2pP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2" name="Group 1">
            <a:extLst>
              <a:ext uri="{FF2B5EF4-FFF2-40B4-BE49-F238E27FC236}">
                <a16:creationId xmlns:a16="http://schemas.microsoft.com/office/drawing/2014/main" id="{16B42D75-0D04-6B68-10E0-4545B5DEE242}"/>
              </a:ext>
            </a:extLst>
          </p:cNvPr>
          <p:cNvGrpSpPr>
            <a:grpSpLocks noChangeAspect="1"/>
          </p:cNvGrpSpPr>
          <p:nvPr userDrawn="1"/>
        </p:nvGrpSpPr>
        <p:grpSpPr>
          <a:xfrm>
            <a:off x="538163" y="550996"/>
            <a:ext cx="1195185" cy="508054"/>
            <a:chOff x="5868144" y="2000579"/>
            <a:chExt cx="1381170" cy="574833"/>
          </a:xfrm>
          <a:solidFill>
            <a:schemeClr val="bg1"/>
          </a:solidFill>
        </p:grpSpPr>
        <p:sp>
          <p:nvSpPr>
            <p:cNvPr id="3" name="Freeform 18">
              <a:extLst>
                <a:ext uri="{FF2B5EF4-FFF2-40B4-BE49-F238E27FC236}">
                  <a16:creationId xmlns:a16="http://schemas.microsoft.com/office/drawing/2014/main" id="{BD2ABE0C-D075-F687-36B6-CE255D874CFE}"/>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4" name="Freeform 19">
              <a:extLst>
                <a:ext uri="{FF2B5EF4-FFF2-40B4-BE49-F238E27FC236}">
                  <a16:creationId xmlns:a16="http://schemas.microsoft.com/office/drawing/2014/main" id="{92FC75A2-FD88-FB04-DBD5-FDD35F669CED}"/>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solidFill>
                  <a:schemeClr val="bg1"/>
                </a:solidFill>
              </a:endParaRPr>
            </a:p>
          </p:txBody>
        </p:sp>
        <p:sp>
          <p:nvSpPr>
            <p:cNvPr id="5" name="Freeform 20">
              <a:extLst>
                <a:ext uri="{FF2B5EF4-FFF2-40B4-BE49-F238E27FC236}">
                  <a16:creationId xmlns:a16="http://schemas.microsoft.com/office/drawing/2014/main" id="{38459F4A-742F-B62A-7F05-826DFD64CFF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6" name="Freeform 21">
              <a:extLst>
                <a:ext uri="{FF2B5EF4-FFF2-40B4-BE49-F238E27FC236}">
                  <a16:creationId xmlns:a16="http://schemas.microsoft.com/office/drawing/2014/main" id="{7CE24B2C-129B-2088-F616-59335AF0174E}"/>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7" name="Freeform 22">
              <a:extLst>
                <a:ext uri="{FF2B5EF4-FFF2-40B4-BE49-F238E27FC236}">
                  <a16:creationId xmlns:a16="http://schemas.microsoft.com/office/drawing/2014/main" id="{72133241-D7BA-4B2C-91B1-E6A6EDFF18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solidFill>
                  <a:schemeClr val="bg1"/>
                </a:solidFill>
              </a:endParaRPr>
            </a:p>
          </p:txBody>
        </p:sp>
        <p:sp>
          <p:nvSpPr>
            <p:cNvPr id="8" name="Freeform 23">
              <a:extLst>
                <a:ext uri="{FF2B5EF4-FFF2-40B4-BE49-F238E27FC236}">
                  <a16:creationId xmlns:a16="http://schemas.microsoft.com/office/drawing/2014/main" id="{3793987F-CAB1-8E55-250A-EB2208026CF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9" name="Freeform 24">
              <a:extLst>
                <a:ext uri="{FF2B5EF4-FFF2-40B4-BE49-F238E27FC236}">
                  <a16:creationId xmlns:a16="http://schemas.microsoft.com/office/drawing/2014/main" id="{C7AAB2F3-35EA-8F82-0BC8-8F9F9DA162C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grpSp>
    </p:spTree>
    <p:extLst>
      <p:ext uri="{BB962C8B-B14F-4D97-AF65-F5344CB8AC3E}">
        <p14:creationId xmlns:p14="http://schemas.microsoft.com/office/powerpoint/2010/main" val="4246117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B989A-6140-A2B8-0655-AB39B5D3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a:solidFill>
            <a:schemeClr val="bg1"/>
          </a:solidFill>
        </p:spPr>
      </p:pic>
      <p:sp>
        <p:nvSpPr>
          <p:cNvPr id="9" name="Text Placeholder 21">
            <a:extLst>
              <a:ext uri="{FF2B5EF4-FFF2-40B4-BE49-F238E27FC236}">
                <a16:creationId xmlns:a16="http://schemas.microsoft.com/office/drawing/2014/main" id="{F35CFE8A-9383-BA9D-F02F-6C0D9BB1FF83}"/>
              </a:ext>
            </a:extLst>
          </p:cNvPr>
          <p:cNvSpPr>
            <a:spLocks noGrp="1"/>
          </p:cNvSpPr>
          <p:nvPr>
            <p:ph type="body" sz="quarter" idx="18"/>
          </p:nvPr>
        </p:nvSpPr>
        <p:spPr>
          <a:xfrm>
            <a:off x="539750" y="999808"/>
            <a:ext cx="8088860" cy="250539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23337C25-C2C3-E0F7-72C3-092CC89F5C87}"/>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28E42F60-7A17-B1BE-3025-A5370F953A57}"/>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D1A9E45-06F7-B059-D2DC-9FAD15765274}"/>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1C70716E-B0B3-923D-EA5A-68A3D5A531FA}"/>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FBF66CB4-5C49-4EF6-8939-0B7AFECEA44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DD760B6B-8208-8AC7-7E48-DFC6D3340B5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A42BE27C-101F-5829-F4AC-348E16ACFCAA}"/>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A267B886-F785-4295-E951-73052EE7CBC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38328880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 With image">
    <p:spTree>
      <p:nvGrpSpPr>
        <p:cNvPr id="1" name=""/>
        <p:cNvGrpSpPr/>
        <p:nvPr/>
      </p:nvGrpSpPr>
      <p:grpSpPr>
        <a:xfrm>
          <a:off x="0" y="0"/>
          <a:ext cx="0" cy="0"/>
          <a:chOff x="0" y="0"/>
          <a:chExt cx="0" cy="0"/>
        </a:xfrm>
      </p:grpSpPr>
      <p:sp>
        <p:nvSpPr>
          <p:cNvPr id="2" name="Text Placeholder 21">
            <a:extLst>
              <a:ext uri="{FF2B5EF4-FFF2-40B4-BE49-F238E27FC236}">
                <a16:creationId xmlns:a16="http://schemas.microsoft.com/office/drawing/2014/main" id="{045936CE-85CD-30C6-DF1B-4E7D1306F85B}"/>
              </a:ext>
            </a:extLst>
          </p:cNvPr>
          <p:cNvSpPr>
            <a:spLocks noGrp="1"/>
          </p:cNvSpPr>
          <p:nvPr>
            <p:ph type="body" sz="quarter" idx="18"/>
          </p:nvPr>
        </p:nvSpPr>
        <p:spPr>
          <a:xfrm>
            <a:off x="549158" y="1536352"/>
            <a:ext cx="6313606" cy="30235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607FD219-6F4C-B8F0-BD3F-E93A5911D08D}"/>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097890B5-A2AB-804D-977A-9EE82AC1485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2F6EA41-160A-2CE0-5509-194D6BEDB51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5E1C6B47-809E-63A9-3040-CA8CA4E4578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9527E55F-E925-0415-6AD5-A55B8752080B}"/>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76C5C77A-EC5A-C153-8E36-3490986BD2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1B5650B6-12AD-F667-9DF5-738EDC3784D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1" name="Freeform 24">
              <a:extLst>
                <a:ext uri="{FF2B5EF4-FFF2-40B4-BE49-F238E27FC236}">
                  <a16:creationId xmlns:a16="http://schemas.microsoft.com/office/drawing/2014/main" id="{A10BE665-EF2A-925A-C299-23FDA2B86A62}"/>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2" name="Picture Placeholder 32">
            <a:extLst>
              <a:ext uri="{FF2B5EF4-FFF2-40B4-BE49-F238E27FC236}">
                <a16:creationId xmlns:a16="http://schemas.microsoft.com/office/drawing/2014/main" id="{8B0C329C-FD1D-F52B-8995-B0F4D9425DB7}"/>
              </a:ext>
            </a:extLst>
          </p:cNvPr>
          <p:cNvSpPr>
            <a:spLocks noGrp="1"/>
          </p:cNvSpPr>
          <p:nvPr>
            <p:ph type="pic" sz="quarter" idx="13" hasCustomPrompt="1"/>
          </p:nvPr>
        </p:nvSpPr>
        <p:spPr>
          <a:xfrm>
            <a:off x="4299585" y="539750"/>
            <a:ext cx="9164003" cy="7021513"/>
          </a:xfrm>
          <a:custGeom>
            <a:avLst/>
            <a:gdLst>
              <a:gd name="connsiteX0" fmla="*/ 3964135 w 5478756"/>
              <a:gd name="connsiteY0" fmla="*/ 6 h 4197855"/>
              <a:gd name="connsiteX1" fmla="*/ 5376297 w 5478756"/>
              <a:gd name="connsiteY1" fmla="*/ 202809 h 4197855"/>
              <a:gd name="connsiteX2" fmla="*/ 5478756 w 5478756"/>
              <a:gd name="connsiteY2" fmla="*/ 233396 h 4197855"/>
              <a:gd name="connsiteX3" fmla="*/ 5478756 w 5478756"/>
              <a:gd name="connsiteY3" fmla="*/ 3659606 h 4197855"/>
              <a:gd name="connsiteX4" fmla="*/ 5351198 w 5478756"/>
              <a:gd name="connsiteY4" fmla="*/ 3598941 h 4197855"/>
              <a:gd name="connsiteX5" fmla="*/ 3803096 w 5478756"/>
              <a:gd name="connsiteY5" fmla="*/ 3862667 h 4197855"/>
              <a:gd name="connsiteX6" fmla="*/ 3696284 w 5478756"/>
              <a:gd name="connsiteY6" fmla="*/ 4152415 h 4197855"/>
              <a:gd name="connsiteX7" fmla="*/ 3692182 w 5478756"/>
              <a:gd name="connsiteY7" fmla="*/ 4197855 h 4197855"/>
              <a:gd name="connsiteX8" fmla="*/ 10739 w 5478756"/>
              <a:gd name="connsiteY8" fmla="*/ 4197855 h 4197855"/>
              <a:gd name="connsiteX9" fmla="*/ 9379 w 5478756"/>
              <a:gd name="connsiteY9" fmla="*/ 4184886 h 4197855"/>
              <a:gd name="connsiteX10" fmla="*/ 575639 w 5478756"/>
              <a:gd name="connsiteY10" fmla="*/ 1958070 h 4197855"/>
              <a:gd name="connsiteX11" fmla="*/ 3964135 w 5478756"/>
              <a:gd name="connsiteY11" fmla="*/ 6 h 419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78756" h="4197855">
                <a:moveTo>
                  <a:pt x="3964135" y="6"/>
                </a:moveTo>
                <a:cubicBezTo>
                  <a:pt x="4415609" y="699"/>
                  <a:pt x="4888895" y="67916"/>
                  <a:pt x="5376297" y="202809"/>
                </a:cubicBezTo>
                <a:lnTo>
                  <a:pt x="5478756" y="233396"/>
                </a:lnTo>
                <a:lnTo>
                  <a:pt x="5478756" y="3659606"/>
                </a:lnTo>
                <a:lnTo>
                  <a:pt x="5351198" y="3598941"/>
                </a:lnTo>
                <a:cubicBezTo>
                  <a:pt x="4659486" y="3293110"/>
                  <a:pt x="4088785" y="3367839"/>
                  <a:pt x="3803096" y="3862667"/>
                </a:cubicBezTo>
                <a:cubicBezTo>
                  <a:pt x="3748679" y="3956919"/>
                  <a:pt x="3713807" y="4053506"/>
                  <a:pt x="3696284" y="4152415"/>
                </a:cubicBezTo>
                <a:lnTo>
                  <a:pt x="3692182" y="4197855"/>
                </a:lnTo>
                <a:lnTo>
                  <a:pt x="10739" y="4197855"/>
                </a:lnTo>
                <a:lnTo>
                  <a:pt x="9379" y="4184886"/>
                </a:lnTo>
                <a:cubicBezTo>
                  <a:pt x="-41651" y="3501776"/>
                  <a:pt x="111201" y="2762500"/>
                  <a:pt x="575639" y="1958070"/>
                </a:cubicBezTo>
                <a:cubicBezTo>
                  <a:pt x="1323522" y="662699"/>
                  <a:pt x="2534467" y="-2190"/>
                  <a:pt x="3964135" y="6"/>
                </a:cubicBezTo>
                <a:close/>
              </a:path>
            </a:pathLst>
          </a:custGeom>
          <a:solidFill>
            <a:srgbClr val="ECF9F4"/>
          </a:solidFill>
        </p:spPr>
        <p:txBody>
          <a:bodyPr wrap="square" lIns="90000" anchor="ctr" anchorCtr="0">
            <a:noAutofit/>
          </a:bodyPr>
          <a:lstStyle>
            <a:lvl1pPr marL="0" indent="0" algn="ctr">
              <a:buFontTx/>
              <a:buNone/>
              <a:defRPr sz="1600"/>
            </a:lvl1pPr>
          </a:lstStyle>
          <a:p>
            <a:r>
              <a:rPr lang="en-GB"/>
              <a:t>Click to add picture</a:t>
            </a:r>
          </a:p>
        </p:txBody>
      </p:sp>
    </p:spTree>
    <p:extLst>
      <p:ext uri="{BB962C8B-B14F-4D97-AF65-F5344CB8AC3E}">
        <p14:creationId xmlns:p14="http://schemas.microsoft.com/office/powerpoint/2010/main" val="29888801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 With imag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7F581-9A67-B08D-C9B9-2EE653E46906}"/>
              </a:ext>
            </a:extLst>
          </p:cNvPr>
          <p:cNvSpPr txBox="1"/>
          <p:nvPr userDrawn="1"/>
        </p:nvSpPr>
        <p:spPr>
          <a:xfrm>
            <a:off x="-2817957" y="-4564111"/>
            <a:ext cx="184731" cy="355482"/>
          </a:xfrm>
          <a:prstGeom prst="rect">
            <a:avLst/>
          </a:prstGeom>
          <a:noFill/>
        </p:spPr>
        <p:txBody>
          <a:bodyPr wrap="none" rtlCol="0">
            <a:spAutoFit/>
          </a:bodyPr>
          <a:lstStyle/>
          <a:p>
            <a:endParaRPr lang="en-GB" sz="1710"/>
          </a:p>
        </p:txBody>
      </p:sp>
      <p:sp>
        <p:nvSpPr>
          <p:cNvPr id="4" name="Text Placeholder 21">
            <a:extLst>
              <a:ext uri="{FF2B5EF4-FFF2-40B4-BE49-F238E27FC236}">
                <a16:creationId xmlns:a16="http://schemas.microsoft.com/office/drawing/2014/main" id="{883FAEE3-35F0-DD0C-794A-15F4416285E6}"/>
              </a:ext>
            </a:extLst>
          </p:cNvPr>
          <p:cNvSpPr>
            <a:spLocks noGrp="1"/>
          </p:cNvSpPr>
          <p:nvPr>
            <p:ph type="body" sz="quarter" idx="18"/>
          </p:nvPr>
        </p:nvSpPr>
        <p:spPr>
          <a:xfrm>
            <a:off x="549157" y="4192467"/>
            <a:ext cx="6182639" cy="17689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10711904-09C7-05B3-ADC7-97FDF0ABA74A}"/>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5" name="Freeform 18">
              <a:extLst>
                <a:ext uri="{FF2B5EF4-FFF2-40B4-BE49-F238E27FC236}">
                  <a16:creationId xmlns:a16="http://schemas.microsoft.com/office/drawing/2014/main" id="{66344121-2FB9-8D1B-EDD2-5C5FB60A0E5F}"/>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6" name="Freeform 19">
              <a:extLst>
                <a:ext uri="{FF2B5EF4-FFF2-40B4-BE49-F238E27FC236}">
                  <a16:creationId xmlns:a16="http://schemas.microsoft.com/office/drawing/2014/main" id="{BB179072-E832-85FC-C5B8-982DE3DAE866}"/>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682A6FCF-22DD-6567-8AD0-A16F1949FC94}"/>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86138060-28C6-FC78-C9DD-626FCB4739A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5D4E8FBE-41E0-6410-E731-69EC52B3A0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05097D18-445F-BC9F-B839-900A332E474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FAB3E1D0-E197-ED58-CC43-EA4D4F08DEA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8" name="Picture Placeholder 18">
            <a:extLst>
              <a:ext uri="{FF2B5EF4-FFF2-40B4-BE49-F238E27FC236}">
                <a16:creationId xmlns:a16="http://schemas.microsoft.com/office/drawing/2014/main" id="{572611FC-523B-6878-056A-4A6DCABB5C53}"/>
              </a:ext>
            </a:extLst>
          </p:cNvPr>
          <p:cNvSpPr>
            <a:spLocks noGrp="1"/>
          </p:cNvSpPr>
          <p:nvPr>
            <p:ph type="pic" sz="quarter" idx="13"/>
          </p:nvPr>
        </p:nvSpPr>
        <p:spPr>
          <a:xfrm>
            <a:off x="0" y="0"/>
            <a:ext cx="13463588" cy="7573268"/>
          </a:xfrm>
          <a:custGeom>
            <a:avLst/>
            <a:gdLst>
              <a:gd name="connsiteX0" fmla="*/ 172455 w 9144000"/>
              <a:gd name="connsiteY0" fmla="*/ 3822347 h 5143500"/>
              <a:gd name="connsiteX1" fmla="*/ 2825489 w 9144000"/>
              <a:gd name="connsiteY1" fmla="*/ 5100578 h 5143500"/>
              <a:gd name="connsiteX2" fmla="*/ 2998072 w 9144000"/>
              <a:gd name="connsiteY2" fmla="*/ 5143500 h 5143500"/>
              <a:gd name="connsiteX3" fmla="*/ 0 w 9144000"/>
              <a:gd name="connsiteY3" fmla="*/ 5143500 h 5143500"/>
              <a:gd name="connsiteX4" fmla="*/ 0 w 9144000"/>
              <a:gd name="connsiteY4" fmla="*/ 4072738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0" fmla="*/ 172455 w 9144000"/>
              <a:gd name="connsiteY0" fmla="*/ 3822347 h 5143500"/>
              <a:gd name="connsiteX1" fmla="*/ 2825489 w 9144000"/>
              <a:gd name="connsiteY1" fmla="*/ 5100578 h 5143500"/>
              <a:gd name="connsiteX2" fmla="*/ 0 w 9144000"/>
              <a:gd name="connsiteY2" fmla="*/ 5143500 h 5143500"/>
              <a:gd name="connsiteX3" fmla="*/ 0 w 9144000"/>
              <a:gd name="connsiteY3" fmla="*/ 4072738 h 5143500"/>
              <a:gd name="connsiteX4" fmla="*/ 172455 w 9144000"/>
              <a:gd name="connsiteY4" fmla="*/ 3822347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17" fmla="*/ 0 w 9144000"/>
              <a:gd name="connsiteY17" fmla="*/ 0 h 5143500"/>
              <a:gd name="connsiteX0" fmla="*/ 172455 w 9144000"/>
              <a:gd name="connsiteY0" fmla="*/ 3822347 h 5143500"/>
              <a:gd name="connsiteX1" fmla="*/ 0 w 9144000"/>
              <a:gd name="connsiteY1" fmla="*/ 5143500 h 5143500"/>
              <a:gd name="connsiteX2" fmla="*/ 0 w 9144000"/>
              <a:gd name="connsiteY2" fmla="*/ 4072738 h 5143500"/>
              <a:gd name="connsiteX3" fmla="*/ 172455 w 9144000"/>
              <a:gd name="connsiteY3" fmla="*/ 3822347 h 5143500"/>
              <a:gd name="connsiteX4" fmla="*/ 0 w 9144000"/>
              <a:gd name="connsiteY4" fmla="*/ 0 h 5143500"/>
              <a:gd name="connsiteX5" fmla="*/ 6778853 w 9144000"/>
              <a:gd name="connsiteY5" fmla="*/ 0 h 5143500"/>
              <a:gd name="connsiteX6" fmla="*/ 6848351 w 9144000"/>
              <a:gd name="connsiteY6" fmla="*/ 27291 h 5143500"/>
              <a:gd name="connsiteX7" fmla="*/ 9128944 w 9144000"/>
              <a:gd name="connsiteY7" fmla="*/ 1578722 h 5143500"/>
              <a:gd name="connsiteX8" fmla="*/ 9144000 w 9144000"/>
              <a:gd name="connsiteY8" fmla="*/ 1598646 h 5143500"/>
              <a:gd name="connsiteX9" fmla="*/ 9144000 w 9144000"/>
              <a:gd name="connsiteY9" fmla="*/ 5143500 h 5143500"/>
              <a:gd name="connsiteX10" fmla="*/ 5123144 w 9144000"/>
              <a:gd name="connsiteY10" fmla="*/ 5143500 h 5143500"/>
              <a:gd name="connsiteX11" fmla="*/ 5161703 w 9144000"/>
              <a:gd name="connsiteY11" fmla="*/ 5133423 h 5143500"/>
              <a:gd name="connsiteX12" fmla="*/ 5972059 w 9144000"/>
              <a:gd name="connsiteY12" fmla="*/ 4152322 h 5143500"/>
              <a:gd name="connsiteX13" fmla="*/ 3318602 w 9144000"/>
              <a:gd name="connsiteY13" fmla="*/ 2231025 h 5143500"/>
              <a:gd name="connsiteX14" fmla="*/ 1561 w 9144000"/>
              <a:gd name="connsiteY14" fmla="*/ 592097 h 5143500"/>
              <a:gd name="connsiteX15" fmla="*/ 0 w 9144000"/>
              <a:gd name="connsiteY15" fmla="*/ 590570 h 5143500"/>
              <a:gd name="connsiteX16" fmla="*/ 0 w 9144000"/>
              <a:gd name="connsiteY16" fmla="*/ 0 h 5143500"/>
              <a:gd name="connsiteX0" fmla="*/ 172455 w 9144000"/>
              <a:gd name="connsiteY0" fmla="*/ 3822347 h 5143500"/>
              <a:gd name="connsiteX1" fmla="*/ 0 w 9144000"/>
              <a:gd name="connsiteY1" fmla="*/ 4072738 h 5143500"/>
              <a:gd name="connsiteX2" fmla="*/ 172455 w 9144000"/>
              <a:gd name="connsiteY2" fmla="*/ 3822347 h 5143500"/>
              <a:gd name="connsiteX3" fmla="*/ 0 w 9144000"/>
              <a:gd name="connsiteY3" fmla="*/ 0 h 5143500"/>
              <a:gd name="connsiteX4" fmla="*/ 6778853 w 9144000"/>
              <a:gd name="connsiteY4" fmla="*/ 0 h 5143500"/>
              <a:gd name="connsiteX5" fmla="*/ 6848351 w 9144000"/>
              <a:gd name="connsiteY5" fmla="*/ 27291 h 5143500"/>
              <a:gd name="connsiteX6" fmla="*/ 9128944 w 9144000"/>
              <a:gd name="connsiteY6" fmla="*/ 1578722 h 5143500"/>
              <a:gd name="connsiteX7" fmla="*/ 9144000 w 9144000"/>
              <a:gd name="connsiteY7" fmla="*/ 1598646 h 5143500"/>
              <a:gd name="connsiteX8" fmla="*/ 9144000 w 9144000"/>
              <a:gd name="connsiteY8" fmla="*/ 5143500 h 5143500"/>
              <a:gd name="connsiteX9" fmla="*/ 5123144 w 9144000"/>
              <a:gd name="connsiteY9" fmla="*/ 5143500 h 5143500"/>
              <a:gd name="connsiteX10" fmla="*/ 5161703 w 9144000"/>
              <a:gd name="connsiteY10" fmla="*/ 5133423 h 5143500"/>
              <a:gd name="connsiteX11" fmla="*/ 5972059 w 9144000"/>
              <a:gd name="connsiteY11" fmla="*/ 4152322 h 5143500"/>
              <a:gd name="connsiteX12" fmla="*/ 3318602 w 9144000"/>
              <a:gd name="connsiteY12" fmla="*/ 2231025 h 5143500"/>
              <a:gd name="connsiteX13" fmla="*/ 1561 w 9144000"/>
              <a:gd name="connsiteY13" fmla="*/ 592097 h 5143500"/>
              <a:gd name="connsiteX14" fmla="*/ 0 w 9144000"/>
              <a:gd name="connsiteY14" fmla="*/ 590570 h 5143500"/>
              <a:gd name="connsiteX15" fmla="*/ 0 w 9144000"/>
              <a:gd name="connsiteY15" fmla="*/ 0 h 5143500"/>
              <a:gd name="connsiteX0" fmla="*/ 0 w 9144000"/>
              <a:gd name="connsiteY0" fmla="*/ 0 h 5143500"/>
              <a:gd name="connsiteX1" fmla="*/ 6778853 w 9144000"/>
              <a:gd name="connsiteY1" fmla="*/ 0 h 5143500"/>
              <a:gd name="connsiteX2" fmla="*/ 6848351 w 9144000"/>
              <a:gd name="connsiteY2" fmla="*/ 27291 h 5143500"/>
              <a:gd name="connsiteX3" fmla="*/ 9128944 w 9144000"/>
              <a:gd name="connsiteY3" fmla="*/ 1578722 h 5143500"/>
              <a:gd name="connsiteX4" fmla="*/ 9144000 w 9144000"/>
              <a:gd name="connsiteY4" fmla="*/ 1598646 h 5143500"/>
              <a:gd name="connsiteX5" fmla="*/ 9144000 w 9144000"/>
              <a:gd name="connsiteY5" fmla="*/ 5143500 h 5143500"/>
              <a:gd name="connsiteX6" fmla="*/ 5123144 w 9144000"/>
              <a:gd name="connsiteY6" fmla="*/ 5143500 h 5143500"/>
              <a:gd name="connsiteX7" fmla="*/ 5161703 w 9144000"/>
              <a:gd name="connsiteY7" fmla="*/ 5133423 h 5143500"/>
              <a:gd name="connsiteX8" fmla="*/ 5972059 w 9144000"/>
              <a:gd name="connsiteY8" fmla="*/ 4152322 h 5143500"/>
              <a:gd name="connsiteX9" fmla="*/ 3318602 w 9144000"/>
              <a:gd name="connsiteY9" fmla="*/ 2231025 h 5143500"/>
              <a:gd name="connsiteX10" fmla="*/ 1561 w 9144000"/>
              <a:gd name="connsiteY10" fmla="*/ 592097 h 5143500"/>
              <a:gd name="connsiteX11" fmla="*/ 0 w 9144000"/>
              <a:gd name="connsiteY11" fmla="*/ 590570 h 5143500"/>
              <a:gd name="connsiteX12" fmla="*/ 0 w 9144000"/>
              <a:gd name="connsiteY12"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0" h="5143500">
                <a:moveTo>
                  <a:pt x="0" y="0"/>
                </a:moveTo>
                <a:lnTo>
                  <a:pt x="6778853" y="0"/>
                </a:lnTo>
                <a:lnTo>
                  <a:pt x="6848351" y="27291"/>
                </a:lnTo>
                <a:cubicBezTo>
                  <a:pt x="7721879" y="388321"/>
                  <a:pt x="8551740" y="860396"/>
                  <a:pt x="9128944" y="1578722"/>
                </a:cubicBezTo>
                <a:lnTo>
                  <a:pt x="9144000" y="1598646"/>
                </a:lnTo>
                <a:lnTo>
                  <a:pt x="9144000" y="5143500"/>
                </a:lnTo>
                <a:lnTo>
                  <a:pt x="5123144" y="5143500"/>
                </a:lnTo>
                <a:lnTo>
                  <a:pt x="5161703" y="5133423"/>
                </a:lnTo>
                <a:cubicBezTo>
                  <a:pt x="5696884" y="4971577"/>
                  <a:pt x="5972059" y="4656479"/>
                  <a:pt x="5972059" y="4152322"/>
                </a:cubicBezTo>
                <a:cubicBezTo>
                  <a:pt x="5972059" y="3155007"/>
                  <a:pt x="4705555" y="2689340"/>
                  <a:pt x="3318602" y="2231025"/>
                </a:cubicBezTo>
                <a:cubicBezTo>
                  <a:pt x="2191493" y="1857725"/>
                  <a:pt x="908470" y="1434536"/>
                  <a:pt x="1561" y="592097"/>
                </a:cubicBezTo>
                <a:lnTo>
                  <a:pt x="0" y="590570"/>
                </a:lnTo>
                <a:lnTo>
                  <a:pt x="0" y="0"/>
                </a:lnTo>
                <a:close/>
              </a:path>
            </a:pathLst>
          </a:custGeom>
          <a:solidFill>
            <a:srgbClr val="ECF9F4"/>
          </a:solidFill>
        </p:spPr>
        <p:txBody>
          <a:bodyPr wrap="square" rIns="1080000" anchor="ctr">
            <a:noAutofit/>
          </a:bodyPr>
          <a:lstStyle>
            <a:lvl1pPr algn="r">
              <a:defRPr sz="1400"/>
            </a:lvl1pPr>
          </a:lstStyle>
          <a:p>
            <a:r>
              <a:rPr lang="en-GB"/>
              <a:t>Click icon to add picture</a:t>
            </a:r>
          </a:p>
        </p:txBody>
      </p:sp>
    </p:spTree>
    <p:extLst>
      <p:ext uri="{BB962C8B-B14F-4D97-AF65-F5344CB8AC3E}">
        <p14:creationId xmlns:p14="http://schemas.microsoft.com/office/powerpoint/2010/main" val="341307562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 With image">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6C33BFA9-5F41-F421-4516-1C8FF4B7376E}"/>
              </a:ext>
            </a:extLst>
          </p:cNvPr>
          <p:cNvSpPr txBox="1"/>
          <p:nvPr userDrawn="1"/>
        </p:nvSpPr>
        <p:spPr>
          <a:xfrm>
            <a:off x="-1615625" y="723813"/>
            <a:ext cx="184731" cy="355482"/>
          </a:xfrm>
          <a:prstGeom prst="rect">
            <a:avLst/>
          </a:prstGeom>
          <a:noFill/>
        </p:spPr>
        <p:txBody>
          <a:bodyPr wrap="none" rtlCol="0">
            <a:spAutoFit/>
          </a:bodyPr>
          <a:lstStyle/>
          <a:p>
            <a:endParaRPr lang="en-GB" sz="1710"/>
          </a:p>
        </p:txBody>
      </p:sp>
      <p:sp>
        <p:nvSpPr>
          <p:cNvPr id="12" name="Text Placeholder 21">
            <a:extLst>
              <a:ext uri="{FF2B5EF4-FFF2-40B4-BE49-F238E27FC236}">
                <a16:creationId xmlns:a16="http://schemas.microsoft.com/office/drawing/2014/main" id="{33A31E22-6654-3033-8B67-19D21E755388}"/>
              </a:ext>
            </a:extLst>
          </p:cNvPr>
          <p:cNvSpPr>
            <a:spLocks noGrp="1"/>
          </p:cNvSpPr>
          <p:nvPr>
            <p:ph type="body" sz="quarter" idx="18"/>
          </p:nvPr>
        </p:nvSpPr>
        <p:spPr>
          <a:xfrm>
            <a:off x="6862763" y="539750"/>
            <a:ext cx="6062662" cy="1768952"/>
          </a:xfrm>
        </p:spPr>
        <p:txBody>
          <a:bodyPr/>
          <a:lstStyle>
            <a:lvl1pPr algn="r">
              <a:defRPr sz="3400">
                <a:solidFill>
                  <a:schemeClr val="bg2"/>
                </a:solidFill>
              </a:defRPr>
            </a:lvl1pPr>
            <a:lvl2pPr algn="r">
              <a:defRPr sz="1800">
                <a:solidFill>
                  <a:schemeClr val="tx1"/>
                </a:solidFill>
              </a:defRPr>
            </a:lvl2pPr>
            <a:lvl3pPr algn="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11" name="Group 10">
            <a:extLst>
              <a:ext uri="{FF2B5EF4-FFF2-40B4-BE49-F238E27FC236}">
                <a16:creationId xmlns:a16="http://schemas.microsoft.com/office/drawing/2014/main" id="{A820E625-E061-21E9-5D3F-D19F6F85ADF2}"/>
              </a:ext>
            </a:extLst>
          </p:cNvPr>
          <p:cNvGrpSpPr>
            <a:grpSpLocks noChangeAspect="1"/>
          </p:cNvGrpSpPr>
          <p:nvPr userDrawn="1"/>
        </p:nvGrpSpPr>
        <p:grpSpPr>
          <a:xfrm>
            <a:off x="538163" y="550996"/>
            <a:ext cx="1195185" cy="508054"/>
            <a:chOff x="5868144" y="2000579"/>
            <a:chExt cx="1381170" cy="574833"/>
          </a:xfrm>
          <a:solidFill>
            <a:schemeClr val="bg2"/>
          </a:solidFill>
        </p:grpSpPr>
        <p:sp>
          <p:nvSpPr>
            <p:cNvPr id="13" name="Freeform 18">
              <a:extLst>
                <a:ext uri="{FF2B5EF4-FFF2-40B4-BE49-F238E27FC236}">
                  <a16:creationId xmlns:a16="http://schemas.microsoft.com/office/drawing/2014/main" id="{F8224CB0-6BC2-0DC6-6226-833622A10BC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4" name="Freeform 19">
              <a:extLst>
                <a:ext uri="{FF2B5EF4-FFF2-40B4-BE49-F238E27FC236}">
                  <a16:creationId xmlns:a16="http://schemas.microsoft.com/office/drawing/2014/main" id="{33DA4C61-0C6A-B29D-C49B-B689B3A12890}"/>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15" name="Freeform 20">
              <a:extLst>
                <a:ext uri="{FF2B5EF4-FFF2-40B4-BE49-F238E27FC236}">
                  <a16:creationId xmlns:a16="http://schemas.microsoft.com/office/drawing/2014/main" id="{74178341-35C5-42B5-2E27-9F54E07B074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6" name="Freeform 21">
              <a:extLst>
                <a:ext uri="{FF2B5EF4-FFF2-40B4-BE49-F238E27FC236}">
                  <a16:creationId xmlns:a16="http://schemas.microsoft.com/office/drawing/2014/main" id="{351CA051-9A67-4EEC-A970-ABB75B8AD5D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7" name="Freeform 22">
              <a:extLst>
                <a:ext uri="{FF2B5EF4-FFF2-40B4-BE49-F238E27FC236}">
                  <a16:creationId xmlns:a16="http://schemas.microsoft.com/office/drawing/2014/main" id="{7F7AEB49-3AD4-C73A-358C-38877C8708E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8" name="Freeform 23">
              <a:extLst>
                <a:ext uri="{FF2B5EF4-FFF2-40B4-BE49-F238E27FC236}">
                  <a16:creationId xmlns:a16="http://schemas.microsoft.com/office/drawing/2014/main" id="{ECF53D52-497A-4AEC-BC19-15772C1F55A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9" name="Freeform 24">
              <a:extLst>
                <a:ext uri="{FF2B5EF4-FFF2-40B4-BE49-F238E27FC236}">
                  <a16:creationId xmlns:a16="http://schemas.microsoft.com/office/drawing/2014/main" id="{C2660F72-5DFD-B87C-BCC9-35F9F5ABC9E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20" name="Picture Placeholder 15">
            <a:extLst>
              <a:ext uri="{FF2B5EF4-FFF2-40B4-BE49-F238E27FC236}">
                <a16:creationId xmlns:a16="http://schemas.microsoft.com/office/drawing/2014/main" id="{E74B8649-6E43-9024-9246-024847EA6F49}"/>
              </a:ext>
            </a:extLst>
          </p:cNvPr>
          <p:cNvSpPr>
            <a:spLocks noGrp="1"/>
          </p:cNvSpPr>
          <p:nvPr>
            <p:ph type="pic" sz="quarter" idx="14"/>
          </p:nvPr>
        </p:nvSpPr>
        <p:spPr>
          <a:xfrm>
            <a:off x="0" y="1587500"/>
            <a:ext cx="12945363" cy="5973763"/>
          </a:xfrm>
          <a:custGeom>
            <a:avLst/>
            <a:gdLst>
              <a:gd name="connsiteX0" fmla="*/ 2187979 w 8198597"/>
              <a:gd name="connsiteY0" fmla="*/ 6 h 3783322"/>
              <a:gd name="connsiteX1" fmla="*/ 5234923 w 8198597"/>
              <a:gd name="connsiteY1" fmla="*/ 917991 h 3783322"/>
              <a:gd name="connsiteX2" fmla="*/ 8073580 w 8198597"/>
              <a:gd name="connsiteY2" fmla="*/ 3594902 h 3783322"/>
              <a:gd name="connsiteX3" fmla="*/ 8198597 w 8198597"/>
              <a:gd name="connsiteY3" fmla="*/ 3783322 h 3783322"/>
              <a:gd name="connsiteX4" fmla="*/ 4082354 w 8198597"/>
              <a:gd name="connsiteY4" fmla="*/ 3783322 h 3783322"/>
              <a:gd name="connsiteX5" fmla="*/ 4069484 w 8198597"/>
              <a:gd name="connsiteY5" fmla="*/ 3773798 h 3783322"/>
              <a:gd name="connsiteX6" fmla="*/ 3816131 w 8198597"/>
              <a:gd name="connsiteY6" fmla="*/ 3614924 h 3783322"/>
              <a:gd name="connsiteX7" fmla="*/ 2032864 w 8198597"/>
              <a:gd name="connsiteY7" fmla="*/ 3720367 h 3783322"/>
              <a:gd name="connsiteX8" fmla="*/ 2003288 w 8198597"/>
              <a:gd name="connsiteY8" fmla="*/ 3783322 h 3783322"/>
              <a:gd name="connsiteX9" fmla="*/ 0 w 8198597"/>
              <a:gd name="connsiteY9" fmla="*/ 3783322 h 3783322"/>
              <a:gd name="connsiteX10" fmla="*/ 0 w 8198597"/>
              <a:gd name="connsiteY10" fmla="*/ 675225 h 3783322"/>
              <a:gd name="connsiteX11" fmla="*/ 53853 w 8198597"/>
              <a:gd name="connsiteY11" fmla="*/ 635565 h 3783322"/>
              <a:gd name="connsiteX12" fmla="*/ 2187979 w 8198597"/>
              <a:gd name="connsiteY12" fmla="*/ 6 h 378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98597" h="3783322">
                <a:moveTo>
                  <a:pt x="2187979" y="6"/>
                </a:moveTo>
                <a:cubicBezTo>
                  <a:pt x="3130133" y="1451"/>
                  <a:pt x="4170908" y="303682"/>
                  <a:pt x="5234923" y="917991"/>
                </a:cubicBezTo>
                <a:cubicBezTo>
                  <a:pt x="6232640" y="1494023"/>
                  <a:pt x="7291391" y="2464685"/>
                  <a:pt x="8073580" y="3594902"/>
                </a:cubicBezTo>
                <a:lnTo>
                  <a:pt x="8198597" y="3783322"/>
                </a:lnTo>
                <a:lnTo>
                  <a:pt x="4082354" y="3783322"/>
                </a:lnTo>
                <a:lnTo>
                  <a:pt x="4069484" y="3773798"/>
                </a:lnTo>
                <a:cubicBezTo>
                  <a:pt x="3988001" y="3718062"/>
                  <a:pt x="3903560" y="3664907"/>
                  <a:pt x="3816131" y="3614924"/>
                </a:cubicBezTo>
                <a:cubicBezTo>
                  <a:pt x="3020356" y="3159483"/>
                  <a:pt x="2347338" y="3175682"/>
                  <a:pt x="2032864" y="3720367"/>
                </a:cubicBezTo>
                <a:lnTo>
                  <a:pt x="2003288" y="3783322"/>
                </a:lnTo>
                <a:lnTo>
                  <a:pt x="0" y="3783322"/>
                </a:lnTo>
                <a:lnTo>
                  <a:pt x="0" y="675225"/>
                </a:lnTo>
                <a:lnTo>
                  <a:pt x="53853" y="635565"/>
                </a:lnTo>
                <a:cubicBezTo>
                  <a:pt x="664173" y="212917"/>
                  <a:pt x="1390771" y="-1217"/>
                  <a:pt x="2187979" y="6"/>
                </a:cubicBezTo>
                <a:close/>
              </a:path>
            </a:pathLst>
          </a:custGeom>
          <a:solidFill>
            <a:srgbClr val="ECF9F4"/>
          </a:solidFill>
        </p:spPr>
        <p:txBody>
          <a:bodyPr wrap="square" anchor="ctr">
            <a:noAutofit/>
          </a:bodyPr>
          <a:lstStyle>
            <a:lvl1pPr algn="ctr">
              <a:defRPr sz="1400"/>
            </a:lvl1pPr>
          </a:lstStyle>
          <a:p>
            <a:r>
              <a:rPr lang="en-GB"/>
              <a:t>Click icon to add picture</a:t>
            </a:r>
          </a:p>
        </p:txBody>
      </p:sp>
    </p:spTree>
    <p:extLst>
      <p:ext uri="{BB962C8B-B14F-4D97-AF65-F5344CB8AC3E}">
        <p14:creationId xmlns:p14="http://schemas.microsoft.com/office/powerpoint/2010/main" val="17896149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 Im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252984-1CA4-1C03-524E-EA008F44C739}"/>
              </a:ext>
            </a:extLst>
          </p:cNvPr>
          <p:cNvSpPr>
            <a:spLocks noGrp="1"/>
          </p:cNvSpPr>
          <p:nvPr>
            <p:ph type="subTitle" idx="13" hasCustomPrompt="1"/>
          </p:nvPr>
        </p:nvSpPr>
        <p:spPr>
          <a:xfrm>
            <a:off x="8350384" y="1361761"/>
            <a:ext cx="4362880" cy="2255627"/>
          </a:xfrm>
        </p:spPr>
        <p:txBody>
          <a:bodyPr wrap="square">
            <a:noAutofit/>
          </a:bodyPr>
          <a:lstStyle>
            <a:lvl1pPr marL="0" indent="0" algn="l">
              <a:spcAft>
                <a:spcPts val="0"/>
              </a:spcAft>
              <a:buNone/>
              <a:defRPr sz="135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4" name="Text Placeholder 4">
            <a:extLst>
              <a:ext uri="{FF2B5EF4-FFF2-40B4-BE49-F238E27FC236}">
                <a16:creationId xmlns:a16="http://schemas.microsoft.com/office/drawing/2014/main" id="{AFD537F6-1443-38DA-CEB3-1B98CB727A3E}"/>
              </a:ext>
            </a:extLst>
          </p:cNvPr>
          <p:cNvSpPr>
            <a:spLocks noGrp="1"/>
          </p:cNvSpPr>
          <p:nvPr>
            <p:ph type="body" sz="quarter" idx="15" hasCustomPrompt="1"/>
          </p:nvPr>
        </p:nvSpPr>
        <p:spPr>
          <a:xfrm>
            <a:off x="8350384" y="3616009"/>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7" name="Picture Placeholder 6">
            <a:extLst>
              <a:ext uri="{FF2B5EF4-FFF2-40B4-BE49-F238E27FC236}">
                <a16:creationId xmlns:a16="http://schemas.microsoft.com/office/drawing/2014/main" id="{6E786D76-DE8B-3FEA-25A8-87C41218E58C}"/>
              </a:ext>
            </a:extLst>
          </p:cNvPr>
          <p:cNvSpPr>
            <a:spLocks noGrp="1"/>
          </p:cNvSpPr>
          <p:nvPr>
            <p:ph type="pic" sz="quarter" idx="16"/>
          </p:nvPr>
        </p:nvSpPr>
        <p:spPr>
          <a:xfrm>
            <a:off x="2" y="3"/>
            <a:ext cx="7131271" cy="7561263"/>
          </a:xfrm>
          <a:custGeom>
            <a:avLst/>
            <a:gdLst>
              <a:gd name="connsiteX0" fmla="*/ 0 w 5663983"/>
              <a:gd name="connsiteY0" fmla="*/ 0 h 7561263"/>
              <a:gd name="connsiteX1" fmla="*/ 4165724 w 5663983"/>
              <a:gd name="connsiteY1" fmla="*/ 0 h 7561263"/>
              <a:gd name="connsiteX2" fmla="*/ 4308447 w 5663983"/>
              <a:gd name="connsiteY2" fmla="*/ 150924 h 7561263"/>
              <a:gd name="connsiteX3" fmla="*/ 5663983 w 5663983"/>
              <a:gd name="connsiteY3" fmla="*/ 3780631 h 7561263"/>
              <a:gd name="connsiteX4" fmla="*/ 4308447 w 5663983"/>
              <a:gd name="connsiteY4" fmla="*/ 7410339 h 7561263"/>
              <a:gd name="connsiteX5" fmla="*/ 4165723 w 5663983"/>
              <a:gd name="connsiteY5" fmla="*/ 7561263 h 7561263"/>
              <a:gd name="connsiteX6" fmla="*/ 0 w 566398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3983" h="7561263">
                <a:moveTo>
                  <a:pt x="0" y="0"/>
                </a:moveTo>
                <a:lnTo>
                  <a:pt x="4165724" y="0"/>
                </a:lnTo>
                <a:lnTo>
                  <a:pt x="4308447" y="150924"/>
                </a:lnTo>
                <a:cubicBezTo>
                  <a:pt x="5145966" y="1079847"/>
                  <a:pt x="5663983" y="2363142"/>
                  <a:pt x="5663983" y="3780631"/>
                </a:cubicBezTo>
                <a:cubicBezTo>
                  <a:pt x="5663983" y="5198120"/>
                  <a:pt x="5145966" y="6481416"/>
                  <a:pt x="4308447" y="7410339"/>
                </a:cubicBezTo>
                <a:lnTo>
                  <a:pt x="416572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34211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2 - Imag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B320DF1-01CD-81F1-1917-FDAC2B54EEAA}"/>
              </a:ext>
            </a:extLst>
          </p:cNvPr>
          <p:cNvSpPr>
            <a:spLocks noGrp="1"/>
          </p:cNvSpPr>
          <p:nvPr>
            <p:ph type="subTitle" idx="13" hasCustomPrompt="1"/>
          </p:nvPr>
        </p:nvSpPr>
        <p:spPr>
          <a:xfrm>
            <a:off x="5680451" y="2101048"/>
            <a:ext cx="4362880" cy="1082612"/>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7" name="Text Placeholder 4">
            <a:extLst>
              <a:ext uri="{FF2B5EF4-FFF2-40B4-BE49-F238E27FC236}">
                <a16:creationId xmlns:a16="http://schemas.microsoft.com/office/drawing/2014/main" id="{003E6DB4-8194-DD9D-A623-5B1A98DF462C}"/>
              </a:ext>
            </a:extLst>
          </p:cNvPr>
          <p:cNvSpPr>
            <a:spLocks noGrp="1"/>
          </p:cNvSpPr>
          <p:nvPr>
            <p:ph type="body" sz="quarter" idx="18" hasCustomPrompt="1"/>
          </p:nvPr>
        </p:nvSpPr>
        <p:spPr>
          <a:xfrm>
            <a:off x="5680451" y="3183660"/>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6" name="Picture Placeholder 5">
            <a:extLst>
              <a:ext uri="{FF2B5EF4-FFF2-40B4-BE49-F238E27FC236}">
                <a16:creationId xmlns:a16="http://schemas.microsoft.com/office/drawing/2014/main" id="{694BF1C2-6198-E44A-8B98-E5169090E855}"/>
              </a:ext>
            </a:extLst>
          </p:cNvPr>
          <p:cNvSpPr>
            <a:spLocks noGrp="1"/>
          </p:cNvSpPr>
          <p:nvPr>
            <p:ph type="pic" sz="quarter" idx="16"/>
          </p:nvPr>
        </p:nvSpPr>
        <p:spPr>
          <a:xfrm>
            <a:off x="2" y="3"/>
            <a:ext cx="4500914" cy="7561263"/>
          </a:xfrm>
          <a:custGeom>
            <a:avLst/>
            <a:gdLst>
              <a:gd name="connsiteX0" fmla="*/ 0 w 3574833"/>
              <a:gd name="connsiteY0" fmla="*/ 0 h 7561263"/>
              <a:gd name="connsiteX1" fmla="*/ 2076574 w 3574833"/>
              <a:gd name="connsiteY1" fmla="*/ 0 h 7561263"/>
              <a:gd name="connsiteX2" fmla="*/ 2219297 w 3574833"/>
              <a:gd name="connsiteY2" fmla="*/ 150924 h 7561263"/>
              <a:gd name="connsiteX3" fmla="*/ 3574833 w 3574833"/>
              <a:gd name="connsiteY3" fmla="*/ 3780631 h 7561263"/>
              <a:gd name="connsiteX4" fmla="*/ 2219297 w 3574833"/>
              <a:gd name="connsiteY4" fmla="*/ 7410339 h 7561263"/>
              <a:gd name="connsiteX5" fmla="*/ 2076573 w 3574833"/>
              <a:gd name="connsiteY5" fmla="*/ 7561263 h 7561263"/>
              <a:gd name="connsiteX6" fmla="*/ 0 w 357483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833" h="7561263">
                <a:moveTo>
                  <a:pt x="0" y="0"/>
                </a:moveTo>
                <a:lnTo>
                  <a:pt x="2076574" y="0"/>
                </a:lnTo>
                <a:lnTo>
                  <a:pt x="2219297" y="150924"/>
                </a:lnTo>
                <a:cubicBezTo>
                  <a:pt x="3056816" y="1079847"/>
                  <a:pt x="3574833" y="2363142"/>
                  <a:pt x="3574833" y="3780631"/>
                </a:cubicBezTo>
                <a:cubicBezTo>
                  <a:pt x="3574833" y="5198120"/>
                  <a:pt x="3056816" y="6481416"/>
                  <a:pt x="2219297" y="7410339"/>
                </a:cubicBezTo>
                <a:lnTo>
                  <a:pt x="207657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260482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 No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798459-3266-4920-4006-264F2E05703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19" name="Subtitle 2">
            <a:extLst>
              <a:ext uri="{FF2B5EF4-FFF2-40B4-BE49-F238E27FC236}">
                <a16:creationId xmlns:a16="http://schemas.microsoft.com/office/drawing/2014/main" id="{11F0D162-E561-9539-BE1A-9BB541A6F8AA}"/>
              </a:ext>
            </a:extLst>
          </p:cNvPr>
          <p:cNvSpPr>
            <a:spLocks noGrp="1"/>
          </p:cNvSpPr>
          <p:nvPr>
            <p:ph type="subTitle" idx="13" hasCustomPrompt="1"/>
          </p:nvPr>
        </p:nvSpPr>
        <p:spPr>
          <a:xfrm>
            <a:off x="539750" y="4392616"/>
            <a:ext cx="4500707" cy="1082675"/>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20" name="Text Placeholder 4">
            <a:extLst>
              <a:ext uri="{FF2B5EF4-FFF2-40B4-BE49-F238E27FC236}">
                <a16:creationId xmlns:a16="http://schemas.microsoft.com/office/drawing/2014/main" id="{A0D4D127-6F35-10CB-5062-F9CAD0FF3933}"/>
              </a:ext>
            </a:extLst>
          </p:cNvPr>
          <p:cNvSpPr>
            <a:spLocks noGrp="1"/>
          </p:cNvSpPr>
          <p:nvPr>
            <p:ph type="body" sz="quarter" idx="18" hasCustomPrompt="1"/>
          </p:nvPr>
        </p:nvSpPr>
        <p:spPr>
          <a:xfrm>
            <a:off x="1573017" y="4529137"/>
            <a:ext cx="4500706" cy="2492376"/>
          </a:xfrm>
        </p:spPr>
        <p:txBody>
          <a:bodyPr/>
          <a:lstStyle>
            <a:lvl1pPr>
              <a:defRPr sz="2800" b="0">
                <a:solidFill>
                  <a:schemeClr val="tx1"/>
                </a:solidFill>
                <a:latin typeface="+mj-lt"/>
              </a:defRPr>
            </a:lvl1pPr>
            <a:lvl2pPr>
              <a:defRPr sz="1400">
                <a:solidFill>
                  <a:schemeClr val="tx1"/>
                </a:solidFill>
                <a:latin typeface="+mj-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4" name="TextBox 3">
            <a:extLst>
              <a:ext uri="{FF2B5EF4-FFF2-40B4-BE49-F238E27FC236}">
                <a16:creationId xmlns:a16="http://schemas.microsoft.com/office/drawing/2014/main" id="{2BF9BF78-0D73-525E-D523-82034E4E85EA}"/>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5" name="TextBox 4">
            <a:extLst>
              <a:ext uri="{FF2B5EF4-FFF2-40B4-BE49-F238E27FC236}">
                <a16:creationId xmlns:a16="http://schemas.microsoft.com/office/drawing/2014/main" id="{DBB9998E-D84C-C8EB-63BD-E04062B1C9A5}"/>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9" name="Group 8">
            <a:extLst>
              <a:ext uri="{FF2B5EF4-FFF2-40B4-BE49-F238E27FC236}">
                <a16:creationId xmlns:a16="http://schemas.microsoft.com/office/drawing/2014/main" id="{C6A4A458-7E75-2DAB-1B2B-3B5A6400852E}"/>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17" name="Freeform 16">
              <a:extLst>
                <a:ext uri="{FF2B5EF4-FFF2-40B4-BE49-F238E27FC236}">
                  <a16:creationId xmlns:a16="http://schemas.microsoft.com/office/drawing/2014/main" id="{0242A683-BBA4-8DAD-1E46-BBC14B995ED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17">
              <a:extLst>
                <a:ext uri="{FF2B5EF4-FFF2-40B4-BE49-F238E27FC236}">
                  <a16:creationId xmlns:a16="http://schemas.microsoft.com/office/drawing/2014/main" id="{F9E5C136-6C02-1500-B8C9-EA467B4534F8}"/>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1" name="Freeform 18">
              <a:extLst>
                <a:ext uri="{FF2B5EF4-FFF2-40B4-BE49-F238E27FC236}">
                  <a16:creationId xmlns:a16="http://schemas.microsoft.com/office/drawing/2014/main" id="{5232FCAF-D3F5-CC3A-46EE-3EF8B719D1AF}"/>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2" name="Freeform 19">
              <a:extLst>
                <a:ext uri="{FF2B5EF4-FFF2-40B4-BE49-F238E27FC236}">
                  <a16:creationId xmlns:a16="http://schemas.microsoft.com/office/drawing/2014/main" id="{1F4297A4-C49E-7AD9-A91F-7A16495886AF}"/>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3" name="Freeform 20">
              <a:extLst>
                <a:ext uri="{FF2B5EF4-FFF2-40B4-BE49-F238E27FC236}">
                  <a16:creationId xmlns:a16="http://schemas.microsoft.com/office/drawing/2014/main" id="{68ADF13D-A09F-9EC3-3B85-1B039CC03FE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4" name="Freeform 21">
              <a:extLst>
                <a:ext uri="{FF2B5EF4-FFF2-40B4-BE49-F238E27FC236}">
                  <a16:creationId xmlns:a16="http://schemas.microsoft.com/office/drawing/2014/main" id="{EE2D27F9-F25B-A07D-31FB-28D48E37335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5" name="Freeform 22">
              <a:extLst>
                <a:ext uri="{FF2B5EF4-FFF2-40B4-BE49-F238E27FC236}">
                  <a16:creationId xmlns:a16="http://schemas.microsoft.com/office/drawing/2014/main" id="{98309DFB-AB7F-2B1A-EB55-862BDB09887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148324130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indow orange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0B15542B-061E-EC14-9481-3E1EA21FC549}"/>
              </a:ext>
            </a:extLst>
          </p:cNvPr>
          <p:cNvSpPr>
            <a:spLocks noGrp="1"/>
          </p:cNvSpPr>
          <p:nvPr>
            <p:ph type="pic" sz="quarter" idx="13" hasCustomPrompt="1"/>
          </p:nvPr>
        </p:nvSpPr>
        <p:spPr>
          <a:xfrm>
            <a:off x="3247488" y="0"/>
            <a:ext cx="10216100" cy="7561263"/>
          </a:xfrm>
          <a:custGeom>
            <a:avLst/>
            <a:gdLst>
              <a:gd name="connsiteX0" fmla="*/ 5247413 w 6925682"/>
              <a:gd name="connsiteY0" fmla="*/ 1424 h 5125919"/>
              <a:gd name="connsiteX1" fmla="*/ 6885783 w 6925682"/>
              <a:gd name="connsiteY1" fmla="*/ 140113 h 5125919"/>
              <a:gd name="connsiteX2" fmla="*/ 6925682 w 6925682"/>
              <a:gd name="connsiteY2" fmla="*/ 148115 h 5125919"/>
              <a:gd name="connsiteX3" fmla="*/ 6925682 w 6925682"/>
              <a:gd name="connsiteY3" fmla="*/ 4347207 h 5125919"/>
              <a:gd name="connsiteX4" fmla="*/ 6748322 w 6925682"/>
              <a:gd name="connsiteY4" fmla="*/ 4304196 h 5125919"/>
              <a:gd name="connsiteX5" fmla="*/ 4866078 w 6925682"/>
              <a:gd name="connsiteY5" fmla="*/ 5044551 h 5125919"/>
              <a:gd name="connsiteX6" fmla="*/ 4843061 w 6925682"/>
              <a:gd name="connsiteY6" fmla="*/ 5125919 h 5125919"/>
              <a:gd name="connsiteX7" fmla="*/ 0 w 6925682"/>
              <a:gd name="connsiteY7" fmla="*/ 5125919 h 5125919"/>
              <a:gd name="connsiteX8" fmla="*/ 39 w 6925682"/>
              <a:gd name="connsiteY8" fmla="*/ 5080278 h 5125919"/>
              <a:gd name="connsiteX9" fmla="*/ 295357 w 6925682"/>
              <a:gd name="connsiteY9" fmla="*/ 3493700 h 5125919"/>
              <a:gd name="connsiteX10" fmla="*/ 5247413 w 6925682"/>
              <a:gd name="connsiteY10" fmla="*/ 1424 h 512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25682" h="5125919">
                <a:moveTo>
                  <a:pt x="5247413" y="1424"/>
                </a:moveTo>
                <a:cubicBezTo>
                  <a:pt x="5768432" y="-8880"/>
                  <a:pt x="6316368" y="36679"/>
                  <a:pt x="6885783" y="140113"/>
                </a:cubicBezTo>
                <a:lnTo>
                  <a:pt x="6925682" y="148115"/>
                </a:lnTo>
                <a:lnTo>
                  <a:pt x="6925682" y="4347207"/>
                </a:lnTo>
                <a:lnTo>
                  <a:pt x="6748322" y="4304196"/>
                </a:lnTo>
                <a:cubicBezTo>
                  <a:pt x="5795691" y="4100869"/>
                  <a:pt x="5095883" y="4345441"/>
                  <a:pt x="4866078" y="5044551"/>
                </a:cubicBezTo>
                <a:lnTo>
                  <a:pt x="4843061" y="5125919"/>
                </a:lnTo>
                <a:lnTo>
                  <a:pt x="0" y="5125919"/>
                </a:lnTo>
                <a:lnTo>
                  <a:pt x="39" y="5080278"/>
                </a:lnTo>
                <a:cubicBezTo>
                  <a:pt x="15682" y="4589168"/>
                  <a:pt x="108563" y="4061963"/>
                  <a:pt x="295357" y="3493700"/>
                </a:cubicBezTo>
                <a:cubicBezTo>
                  <a:pt x="1023596" y="1278263"/>
                  <a:pt x="2850724" y="48822"/>
                  <a:pt x="5247413" y="1424"/>
                </a:cubicBezTo>
                <a:close/>
              </a:path>
            </a:pathLst>
          </a:custGeom>
          <a:solidFill>
            <a:srgbClr val="EEEEEE"/>
          </a:solidFill>
        </p:spPr>
        <p:txBody>
          <a:bodyPr wrap="square" anchor="ctr">
            <a:noAutofit/>
          </a:bodyPr>
          <a:lstStyle>
            <a:lvl1pPr marL="0" indent="0" algn="ctr">
              <a:buNone/>
              <a:defRPr sz="1600"/>
            </a:lvl1pPr>
          </a:lstStyle>
          <a:p>
            <a:pPr marL="171450" marR="0" lvl="0" indent="-171450" algn="ctr"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GB"/>
              <a:t>Click to add picture</a:t>
            </a:r>
          </a:p>
        </p:txBody>
      </p:sp>
      <p:sp>
        <p:nvSpPr>
          <p:cNvPr id="9" name="Title Placeholder 1">
            <a:extLst>
              <a:ext uri="{FF2B5EF4-FFF2-40B4-BE49-F238E27FC236}">
                <a16:creationId xmlns:a16="http://schemas.microsoft.com/office/drawing/2014/main" id="{9BF65283-883C-7892-106A-DD6C1B025B38}"/>
              </a:ext>
            </a:extLst>
          </p:cNvPr>
          <p:cNvSpPr>
            <a:spLocks noGrp="1"/>
          </p:cNvSpPr>
          <p:nvPr>
            <p:ph type="title"/>
          </p:nvPr>
        </p:nvSpPr>
        <p:spPr>
          <a:xfrm>
            <a:off x="539751" y="1948150"/>
            <a:ext cx="9169399" cy="3532153"/>
          </a:xfrm>
          <a:prstGeom prst="rect">
            <a:avLst/>
          </a:prstGeom>
        </p:spPr>
        <p:txBody>
          <a:bodyPr vert="horz" wrap="square" lIns="0" tIns="0" rIns="0" bIns="0" rtlCol="0" anchor="ctr" anchorCtr="0">
            <a:noAutofit/>
          </a:bodyPr>
          <a:lstStyle>
            <a:lvl1pPr>
              <a:lnSpc>
                <a:spcPct val="85000"/>
              </a:lnSpc>
              <a:defRPr sz="6601" b="1">
                <a:solidFill>
                  <a:srgbClr val="FF9F00"/>
                </a:solidFill>
              </a:defRPr>
            </a:lvl1pPr>
          </a:lstStyle>
          <a:p>
            <a:pPr lvl="0">
              <a:lnSpc>
                <a:spcPct val="85000"/>
              </a:lnSpc>
            </a:pPr>
            <a:r>
              <a:rPr lang="en-GB"/>
              <a:t>Click to edit Master title style</a:t>
            </a:r>
          </a:p>
        </p:txBody>
      </p:sp>
    </p:spTree>
    <p:extLst>
      <p:ext uri="{BB962C8B-B14F-4D97-AF65-F5344CB8AC3E}">
        <p14:creationId xmlns:p14="http://schemas.microsoft.com/office/powerpoint/2010/main" val="2107241355"/>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ndow with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3B5F2039-A9A6-E10E-F444-F5E0600637D5}"/>
              </a:ext>
            </a:extLst>
          </p:cNvPr>
          <p:cNvSpPr txBox="1">
            <a:spLocks/>
          </p:cNvSpPr>
          <p:nvPr userDrawn="1"/>
        </p:nvSpPr>
        <p:spPr>
          <a:xfrm>
            <a:off x="4879876" y="688489"/>
            <a:ext cx="8583712" cy="6872774"/>
          </a:xfrm>
          <a:custGeom>
            <a:avLst/>
            <a:gdLst>
              <a:gd name="connsiteX0" fmla="*/ 4414867 w 6284333"/>
              <a:gd name="connsiteY0" fmla="*/ 156 h 4926784"/>
              <a:gd name="connsiteX1" fmla="*/ 6033295 w 6284333"/>
              <a:gd name="connsiteY1" fmla="*/ 214080 h 4926784"/>
              <a:gd name="connsiteX2" fmla="*/ 6284333 w 6284333"/>
              <a:gd name="connsiteY2" fmla="*/ 280993 h 4926784"/>
              <a:gd name="connsiteX3" fmla="*/ 6284333 w 6284333"/>
              <a:gd name="connsiteY3" fmla="*/ 3824283 h 4926784"/>
              <a:gd name="connsiteX4" fmla="*/ 6196194 w 6284333"/>
              <a:gd name="connsiteY4" fmla="*/ 3780822 h 4926784"/>
              <a:gd name="connsiteX5" fmla="*/ 5892198 w 6284333"/>
              <a:gd name="connsiteY5" fmla="*/ 3659009 h 4926784"/>
              <a:gd name="connsiteX6" fmla="*/ 3991051 w 6284333"/>
              <a:gd name="connsiteY6" fmla="*/ 4120310 h 4926784"/>
              <a:gd name="connsiteX7" fmla="*/ 4053112 w 6284333"/>
              <a:gd name="connsiteY7" fmla="*/ 4913518 h 4926784"/>
              <a:gd name="connsiteX8" fmla="*/ 4060481 w 6284333"/>
              <a:gd name="connsiteY8" fmla="*/ 4926784 h 4926784"/>
              <a:gd name="connsiteX9" fmla="*/ 61241 w 6284333"/>
              <a:gd name="connsiteY9" fmla="*/ 4926784 h 4926784"/>
              <a:gd name="connsiteX10" fmla="*/ 30217 w 6284333"/>
              <a:gd name="connsiteY10" fmla="*/ 4735657 h 4926784"/>
              <a:gd name="connsiteX11" fmla="*/ 283541 w 6284333"/>
              <a:gd name="connsiteY11" fmla="*/ 2749530 h 4926784"/>
              <a:gd name="connsiteX12" fmla="*/ 4414867 w 6284333"/>
              <a:gd name="connsiteY12" fmla="*/ 156 h 492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84333" h="4926784">
                <a:moveTo>
                  <a:pt x="4414867" y="156"/>
                </a:moveTo>
                <a:cubicBezTo>
                  <a:pt x="4926982" y="3871"/>
                  <a:pt x="5469048" y="74299"/>
                  <a:pt x="6033295" y="214080"/>
                </a:cubicBezTo>
                <a:lnTo>
                  <a:pt x="6284333" y="280993"/>
                </a:lnTo>
                <a:lnTo>
                  <a:pt x="6284333" y="3824283"/>
                </a:lnTo>
                <a:lnTo>
                  <a:pt x="6196194" y="3780822"/>
                </a:lnTo>
                <a:cubicBezTo>
                  <a:pt x="6097518" y="3736645"/>
                  <a:pt x="5996159" y="3695826"/>
                  <a:pt x="5892198" y="3659009"/>
                </a:cubicBezTo>
                <a:cubicBezTo>
                  <a:pt x="4945851" y="3323359"/>
                  <a:pt x="4223744" y="3472030"/>
                  <a:pt x="3991051" y="4120310"/>
                </a:cubicBezTo>
                <a:cubicBezTo>
                  <a:pt x="3894097" y="4390423"/>
                  <a:pt x="3926667" y="4652745"/>
                  <a:pt x="4053112" y="4913518"/>
                </a:cubicBezTo>
                <a:lnTo>
                  <a:pt x="4060481" y="4926784"/>
                </a:lnTo>
                <a:lnTo>
                  <a:pt x="61241" y="4926784"/>
                </a:lnTo>
                <a:lnTo>
                  <a:pt x="30217" y="4735657"/>
                </a:lnTo>
                <a:cubicBezTo>
                  <a:pt x="-46909" y="4144254"/>
                  <a:pt x="18742" y="3487255"/>
                  <a:pt x="283541" y="2749530"/>
                </a:cubicBezTo>
                <a:cubicBezTo>
                  <a:pt x="928758" y="951963"/>
                  <a:pt x="2451758" y="-14088"/>
                  <a:pt x="4414867" y="156"/>
                </a:cubicBezTo>
                <a:close/>
              </a:path>
            </a:pathLst>
          </a:custGeom>
          <a:solidFill>
            <a:srgbClr val="ECF9F4"/>
          </a:solidFill>
        </p:spPr>
        <p:txBody>
          <a:bodyPr vert="horz" wrap="square" lIns="262800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marL="8550" lvl="3" indent="0" algn="l">
              <a:buNone/>
            </a:pPr>
            <a:endParaRPr lang="en-GB" b="1">
              <a:latin typeface="+mj-lt"/>
            </a:endParaRPr>
          </a:p>
        </p:txBody>
      </p:sp>
      <p:sp>
        <p:nvSpPr>
          <p:cNvPr id="3" name="Speech Bubble: Oval 2">
            <a:extLst>
              <a:ext uri="{FF2B5EF4-FFF2-40B4-BE49-F238E27FC236}">
                <a16:creationId xmlns:a16="http://schemas.microsoft.com/office/drawing/2014/main" id="{610C5E6E-0AF7-B448-303B-4EB7C33E6C65}"/>
              </a:ext>
            </a:extLst>
          </p:cNvPr>
          <p:cNvSpPr/>
          <p:nvPr userDrawn="1"/>
        </p:nvSpPr>
        <p:spPr>
          <a:xfrm flipH="1">
            <a:off x="9364060" y="1332331"/>
            <a:ext cx="3564000" cy="3564000"/>
          </a:xfrm>
          <a:prstGeom prst="wedgeEllipseCallout">
            <a:avLst>
              <a:gd name="adj1" fmla="val 60676"/>
              <a:gd name="adj2" fmla="val -2968"/>
            </a:avLst>
          </a:prstGeom>
          <a:solidFill>
            <a:schemeClr val="bg1"/>
          </a:solidFill>
          <a:ln>
            <a:noFill/>
          </a:ln>
          <a:effectLst>
            <a:outerShdw blurRad="850900" dist="939800" dir="5400000" sx="85000" sy="85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b="0" i="0">
              <a:latin typeface="Arial" panose="020B0604020202020204" pitchFamily="34" charset="0"/>
            </a:endParaRPr>
          </a:p>
        </p:txBody>
      </p:sp>
      <p:sp>
        <p:nvSpPr>
          <p:cNvPr id="4" name="Picture Placeholder 3">
            <a:extLst>
              <a:ext uri="{FF2B5EF4-FFF2-40B4-BE49-F238E27FC236}">
                <a16:creationId xmlns:a16="http://schemas.microsoft.com/office/drawing/2014/main" id="{FEBEF2F8-A025-92B9-2CAC-C01414255200}"/>
              </a:ext>
            </a:extLst>
          </p:cNvPr>
          <p:cNvSpPr>
            <a:spLocks noGrp="1"/>
          </p:cNvSpPr>
          <p:nvPr>
            <p:ph type="pic" sz="quarter" idx="10"/>
          </p:nvPr>
        </p:nvSpPr>
        <p:spPr>
          <a:xfrm>
            <a:off x="9364059" y="1332331"/>
            <a:ext cx="3564000" cy="3564000"/>
          </a:xfrm>
          <a:prstGeom prst="ellipse">
            <a:avLst/>
          </a:prstGeo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180767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Green">
    <p:bg>
      <p:bgPr>
        <a:solidFill>
          <a:schemeClr val="bg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6781E85-25F8-EE4A-2030-260A34FE98C3}"/>
              </a:ext>
            </a:extLst>
          </p:cNvPr>
          <p:cNvSpPr>
            <a:spLocks noGrp="1"/>
          </p:cNvSpPr>
          <p:nvPr>
            <p:ph type="title"/>
          </p:nvPr>
        </p:nvSpPr>
        <p:spPr>
          <a:xfrm>
            <a:off x="539750" y="540000"/>
            <a:ext cx="12384088" cy="543914"/>
          </a:xfrm>
        </p:spPr>
        <p:txBody>
          <a:bodyPr/>
          <a:lstStyle>
            <a:lvl1pPr>
              <a:defRPr>
                <a:solidFill>
                  <a:schemeClr val="bg1"/>
                </a:solidFill>
              </a:defRPr>
            </a:lvl1pPr>
          </a:lstStyle>
          <a:p>
            <a:r>
              <a:rPr lang="en-GB"/>
              <a:t>Click to edit Master title style</a:t>
            </a:r>
          </a:p>
        </p:txBody>
      </p:sp>
      <p:sp>
        <p:nvSpPr>
          <p:cNvPr id="26" name="Subtitle 2">
            <a:extLst>
              <a:ext uri="{FF2B5EF4-FFF2-40B4-BE49-F238E27FC236}">
                <a16:creationId xmlns:a16="http://schemas.microsoft.com/office/drawing/2014/main" id="{1BF6F057-CC7C-E29C-B3D1-3542CDFDBD38}"/>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bg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extBox 1">
            <a:extLst>
              <a:ext uri="{FF2B5EF4-FFF2-40B4-BE49-F238E27FC236}">
                <a16:creationId xmlns:a16="http://schemas.microsoft.com/office/drawing/2014/main" id="{54322464-9DA9-5DBE-06F1-6CC4752EAFFF}"/>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sp>
        <p:nvSpPr>
          <p:cNvPr id="7" name="TextBox 6">
            <a:extLst>
              <a:ext uri="{FF2B5EF4-FFF2-40B4-BE49-F238E27FC236}">
                <a16:creationId xmlns:a16="http://schemas.microsoft.com/office/drawing/2014/main" id="{2FB40942-1503-4A56-DE16-47E6FE930E34}"/>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grpSp>
        <p:nvGrpSpPr>
          <p:cNvPr id="8" name="Group 7">
            <a:extLst>
              <a:ext uri="{FF2B5EF4-FFF2-40B4-BE49-F238E27FC236}">
                <a16:creationId xmlns:a16="http://schemas.microsoft.com/office/drawing/2014/main" id="{B2B05B1B-9972-EF0E-3FC3-BE7B81061D9F}"/>
              </a:ext>
            </a:extLst>
          </p:cNvPr>
          <p:cNvGrpSpPr>
            <a:grpSpLocks noChangeAspect="1"/>
          </p:cNvGrpSpPr>
          <p:nvPr userDrawn="1"/>
        </p:nvGrpSpPr>
        <p:grpSpPr>
          <a:xfrm>
            <a:off x="535236" y="7137829"/>
            <a:ext cx="432000" cy="183624"/>
            <a:chOff x="5868144" y="2000579"/>
            <a:chExt cx="1381170" cy="574833"/>
          </a:xfrm>
          <a:solidFill>
            <a:schemeClr val="bg1"/>
          </a:solidFill>
        </p:grpSpPr>
        <p:sp>
          <p:nvSpPr>
            <p:cNvPr id="9" name="Freeform 16">
              <a:extLst>
                <a:ext uri="{FF2B5EF4-FFF2-40B4-BE49-F238E27FC236}">
                  <a16:creationId xmlns:a16="http://schemas.microsoft.com/office/drawing/2014/main" id="{41230590-FC0A-6393-A3F0-D43BCF3F5333}"/>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17">
              <a:extLst>
                <a:ext uri="{FF2B5EF4-FFF2-40B4-BE49-F238E27FC236}">
                  <a16:creationId xmlns:a16="http://schemas.microsoft.com/office/drawing/2014/main" id="{32ABB4CC-C705-8F8D-0755-7BE1F2EDB56F}"/>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3" name="Freeform 18">
              <a:extLst>
                <a:ext uri="{FF2B5EF4-FFF2-40B4-BE49-F238E27FC236}">
                  <a16:creationId xmlns:a16="http://schemas.microsoft.com/office/drawing/2014/main" id="{C4DF2099-4D35-6286-A8D0-8281A9D59685}"/>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4" name="Freeform 19">
              <a:extLst>
                <a:ext uri="{FF2B5EF4-FFF2-40B4-BE49-F238E27FC236}">
                  <a16:creationId xmlns:a16="http://schemas.microsoft.com/office/drawing/2014/main" id="{7473F893-A91D-C265-6034-1A48700A0C50}"/>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5" name="Freeform 20">
              <a:extLst>
                <a:ext uri="{FF2B5EF4-FFF2-40B4-BE49-F238E27FC236}">
                  <a16:creationId xmlns:a16="http://schemas.microsoft.com/office/drawing/2014/main" id="{7E25FDDC-6ECE-C855-4746-BC597EF25C19}"/>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6" name="Freeform 21">
              <a:extLst>
                <a:ext uri="{FF2B5EF4-FFF2-40B4-BE49-F238E27FC236}">
                  <a16:creationId xmlns:a16="http://schemas.microsoft.com/office/drawing/2014/main" id="{D9710F6C-B71F-0DCC-9CE4-8DD78664B1FE}"/>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7" name="Freeform 22">
              <a:extLst>
                <a:ext uri="{FF2B5EF4-FFF2-40B4-BE49-F238E27FC236}">
                  <a16:creationId xmlns:a16="http://schemas.microsoft.com/office/drawing/2014/main" id="{1ACE6827-115C-7EAB-A1BA-2878B857A9F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Tree>
    <p:extLst>
      <p:ext uri="{BB962C8B-B14F-4D97-AF65-F5344CB8AC3E}">
        <p14:creationId xmlns:p14="http://schemas.microsoft.com/office/powerpoint/2010/main" val="3716290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1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Tree>
    <p:extLst>
      <p:ext uri="{BB962C8B-B14F-4D97-AF65-F5344CB8AC3E}">
        <p14:creationId xmlns:p14="http://schemas.microsoft.com/office/powerpoint/2010/main" val="414591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itle 1">
            <a:extLst>
              <a:ext uri="{FF2B5EF4-FFF2-40B4-BE49-F238E27FC236}">
                <a16:creationId xmlns:a16="http://schemas.microsoft.com/office/drawing/2014/main" id="{8EC00C2F-BDA7-EC10-00D7-D941E1D2D0DB}"/>
              </a:ext>
            </a:extLst>
          </p:cNvPr>
          <p:cNvSpPr>
            <a:spLocks noGrp="1"/>
          </p:cNvSpPr>
          <p:nvPr>
            <p:ph type="title"/>
          </p:nvPr>
        </p:nvSpPr>
        <p:spPr>
          <a:xfrm>
            <a:off x="539750" y="540000"/>
            <a:ext cx="12384088" cy="543914"/>
          </a:xfrm>
        </p:spPr>
        <p:txBody>
          <a:bodyPr/>
          <a:lstStyle/>
          <a:p>
            <a:r>
              <a:rPr lang="en-GB"/>
              <a:t>Click to edit Master title style</a:t>
            </a:r>
          </a:p>
        </p:txBody>
      </p:sp>
      <p:sp>
        <p:nvSpPr>
          <p:cNvPr id="9" name="Text Placeholder 8">
            <a:extLst>
              <a:ext uri="{FF2B5EF4-FFF2-40B4-BE49-F238E27FC236}">
                <a16:creationId xmlns:a16="http://schemas.microsoft.com/office/drawing/2014/main" id="{3A3250C5-DC7D-95E4-CC46-754EA6ED41CA}"/>
              </a:ext>
            </a:extLst>
          </p:cNvPr>
          <p:cNvSpPr>
            <a:spLocks noGrp="1"/>
          </p:cNvSpPr>
          <p:nvPr>
            <p:ph type="body" sz="quarter" idx="14"/>
          </p:nvPr>
        </p:nvSpPr>
        <p:spPr>
          <a:xfrm>
            <a:off x="539749" y="1800225"/>
            <a:ext cx="12384088" cy="5221288"/>
          </a:xfrm>
        </p:spPr>
        <p:txBody>
          <a:bodyPr/>
          <a:lstStyle>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4549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4B0099F6-B218-4AFA-9EBA-133D8998EA59}"/>
              </a:ext>
            </a:extLst>
          </p:cNvPr>
          <p:cNvSpPr>
            <a:spLocks noGrp="1"/>
          </p:cNvSpPr>
          <p:nvPr>
            <p:ph type="body" sz="quarter" idx="16"/>
          </p:nvPr>
        </p:nvSpPr>
        <p:spPr>
          <a:xfrm>
            <a:off x="539749" y="1800226"/>
            <a:ext cx="6054726"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3D6FEB61-2A9A-4276-A6F4-A93D335B5D74}"/>
              </a:ext>
            </a:extLst>
          </p:cNvPr>
          <p:cNvSpPr>
            <a:spLocks noGrp="1"/>
          </p:cNvSpPr>
          <p:nvPr>
            <p:ph type="body" sz="quarter" idx="17"/>
          </p:nvPr>
        </p:nvSpPr>
        <p:spPr>
          <a:xfrm>
            <a:off x="6862762" y="1800225"/>
            <a:ext cx="6054725" cy="5221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ED9D13B6-659B-36DE-E947-4B51D3709082}"/>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2261796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D885E639-384A-4743-B2C4-0FC1D6B328DF}"/>
              </a:ext>
            </a:extLst>
          </p:cNvPr>
          <p:cNvSpPr>
            <a:spLocks noGrp="1"/>
          </p:cNvSpPr>
          <p:nvPr>
            <p:ph type="body" sz="quarter" idx="17"/>
          </p:nvPr>
        </p:nvSpPr>
        <p:spPr>
          <a:xfrm>
            <a:off x="539750" y="1800227"/>
            <a:ext cx="3941451"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9ACC94F9-5D2A-414F-A072-9E7965AA4C98}"/>
              </a:ext>
            </a:extLst>
          </p:cNvPr>
          <p:cNvSpPr>
            <a:spLocks noGrp="1"/>
          </p:cNvSpPr>
          <p:nvPr>
            <p:ph type="body" sz="quarter" idx="18"/>
          </p:nvPr>
        </p:nvSpPr>
        <p:spPr>
          <a:xfrm>
            <a:off x="4752975" y="1800226"/>
            <a:ext cx="3951287"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11">
            <a:extLst>
              <a:ext uri="{FF2B5EF4-FFF2-40B4-BE49-F238E27FC236}">
                <a16:creationId xmlns:a16="http://schemas.microsoft.com/office/drawing/2014/main" id="{483CF262-C493-4134-B216-D75722F2D1E2}"/>
              </a:ext>
            </a:extLst>
          </p:cNvPr>
          <p:cNvSpPr>
            <a:spLocks noGrp="1"/>
          </p:cNvSpPr>
          <p:nvPr>
            <p:ph type="body" sz="quarter" idx="19"/>
          </p:nvPr>
        </p:nvSpPr>
        <p:spPr>
          <a:xfrm>
            <a:off x="8976036" y="1800225"/>
            <a:ext cx="3931811"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8E0A8938-B49F-2B16-4D70-CE04ECBAB05F}"/>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160156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1E02B655-73AC-4416-A7F5-80AAC7CA2C75}"/>
              </a:ext>
            </a:extLst>
          </p:cNvPr>
          <p:cNvSpPr>
            <a:spLocks noGrp="1"/>
          </p:cNvSpPr>
          <p:nvPr>
            <p:ph type="body" sz="quarter" idx="19"/>
          </p:nvPr>
        </p:nvSpPr>
        <p:spPr>
          <a:xfrm>
            <a:off x="535237"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5">
            <a:extLst>
              <a:ext uri="{FF2B5EF4-FFF2-40B4-BE49-F238E27FC236}">
                <a16:creationId xmlns:a16="http://schemas.microsoft.com/office/drawing/2014/main" id="{BA805347-7089-428A-9206-2A55F9756D9C}"/>
              </a:ext>
            </a:extLst>
          </p:cNvPr>
          <p:cNvSpPr>
            <a:spLocks noGrp="1"/>
          </p:cNvSpPr>
          <p:nvPr>
            <p:ph type="body" sz="quarter" idx="20"/>
          </p:nvPr>
        </p:nvSpPr>
        <p:spPr>
          <a:xfrm>
            <a:off x="3699815"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8">
            <a:extLst>
              <a:ext uri="{FF2B5EF4-FFF2-40B4-BE49-F238E27FC236}">
                <a16:creationId xmlns:a16="http://schemas.microsoft.com/office/drawing/2014/main" id="{245E7010-E915-4D22-9625-3896AAD63A97}"/>
              </a:ext>
            </a:extLst>
          </p:cNvPr>
          <p:cNvSpPr>
            <a:spLocks noGrp="1"/>
          </p:cNvSpPr>
          <p:nvPr>
            <p:ph type="body" sz="quarter" idx="21"/>
          </p:nvPr>
        </p:nvSpPr>
        <p:spPr>
          <a:xfrm>
            <a:off x="6864394"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10">
            <a:extLst>
              <a:ext uri="{FF2B5EF4-FFF2-40B4-BE49-F238E27FC236}">
                <a16:creationId xmlns:a16="http://schemas.microsoft.com/office/drawing/2014/main" id="{F1DE9131-771D-4C62-ADA1-9ABE07FC5D7E}"/>
              </a:ext>
            </a:extLst>
          </p:cNvPr>
          <p:cNvSpPr>
            <a:spLocks noGrp="1"/>
          </p:cNvSpPr>
          <p:nvPr>
            <p:ph type="body" sz="quarter" idx="22"/>
          </p:nvPr>
        </p:nvSpPr>
        <p:spPr>
          <a:xfrm>
            <a:off x="10028972"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ubtitle 2">
            <a:extLst>
              <a:ext uri="{FF2B5EF4-FFF2-40B4-BE49-F238E27FC236}">
                <a16:creationId xmlns:a16="http://schemas.microsoft.com/office/drawing/2014/main" id="{CAB6BB5B-9F3F-C3F8-AB37-4E5864A05EE7}"/>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89472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os - 2">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E0B0B247-A9F1-7921-6401-8A63D649D96B}"/>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C303BDEC-BFA8-88D3-9C31-C7B2485BF04A}"/>
              </a:ext>
            </a:extLst>
          </p:cNvPr>
          <p:cNvSpPr>
            <a:spLocks noGrp="1"/>
          </p:cNvSpPr>
          <p:nvPr>
            <p:ph type="body" sz="quarter" idx="22" hasCustomPrompt="1"/>
          </p:nvPr>
        </p:nvSpPr>
        <p:spPr>
          <a:xfrm>
            <a:off x="539749" y="2672081"/>
            <a:ext cx="6054725"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73E7AB23-2CA5-E914-3BF4-F4CD1D4A988B}"/>
              </a:ext>
            </a:extLst>
          </p:cNvPr>
          <p:cNvSpPr>
            <a:spLocks noGrp="1"/>
          </p:cNvSpPr>
          <p:nvPr>
            <p:ph type="body" sz="quarter" idx="23" hasCustomPrompt="1"/>
          </p:nvPr>
        </p:nvSpPr>
        <p:spPr>
          <a:xfrm>
            <a:off x="6862763" y="2672081"/>
            <a:ext cx="606107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Picture Placeholder 5">
            <a:extLst>
              <a:ext uri="{FF2B5EF4-FFF2-40B4-BE49-F238E27FC236}">
                <a16:creationId xmlns:a16="http://schemas.microsoft.com/office/drawing/2014/main" id="{1CA14629-F9C6-8DA5-40EA-A5F8253C7095}"/>
              </a:ext>
            </a:extLst>
          </p:cNvPr>
          <p:cNvSpPr>
            <a:spLocks noGrp="1"/>
          </p:cNvSpPr>
          <p:nvPr>
            <p:ph type="pic" sz="quarter" idx="11"/>
          </p:nvPr>
        </p:nvSpPr>
        <p:spPr>
          <a:xfrm>
            <a:off x="539749"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1" name="Picture Placeholder 5">
            <a:extLst>
              <a:ext uri="{FF2B5EF4-FFF2-40B4-BE49-F238E27FC236}">
                <a16:creationId xmlns:a16="http://schemas.microsoft.com/office/drawing/2014/main" id="{6E21A60B-37C7-50F5-F9DF-E5F042774B93}"/>
              </a:ext>
            </a:extLst>
          </p:cNvPr>
          <p:cNvSpPr>
            <a:spLocks noGrp="1"/>
          </p:cNvSpPr>
          <p:nvPr>
            <p:ph type="pic" sz="quarter" idx="26"/>
          </p:nvPr>
        </p:nvSpPr>
        <p:spPr>
          <a:xfrm>
            <a:off x="6862763"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2" name="Title 1">
            <a:extLst>
              <a:ext uri="{FF2B5EF4-FFF2-40B4-BE49-F238E27FC236}">
                <a16:creationId xmlns:a16="http://schemas.microsoft.com/office/drawing/2014/main" id="{70B64035-8729-DBB5-2CDE-73C5824494F7}"/>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60101919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os - 3">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8A16C33A-935A-7258-75E6-829B8CAD1BD4}"/>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6E750E53-B214-206B-9E5D-74769EC49410}"/>
              </a:ext>
            </a:extLst>
          </p:cNvPr>
          <p:cNvSpPr>
            <a:spLocks noGrp="1"/>
          </p:cNvSpPr>
          <p:nvPr>
            <p:ph type="body" sz="quarter" idx="22" hasCustomPrompt="1"/>
          </p:nvPr>
        </p:nvSpPr>
        <p:spPr>
          <a:xfrm>
            <a:off x="539750"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68233BAF-ED28-454E-F97E-D1404842BF2B}"/>
              </a:ext>
            </a:extLst>
          </p:cNvPr>
          <p:cNvSpPr>
            <a:spLocks noGrp="1"/>
          </p:cNvSpPr>
          <p:nvPr>
            <p:ph type="body" sz="quarter" idx="23" hasCustomPrompt="1"/>
          </p:nvPr>
        </p:nvSpPr>
        <p:spPr>
          <a:xfrm>
            <a:off x="4752975"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Text Placeholder 3">
            <a:extLst>
              <a:ext uri="{FF2B5EF4-FFF2-40B4-BE49-F238E27FC236}">
                <a16:creationId xmlns:a16="http://schemas.microsoft.com/office/drawing/2014/main" id="{31EF5646-8FFB-0BB4-5E3B-62CC36A0CBC1}"/>
              </a:ext>
            </a:extLst>
          </p:cNvPr>
          <p:cNvSpPr>
            <a:spLocks noGrp="1"/>
          </p:cNvSpPr>
          <p:nvPr>
            <p:ph type="body" sz="quarter" idx="24" hasCustomPrompt="1"/>
          </p:nvPr>
        </p:nvSpPr>
        <p:spPr>
          <a:xfrm>
            <a:off x="8972936"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DFD1E45B-2935-E9FB-2B35-F44193D0789F}"/>
              </a:ext>
            </a:extLst>
          </p:cNvPr>
          <p:cNvSpPr>
            <a:spLocks noGrp="1"/>
          </p:cNvSpPr>
          <p:nvPr>
            <p:ph type="pic" sz="quarter" idx="11"/>
          </p:nvPr>
        </p:nvSpPr>
        <p:spPr>
          <a:xfrm>
            <a:off x="539750"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4" name="Picture Placeholder 5">
            <a:extLst>
              <a:ext uri="{FF2B5EF4-FFF2-40B4-BE49-F238E27FC236}">
                <a16:creationId xmlns:a16="http://schemas.microsoft.com/office/drawing/2014/main" id="{C47FA2DE-0D51-F719-B367-642A97B5D40D}"/>
              </a:ext>
            </a:extLst>
          </p:cNvPr>
          <p:cNvSpPr>
            <a:spLocks noGrp="1"/>
          </p:cNvSpPr>
          <p:nvPr>
            <p:ph type="pic" sz="quarter" idx="25"/>
          </p:nvPr>
        </p:nvSpPr>
        <p:spPr>
          <a:xfrm>
            <a:off x="475297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792D24DB-83E1-6897-47C8-932F6A5362B2}"/>
              </a:ext>
            </a:extLst>
          </p:cNvPr>
          <p:cNvSpPr>
            <a:spLocks noGrp="1"/>
          </p:cNvSpPr>
          <p:nvPr>
            <p:ph type="pic" sz="quarter" idx="26"/>
          </p:nvPr>
        </p:nvSpPr>
        <p:spPr>
          <a:xfrm>
            <a:off x="8972936"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Title 6">
            <a:extLst>
              <a:ext uri="{FF2B5EF4-FFF2-40B4-BE49-F238E27FC236}">
                <a16:creationId xmlns:a16="http://schemas.microsoft.com/office/drawing/2014/main" id="{0F18DA70-BD7B-4E54-03F1-4E5E4C1E34EA}"/>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3931367155"/>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s - 4">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7"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6" name="Text Placeholder 3">
            <a:extLst>
              <a:ext uri="{FF2B5EF4-FFF2-40B4-BE49-F238E27FC236}">
                <a16:creationId xmlns:a16="http://schemas.microsoft.com/office/drawing/2014/main" id="{4FBC681F-63E2-60F8-AA8F-4C24A5A6E410}"/>
              </a:ext>
            </a:extLst>
          </p:cNvPr>
          <p:cNvSpPr>
            <a:spLocks noGrp="1"/>
          </p:cNvSpPr>
          <p:nvPr>
            <p:ph type="body" sz="quarter" idx="23" hasCustomPrompt="1"/>
          </p:nvPr>
        </p:nvSpPr>
        <p:spPr>
          <a:xfrm>
            <a:off x="3699815"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7" name="Text Placeholder 3">
            <a:extLst>
              <a:ext uri="{FF2B5EF4-FFF2-40B4-BE49-F238E27FC236}">
                <a16:creationId xmlns:a16="http://schemas.microsoft.com/office/drawing/2014/main" id="{5152024C-9189-82E9-8D65-C4ABC4B20F8C}"/>
              </a:ext>
            </a:extLst>
          </p:cNvPr>
          <p:cNvSpPr>
            <a:spLocks noGrp="1"/>
          </p:cNvSpPr>
          <p:nvPr>
            <p:ph type="body" sz="quarter" idx="24" hasCustomPrompt="1"/>
          </p:nvPr>
        </p:nvSpPr>
        <p:spPr>
          <a:xfrm>
            <a:off x="6864394"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8" name="Text Placeholder 3">
            <a:extLst>
              <a:ext uri="{FF2B5EF4-FFF2-40B4-BE49-F238E27FC236}">
                <a16:creationId xmlns:a16="http://schemas.microsoft.com/office/drawing/2014/main" id="{FD384476-035F-93EA-68D4-DD6F73AF76BF}"/>
              </a:ext>
            </a:extLst>
          </p:cNvPr>
          <p:cNvSpPr>
            <a:spLocks noGrp="1"/>
          </p:cNvSpPr>
          <p:nvPr>
            <p:ph type="body" sz="quarter" idx="25" hasCustomPrompt="1"/>
          </p:nvPr>
        </p:nvSpPr>
        <p:spPr>
          <a:xfrm>
            <a:off x="10001838"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31CB38D6-0652-ADFC-CB6C-56315EBCE04D}"/>
              </a:ext>
            </a:extLst>
          </p:cNvPr>
          <p:cNvSpPr>
            <a:spLocks noGrp="1"/>
          </p:cNvSpPr>
          <p:nvPr>
            <p:ph type="pic" sz="quarter" idx="26"/>
          </p:nvPr>
        </p:nvSpPr>
        <p:spPr>
          <a:xfrm>
            <a:off x="36998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Picture Placeholder 5">
            <a:extLst>
              <a:ext uri="{FF2B5EF4-FFF2-40B4-BE49-F238E27FC236}">
                <a16:creationId xmlns:a16="http://schemas.microsoft.com/office/drawing/2014/main" id="{1492A7A5-4A09-D1D1-03D1-6ECAEF6B5957}"/>
              </a:ext>
            </a:extLst>
          </p:cNvPr>
          <p:cNvSpPr>
            <a:spLocks noGrp="1"/>
          </p:cNvSpPr>
          <p:nvPr>
            <p:ph type="pic" sz="quarter" idx="27"/>
          </p:nvPr>
        </p:nvSpPr>
        <p:spPr>
          <a:xfrm>
            <a:off x="6864394"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9" name="Picture Placeholder 5">
            <a:extLst>
              <a:ext uri="{FF2B5EF4-FFF2-40B4-BE49-F238E27FC236}">
                <a16:creationId xmlns:a16="http://schemas.microsoft.com/office/drawing/2014/main" id="{D366B33C-7857-114D-B7B2-FD9481084206}"/>
              </a:ext>
            </a:extLst>
          </p:cNvPr>
          <p:cNvSpPr>
            <a:spLocks noGrp="1"/>
          </p:cNvSpPr>
          <p:nvPr>
            <p:ph type="pic" sz="quarter" idx="28"/>
          </p:nvPr>
        </p:nvSpPr>
        <p:spPr>
          <a:xfrm>
            <a:off x="10001838"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53887189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s - 4 (2)">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6"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5" name="Text Placeholder 3">
            <a:extLst>
              <a:ext uri="{FF2B5EF4-FFF2-40B4-BE49-F238E27FC236}">
                <a16:creationId xmlns:a16="http://schemas.microsoft.com/office/drawing/2014/main" id="{72DA8A2D-744F-28D9-2367-D84B14F723F3}"/>
              </a:ext>
            </a:extLst>
          </p:cNvPr>
          <p:cNvSpPr>
            <a:spLocks noGrp="1"/>
          </p:cNvSpPr>
          <p:nvPr>
            <p:ph type="body" sz="quarter" idx="23" hasCustomPrompt="1"/>
          </p:nvPr>
        </p:nvSpPr>
        <p:spPr>
          <a:xfrm>
            <a:off x="6845614"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8" name="Picture Placeholder 5">
            <a:extLst>
              <a:ext uri="{FF2B5EF4-FFF2-40B4-BE49-F238E27FC236}">
                <a16:creationId xmlns:a16="http://schemas.microsoft.com/office/drawing/2014/main" id="{FA006BB0-ACA9-FDFC-6461-6408B41AEAE5}"/>
              </a:ext>
            </a:extLst>
          </p:cNvPr>
          <p:cNvSpPr>
            <a:spLocks noGrp="1"/>
          </p:cNvSpPr>
          <p:nvPr>
            <p:ph type="pic" sz="quarter" idx="24"/>
          </p:nvPr>
        </p:nvSpPr>
        <p:spPr>
          <a:xfrm>
            <a:off x="68456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0" name="Text Placeholder 3">
            <a:extLst>
              <a:ext uri="{FF2B5EF4-FFF2-40B4-BE49-F238E27FC236}">
                <a16:creationId xmlns:a16="http://schemas.microsoft.com/office/drawing/2014/main" id="{A085B774-B9B0-4770-F47A-2EAB4102733D}"/>
              </a:ext>
            </a:extLst>
          </p:cNvPr>
          <p:cNvSpPr>
            <a:spLocks noGrp="1"/>
          </p:cNvSpPr>
          <p:nvPr>
            <p:ph type="body" sz="quarter" idx="25" hasCustomPrompt="1"/>
          </p:nvPr>
        </p:nvSpPr>
        <p:spPr>
          <a:xfrm>
            <a:off x="535236"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1" name="Picture Placeholder 5">
            <a:extLst>
              <a:ext uri="{FF2B5EF4-FFF2-40B4-BE49-F238E27FC236}">
                <a16:creationId xmlns:a16="http://schemas.microsoft.com/office/drawing/2014/main" id="{FB5943DD-7B76-DF26-BE6E-5C112FA896E8}"/>
              </a:ext>
            </a:extLst>
          </p:cNvPr>
          <p:cNvSpPr>
            <a:spLocks noGrp="1"/>
          </p:cNvSpPr>
          <p:nvPr>
            <p:ph type="pic" sz="quarter" idx="26"/>
          </p:nvPr>
        </p:nvSpPr>
        <p:spPr>
          <a:xfrm>
            <a:off x="535237"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2" name="Text Placeholder 3">
            <a:extLst>
              <a:ext uri="{FF2B5EF4-FFF2-40B4-BE49-F238E27FC236}">
                <a16:creationId xmlns:a16="http://schemas.microsoft.com/office/drawing/2014/main" id="{36A1E702-325A-5140-3BB8-D7D701ECE601}"/>
              </a:ext>
            </a:extLst>
          </p:cNvPr>
          <p:cNvSpPr>
            <a:spLocks noGrp="1"/>
          </p:cNvSpPr>
          <p:nvPr>
            <p:ph type="body" sz="quarter" idx="27" hasCustomPrompt="1"/>
          </p:nvPr>
        </p:nvSpPr>
        <p:spPr>
          <a:xfrm>
            <a:off x="6845614"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9" name="Picture Placeholder 5">
            <a:extLst>
              <a:ext uri="{FF2B5EF4-FFF2-40B4-BE49-F238E27FC236}">
                <a16:creationId xmlns:a16="http://schemas.microsoft.com/office/drawing/2014/main" id="{2189EB97-CEBC-0E0F-D61F-CCA87D922886}"/>
              </a:ext>
            </a:extLst>
          </p:cNvPr>
          <p:cNvSpPr>
            <a:spLocks noGrp="1"/>
          </p:cNvSpPr>
          <p:nvPr>
            <p:ph type="pic" sz="quarter" idx="28"/>
          </p:nvPr>
        </p:nvSpPr>
        <p:spPr>
          <a:xfrm>
            <a:off x="6845615"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371532847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
        <p:nvSpPr>
          <p:cNvPr id="2" name="Picture Placeholder 41">
            <a:extLst>
              <a:ext uri="{FF2B5EF4-FFF2-40B4-BE49-F238E27FC236}">
                <a16:creationId xmlns:a16="http://schemas.microsoft.com/office/drawing/2014/main" id="{D2F29644-CA5E-94A8-86FE-616DF372C6D5}"/>
              </a:ext>
            </a:extLst>
          </p:cNvPr>
          <p:cNvSpPr>
            <a:spLocks noGrp="1"/>
          </p:cNvSpPr>
          <p:nvPr>
            <p:ph type="pic" sz="quarter" idx="14"/>
          </p:nvPr>
        </p:nvSpPr>
        <p:spPr>
          <a:xfrm>
            <a:off x="6381750" y="2076449"/>
            <a:ext cx="6381750" cy="4705351"/>
          </a:xfrm>
        </p:spPr>
        <p:txBody>
          <a:bodyPr anchor="ctr"/>
          <a:lstStyle>
            <a:lvl1pPr algn="ctr">
              <a:defRPr sz="3600"/>
            </a:lvl1pPr>
          </a:lstStyle>
          <a:p>
            <a:r>
              <a:rPr lang="en-GB"/>
              <a:t>Click icon to add picture</a:t>
            </a:r>
            <a:endParaRPr lang="en-GB" dirty="0"/>
          </a:p>
        </p:txBody>
      </p:sp>
    </p:spTree>
    <p:extLst>
      <p:ext uri="{BB962C8B-B14F-4D97-AF65-F5344CB8AC3E}">
        <p14:creationId xmlns:p14="http://schemas.microsoft.com/office/powerpoint/2010/main" val="2587731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 Questions">
    <p:bg>
      <p:bgPr>
        <a:solidFill>
          <a:schemeClr val="bg2"/>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bg1"/>
                </a:solidFill>
              </a:defRPr>
            </a:lvl1pPr>
          </a:lstStyle>
          <a:p>
            <a:r>
              <a:rPr lang="en-GB"/>
              <a:t>Click add title</a:t>
            </a:r>
          </a:p>
        </p:txBody>
      </p:sp>
    </p:spTree>
    <p:extLst>
      <p:ext uri="{BB962C8B-B14F-4D97-AF65-F5344CB8AC3E}">
        <p14:creationId xmlns:p14="http://schemas.microsoft.com/office/powerpoint/2010/main" val="1483525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hank you / Questio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tx1"/>
                </a:solidFill>
              </a:defRPr>
            </a:lvl1pPr>
          </a:lstStyle>
          <a:p>
            <a:r>
              <a:rPr lang="en-GB"/>
              <a:t>Click add title</a:t>
            </a:r>
          </a:p>
        </p:txBody>
      </p:sp>
      <p:sp>
        <p:nvSpPr>
          <p:cNvPr id="2" name="TextBox 1">
            <a:extLst>
              <a:ext uri="{FF2B5EF4-FFF2-40B4-BE49-F238E27FC236}">
                <a16:creationId xmlns:a16="http://schemas.microsoft.com/office/drawing/2014/main" id="{2CD33A44-FEAA-7F20-C8DB-DF791222B0EC}"/>
              </a:ext>
            </a:extLst>
          </p:cNvPr>
          <p:cNvSpPr txBox="1"/>
          <p:nvPr userDrawn="1"/>
        </p:nvSpPr>
        <p:spPr>
          <a:xfrm>
            <a:off x="12350562"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grpSp>
        <p:nvGrpSpPr>
          <p:cNvPr id="3" name="Group 2">
            <a:extLst>
              <a:ext uri="{FF2B5EF4-FFF2-40B4-BE49-F238E27FC236}">
                <a16:creationId xmlns:a16="http://schemas.microsoft.com/office/drawing/2014/main" id="{30B19A9C-B9CA-796E-F827-07594B0C925A}"/>
              </a:ext>
            </a:extLst>
          </p:cNvPr>
          <p:cNvGrpSpPr>
            <a:grpSpLocks noChangeAspect="1"/>
          </p:cNvGrpSpPr>
          <p:nvPr userDrawn="1"/>
        </p:nvGrpSpPr>
        <p:grpSpPr>
          <a:xfrm>
            <a:off x="673892" y="7137829"/>
            <a:ext cx="543912" cy="183624"/>
            <a:chOff x="5868144" y="2000579"/>
            <a:chExt cx="1381170" cy="574833"/>
          </a:xfrm>
          <a:solidFill>
            <a:schemeClr val="bg1"/>
          </a:solidFill>
        </p:grpSpPr>
        <p:sp>
          <p:nvSpPr>
            <p:cNvPr id="4" name="Freeform 16">
              <a:extLst>
                <a:ext uri="{FF2B5EF4-FFF2-40B4-BE49-F238E27FC236}">
                  <a16:creationId xmlns:a16="http://schemas.microsoft.com/office/drawing/2014/main" id="{A2B37B80-8AAC-3060-F69B-DF3E344EF53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6" name="Freeform 17">
              <a:extLst>
                <a:ext uri="{FF2B5EF4-FFF2-40B4-BE49-F238E27FC236}">
                  <a16:creationId xmlns:a16="http://schemas.microsoft.com/office/drawing/2014/main" id="{B318D5FA-DB9E-1D75-62F4-5AA4DB0EBE9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7" name="Freeform 18">
              <a:extLst>
                <a:ext uri="{FF2B5EF4-FFF2-40B4-BE49-F238E27FC236}">
                  <a16:creationId xmlns:a16="http://schemas.microsoft.com/office/drawing/2014/main" id="{E5F9EC9F-01BE-FDE9-FA9E-4D526875B10C}"/>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8" name="Freeform 19">
              <a:extLst>
                <a:ext uri="{FF2B5EF4-FFF2-40B4-BE49-F238E27FC236}">
                  <a16:creationId xmlns:a16="http://schemas.microsoft.com/office/drawing/2014/main" id="{2A180E62-DB15-01B0-934F-11BAAB2EB971}"/>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9" name="Freeform 20">
              <a:extLst>
                <a:ext uri="{FF2B5EF4-FFF2-40B4-BE49-F238E27FC236}">
                  <a16:creationId xmlns:a16="http://schemas.microsoft.com/office/drawing/2014/main" id="{F3783A93-5D33-4918-5EAE-F44D2918A98C}"/>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0" name="Freeform 21">
              <a:extLst>
                <a:ext uri="{FF2B5EF4-FFF2-40B4-BE49-F238E27FC236}">
                  <a16:creationId xmlns:a16="http://schemas.microsoft.com/office/drawing/2014/main" id="{E1C4D14F-2A34-8E3D-DB3B-4CDFDBBAAFF7}"/>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22">
              <a:extLst>
                <a:ext uri="{FF2B5EF4-FFF2-40B4-BE49-F238E27FC236}">
                  <a16:creationId xmlns:a16="http://schemas.microsoft.com/office/drawing/2014/main" id="{08BE9166-DCCF-01AC-E778-6AEFD50F9918}"/>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
        <p:nvSpPr>
          <p:cNvPr id="14" name="TextBox 13">
            <a:extLst>
              <a:ext uri="{FF2B5EF4-FFF2-40B4-BE49-F238E27FC236}">
                <a16:creationId xmlns:a16="http://schemas.microsoft.com/office/drawing/2014/main" id="{E7805508-FA4F-9F5E-EBBF-6FDD0240F93D}"/>
              </a:ext>
            </a:extLst>
          </p:cNvPr>
          <p:cNvSpPr txBox="1"/>
          <p:nvPr userDrawn="1"/>
        </p:nvSpPr>
        <p:spPr>
          <a:xfrm>
            <a:off x="8453292"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279738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Page">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ACABE19-381C-4D09-8FCA-1131859BDDA6}"/>
              </a:ext>
            </a:extLst>
          </p:cNvPr>
          <p:cNvSpPr>
            <a:spLocks noChangeArrowheads="1"/>
          </p:cNvSpPr>
          <p:nvPr/>
        </p:nvSpPr>
        <p:spPr bwMode="auto">
          <a:xfrm>
            <a:off x="549157" y="6022056"/>
            <a:ext cx="8155106"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tx2"/>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tx2"/>
                </a:solidFill>
                <a:latin typeface="+mn-lt"/>
              </a:rPr>
              <a:t>Isio</a:t>
            </a:r>
            <a:r>
              <a:rPr lang="en-GB" altLang="en-US" sz="800">
                <a:solidFill>
                  <a:schemeClr val="tx2"/>
                </a:solidFill>
                <a:latin typeface="+mn-lt"/>
              </a:rPr>
              <a:t> Services Limited is authorised and regulated by the Financial Conduct Authority FRN 922376</a:t>
            </a:r>
          </a:p>
        </p:txBody>
      </p:sp>
      <p:grpSp>
        <p:nvGrpSpPr>
          <p:cNvPr id="5" name="Group 4">
            <a:extLst>
              <a:ext uri="{FF2B5EF4-FFF2-40B4-BE49-F238E27FC236}">
                <a16:creationId xmlns:a16="http://schemas.microsoft.com/office/drawing/2014/main" id="{9B55814A-3FC7-E92E-8978-104C27104DFC}"/>
              </a:ext>
            </a:extLst>
          </p:cNvPr>
          <p:cNvGrpSpPr>
            <a:grpSpLocks noChangeAspect="1"/>
          </p:cNvGrpSpPr>
          <p:nvPr userDrawn="1"/>
        </p:nvGrpSpPr>
        <p:grpSpPr>
          <a:xfrm>
            <a:off x="538163" y="5221070"/>
            <a:ext cx="1195185" cy="508054"/>
            <a:chOff x="5868144" y="2000579"/>
            <a:chExt cx="1381170" cy="574833"/>
          </a:xfrm>
          <a:solidFill>
            <a:schemeClr val="bg2"/>
          </a:solidFill>
        </p:grpSpPr>
        <p:sp>
          <p:nvSpPr>
            <p:cNvPr id="6" name="Freeform 18">
              <a:extLst>
                <a:ext uri="{FF2B5EF4-FFF2-40B4-BE49-F238E27FC236}">
                  <a16:creationId xmlns:a16="http://schemas.microsoft.com/office/drawing/2014/main" id="{A5E181D8-5B1A-ECA3-1ACE-EA740D4BF73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7" name="Freeform 19">
              <a:extLst>
                <a:ext uri="{FF2B5EF4-FFF2-40B4-BE49-F238E27FC236}">
                  <a16:creationId xmlns:a16="http://schemas.microsoft.com/office/drawing/2014/main" id="{3B695F51-CCB1-CC71-1D94-D0DF0D443805}"/>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8" name="Freeform 20">
              <a:extLst>
                <a:ext uri="{FF2B5EF4-FFF2-40B4-BE49-F238E27FC236}">
                  <a16:creationId xmlns:a16="http://schemas.microsoft.com/office/drawing/2014/main" id="{CE2B8C21-C8CD-C05B-E2FB-C746429DE81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9" name="Freeform 21">
              <a:extLst>
                <a:ext uri="{FF2B5EF4-FFF2-40B4-BE49-F238E27FC236}">
                  <a16:creationId xmlns:a16="http://schemas.microsoft.com/office/drawing/2014/main" id="{1CE7FB46-3DE6-314A-666C-259CCED2080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2DF71616-C988-FC3D-E6D4-43DC0E5FC955}"/>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47F1A38F-47DC-FB62-27F3-36150B3128E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687DA508-9DD1-EFF7-46E6-D51864C87A0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161892541"/>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ack Page Green">
    <p:bg>
      <p:bgPr>
        <a:solidFill>
          <a:srgbClr val="00BA8D"/>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21BF325-A866-139F-055A-99CC555BE7AB}"/>
              </a:ext>
            </a:extLst>
          </p:cNvPr>
          <p:cNvSpPr>
            <a:spLocks noChangeArrowheads="1"/>
          </p:cNvSpPr>
          <p:nvPr userDrawn="1"/>
        </p:nvSpPr>
        <p:spPr bwMode="auto">
          <a:xfrm>
            <a:off x="538163" y="6022056"/>
            <a:ext cx="8166100"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bg1"/>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bg1"/>
                </a:solidFill>
                <a:latin typeface="+mn-lt"/>
              </a:rPr>
              <a:t>Isio</a:t>
            </a:r>
            <a:r>
              <a:rPr lang="en-GB" altLang="en-US" sz="800">
                <a:solidFill>
                  <a:schemeClr val="bg1"/>
                </a:solidFill>
                <a:latin typeface="+mn-lt"/>
              </a:rPr>
              <a:t> Services Limited is authorised and regulated by the Financial Conduct Authority FRN 922376</a:t>
            </a:r>
          </a:p>
        </p:txBody>
      </p:sp>
      <p:grpSp>
        <p:nvGrpSpPr>
          <p:cNvPr id="3" name="Group 2">
            <a:extLst>
              <a:ext uri="{FF2B5EF4-FFF2-40B4-BE49-F238E27FC236}">
                <a16:creationId xmlns:a16="http://schemas.microsoft.com/office/drawing/2014/main" id="{17C5FA80-9E1F-7366-41B9-A0001BDBEB53}"/>
              </a:ext>
            </a:extLst>
          </p:cNvPr>
          <p:cNvGrpSpPr>
            <a:grpSpLocks noChangeAspect="1"/>
          </p:cNvGrpSpPr>
          <p:nvPr userDrawn="1"/>
        </p:nvGrpSpPr>
        <p:grpSpPr>
          <a:xfrm>
            <a:off x="538163" y="5221070"/>
            <a:ext cx="1195185" cy="508054"/>
            <a:chOff x="5868144" y="2000579"/>
            <a:chExt cx="1381170" cy="574833"/>
          </a:xfrm>
          <a:solidFill>
            <a:schemeClr val="bg1"/>
          </a:solidFill>
        </p:grpSpPr>
        <p:sp>
          <p:nvSpPr>
            <p:cNvPr id="4" name="Freeform 18">
              <a:extLst>
                <a:ext uri="{FF2B5EF4-FFF2-40B4-BE49-F238E27FC236}">
                  <a16:creationId xmlns:a16="http://schemas.microsoft.com/office/drawing/2014/main" id="{49917BA7-3B1E-9A1C-0952-CBCDD3695E6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1D43A02-6F79-37CC-FA25-295F5A55C86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CA811516-19A6-646C-DD78-31A532E579C0}"/>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200E5E13-056A-B4F3-456D-D2F37D6AF523}"/>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8" name="Freeform 22">
              <a:extLst>
                <a:ext uri="{FF2B5EF4-FFF2-40B4-BE49-F238E27FC236}">
                  <a16:creationId xmlns:a16="http://schemas.microsoft.com/office/drawing/2014/main" id="{A0382AB3-3ED6-F176-9D08-0A57BFA8EA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9" name="Freeform 23">
              <a:extLst>
                <a:ext uri="{FF2B5EF4-FFF2-40B4-BE49-F238E27FC236}">
                  <a16:creationId xmlns:a16="http://schemas.microsoft.com/office/drawing/2014/main" id="{567A94C7-6678-97D9-7F9F-0C6114E141C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0" name="Freeform 24">
              <a:extLst>
                <a:ext uri="{FF2B5EF4-FFF2-40B4-BE49-F238E27FC236}">
                  <a16:creationId xmlns:a16="http://schemas.microsoft.com/office/drawing/2014/main" id="{E24C2CD0-4FCC-47F3-BBA9-F00BDB4B4A0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423229286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0" y="540000"/>
            <a:ext cx="12384088" cy="543914"/>
          </a:xfrm>
          <a:prstGeom prst="rect">
            <a:avLst/>
          </a:prstGeom>
        </p:spPr>
        <p:txBody>
          <a:bodyPr vert="horz" wrap="square" lIns="0" tIns="0" rIns="0" bIns="0" rtlCol="0" anchor="t">
            <a:noAutofit/>
          </a:bodyPr>
          <a:lstStyle/>
          <a:p>
            <a:r>
              <a:rPr lang="en-GB"/>
              <a:t>Click to edit Master title style</a:t>
            </a:r>
          </a:p>
        </p:txBody>
      </p:sp>
      <p:sp>
        <p:nvSpPr>
          <p:cNvPr id="3" name="Text Placeholder 2"/>
          <p:cNvSpPr>
            <a:spLocks noGrp="1"/>
          </p:cNvSpPr>
          <p:nvPr>
            <p:ph type="body" idx="1"/>
          </p:nvPr>
        </p:nvSpPr>
        <p:spPr>
          <a:xfrm>
            <a:off x="535236" y="1800225"/>
            <a:ext cx="12388352" cy="522128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Box 8">
            <a:extLst>
              <a:ext uri="{FF2B5EF4-FFF2-40B4-BE49-F238E27FC236}">
                <a16:creationId xmlns:a16="http://schemas.microsoft.com/office/drawing/2014/main" id="{B2A6B4BD-1BDF-4C63-81D0-1860693E539C}"/>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46" name="TextBox 45">
            <a:extLst>
              <a:ext uri="{FF2B5EF4-FFF2-40B4-BE49-F238E27FC236}">
                <a16:creationId xmlns:a16="http://schemas.microsoft.com/office/drawing/2014/main" id="{83E7C9F8-1911-FC84-3D32-1EE77A20C242}"/>
              </a:ext>
            </a:extLst>
          </p:cNvPr>
          <p:cNvSpPr txBox="1"/>
          <p:nvPr userDrawn="1"/>
        </p:nvSpPr>
        <p:spPr>
          <a:xfrm>
            <a:off x="-1975237" y="484094"/>
            <a:ext cx="0" cy="0"/>
          </a:xfrm>
          <a:prstGeom prst="rect">
            <a:avLst/>
          </a:prstGeom>
          <a:noFill/>
        </p:spPr>
        <p:txBody>
          <a:bodyPr wrap="none" lIns="0" tIns="0" rIns="0" bIns="0" rtlCol="0">
            <a:noAutofit/>
          </a:bodyPr>
          <a:lstStyle/>
          <a:p>
            <a:pPr marL="0" algn="l">
              <a:spcAft>
                <a:spcPts val="600"/>
              </a:spcAft>
            </a:pPr>
            <a:endParaRPr lang="en-GB" sz="1100">
              <a:latin typeface="TT Hoves Light" panose="02000503020000020004" pitchFamily="50" charset="0"/>
            </a:endParaRPr>
          </a:p>
        </p:txBody>
      </p:sp>
      <p:sp>
        <p:nvSpPr>
          <p:cNvPr id="55" name="TextBox 54">
            <a:extLst>
              <a:ext uri="{FF2B5EF4-FFF2-40B4-BE49-F238E27FC236}">
                <a16:creationId xmlns:a16="http://schemas.microsoft.com/office/drawing/2014/main" id="{232BFD52-B099-4EAF-8A65-3993E000D7EC}"/>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6" name="Group 5">
            <a:extLst>
              <a:ext uri="{FF2B5EF4-FFF2-40B4-BE49-F238E27FC236}">
                <a16:creationId xmlns:a16="http://schemas.microsoft.com/office/drawing/2014/main" id="{855A12F2-D2D2-4CD7-116C-6407313964BF}"/>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7" name="Freeform 16">
              <a:extLst>
                <a:ext uri="{FF2B5EF4-FFF2-40B4-BE49-F238E27FC236}">
                  <a16:creationId xmlns:a16="http://schemas.microsoft.com/office/drawing/2014/main" id="{E42AD2E4-46D4-4ED6-A3B1-05983D0884E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8" name="Freeform 17">
              <a:extLst>
                <a:ext uri="{FF2B5EF4-FFF2-40B4-BE49-F238E27FC236}">
                  <a16:creationId xmlns:a16="http://schemas.microsoft.com/office/drawing/2014/main" id="{1795393D-BB93-058D-5071-59C266597C9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0" name="Freeform 18">
              <a:extLst>
                <a:ext uri="{FF2B5EF4-FFF2-40B4-BE49-F238E27FC236}">
                  <a16:creationId xmlns:a16="http://schemas.microsoft.com/office/drawing/2014/main" id="{751D98BD-B3E5-1CE1-B619-76FFB658896B}"/>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1" name="Freeform 19">
              <a:extLst>
                <a:ext uri="{FF2B5EF4-FFF2-40B4-BE49-F238E27FC236}">
                  <a16:creationId xmlns:a16="http://schemas.microsoft.com/office/drawing/2014/main" id="{D12966F3-35FC-C795-D0D9-0BFE1ED3D98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2" name="Freeform 20">
              <a:extLst>
                <a:ext uri="{FF2B5EF4-FFF2-40B4-BE49-F238E27FC236}">
                  <a16:creationId xmlns:a16="http://schemas.microsoft.com/office/drawing/2014/main" id="{01EF34B8-0CF9-B1C7-C322-FA60E29458C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21">
              <a:extLst>
                <a:ext uri="{FF2B5EF4-FFF2-40B4-BE49-F238E27FC236}">
                  <a16:creationId xmlns:a16="http://schemas.microsoft.com/office/drawing/2014/main" id="{83FD3F17-5644-8899-92B8-493930445449}"/>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4" name="Freeform 22">
              <a:extLst>
                <a:ext uri="{FF2B5EF4-FFF2-40B4-BE49-F238E27FC236}">
                  <a16:creationId xmlns:a16="http://schemas.microsoft.com/office/drawing/2014/main" id="{6809BF8C-2A12-EDBE-B3E0-DCAB9968CB1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2424699095"/>
      </p:ext>
    </p:extLst>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6" r:id="rId4"/>
    <p:sldLayoutId id="2147483797" r:id="rId5"/>
    <p:sldLayoutId id="2147483749" r:id="rId6"/>
    <p:sldLayoutId id="2147483790" r:id="rId7"/>
    <p:sldLayoutId id="2147483799" r:id="rId8"/>
    <p:sldLayoutId id="2147483803" r:id="rId9"/>
    <p:sldLayoutId id="2147483808" r:id="rId10"/>
    <p:sldLayoutId id="2147483750" r:id="rId11"/>
    <p:sldLayoutId id="2147483805" r:id="rId12"/>
    <p:sldLayoutId id="2147483754" r:id="rId13"/>
    <p:sldLayoutId id="2147483770" r:id="rId14"/>
    <p:sldLayoutId id="2147483771" r:id="rId15"/>
    <p:sldLayoutId id="2147483772" r:id="rId16"/>
    <p:sldLayoutId id="2147483762" r:id="rId17"/>
    <p:sldLayoutId id="2147483782" r:id="rId18"/>
    <p:sldLayoutId id="2147483783" r:id="rId19"/>
    <p:sldLayoutId id="2147483784" r:id="rId20"/>
    <p:sldLayoutId id="2147483809" r:id="rId21"/>
    <p:sldLayoutId id="2147483807" r:id="rId22"/>
    <p:sldLayoutId id="2147483768" r:id="rId23"/>
    <p:sldLayoutId id="2147483806" r:id="rId24"/>
    <p:sldLayoutId id="2147483780" r:id="rId25"/>
    <p:sldLayoutId id="2147483781" r:id="rId26"/>
  </p:sldLayoutIdLst>
  <p:hf hdr="0" dt="0"/>
  <p:txStyles>
    <p:titleStyle>
      <a:lvl1pPr algn="l" defTabSz="802054" rtl="0" eaLnBrk="1" latinLnBrk="0" hangingPunct="1">
        <a:lnSpc>
          <a:spcPct val="100000"/>
        </a:lnSpc>
        <a:spcBef>
          <a:spcPct val="0"/>
        </a:spcBef>
        <a:buNone/>
        <a:defRPr sz="3400" b="1" i="0" kern="1200" spc="-13" baseline="0">
          <a:solidFill>
            <a:schemeClr val="bg2"/>
          </a:solidFill>
          <a:latin typeface="+mj-lt"/>
          <a:ea typeface="+mj-ea"/>
          <a:cs typeface="+mj-cs"/>
        </a:defRPr>
      </a:lvl1pPr>
    </p:titleStyle>
    <p:body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p:bodyStyle>
    <p:otherStyle>
      <a:defPPr>
        <a:defRPr lang="en-US"/>
      </a:defPPr>
      <a:lvl1pPr marL="0" algn="l" defTabSz="802054" rtl="0" eaLnBrk="1" latinLnBrk="0" hangingPunct="1">
        <a:defRPr sz="1579" kern="1200">
          <a:solidFill>
            <a:schemeClr val="tx1"/>
          </a:solidFill>
          <a:latin typeface="+mn-lt"/>
          <a:ea typeface="+mn-ea"/>
          <a:cs typeface="+mn-cs"/>
        </a:defRPr>
      </a:lvl1pPr>
      <a:lvl2pPr marL="401027" algn="l" defTabSz="802054" rtl="0" eaLnBrk="1" latinLnBrk="0" hangingPunct="1">
        <a:defRPr sz="1579" kern="1200">
          <a:solidFill>
            <a:schemeClr val="tx1"/>
          </a:solidFill>
          <a:latin typeface="+mn-lt"/>
          <a:ea typeface="+mn-ea"/>
          <a:cs typeface="+mn-cs"/>
        </a:defRPr>
      </a:lvl2pPr>
      <a:lvl3pPr marL="802054" algn="l" defTabSz="802054" rtl="0" eaLnBrk="1" latinLnBrk="0" hangingPunct="1">
        <a:defRPr sz="1579" kern="1200">
          <a:solidFill>
            <a:schemeClr val="tx1"/>
          </a:solidFill>
          <a:latin typeface="+mn-lt"/>
          <a:ea typeface="+mn-ea"/>
          <a:cs typeface="+mn-cs"/>
        </a:defRPr>
      </a:lvl3pPr>
      <a:lvl4pPr marL="1203080" algn="l" defTabSz="802054" rtl="0" eaLnBrk="1" latinLnBrk="0" hangingPunct="1">
        <a:defRPr sz="1579" kern="1200">
          <a:solidFill>
            <a:schemeClr val="tx1"/>
          </a:solidFill>
          <a:latin typeface="+mn-lt"/>
          <a:ea typeface="+mn-ea"/>
          <a:cs typeface="+mn-cs"/>
        </a:defRPr>
      </a:lvl4pPr>
      <a:lvl5pPr marL="1604106" algn="l" defTabSz="802054" rtl="0" eaLnBrk="1" latinLnBrk="0" hangingPunct="1">
        <a:defRPr sz="1579" kern="1200">
          <a:solidFill>
            <a:schemeClr val="tx1"/>
          </a:solidFill>
          <a:latin typeface="+mn-lt"/>
          <a:ea typeface="+mn-ea"/>
          <a:cs typeface="+mn-cs"/>
        </a:defRPr>
      </a:lvl5pPr>
      <a:lvl6pPr marL="2005133" algn="l" defTabSz="802054" rtl="0" eaLnBrk="1" latinLnBrk="0" hangingPunct="1">
        <a:defRPr sz="1579" kern="1200">
          <a:solidFill>
            <a:schemeClr val="tx1"/>
          </a:solidFill>
          <a:latin typeface="+mn-lt"/>
          <a:ea typeface="+mn-ea"/>
          <a:cs typeface="+mn-cs"/>
        </a:defRPr>
      </a:lvl6pPr>
      <a:lvl7pPr marL="2406160" algn="l" defTabSz="802054" rtl="0" eaLnBrk="1" latinLnBrk="0" hangingPunct="1">
        <a:defRPr sz="1579" kern="1200">
          <a:solidFill>
            <a:schemeClr val="tx1"/>
          </a:solidFill>
          <a:latin typeface="+mn-lt"/>
          <a:ea typeface="+mn-ea"/>
          <a:cs typeface="+mn-cs"/>
        </a:defRPr>
      </a:lvl7pPr>
      <a:lvl8pPr marL="2807187" algn="l" defTabSz="802054" rtl="0" eaLnBrk="1" latinLnBrk="0" hangingPunct="1">
        <a:defRPr sz="1579" kern="1200">
          <a:solidFill>
            <a:schemeClr val="tx1"/>
          </a:solidFill>
          <a:latin typeface="+mn-lt"/>
          <a:ea typeface="+mn-ea"/>
          <a:cs typeface="+mn-cs"/>
        </a:defRPr>
      </a:lvl8pPr>
      <a:lvl9pPr marL="3208213" algn="l" defTabSz="802054"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04" pos="340" userDrawn="1">
          <p15:clr>
            <a:srgbClr val="F26B43"/>
          </p15:clr>
        </p15:guide>
        <p15:guide id="119" pos="4154" userDrawn="1">
          <p15:clr>
            <a:srgbClr val="F26B43"/>
          </p15:clr>
        </p15:guide>
        <p15:guide id="120" pos="4323" userDrawn="1">
          <p15:clr>
            <a:srgbClr val="F26B43"/>
          </p15:clr>
        </p15:guide>
        <p15:guide id="134" pos="8141" userDrawn="1">
          <p15:clr>
            <a:srgbClr val="F26B43"/>
          </p15:clr>
        </p15:guide>
        <p15:guide id="135" orient="horz" pos="340" userDrawn="1">
          <p15:clr>
            <a:srgbClr val="F26B43"/>
          </p15:clr>
        </p15:guide>
        <p15:guide id="137" orient="horz" pos="1134" userDrawn="1">
          <p15:clr>
            <a:srgbClr val="F26B43"/>
          </p15:clr>
        </p15:guide>
        <p15:guide id="139" orient="horz" pos="4423" userDrawn="1">
          <p15:clr>
            <a:srgbClr val="F26B43"/>
          </p15:clr>
        </p15:guide>
        <p15:guide id="140" orient="horz" pos="681" userDrawn="1">
          <p15:clr>
            <a:srgbClr val="F26B43"/>
          </p15:clr>
        </p15:guide>
        <p15:guide id="141" pos="2994" userDrawn="1">
          <p15:clr>
            <a:srgbClr val="F26B43"/>
          </p15:clr>
        </p15:guide>
        <p15:guide id="142" pos="2825" userDrawn="1">
          <p15:clr>
            <a:srgbClr val="F26B43"/>
          </p15:clr>
        </p15:guide>
        <p15:guide id="143" pos="5483" userDrawn="1">
          <p15:clr>
            <a:srgbClr val="F26B43"/>
          </p15:clr>
        </p15:guide>
        <p15:guide id="144" pos="565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svg"/><Relationship Id="rId3" Type="http://schemas.openxmlformats.org/officeDocument/2006/relationships/image" Target="../media/image40.svg"/><Relationship Id="rId7" Type="http://schemas.openxmlformats.org/officeDocument/2006/relationships/image" Target="../media/image44.svg"/><Relationship Id="rId12"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3.png"/><Relationship Id="rId11" Type="http://schemas.openxmlformats.org/officeDocument/2006/relationships/image" Target="../media/image48.svg"/><Relationship Id="rId5" Type="http://schemas.openxmlformats.org/officeDocument/2006/relationships/image" Target="../media/image42.svg"/><Relationship Id="rId15" Type="http://schemas.openxmlformats.org/officeDocument/2006/relationships/image" Target="../media/image52.sv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svg"/><Relationship Id="rId14"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svg"/><Relationship Id="rId7" Type="http://schemas.openxmlformats.org/officeDocument/2006/relationships/image" Target="../media/image59.svg"/><Relationship Id="rId2" Type="http://schemas.openxmlformats.org/officeDocument/2006/relationships/image" Target="../media/image54.png"/><Relationship Id="rId1" Type="http://schemas.openxmlformats.org/officeDocument/2006/relationships/slideLayout" Target="../slideLayouts/slideLayout16.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7.sv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65.jpeg"/></Relationships>
</file>

<file path=ppt/slides/_rels/slide3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5.jpe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3" Type="http://schemas.openxmlformats.org/officeDocument/2006/relationships/image" Target="../media/image46.svg"/><Relationship Id="rId18" Type="http://schemas.openxmlformats.org/officeDocument/2006/relationships/image" Target="../media/image80.png"/><Relationship Id="rId26" Type="http://schemas.openxmlformats.org/officeDocument/2006/relationships/image" Target="../media/image86.png"/><Relationship Id="rId39" Type="http://schemas.openxmlformats.org/officeDocument/2006/relationships/image" Target="../media/image99.svg"/><Relationship Id="rId21" Type="http://schemas.openxmlformats.org/officeDocument/2006/relationships/image" Target="../media/image83.svg"/><Relationship Id="rId34" Type="http://schemas.openxmlformats.org/officeDocument/2006/relationships/image" Target="../media/image94.png"/><Relationship Id="rId42" Type="http://schemas.openxmlformats.org/officeDocument/2006/relationships/image" Target="../media/image102.png"/><Relationship Id="rId47" Type="http://schemas.openxmlformats.org/officeDocument/2006/relationships/image" Target="../media/image107.svg"/><Relationship Id="rId50" Type="http://schemas.openxmlformats.org/officeDocument/2006/relationships/image" Target="../media/image110.png"/><Relationship Id="rId55" Type="http://schemas.openxmlformats.org/officeDocument/2006/relationships/image" Target="../media/image115.svg"/><Relationship Id="rId7" Type="http://schemas.openxmlformats.org/officeDocument/2006/relationships/image" Target="../media/image71.svg"/><Relationship Id="rId2" Type="http://schemas.openxmlformats.org/officeDocument/2006/relationships/image" Target="../media/image66.png"/><Relationship Id="rId16" Type="http://schemas.openxmlformats.org/officeDocument/2006/relationships/image" Target="../media/image78.png"/><Relationship Id="rId29" Type="http://schemas.openxmlformats.org/officeDocument/2006/relationships/image" Target="../media/image89.svg"/><Relationship Id="rId11" Type="http://schemas.openxmlformats.org/officeDocument/2006/relationships/image" Target="../media/image75.svg"/><Relationship Id="rId24" Type="http://schemas.openxmlformats.org/officeDocument/2006/relationships/image" Target="../media/image84.png"/><Relationship Id="rId32" Type="http://schemas.openxmlformats.org/officeDocument/2006/relationships/image" Target="../media/image92.png"/><Relationship Id="rId37" Type="http://schemas.openxmlformats.org/officeDocument/2006/relationships/image" Target="../media/image97.svg"/><Relationship Id="rId40" Type="http://schemas.openxmlformats.org/officeDocument/2006/relationships/image" Target="../media/image100.png"/><Relationship Id="rId45" Type="http://schemas.openxmlformats.org/officeDocument/2006/relationships/image" Target="../media/image105.svg"/><Relationship Id="rId53" Type="http://schemas.openxmlformats.org/officeDocument/2006/relationships/image" Target="../media/image113.svg"/><Relationship Id="rId58" Type="http://schemas.openxmlformats.org/officeDocument/2006/relationships/image" Target="../media/image118.png"/><Relationship Id="rId5" Type="http://schemas.openxmlformats.org/officeDocument/2006/relationships/image" Target="../media/image69.svg"/><Relationship Id="rId61" Type="http://schemas.openxmlformats.org/officeDocument/2006/relationships/image" Target="../media/image121.svg"/><Relationship Id="rId19" Type="http://schemas.openxmlformats.org/officeDocument/2006/relationships/image" Target="../media/image81.svg"/><Relationship Id="rId14" Type="http://schemas.openxmlformats.org/officeDocument/2006/relationships/image" Target="../media/image76.png"/><Relationship Id="rId22" Type="http://schemas.openxmlformats.org/officeDocument/2006/relationships/image" Target="../media/image51.png"/><Relationship Id="rId27" Type="http://schemas.openxmlformats.org/officeDocument/2006/relationships/image" Target="../media/image87.svg"/><Relationship Id="rId30" Type="http://schemas.openxmlformats.org/officeDocument/2006/relationships/image" Target="../media/image90.png"/><Relationship Id="rId35" Type="http://schemas.openxmlformats.org/officeDocument/2006/relationships/image" Target="../media/image95.svg"/><Relationship Id="rId43" Type="http://schemas.openxmlformats.org/officeDocument/2006/relationships/image" Target="../media/image103.svg"/><Relationship Id="rId48" Type="http://schemas.openxmlformats.org/officeDocument/2006/relationships/image" Target="../media/image108.png"/><Relationship Id="rId56" Type="http://schemas.openxmlformats.org/officeDocument/2006/relationships/image" Target="../media/image116.png"/><Relationship Id="rId8" Type="http://schemas.openxmlformats.org/officeDocument/2006/relationships/image" Target="../media/image72.png"/><Relationship Id="rId51" Type="http://schemas.openxmlformats.org/officeDocument/2006/relationships/image" Target="../media/image111.svg"/><Relationship Id="rId3" Type="http://schemas.openxmlformats.org/officeDocument/2006/relationships/image" Target="../media/image67.svg"/><Relationship Id="rId12" Type="http://schemas.openxmlformats.org/officeDocument/2006/relationships/image" Target="../media/image45.png"/><Relationship Id="rId17" Type="http://schemas.openxmlformats.org/officeDocument/2006/relationships/image" Target="../media/image79.svg"/><Relationship Id="rId25" Type="http://schemas.openxmlformats.org/officeDocument/2006/relationships/image" Target="../media/image85.svg"/><Relationship Id="rId33" Type="http://schemas.openxmlformats.org/officeDocument/2006/relationships/image" Target="../media/image93.svg"/><Relationship Id="rId38" Type="http://schemas.openxmlformats.org/officeDocument/2006/relationships/image" Target="../media/image98.png"/><Relationship Id="rId46" Type="http://schemas.openxmlformats.org/officeDocument/2006/relationships/image" Target="../media/image106.png"/><Relationship Id="rId59" Type="http://schemas.openxmlformats.org/officeDocument/2006/relationships/image" Target="../media/image119.svg"/><Relationship Id="rId20" Type="http://schemas.openxmlformats.org/officeDocument/2006/relationships/image" Target="../media/image82.png"/><Relationship Id="rId41" Type="http://schemas.openxmlformats.org/officeDocument/2006/relationships/image" Target="../media/image101.svg"/><Relationship Id="rId54" Type="http://schemas.openxmlformats.org/officeDocument/2006/relationships/image" Target="../media/image114.png"/><Relationship Id="rId1" Type="http://schemas.openxmlformats.org/officeDocument/2006/relationships/slideLayout" Target="../slideLayouts/slideLayout13.xml"/><Relationship Id="rId6" Type="http://schemas.openxmlformats.org/officeDocument/2006/relationships/image" Target="../media/image70.png"/><Relationship Id="rId15" Type="http://schemas.openxmlformats.org/officeDocument/2006/relationships/image" Target="../media/image77.svg"/><Relationship Id="rId23" Type="http://schemas.openxmlformats.org/officeDocument/2006/relationships/image" Target="../media/image52.svg"/><Relationship Id="rId28" Type="http://schemas.openxmlformats.org/officeDocument/2006/relationships/image" Target="../media/image88.png"/><Relationship Id="rId36" Type="http://schemas.openxmlformats.org/officeDocument/2006/relationships/image" Target="../media/image96.png"/><Relationship Id="rId49" Type="http://schemas.openxmlformats.org/officeDocument/2006/relationships/image" Target="../media/image109.svg"/><Relationship Id="rId57" Type="http://schemas.openxmlformats.org/officeDocument/2006/relationships/image" Target="../media/image117.svg"/><Relationship Id="rId10" Type="http://schemas.openxmlformats.org/officeDocument/2006/relationships/image" Target="../media/image74.png"/><Relationship Id="rId31" Type="http://schemas.openxmlformats.org/officeDocument/2006/relationships/image" Target="../media/image91.svg"/><Relationship Id="rId44" Type="http://schemas.openxmlformats.org/officeDocument/2006/relationships/image" Target="../media/image104.png"/><Relationship Id="rId52" Type="http://schemas.openxmlformats.org/officeDocument/2006/relationships/image" Target="../media/image112.png"/><Relationship Id="rId60" Type="http://schemas.openxmlformats.org/officeDocument/2006/relationships/image" Target="../media/image120.png"/><Relationship Id="rId4" Type="http://schemas.openxmlformats.org/officeDocument/2006/relationships/image" Target="../media/image68.png"/><Relationship Id="rId9" Type="http://schemas.openxmlformats.org/officeDocument/2006/relationships/image" Target="../media/image73.svg"/></Relationships>
</file>

<file path=ppt/slides/_rels/slide43.xml.rels><?xml version="1.0" encoding="UTF-8" standalone="yes"?>
<Relationships xmlns="http://schemas.openxmlformats.org/package/2006/relationships"><Relationship Id="rId13" Type="http://schemas.openxmlformats.org/officeDocument/2006/relationships/image" Target="../media/image133.svg"/><Relationship Id="rId18" Type="http://schemas.openxmlformats.org/officeDocument/2006/relationships/image" Target="../media/image138.png"/><Relationship Id="rId26" Type="http://schemas.openxmlformats.org/officeDocument/2006/relationships/image" Target="../media/image146.png"/><Relationship Id="rId3" Type="http://schemas.openxmlformats.org/officeDocument/2006/relationships/image" Target="../media/image123.svg"/><Relationship Id="rId21" Type="http://schemas.openxmlformats.org/officeDocument/2006/relationships/image" Target="../media/image141.svg"/><Relationship Id="rId7" Type="http://schemas.openxmlformats.org/officeDocument/2006/relationships/image" Target="../media/image127.svg"/><Relationship Id="rId12" Type="http://schemas.openxmlformats.org/officeDocument/2006/relationships/image" Target="../media/image132.png"/><Relationship Id="rId17" Type="http://schemas.openxmlformats.org/officeDocument/2006/relationships/image" Target="../media/image137.svg"/><Relationship Id="rId25" Type="http://schemas.openxmlformats.org/officeDocument/2006/relationships/image" Target="../media/image145.svg"/><Relationship Id="rId33" Type="http://schemas.openxmlformats.org/officeDocument/2006/relationships/image" Target="../media/image153.svg"/><Relationship Id="rId2" Type="http://schemas.openxmlformats.org/officeDocument/2006/relationships/image" Target="../media/image122.png"/><Relationship Id="rId16" Type="http://schemas.openxmlformats.org/officeDocument/2006/relationships/image" Target="../media/image136.png"/><Relationship Id="rId20" Type="http://schemas.openxmlformats.org/officeDocument/2006/relationships/image" Target="../media/image140.png"/><Relationship Id="rId29" Type="http://schemas.openxmlformats.org/officeDocument/2006/relationships/image" Target="../media/image149.svg"/><Relationship Id="rId1" Type="http://schemas.openxmlformats.org/officeDocument/2006/relationships/slideLayout" Target="../slideLayouts/slideLayout13.xml"/><Relationship Id="rId6" Type="http://schemas.openxmlformats.org/officeDocument/2006/relationships/image" Target="../media/image126.png"/><Relationship Id="rId11" Type="http://schemas.openxmlformats.org/officeDocument/2006/relationships/image" Target="../media/image131.svg"/><Relationship Id="rId24" Type="http://schemas.openxmlformats.org/officeDocument/2006/relationships/image" Target="../media/image144.png"/><Relationship Id="rId32" Type="http://schemas.openxmlformats.org/officeDocument/2006/relationships/image" Target="../media/image152.png"/><Relationship Id="rId5" Type="http://schemas.openxmlformats.org/officeDocument/2006/relationships/image" Target="../media/image125.svg"/><Relationship Id="rId15" Type="http://schemas.openxmlformats.org/officeDocument/2006/relationships/image" Target="../media/image135.svg"/><Relationship Id="rId23" Type="http://schemas.openxmlformats.org/officeDocument/2006/relationships/image" Target="../media/image143.svg"/><Relationship Id="rId28" Type="http://schemas.openxmlformats.org/officeDocument/2006/relationships/image" Target="../media/image148.png"/><Relationship Id="rId10" Type="http://schemas.openxmlformats.org/officeDocument/2006/relationships/image" Target="../media/image130.png"/><Relationship Id="rId19" Type="http://schemas.openxmlformats.org/officeDocument/2006/relationships/image" Target="../media/image139.svg"/><Relationship Id="rId31" Type="http://schemas.openxmlformats.org/officeDocument/2006/relationships/image" Target="../media/image151.svg"/><Relationship Id="rId4" Type="http://schemas.openxmlformats.org/officeDocument/2006/relationships/image" Target="../media/image124.png"/><Relationship Id="rId9" Type="http://schemas.openxmlformats.org/officeDocument/2006/relationships/image" Target="../media/image129.svg"/><Relationship Id="rId14" Type="http://schemas.openxmlformats.org/officeDocument/2006/relationships/image" Target="../media/image134.png"/><Relationship Id="rId22" Type="http://schemas.openxmlformats.org/officeDocument/2006/relationships/image" Target="../media/image142.png"/><Relationship Id="rId27" Type="http://schemas.openxmlformats.org/officeDocument/2006/relationships/image" Target="../media/image147.svg"/><Relationship Id="rId30" Type="http://schemas.openxmlformats.org/officeDocument/2006/relationships/image" Target="../media/image150.png"/><Relationship Id="rId8" Type="http://schemas.openxmlformats.org/officeDocument/2006/relationships/image" Target="../media/image128.png"/></Relationships>
</file>

<file path=ppt/slides/_rels/slide44.xml.rels><?xml version="1.0" encoding="UTF-8" standalone="yes"?>
<Relationships xmlns="http://schemas.openxmlformats.org/package/2006/relationships"><Relationship Id="rId26" Type="http://schemas.openxmlformats.org/officeDocument/2006/relationships/image" Target="../media/image177.png"/><Relationship Id="rId21" Type="http://schemas.openxmlformats.org/officeDocument/2006/relationships/image" Target="../media/image173.svg"/><Relationship Id="rId42" Type="http://schemas.openxmlformats.org/officeDocument/2006/relationships/image" Target="../media/image193.png"/><Relationship Id="rId47" Type="http://schemas.openxmlformats.org/officeDocument/2006/relationships/image" Target="../media/image198.svg"/><Relationship Id="rId63" Type="http://schemas.openxmlformats.org/officeDocument/2006/relationships/image" Target="../media/image214.svg"/><Relationship Id="rId68" Type="http://schemas.openxmlformats.org/officeDocument/2006/relationships/image" Target="../media/image219.png"/><Relationship Id="rId84" Type="http://schemas.openxmlformats.org/officeDocument/2006/relationships/image" Target="../media/image235.png"/><Relationship Id="rId89" Type="http://schemas.openxmlformats.org/officeDocument/2006/relationships/image" Target="../media/image240.svg"/><Relationship Id="rId16" Type="http://schemas.openxmlformats.org/officeDocument/2006/relationships/image" Target="../media/image168.png"/><Relationship Id="rId11" Type="http://schemas.openxmlformats.org/officeDocument/2006/relationships/image" Target="../media/image163.svg"/><Relationship Id="rId32" Type="http://schemas.openxmlformats.org/officeDocument/2006/relationships/image" Target="../media/image183.png"/><Relationship Id="rId37" Type="http://schemas.openxmlformats.org/officeDocument/2006/relationships/image" Target="../media/image188.svg"/><Relationship Id="rId53" Type="http://schemas.openxmlformats.org/officeDocument/2006/relationships/image" Target="../media/image204.svg"/><Relationship Id="rId58" Type="http://schemas.openxmlformats.org/officeDocument/2006/relationships/image" Target="../media/image209.png"/><Relationship Id="rId74" Type="http://schemas.openxmlformats.org/officeDocument/2006/relationships/image" Target="../media/image225.png"/><Relationship Id="rId79" Type="http://schemas.openxmlformats.org/officeDocument/2006/relationships/image" Target="../media/image230.svg"/><Relationship Id="rId5" Type="http://schemas.openxmlformats.org/officeDocument/2006/relationships/image" Target="../media/image157.svg"/><Relationship Id="rId90" Type="http://schemas.openxmlformats.org/officeDocument/2006/relationships/image" Target="../media/image241.png"/><Relationship Id="rId14" Type="http://schemas.openxmlformats.org/officeDocument/2006/relationships/image" Target="../media/image166.png"/><Relationship Id="rId22" Type="http://schemas.openxmlformats.org/officeDocument/2006/relationships/image" Target="../media/image174.png"/><Relationship Id="rId27" Type="http://schemas.openxmlformats.org/officeDocument/2006/relationships/image" Target="../media/image178.svg"/><Relationship Id="rId30" Type="http://schemas.openxmlformats.org/officeDocument/2006/relationships/image" Target="../media/image181.png"/><Relationship Id="rId35" Type="http://schemas.openxmlformats.org/officeDocument/2006/relationships/image" Target="../media/image186.svg"/><Relationship Id="rId43" Type="http://schemas.openxmlformats.org/officeDocument/2006/relationships/image" Target="../media/image194.svg"/><Relationship Id="rId48" Type="http://schemas.openxmlformats.org/officeDocument/2006/relationships/image" Target="../media/image199.png"/><Relationship Id="rId56" Type="http://schemas.openxmlformats.org/officeDocument/2006/relationships/image" Target="../media/image207.png"/><Relationship Id="rId64" Type="http://schemas.openxmlformats.org/officeDocument/2006/relationships/image" Target="../media/image215.png"/><Relationship Id="rId69" Type="http://schemas.openxmlformats.org/officeDocument/2006/relationships/image" Target="../media/image220.svg"/><Relationship Id="rId77" Type="http://schemas.openxmlformats.org/officeDocument/2006/relationships/image" Target="../media/image228.svg"/><Relationship Id="rId8" Type="http://schemas.openxmlformats.org/officeDocument/2006/relationships/image" Target="../media/image160.png"/><Relationship Id="rId51" Type="http://schemas.openxmlformats.org/officeDocument/2006/relationships/image" Target="../media/image202.svg"/><Relationship Id="rId72" Type="http://schemas.openxmlformats.org/officeDocument/2006/relationships/image" Target="../media/image223.png"/><Relationship Id="rId80" Type="http://schemas.openxmlformats.org/officeDocument/2006/relationships/image" Target="../media/image231.png"/><Relationship Id="rId85" Type="http://schemas.openxmlformats.org/officeDocument/2006/relationships/image" Target="../media/image236.svg"/><Relationship Id="rId3" Type="http://schemas.openxmlformats.org/officeDocument/2006/relationships/image" Target="../media/image155.svg"/><Relationship Id="rId12" Type="http://schemas.openxmlformats.org/officeDocument/2006/relationships/image" Target="../media/image164.png"/><Relationship Id="rId17" Type="http://schemas.openxmlformats.org/officeDocument/2006/relationships/image" Target="../media/image169.svg"/><Relationship Id="rId25" Type="http://schemas.openxmlformats.org/officeDocument/2006/relationships/image" Target="../media/image176.svg"/><Relationship Id="rId33" Type="http://schemas.openxmlformats.org/officeDocument/2006/relationships/image" Target="../media/image184.svg"/><Relationship Id="rId38" Type="http://schemas.openxmlformats.org/officeDocument/2006/relationships/image" Target="../media/image189.png"/><Relationship Id="rId46" Type="http://schemas.openxmlformats.org/officeDocument/2006/relationships/image" Target="../media/image197.png"/><Relationship Id="rId59" Type="http://schemas.openxmlformats.org/officeDocument/2006/relationships/image" Target="../media/image210.svg"/><Relationship Id="rId67" Type="http://schemas.openxmlformats.org/officeDocument/2006/relationships/image" Target="../media/image218.svg"/><Relationship Id="rId20" Type="http://schemas.openxmlformats.org/officeDocument/2006/relationships/image" Target="../media/image172.png"/><Relationship Id="rId41" Type="http://schemas.openxmlformats.org/officeDocument/2006/relationships/image" Target="../media/image192.svg"/><Relationship Id="rId54" Type="http://schemas.openxmlformats.org/officeDocument/2006/relationships/image" Target="../media/image205.png"/><Relationship Id="rId62" Type="http://schemas.openxmlformats.org/officeDocument/2006/relationships/image" Target="../media/image213.png"/><Relationship Id="rId70" Type="http://schemas.openxmlformats.org/officeDocument/2006/relationships/image" Target="../media/image221.png"/><Relationship Id="rId75" Type="http://schemas.openxmlformats.org/officeDocument/2006/relationships/image" Target="../media/image226.svg"/><Relationship Id="rId83" Type="http://schemas.openxmlformats.org/officeDocument/2006/relationships/image" Target="../media/image234.svg"/><Relationship Id="rId88" Type="http://schemas.openxmlformats.org/officeDocument/2006/relationships/image" Target="../media/image239.png"/><Relationship Id="rId91" Type="http://schemas.openxmlformats.org/officeDocument/2006/relationships/image" Target="../media/image242.svg"/><Relationship Id="rId1" Type="http://schemas.openxmlformats.org/officeDocument/2006/relationships/slideLayout" Target="../slideLayouts/slideLayout13.xml"/><Relationship Id="rId6" Type="http://schemas.openxmlformats.org/officeDocument/2006/relationships/image" Target="../media/image158.png"/><Relationship Id="rId15" Type="http://schemas.openxmlformats.org/officeDocument/2006/relationships/image" Target="../media/image167.svg"/><Relationship Id="rId23" Type="http://schemas.openxmlformats.org/officeDocument/2006/relationships/image" Target="../media/image175.svg"/><Relationship Id="rId28" Type="http://schemas.openxmlformats.org/officeDocument/2006/relationships/image" Target="../media/image179.png"/><Relationship Id="rId36" Type="http://schemas.openxmlformats.org/officeDocument/2006/relationships/image" Target="../media/image187.png"/><Relationship Id="rId49" Type="http://schemas.openxmlformats.org/officeDocument/2006/relationships/image" Target="../media/image200.svg"/><Relationship Id="rId57" Type="http://schemas.openxmlformats.org/officeDocument/2006/relationships/image" Target="../media/image208.svg"/><Relationship Id="rId10" Type="http://schemas.openxmlformats.org/officeDocument/2006/relationships/image" Target="../media/image162.png"/><Relationship Id="rId31" Type="http://schemas.openxmlformats.org/officeDocument/2006/relationships/image" Target="../media/image182.svg"/><Relationship Id="rId44" Type="http://schemas.openxmlformats.org/officeDocument/2006/relationships/image" Target="../media/image195.png"/><Relationship Id="rId52" Type="http://schemas.openxmlformats.org/officeDocument/2006/relationships/image" Target="../media/image203.png"/><Relationship Id="rId60" Type="http://schemas.openxmlformats.org/officeDocument/2006/relationships/image" Target="../media/image211.png"/><Relationship Id="rId65" Type="http://schemas.openxmlformats.org/officeDocument/2006/relationships/image" Target="../media/image216.svg"/><Relationship Id="rId73" Type="http://schemas.openxmlformats.org/officeDocument/2006/relationships/image" Target="../media/image224.svg"/><Relationship Id="rId78" Type="http://schemas.openxmlformats.org/officeDocument/2006/relationships/image" Target="../media/image229.png"/><Relationship Id="rId81" Type="http://schemas.openxmlformats.org/officeDocument/2006/relationships/image" Target="../media/image232.svg"/><Relationship Id="rId86" Type="http://schemas.openxmlformats.org/officeDocument/2006/relationships/image" Target="../media/image237.png"/><Relationship Id="rId4" Type="http://schemas.openxmlformats.org/officeDocument/2006/relationships/image" Target="../media/image156.png"/><Relationship Id="rId9" Type="http://schemas.openxmlformats.org/officeDocument/2006/relationships/image" Target="../media/image161.svg"/><Relationship Id="rId13" Type="http://schemas.openxmlformats.org/officeDocument/2006/relationships/image" Target="../media/image165.svg"/><Relationship Id="rId18" Type="http://schemas.openxmlformats.org/officeDocument/2006/relationships/image" Target="../media/image170.png"/><Relationship Id="rId39" Type="http://schemas.openxmlformats.org/officeDocument/2006/relationships/image" Target="../media/image190.svg"/><Relationship Id="rId34" Type="http://schemas.openxmlformats.org/officeDocument/2006/relationships/image" Target="../media/image185.png"/><Relationship Id="rId50" Type="http://schemas.openxmlformats.org/officeDocument/2006/relationships/image" Target="../media/image201.png"/><Relationship Id="rId55" Type="http://schemas.openxmlformats.org/officeDocument/2006/relationships/image" Target="../media/image206.svg"/><Relationship Id="rId76" Type="http://schemas.openxmlformats.org/officeDocument/2006/relationships/image" Target="../media/image227.png"/><Relationship Id="rId7" Type="http://schemas.openxmlformats.org/officeDocument/2006/relationships/image" Target="../media/image159.svg"/><Relationship Id="rId71" Type="http://schemas.openxmlformats.org/officeDocument/2006/relationships/image" Target="../media/image222.svg"/><Relationship Id="rId2" Type="http://schemas.openxmlformats.org/officeDocument/2006/relationships/image" Target="../media/image154.png"/><Relationship Id="rId29" Type="http://schemas.openxmlformats.org/officeDocument/2006/relationships/image" Target="../media/image180.svg"/><Relationship Id="rId24" Type="http://schemas.openxmlformats.org/officeDocument/2006/relationships/image" Target="../media/image47.png"/><Relationship Id="rId40" Type="http://schemas.openxmlformats.org/officeDocument/2006/relationships/image" Target="../media/image191.png"/><Relationship Id="rId45" Type="http://schemas.openxmlformats.org/officeDocument/2006/relationships/image" Target="../media/image196.svg"/><Relationship Id="rId66" Type="http://schemas.openxmlformats.org/officeDocument/2006/relationships/image" Target="../media/image217.png"/><Relationship Id="rId87" Type="http://schemas.openxmlformats.org/officeDocument/2006/relationships/image" Target="../media/image238.svg"/><Relationship Id="rId61" Type="http://schemas.openxmlformats.org/officeDocument/2006/relationships/image" Target="../media/image212.svg"/><Relationship Id="rId82" Type="http://schemas.openxmlformats.org/officeDocument/2006/relationships/image" Target="../media/image233.png"/><Relationship Id="rId19" Type="http://schemas.openxmlformats.org/officeDocument/2006/relationships/image" Target="../media/image171.svg"/></Relationships>
</file>

<file path=ppt/slides/_rels/slide45.xml.rels><?xml version="1.0" encoding="UTF-8" standalone="yes"?>
<Relationships xmlns="http://schemas.openxmlformats.org/package/2006/relationships"><Relationship Id="rId26" Type="http://schemas.openxmlformats.org/officeDocument/2006/relationships/image" Target="../media/image267.png"/><Relationship Id="rId21" Type="http://schemas.openxmlformats.org/officeDocument/2006/relationships/image" Target="../media/image262.svg"/><Relationship Id="rId42" Type="http://schemas.openxmlformats.org/officeDocument/2006/relationships/image" Target="../media/image283.png"/><Relationship Id="rId47" Type="http://schemas.openxmlformats.org/officeDocument/2006/relationships/image" Target="../media/image288.svg"/><Relationship Id="rId63" Type="http://schemas.openxmlformats.org/officeDocument/2006/relationships/image" Target="../media/image304.svg"/><Relationship Id="rId68" Type="http://schemas.openxmlformats.org/officeDocument/2006/relationships/image" Target="../media/image309.png"/><Relationship Id="rId84" Type="http://schemas.openxmlformats.org/officeDocument/2006/relationships/image" Target="../media/image325.png"/><Relationship Id="rId89" Type="http://schemas.openxmlformats.org/officeDocument/2006/relationships/image" Target="../media/image330.svg"/><Relationship Id="rId16" Type="http://schemas.openxmlformats.org/officeDocument/2006/relationships/image" Target="../media/image257.png"/><Relationship Id="rId11" Type="http://schemas.openxmlformats.org/officeDocument/2006/relationships/image" Target="../media/image252.svg"/><Relationship Id="rId32" Type="http://schemas.openxmlformats.org/officeDocument/2006/relationships/image" Target="../media/image273.png"/><Relationship Id="rId37" Type="http://schemas.openxmlformats.org/officeDocument/2006/relationships/image" Target="../media/image278.svg"/><Relationship Id="rId53" Type="http://schemas.openxmlformats.org/officeDocument/2006/relationships/image" Target="../media/image294.svg"/><Relationship Id="rId58" Type="http://schemas.openxmlformats.org/officeDocument/2006/relationships/image" Target="../media/image299.png"/><Relationship Id="rId74" Type="http://schemas.openxmlformats.org/officeDocument/2006/relationships/image" Target="../media/image315.png"/><Relationship Id="rId79" Type="http://schemas.openxmlformats.org/officeDocument/2006/relationships/image" Target="../media/image320.svg"/><Relationship Id="rId5" Type="http://schemas.openxmlformats.org/officeDocument/2006/relationships/image" Target="../media/image246.svg"/><Relationship Id="rId90" Type="http://schemas.openxmlformats.org/officeDocument/2006/relationships/image" Target="../media/image331.png"/><Relationship Id="rId14" Type="http://schemas.openxmlformats.org/officeDocument/2006/relationships/image" Target="../media/image255.png"/><Relationship Id="rId22" Type="http://schemas.openxmlformats.org/officeDocument/2006/relationships/image" Target="../media/image263.png"/><Relationship Id="rId27" Type="http://schemas.openxmlformats.org/officeDocument/2006/relationships/image" Target="../media/image268.svg"/><Relationship Id="rId30" Type="http://schemas.openxmlformats.org/officeDocument/2006/relationships/image" Target="../media/image271.png"/><Relationship Id="rId35" Type="http://schemas.openxmlformats.org/officeDocument/2006/relationships/image" Target="../media/image276.svg"/><Relationship Id="rId43" Type="http://schemas.openxmlformats.org/officeDocument/2006/relationships/image" Target="../media/image284.svg"/><Relationship Id="rId48" Type="http://schemas.openxmlformats.org/officeDocument/2006/relationships/image" Target="../media/image289.png"/><Relationship Id="rId56" Type="http://schemas.openxmlformats.org/officeDocument/2006/relationships/image" Target="../media/image297.png"/><Relationship Id="rId64" Type="http://schemas.openxmlformats.org/officeDocument/2006/relationships/image" Target="../media/image305.png"/><Relationship Id="rId69" Type="http://schemas.openxmlformats.org/officeDocument/2006/relationships/image" Target="../media/image310.svg"/><Relationship Id="rId77" Type="http://schemas.openxmlformats.org/officeDocument/2006/relationships/image" Target="../media/image318.svg"/><Relationship Id="rId8" Type="http://schemas.openxmlformats.org/officeDocument/2006/relationships/image" Target="../media/image249.png"/><Relationship Id="rId51" Type="http://schemas.openxmlformats.org/officeDocument/2006/relationships/image" Target="../media/image292.svg"/><Relationship Id="rId72" Type="http://schemas.openxmlformats.org/officeDocument/2006/relationships/image" Target="../media/image313.png"/><Relationship Id="rId80" Type="http://schemas.openxmlformats.org/officeDocument/2006/relationships/image" Target="../media/image321.png"/><Relationship Id="rId85" Type="http://schemas.openxmlformats.org/officeDocument/2006/relationships/image" Target="../media/image326.svg"/><Relationship Id="rId3" Type="http://schemas.openxmlformats.org/officeDocument/2006/relationships/image" Target="../media/image244.svg"/><Relationship Id="rId12" Type="http://schemas.openxmlformats.org/officeDocument/2006/relationships/image" Target="../media/image253.png"/><Relationship Id="rId17" Type="http://schemas.openxmlformats.org/officeDocument/2006/relationships/image" Target="../media/image258.svg"/><Relationship Id="rId25" Type="http://schemas.openxmlformats.org/officeDocument/2006/relationships/image" Target="../media/image266.svg"/><Relationship Id="rId33" Type="http://schemas.openxmlformats.org/officeDocument/2006/relationships/image" Target="../media/image274.svg"/><Relationship Id="rId38" Type="http://schemas.openxmlformats.org/officeDocument/2006/relationships/image" Target="../media/image279.png"/><Relationship Id="rId46" Type="http://schemas.openxmlformats.org/officeDocument/2006/relationships/image" Target="../media/image287.png"/><Relationship Id="rId59" Type="http://schemas.openxmlformats.org/officeDocument/2006/relationships/image" Target="../media/image300.svg"/><Relationship Id="rId67" Type="http://schemas.openxmlformats.org/officeDocument/2006/relationships/image" Target="../media/image308.svg"/><Relationship Id="rId20" Type="http://schemas.openxmlformats.org/officeDocument/2006/relationships/image" Target="../media/image261.png"/><Relationship Id="rId41" Type="http://schemas.openxmlformats.org/officeDocument/2006/relationships/image" Target="../media/image282.svg"/><Relationship Id="rId54" Type="http://schemas.openxmlformats.org/officeDocument/2006/relationships/image" Target="../media/image295.png"/><Relationship Id="rId62" Type="http://schemas.openxmlformats.org/officeDocument/2006/relationships/image" Target="../media/image303.png"/><Relationship Id="rId70" Type="http://schemas.openxmlformats.org/officeDocument/2006/relationships/image" Target="../media/image311.png"/><Relationship Id="rId75" Type="http://schemas.openxmlformats.org/officeDocument/2006/relationships/image" Target="../media/image316.svg"/><Relationship Id="rId83" Type="http://schemas.openxmlformats.org/officeDocument/2006/relationships/image" Target="../media/image324.svg"/><Relationship Id="rId88" Type="http://schemas.openxmlformats.org/officeDocument/2006/relationships/image" Target="../media/image329.png"/><Relationship Id="rId91" Type="http://schemas.openxmlformats.org/officeDocument/2006/relationships/image" Target="../media/image332.svg"/><Relationship Id="rId1" Type="http://schemas.openxmlformats.org/officeDocument/2006/relationships/slideLayout" Target="../slideLayouts/slideLayout13.xml"/><Relationship Id="rId6" Type="http://schemas.openxmlformats.org/officeDocument/2006/relationships/image" Target="../media/image247.png"/><Relationship Id="rId15" Type="http://schemas.openxmlformats.org/officeDocument/2006/relationships/image" Target="../media/image256.svg"/><Relationship Id="rId23" Type="http://schemas.openxmlformats.org/officeDocument/2006/relationships/image" Target="../media/image264.svg"/><Relationship Id="rId28" Type="http://schemas.openxmlformats.org/officeDocument/2006/relationships/image" Target="../media/image269.png"/><Relationship Id="rId36" Type="http://schemas.openxmlformats.org/officeDocument/2006/relationships/image" Target="../media/image277.png"/><Relationship Id="rId49" Type="http://schemas.openxmlformats.org/officeDocument/2006/relationships/image" Target="../media/image290.svg"/><Relationship Id="rId57" Type="http://schemas.openxmlformats.org/officeDocument/2006/relationships/image" Target="../media/image298.svg"/><Relationship Id="rId10" Type="http://schemas.openxmlformats.org/officeDocument/2006/relationships/image" Target="../media/image251.png"/><Relationship Id="rId31" Type="http://schemas.openxmlformats.org/officeDocument/2006/relationships/image" Target="../media/image272.svg"/><Relationship Id="rId44" Type="http://schemas.openxmlformats.org/officeDocument/2006/relationships/image" Target="../media/image285.png"/><Relationship Id="rId52" Type="http://schemas.openxmlformats.org/officeDocument/2006/relationships/image" Target="../media/image293.png"/><Relationship Id="rId60" Type="http://schemas.openxmlformats.org/officeDocument/2006/relationships/image" Target="../media/image301.png"/><Relationship Id="rId65" Type="http://schemas.openxmlformats.org/officeDocument/2006/relationships/image" Target="../media/image306.svg"/><Relationship Id="rId73" Type="http://schemas.openxmlformats.org/officeDocument/2006/relationships/image" Target="../media/image314.svg"/><Relationship Id="rId78" Type="http://schemas.openxmlformats.org/officeDocument/2006/relationships/image" Target="../media/image319.png"/><Relationship Id="rId81" Type="http://schemas.openxmlformats.org/officeDocument/2006/relationships/image" Target="../media/image322.svg"/><Relationship Id="rId86" Type="http://schemas.openxmlformats.org/officeDocument/2006/relationships/image" Target="../media/image327.png"/><Relationship Id="rId4" Type="http://schemas.openxmlformats.org/officeDocument/2006/relationships/image" Target="../media/image245.png"/><Relationship Id="rId9" Type="http://schemas.openxmlformats.org/officeDocument/2006/relationships/image" Target="../media/image250.svg"/><Relationship Id="rId13" Type="http://schemas.openxmlformats.org/officeDocument/2006/relationships/image" Target="../media/image254.svg"/><Relationship Id="rId18" Type="http://schemas.openxmlformats.org/officeDocument/2006/relationships/image" Target="../media/image259.png"/><Relationship Id="rId39" Type="http://schemas.openxmlformats.org/officeDocument/2006/relationships/image" Target="../media/image280.svg"/><Relationship Id="rId34" Type="http://schemas.openxmlformats.org/officeDocument/2006/relationships/image" Target="../media/image275.png"/><Relationship Id="rId50" Type="http://schemas.openxmlformats.org/officeDocument/2006/relationships/image" Target="../media/image291.png"/><Relationship Id="rId55" Type="http://schemas.openxmlformats.org/officeDocument/2006/relationships/image" Target="../media/image296.svg"/><Relationship Id="rId76" Type="http://schemas.openxmlformats.org/officeDocument/2006/relationships/image" Target="../media/image317.png"/><Relationship Id="rId7" Type="http://schemas.openxmlformats.org/officeDocument/2006/relationships/image" Target="../media/image248.svg"/><Relationship Id="rId71" Type="http://schemas.openxmlformats.org/officeDocument/2006/relationships/image" Target="../media/image312.svg"/><Relationship Id="rId2" Type="http://schemas.openxmlformats.org/officeDocument/2006/relationships/image" Target="../media/image243.png"/><Relationship Id="rId29" Type="http://schemas.openxmlformats.org/officeDocument/2006/relationships/image" Target="../media/image270.svg"/><Relationship Id="rId24" Type="http://schemas.openxmlformats.org/officeDocument/2006/relationships/image" Target="../media/image265.png"/><Relationship Id="rId40" Type="http://schemas.openxmlformats.org/officeDocument/2006/relationships/image" Target="../media/image281.png"/><Relationship Id="rId45" Type="http://schemas.openxmlformats.org/officeDocument/2006/relationships/image" Target="../media/image286.svg"/><Relationship Id="rId66" Type="http://schemas.openxmlformats.org/officeDocument/2006/relationships/image" Target="../media/image307.png"/><Relationship Id="rId87" Type="http://schemas.openxmlformats.org/officeDocument/2006/relationships/image" Target="../media/image328.svg"/><Relationship Id="rId61" Type="http://schemas.openxmlformats.org/officeDocument/2006/relationships/image" Target="../media/image302.svg"/><Relationship Id="rId82" Type="http://schemas.openxmlformats.org/officeDocument/2006/relationships/image" Target="../media/image323.png"/><Relationship Id="rId19" Type="http://schemas.openxmlformats.org/officeDocument/2006/relationships/image" Target="../media/image260.svg"/></Relationships>
</file>

<file path=ppt/slides/_rels/slide46.xml.rels><?xml version="1.0" encoding="UTF-8" standalone="yes"?>
<Relationships xmlns="http://schemas.openxmlformats.org/package/2006/relationships"><Relationship Id="rId26" Type="http://schemas.openxmlformats.org/officeDocument/2006/relationships/image" Target="../media/image357.png"/><Relationship Id="rId21" Type="http://schemas.openxmlformats.org/officeDocument/2006/relationships/image" Target="../media/image352.svg"/><Relationship Id="rId42" Type="http://schemas.openxmlformats.org/officeDocument/2006/relationships/image" Target="../media/image372.png"/><Relationship Id="rId47" Type="http://schemas.openxmlformats.org/officeDocument/2006/relationships/image" Target="../media/image377.svg"/><Relationship Id="rId63" Type="http://schemas.openxmlformats.org/officeDocument/2006/relationships/image" Target="../media/image393.svg"/><Relationship Id="rId68" Type="http://schemas.openxmlformats.org/officeDocument/2006/relationships/image" Target="../media/image398.png"/><Relationship Id="rId84" Type="http://schemas.openxmlformats.org/officeDocument/2006/relationships/image" Target="../media/image414.png"/><Relationship Id="rId89" Type="http://schemas.openxmlformats.org/officeDocument/2006/relationships/image" Target="../media/image419.svg"/><Relationship Id="rId16" Type="http://schemas.openxmlformats.org/officeDocument/2006/relationships/image" Target="../media/image347.png"/><Relationship Id="rId11" Type="http://schemas.openxmlformats.org/officeDocument/2006/relationships/image" Target="../media/image342.svg"/><Relationship Id="rId32" Type="http://schemas.openxmlformats.org/officeDocument/2006/relationships/image" Target="../media/image363.png"/><Relationship Id="rId37" Type="http://schemas.openxmlformats.org/officeDocument/2006/relationships/image" Target="../media/image368.svg"/><Relationship Id="rId53" Type="http://schemas.openxmlformats.org/officeDocument/2006/relationships/image" Target="../media/image383.svg"/><Relationship Id="rId58" Type="http://schemas.openxmlformats.org/officeDocument/2006/relationships/image" Target="../media/image388.png"/><Relationship Id="rId74" Type="http://schemas.openxmlformats.org/officeDocument/2006/relationships/image" Target="../media/image404.png"/><Relationship Id="rId79" Type="http://schemas.openxmlformats.org/officeDocument/2006/relationships/image" Target="../media/image409.svg"/><Relationship Id="rId5" Type="http://schemas.openxmlformats.org/officeDocument/2006/relationships/image" Target="../media/image336.svg"/><Relationship Id="rId90" Type="http://schemas.openxmlformats.org/officeDocument/2006/relationships/image" Target="../media/image420.png"/><Relationship Id="rId14" Type="http://schemas.openxmlformats.org/officeDocument/2006/relationships/image" Target="../media/image345.png"/><Relationship Id="rId22" Type="http://schemas.openxmlformats.org/officeDocument/2006/relationships/image" Target="../media/image353.png"/><Relationship Id="rId27" Type="http://schemas.openxmlformats.org/officeDocument/2006/relationships/image" Target="../media/image358.svg"/><Relationship Id="rId30" Type="http://schemas.openxmlformats.org/officeDocument/2006/relationships/image" Target="../media/image361.png"/><Relationship Id="rId35" Type="http://schemas.openxmlformats.org/officeDocument/2006/relationships/image" Target="../media/image366.svg"/><Relationship Id="rId43" Type="http://schemas.openxmlformats.org/officeDocument/2006/relationships/image" Target="../media/image373.svg"/><Relationship Id="rId48" Type="http://schemas.openxmlformats.org/officeDocument/2006/relationships/image" Target="../media/image378.png"/><Relationship Id="rId56" Type="http://schemas.openxmlformats.org/officeDocument/2006/relationships/image" Target="../media/image386.png"/><Relationship Id="rId64" Type="http://schemas.openxmlformats.org/officeDocument/2006/relationships/image" Target="../media/image394.png"/><Relationship Id="rId69" Type="http://schemas.openxmlformats.org/officeDocument/2006/relationships/image" Target="../media/image399.svg"/><Relationship Id="rId77" Type="http://schemas.openxmlformats.org/officeDocument/2006/relationships/image" Target="../media/image407.svg"/><Relationship Id="rId8" Type="http://schemas.openxmlformats.org/officeDocument/2006/relationships/image" Target="../media/image339.png"/><Relationship Id="rId51" Type="http://schemas.openxmlformats.org/officeDocument/2006/relationships/image" Target="../media/image381.svg"/><Relationship Id="rId72" Type="http://schemas.openxmlformats.org/officeDocument/2006/relationships/image" Target="../media/image402.png"/><Relationship Id="rId80" Type="http://schemas.openxmlformats.org/officeDocument/2006/relationships/image" Target="../media/image410.png"/><Relationship Id="rId85" Type="http://schemas.openxmlformats.org/officeDocument/2006/relationships/image" Target="../media/image415.svg"/><Relationship Id="rId3" Type="http://schemas.openxmlformats.org/officeDocument/2006/relationships/image" Target="../media/image334.svg"/><Relationship Id="rId12" Type="http://schemas.openxmlformats.org/officeDocument/2006/relationships/image" Target="../media/image343.png"/><Relationship Id="rId17" Type="http://schemas.openxmlformats.org/officeDocument/2006/relationships/image" Target="../media/image348.svg"/><Relationship Id="rId25" Type="http://schemas.openxmlformats.org/officeDocument/2006/relationships/image" Target="../media/image356.svg"/><Relationship Id="rId33" Type="http://schemas.openxmlformats.org/officeDocument/2006/relationships/image" Target="../media/image364.svg"/><Relationship Id="rId38" Type="http://schemas.openxmlformats.org/officeDocument/2006/relationships/image" Target="../media/image49.png"/><Relationship Id="rId46" Type="http://schemas.openxmlformats.org/officeDocument/2006/relationships/image" Target="../media/image376.png"/><Relationship Id="rId59" Type="http://schemas.openxmlformats.org/officeDocument/2006/relationships/image" Target="../media/image389.svg"/><Relationship Id="rId67" Type="http://schemas.openxmlformats.org/officeDocument/2006/relationships/image" Target="../media/image397.svg"/><Relationship Id="rId20" Type="http://schemas.openxmlformats.org/officeDocument/2006/relationships/image" Target="../media/image351.png"/><Relationship Id="rId41" Type="http://schemas.openxmlformats.org/officeDocument/2006/relationships/image" Target="../media/image371.svg"/><Relationship Id="rId54" Type="http://schemas.openxmlformats.org/officeDocument/2006/relationships/image" Target="../media/image384.png"/><Relationship Id="rId62" Type="http://schemas.openxmlformats.org/officeDocument/2006/relationships/image" Target="../media/image392.png"/><Relationship Id="rId70" Type="http://schemas.openxmlformats.org/officeDocument/2006/relationships/image" Target="../media/image400.png"/><Relationship Id="rId75" Type="http://schemas.openxmlformats.org/officeDocument/2006/relationships/image" Target="../media/image405.svg"/><Relationship Id="rId83" Type="http://schemas.openxmlformats.org/officeDocument/2006/relationships/image" Target="../media/image413.svg"/><Relationship Id="rId88" Type="http://schemas.openxmlformats.org/officeDocument/2006/relationships/image" Target="../media/image418.png"/><Relationship Id="rId91" Type="http://schemas.openxmlformats.org/officeDocument/2006/relationships/image" Target="../media/image421.svg"/><Relationship Id="rId1" Type="http://schemas.openxmlformats.org/officeDocument/2006/relationships/slideLayout" Target="../slideLayouts/slideLayout13.xml"/><Relationship Id="rId6" Type="http://schemas.openxmlformats.org/officeDocument/2006/relationships/image" Target="../media/image337.png"/><Relationship Id="rId15" Type="http://schemas.openxmlformats.org/officeDocument/2006/relationships/image" Target="../media/image346.svg"/><Relationship Id="rId23" Type="http://schemas.openxmlformats.org/officeDocument/2006/relationships/image" Target="../media/image354.svg"/><Relationship Id="rId28" Type="http://schemas.openxmlformats.org/officeDocument/2006/relationships/image" Target="../media/image359.png"/><Relationship Id="rId36" Type="http://schemas.openxmlformats.org/officeDocument/2006/relationships/image" Target="../media/image367.png"/><Relationship Id="rId49" Type="http://schemas.openxmlformats.org/officeDocument/2006/relationships/image" Target="../media/image379.svg"/><Relationship Id="rId57" Type="http://schemas.openxmlformats.org/officeDocument/2006/relationships/image" Target="../media/image387.svg"/><Relationship Id="rId10" Type="http://schemas.openxmlformats.org/officeDocument/2006/relationships/image" Target="../media/image341.png"/><Relationship Id="rId31" Type="http://schemas.openxmlformats.org/officeDocument/2006/relationships/image" Target="../media/image362.svg"/><Relationship Id="rId44" Type="http://schemas.openxmlformats.org/officeDocument/2006/relationships/image" Target="../media/image374.png"/><Relationship Id="rId52" Type="http://schemas.openxmlformats.org/officeDocument/2006/relationships/image" Target="../media/image382.png"/><Relationship Id="rId60" Type="http://schemas.openxmlformats.org/officeDocument/2006/relationships/image" Target="../media/image390.png"/><Relationship Id="rId65" Type="http://schemas.openxmlformats.org/officeDocument/2006/relationships/image" Target="../media/image395.svg"/><Relationship Id="rId73" Type="http://schemas.openxmlformats.org/officeDocument/2006/relationships/image" Target="../media/image403.svg"/><Relationship Id="rId78" Type="http://schemas.openxmlformats.org/officeDocument/2006/relationships/image" Target="../media/image408.png"/><Relationship Id="rId81" Type="http://schemas.openxmlformats.org/officeDocument/2006/relationships/image" Target="../media/image411.svg"/><Relationship Id="rId86" Type="http://schemas.openxmlformats.org/officeDocument/2006/relationships/image" Target="../media/image416.png"/><Relationship Id="rId4" Type="http://schemas.openxmlformats.org/officeDocument/2006/relationships/image" Target="../media/image335.png"/><Relationship Id="rId9" Type="http://schemas.openxmlformats.org/officeDocument/2006/relationships/image" Target="../media/image340.svg"/><Relationship Id="rId13" Type="http://schemas.openxmlformats.org/officeDocument/2006/relationships/image" Target="../media/image344.svg"/><Relationship Id="rId18" Type="http://schemas.openxmlformats.org/officeDocument/2006/relationships/image" Target="../media/image349.png"/><Relationship Id="rId39" Type="http://schemas.openxmlformats.org/officeDocument/2006/relationships/image" Target="../media/image369.svg"/><Relationship Id="rId34" Type="http://schemas.openxmlformats.org/officeDocument/2006/relationships/image" Target="../media/image365.png"/><Relationship Id="rId50" Type="http://schemas.openxmlformats.org/officeDocument/2006/relationships/image" Target="../media/image380.png"/><Relationship Id="rId55" Type="http://schemas.openxmlformats.org/officeDocument/2006/relationships/image" Target="../media/image385.svg"/><Relationship Id="rId76" Type="http://schemas.openxmlformats.org/officeDocument/2006/relationships/image" Target="../media/image406.png"/><Relationship Id="rId7" Type="http://schemas.openxmlformats.org/officeDocument/2006/relationships/image" Target="../media/image338.svg"/><Relationship Id="rId71" Type="http://schemas.openxmlformats.org/officeDocument/2006/relationships/image" Target="../media/image401.svg"/><Relationship Id="rId2" Type="http://schemas.openxmlformats.org/officeDocument/2006/relationships/image" Target="../media/image333.png"/><Relationship Id="rId29" Type="http://schemas.openxmlformats.org/officeDocument/2006/relationships/image" Target="../media/image360.svg"/><Relationship Id="rId24" Type="http://schemas.openxmlformats.org/officeDocument/2006/relationships/image" Target="../media/image355.png"/><Relationship Id="rId40" Type="http://schemas.openxmlformats.org/officeDocument/2006/relationships/image" Target="../media/image370.png"/><Relationship Id="rId45" Type="http://schemas.openxmlformats.org/officeDocument/2006/relationships/image" Target="../media/image375.svg"/><Relationship Id="rId66" Type="http://schemas.openxmlformats.org/officeDocument/2006/relationships/image" Target="../media/image396.png"/><Relationship Id="rId87" Type="http://schemas.openxmlformats.org/officeDocument/2006/relationships/image" Target="../media/image417.svg"/><Relationship Id="rId61" Type="http://schemas.openxmlformats.org/officeDocument/2006/relationships/image" Target="../media/image391.svg"/><Relationship Id="rId82" Type="http://schemas.openxmlformats.org/officeDocument/2006/relationships/image" Target="../media/image412.png"/><Relationship Id="rId19" Type="http://schemas.openxmlformats.org/officeDocument/2006/relationships/image" Target="../media/image350.svg"/></Relationships>
</file>

<file path=ppt/slides/_rels/slide47.xml.rels><?xml version="1.0" encoding="UTF-8" standalone="yes"?>
<Relationships xmlns="http://schemas.openxmlformats.org/package/2006/relationships"><Relationship Id="rId26" Type="http://schemas.openxmlformats.org/officeDocument/2006/relationships/image" Target="../media/image446.png"/><Relationship Id="rId21" Type="http://schemas.openxmlformats.org/officeDocument/2006/relationships/image" Target="../media/image441.svg"/><Relationship Id="rId42" Type="http://schemas.openxmlformats.org/officeDocument/2006/relationships/image" Target="../media/image462.png"/><Relationship Id="rId47" Type="http://schemas.openxmlformats.org/officeDocument/2006/relationships/image" Target="../media/image467.svg"/><Relationship Id="rId63" Type="http://schemas.openxmlformats.org/officeDocument/2006/relationships/image" Target="../media/image483.svg"/><Relationship Id="rId68" Type="http://schemas.openxmlformats.org/officeDocument/2006/relationships/image" Target="../media/image488.png"/><Relationship Id="rId84" Type="http://schemas.openxmlformats.org/officeDocument/2006/relationships/image" Target="../media/image504.png"/><Relationship Id="rId89" Type="http://schemas.openxmlformats.org/officeDocument/2006/relationships/image" Target="../media/image509.svg"/><Relationship Id="rId16" Type="http://schemas.openxmlformats.org/officeDocument/2006/relationships/image" Target="../media/image436.png"/><Relationship Id="rId11" Type="http://schemas.openxmlformats.org/officeDocument/2006/relationships/image" Target="../media/image431.svg"/><Relationship Id="rId32" Type="http://schemas.openxmlformats.org/officeDocument/2006/relationships/image" Target="../media/image452.png"/><Relationship Id="rId37" Type="http://schemas.openxmlformats.org/officeDocument/2006/relationships/image" Target="../media/image457.svg"/><Relationship Id="rId53" Type="http://schemas.openxmlformats.org/officeDocument/2006/relationships/image" Target="../media/image473.svg"/><Relationship Id="rId58" Type="http://schemas.openxmlformats.org/officeDocument/2006/relationships/image" Target="../media/image478.png"/><Relationship Id="rId74" Type="http://schemas.openxmlformats.org/officeDocument/2006/relationships/image" Target="../media/image494.png"/><Relationship Id="rId79" Type="http://schemas.openxmlformats.org/officeDocument/2006/relationships/image" Target="../media/image499.svg"/><Relationship Id="rId5" Type="http://schemas.openxmlformats.org/officeDocument/2006/relationships/image" Target="../media/image425.svg"/><Relationship Id="rId14" Type="http://schemas.openxmlformats.org/officeDocument/2006/relationships/image" Target="../media/image434.png"/><Relationship Id="rId22" Type="http://schemas.openxmlformats.org/officeDocument/2006/relationships/image" Target="../media/image442.png"/><Relationship Id="rId27" Type="http://schemas.openxmlformats.org/officeDocument/2006/relationships/image" Target="../media/image447.svg"/><Relationship Id="rId30" Type="http://schemas.openxmlformats.org/officeDocument/2006/relationships/image" Target="../media/image450.png"/><Relationship Id="rId35" Type="http://schemas.openxmlformats.org/officeDocument/2006/relationships/image" Target="../media/image455.svg"/><Relationship Id="rId43" Type="http://schemas.openxmlformats.org/officeDocument/2006/relationships/image" Target="../media/image463.svg"/><Relationship Id="rId48" Type="http://schemas.openxmlformats.org/officeDocument/2006/relationships/image" Target="../media/image468.png"/><Relationship Id="rId56" Type="http://schemas.openxmlformats.org/officeDocument/2006/relationships/image" Target="../media/image476.png"/><Relationship Id="rId64" Type="http://schemas.openxmlformats.org/officeDocument/2006/relationships/image" Target="../media/image484.png"/><Relationship Id="rId69" Type="http://schemas.openxmlformats.org/officeDocument/2006/relationships/image" Target="../media/image489.svg"/><Relationship Id="rId77" Type="http://schemas.openxmlformats.org/officeDocument/2006/relationships/image" Target="../media/image497.svg"/><Relationship Id="rId8" Type="http://schemas.openxmlformats.org/officeDocument/2006/relationships/image" Target="../media/image428.png"/><Relationship Id="rId51" Type="http://schemas.openxmlformats.org/officeDocument/2006/relationships/image" Target="../media/image471.svg"/><Relationship Id="rId72" Type="http://schemas.openxmlformats.org/officeDocument/2006/relationships/image" Target="../media/image492.png"/><Relationship Id="rId80" Type="http://schemas.openxmlformats.org/officeDocument/2006/relationships/image" Target="../media/image500.png"/><Relationship Id="rId85" Type="http://schemas.openxmlformats.org/officeDocument/2006/relationships/image" Target="../media/image505.svg"/><Relationship Id="rId3" Type="http://schemas.openxmlformats.org/officeDocument/2006/relationships/image" Target="../media/image423.svg"/><Relationship Id="rId12" Type="http://schemas.openxmlformats.org/officeDocument/2006/relationships/image" Target="../media/image432.png"/><Relationship Id="rId17" Type="http://schemas.openxmlformats.org/officeDocument/2006/relationships/image" Target="../media/image437.svg"/><Relationship Id="rId25" Type="http://schemas.openxmlformats.org/officeDocument/2006/relationships/image" Target="../media/image445.svg"/><Relationship Id="rId33" Type="http://schemas.openxmlformats.org/officeDocument/2006/relationships/image" Target="../media/image453.svg"/><Relationship Id="rId38" Type="http://schemas.openxmlformats.org/officeDocument/2006/relationships/image" Target="../media/image458.png"/><Relationship Id="rId46" Type="http://schemas.openxmlformats.org/officeDocument/2006/relationships/image" Target="../media/image466.png"/><Relationship Id="rId59" Type="http://schemas.openxmlformats.org/officeDocument/2006/relationships/image" Target="../media/image479.svg"/><Relationship Id="rId67" Type="http://schemas.openxmlformats.org/officeDocument/2006/relationships/image" Target="../media/image487.svg"/><Relationship Id="rId20" Type="http://schemas.openxmlformats.org/officeDocument/2006/relationships/image" Target="../media/image440.png"/><Relationship Id="rId41" Type="http://schemas.openxmlformats.org/officeDocument/2006/relationships/image" Target="../media/image461.svg"/><Relationship Id="rId54" Type="http://schemas.openxmlformats.org/officeDocument/2006/relationships/image" Target="../media/image474.png"/><Relationship Id="rId62" Type="http://schemas.openxmlformats.org/officeDocument/2006/relationships/image" Target="../media/image482.png"/><Relationship Id="rId70" Type="http://schemas.openxmlformats.org/officeDocument/2006/relationships/image" Target="../media/image490.png"/><Relationship Id="rId75" Type="http://schemas.openxmlformats.org/officeDocument/2006/relationships/image" Target="../media/image495.svg"/><Relationship Id="rId83" Type="http://schemas.openxmlformats.org/officeDocument/2006/relationships/image" Target="../media/image503.svg"/><Relationship Id="rId88" Type="http://schemas.openxmlformats.org/officeDocument/2006/relationships/image" Target="../media/image508.png"/><Relationship Id="rId1" Type="http://schemas.openxmlformats.org/officeDocument/2006/relationships/slideLayout" Target="../slideLayouts/slideLayout13.xml"/><Relationship Id="rId6" Type="http://schemas.openxmlformats.org/officeDocument/2006/relationships/image" Target="../media/image426.png"/><Relationship Id="rId15" Type="http://schemas.openxmlformats.org/officeDocument/2006/relationships/image" Target="../media/image435.svg"/><Relationship Id="rId23" Type="http://schemas.openxmlformats.org/officeDocument/2006/relationships/image" Target="../media/image443.svg"/><Relationship Id="rId28" Type="http://schemas.openxmlformats.org/officeDocument/2006/relationships/image" Target="../media/image448.png"/><Relationship Id="rId36" Type="http://schemas.openxmlformats.org/officeDocument/2006/relationships/image" Target="../media/image456.png"/><Relationship Id="rId49" Type="http://schemas.openxmlformats.org/officeDocument/2006/relationships/image" Target="../media/image469.svg"/><Relationship Id="rId57" Type="http://schemas.openxmlformats.org/officeDocument/2006/relationships/image" Target="../media/image477.svg"/><Relationship Id="rId10" Type="http://schemas.openxmlformats.org/officeDocument/2006/relationships/image" Target="../media/image430.png"/><Relationship Id="rId31" Type="http://schemas.openxmlformats.org/officeDocument/2006/relationships/image" Target="../media/image451.svg"/><Relationship Id="rId44" Type="http://schemas.openxmlformats.org/officeDocument/2006/relationships/image" Target="../media/image464.png"/><Relationship Id="rId52" Type="http://schemas.openxmlformats.org/officeDocument/2006/relationships/image" Target="../media/image472.png"/><Relationship Id="rId60" Type="http://schemas.openxmlformats.org/officeDocument/2006/relationships/image" Target="../media/image480.png"/><Relationship Id="rId65" Type="http://schemas.openxmlformats.org/officeDocument/2006/relationships/image" Target="../media/image485.svg"/><Relationship Id="rId73" Type="http://schemas.openxmlformats.org/officeDocument/2006/relationships/image" Target="../media/image493.svg"/><Relationship Id="rId78" Type="http://schemas.openxmlformats.org/officeDocument/2006/relationships/image" Target="../media/image498.png"/><Relationship Id="rId81" Type="http://schemas.openxmlformats.org/officeDocument/2006/relationships/image" Target="../media/image501.svg"/><Relationship Id="rId86" Type="http://schemas.openxmlformats.org/officeDocument/2006/relationships/image" Target="../media/image506.png"/><Relationship Id="rId4" Type="http://schemas.openxmlformats.org/officeDocument/2006/relationships/image" Target="../media/image424.png"/><Relationship Id="rId9" Type="http://schemas.openxmlformats.org/officeDocument/2006/relationships/image" Target="../media/image429.svg"/><Relationship Id="rId13" Type="http://schemas.openxmlformats.org/officeDocument/2006/relationships/image" Target="../media/image433.svg"/><Relationship Id="rId18" Type="http://schemas.openxmlformats.org/officeDocument/2006/relationships/image" Target="../media/image438.png"/><Relationship Id="rId39" Type="http://schemas.openxmlformats.org/officeDocument/2006/relationships/image" Target="../media/image459.svg"/><Relationship Id="rId34" Type="http://schemas.openxmlformats.org/officeDocument/2006/relationships/image" Target="../media/image454.png"/><Relationship Id="rId50" Type="http://schemas.openxmlformats.org/officeDocument/2006/relationships/image" Target="../media/image470.png"/><Relationship Id="rId55" Type="http://schemas.openxmlformats.org/officeDocument/2006/relationships/image" Target="../media/image475.svg"/><Relationship Id="rId76" Type="http://schemas.openxmlformats.org/officeDocument/2006/relationships/image" Target="../media/image496.png"/><Relationship Id="rId7" Type="http://schemas.openxmlformats.org/officeDocument/2006/relationships/image" Target="../media/image427.svg"/><Relationship Id="rId71" Type="http://schemas.openxmlformats.org/officeDocument/2006/relationships/image" Target="../media/image491.svg"/><Relationship Id="rId2" Type="http://schemas.openxmlformats.org/officeDocument/2006/relationships/image" Target="../media/image422.png"/><Relationship Id="rId29" Type="http://schemas.openxmlformats.org/officeDocument/2006/relationships/image" Target="../media/image449.svg"/><Relationship Id="rId24" Type="http://schemas.openxmlformats.org/officeDocument/2006/relationships/image" Target="../media/image444.png"/><Relationship Id="rId40" Type="http://schemas.openxmlformats.org/officeDocument/2006/relationships/image" Target="../media/image460.png"/><Relationship Id="rId45" Type="http://schemas.openxmlformats.org/officeDocument/2006/relationships/image" Target="../media/image465.svg"/><Relationship Id="rId66" Type="http://schemas.openxmlformats.org/officeDocument/2006/relationships/image" Target="../media/image486.png"/><Relationship Id="rId87" Type="http://schemas.openxmlformats.org/officeDocument/2006/relationships/image" Target="../media/image507.svg"/><Relationship Id="rId61" Type="http://schemas.openxmlformats.org/officeDocument/2006/relationships/image" Target="../media/image481.svg"/><Relationship Id="rId82" Type="http://schemas.openxmlformats.org/officeDocument/2006/relationships/image" Target="../media/image502.png"/><Relationship Id="rId19" Type="http://schemas.openxmlformats.org/officeDocument/2006/relationships/image" Target="../media/image439.svg"/></Relationships>
</file>

<file path=ppt/slides/_rels/slide48.xml.rels><?xml version="1.0" encoding="UTF-8" standalone="yes"?>
<Relationships xmlns="http://schemas.openxmlformats.org/package/2006/relationships"><Relationship Id="rId26" Type="http://schemas.openxmlformats.org/officeDocument/2006/relationships/image" Target="../media/image534.png"/><Relationship Id="rId21" Type="http://schemas.openxmlformats.org/officeDocument/2006/relationships/image" Target="../media/image529.svg"/><Relationship Id="rId42" Type="http://schemas.openxmlformats.org/officeDocument/2006/relationships/image" Target="../media/image550.png"/><Relationship Id="rId47" Type="http://schemas.openxmlformats.org/officeDocument/2006/relationships/image" Target="../media/image555.svg"/><Relationship Id="rId63" Type="http://schemas.openxmlformats.org/officeDocument/2006/relationships/image" Target="../media/image571.svg"/><Relationship Id="rId68" Type="http://schemas.openxmlformats.org/officeDocument/2006/relationships/image" Target="../media/image576.png"/><Relationship Id="rId84" Type="http://schemas.openxmlformats.org/officeDocument/2006/relationships/image" Target="../media/image592.png"/><Relationship Id="rId89" Type="http://schemas.openxmlformats.org/officeDocument/2006/relationships/image" Target="../media/image597.svg"/><Relationship Id="rId16" Type="http://schemas.openxmlformats.org/officeDocument/2006/relationships/image" Target="../media/image524.png"/><Relationship Id="rId11" Type="http://schemas.openxmlformats.org/officeDocument/2006/relationships/image" Target="../media/image519.svg"/><Relationship Id="rId32" Type="http://schemas.openxmlformats.org/officeDocument/2006/relationships/image" Target="../media/image540.png"/><Relationship Id="rId37" Type="http://schemas.openxmlformats.org/officeDocument/2006/relationships/image" Target="../media/image545.svg"/><Relationship Id="rId53" Type="http://schemas.openxmlformats.org/officeDocument/2006/relationships/image" Target="../media/image561.svg"/><Relationship Id="rId58" Type="http://schemas.openxmlformats.org/officeDocument/2006/relationships/image" Target="../media/image566.png"/><Relationship Id="rId74" Type="http://schemas.openxmlformats.org/officeDocument/2006/relationships/image" Target="../media/image582.png"/><Relationship Id="rId79" Type="http://schemas.openxmlformats.org/officeDocument/2006/relationships/image" Target="../media/image587.svg"/><Relationship Id="rId5" Type="http://schemas.openxmlformats.org/officeDocument/2006/relationships/image" Target="../media/image513.svg"/><Relationship Id="rId14" Type="http://schemas.openxmlformats.org/officeDocument/2006/relationships/image" Target="../media/image522.png"/><Relationship Id="rId22" Type="http://schemas.openxmlformats.org/officeDocument/2006/relationships/image" Target="../media/image530.png"/><Relationship Id="rId27" Type="http://schemas.openxmlformats.org/officeDocument/2006/relationships/image" Target="../media/image535.svg"/><Relationship Id="rId30" Type="http://schemas.openxmlformats.org/officeDocument/2006/relationships/image" Target="../media/image538.png"/><Relationship Id="rId35" Type="http://schemas.openxmlformats.org/officeDocument/2006/relationships/image" Target="../media/image543.svg"/><Relationship Id="rId43" Type="http://schemas.openxmlformats.org/officeDocument/2006/relationships/image" Target="../media/image551.svg"/><Relationship Id="rId48" Type="http://schemas.openxmlformats.org/officeDocument/2006/relationships/image" Target="../media/image556.png"/><Relationship Id="rId56" Type="http://schemas.openxmlformats.org/officeDocument/2006/relationships/image" Target="../media/image564.png"/><Relationship Id="rId64" Type="http://schemas.openxmlformats.org/officeDocument/2006/relationships/image" Target="../media/image572.png"/><Relationship Id="rId69" Type="http://schemas.openxmlformats.org/officeDocument/2006/relationships/image" Target="../media/image577.svg"/><Relationship Id="rId77" Type="http://schemas.openxmlformats.org/officeDocument/2006/relationships/image" Target="../media/image585.svg"/><Relationship Id="rId8" Type="http://schemas.openxmlformats.org/officeDocument/2006/relationships/image" Target="../media/image516.png"/><Relationship Id="rId51" Type="http://schemas.openxmlformats.org/officeDocument/2006/relationships/image" Target="../media/image559.svg"/><Relationship Id="rId72" Type="http://schemas.openxmlformats.org/officeDocument/2006/relationships/image" Target="../media/image580.png"/><Relationship Id="rId80" Type="http://schemas.openxmlformats.org/officeDocument/2006/relationships/image" Target="../media/image588.png"/><Relationship Id="rId85" Type="http://schemas.openxmlformats.org/officeDocument/2006/relationships/image" Target="../media/image593.svg"/><Relationship Id="rId3" Type="http://schemas.openxmlformats.org/officeDocument/2006/relationships/image" Target="../media/image511.svg"/><Relationship Id="rId12" Type="http://schemas.openxmlformats.org/officeDocument/2006/relationships/image" Target="../media/image520.png"/><Relationship Id="rId17" Type="http://schemas.openxmlformats.org/officeDocument/2006/relationships/image" Target="../media/image525.svg"/><Relationship Id="rId25" Type="http://schemas.openxmlformats.org/officeDocument/2006/relationships/image" Target="../media/image533.svg"/><Relationship Id="rId33" Type="http://schemas.openxmlformats.org/officeDocument/2006/relationships/image" Target="../media/image541.svg"/><Relationship Id="rId38" Type="http://schemas.openxmlformats.org/officeDocument/2006/relationships/image" Target="../media/image546.png"/><Relationship Id="rId46" Type="http://schemas.openxmlformats.org/officeDocument/2006/relationships/image" Target="../media/image554.png"/><Relationship Id="rId59" Type="http://schemas.openxmlformats.org/officeDocument/2006/relationships/image" Target="../media/image567.svg"/><Relationship Id="rId67" Type="http://schemas.openxmlformats.org/officeDocument/2006/relationships/image" Target="../media/image575.svg"/><Relationship Id="rId20" Type="http://schemas.openxmlformats.org/officeDocument/2006/relationships/image" Target="../media/image528.png"/><Relationship Id="rId41" Type="http://schemas.openxmlformats.org/officeDocument/2006/relationships/image" Target="../media/image549.svg"/><Relationship Id="rId54" Type="http://schemas.openxmlformats.org/officeDocument/2006/relationships/image" Target="../media/image562.png"/><Relationship Id="rId62" Type="http://schemas.openxmlformats.org/officeDocument/2006/relationships/image" Target="../media/image570.png"/><Relationship Id="rId70" Type="http://schemas.openxmlformats.org/officeDocument/2006/relationships/image" Target="../media/image578.png"/><Relationship Id="rId75" Type="http://schemas.openxmlformats.org/officeDocument/2006/relationships/image" Target="../media/image583.svg"/><Relationship Id="rId83" Type="http://schemas.openxmlformats.org/officeDocument/2006/relationships/image" Target="../media/image591.svg"/><Relationship Id="rId88" Type="http://schemas.openxmlformats.org/officeDocument/2006/relationships/image" Target="../media/image596.png"/><Relationship Id="rId1" Type="http://schemas.openxmlformats.org/officeDocument/2006/relationships/slideLayout" Target="../slideLayouts/slideLayout13.xml"/><Relationship Id="rId6" Type="http://schemas.openxmlformats.org/officeDocument/2006/relationships/image" Target="../media/image514.png"/><Relationship Id="rId15" Type="http://schemas.openxmlformats.org/officeDocument/2006/relationships/image" Target="../media/image523.svg"/><Relationship Id="rId23" Type="http://schemas.openxmlformats.org/officeDocument/2006/relationships/image" Target="../media/image531.svg"/><Relationship Id="rId28" Type="http://schemas.openxmlformats.org/officeDocument/2006/relationships/image" Target="../media/image536.png"/><Relationship Id="rId36" Type="http://schemas.openxmlformats.org/officeDocument/2006/relationships/image" Target="../media/image544.png"/><Relationship Id="rId49" Type="http://schemas.openxmlformats.org/officeDocument/2006/relationships/image" Target="../media/image557.svg"/><Relationship Id="rId57" Type="http://schemas.openxmlformats.org/officeDocument/2006/relationships/image" Target="../media/image565.svg"/><Relationship Id="rId10" Type="http://schemas.openxmlformats.org/officeDocument/2006/relationships/image" Target="../media/image518.png"/><Relationship Id="rId31" Type="http://schemas.openxmlformats.org/officeDocument/2006/relationships/image" Target="../media/image539.svg"/><Relationship Id="rId44" Type="http://schemas.openxmlformats.org/officeDocument/2006/relationships/image" Target="../media/image552.png"/><Relationship Id="rId52" Type="http://schemas.openxmlformats.org/officeDocument/2006/relationships/image" Target="../media/image560.png"/><Relationship Id="rId60" Type="http://schemas.openxmlformats.org/officeDocument/2006/relationships/image" Target="../media/image568.png"/><Relationship Id="rId65" Type="http://schemas.openxmlformats.org/officeDocument/2006/relationships/image" Target="../media/image573.svg"/><Relationship Id="rId73" Type="http://schemas.openxmlformats.org/officeDocument/2006/relationships/image" Target="../media/image581.svg"/><Relationship Id="rId78" Type="http://schemas.openxmlformats.org/officeDocument/2006/relationships/image" Target="../media/image586.png"/><Relationship Id="rId81" Type="http://schemas.openxmlformats.org/officeDocument/2006/relationships/image" Target="../media/image589.svg"/><Relationship Id="rId86" Type="http://schemas.openxmlformats.org/officeDocument/2006/relationships/image" Target="../media/image594.png"/><Relationship Id="rId4" Type="http://schemas.openxmlformats.org/officeDocument/2006/relationships/image" Target="../media/image512.png"/><Relationship Id="rId9" Type="http://schemas.openxmlformats.org/officeDocument/2006/relationships/image" Target="../media/image517.svg"/><Relationship Id="rId13" Type="http://schemas.openxmlformats.org/officeDocument/2006/relationships/image" Target="../media/image521.svg"/><Relationship Id="rId18" Type="http://schemas.openxmlformats.org/officeDocument/2006/relationships/image" Target="../media/image526.png"/><Relationship Id="rId39" Type="http://schemas.openxmlformats.org/officeDocument/2006/relationships/image" Target="../media/image547.svg"/><Relationship Id="rId34" Type="http://schemas.openxmlformats.org/officeDocument/2006/relationships/image" Target="../media/image542.png"/><Relationship Id="rId50" Type="http://schemas.openxmlformats.org/officeDocument/2006/relationships/image" Target="../media/image558.png"/><Relationship Id="rId55" Type="http://schemas.openxmlformats.org/officeDocument/2006/relationships/image" Target="../media/image563.svg"/><Relationship Id="rId76" Type="http://schemas.openxmlformats.org/officeDocument/2006/relationships/image" Target="../media/image584.png"/><Relationship Id="rId7" Type="http://schemas.openxmlformats.org/officeDocument/2006/relationships/image" Target="../media/image515.svg"/><Relationship Id="rId71" Type="http://schemas.openxmlformats.org/officeDocument/2006/relationships/image" Target="../media/image579.svg"/><Relationship Id="rId2" Type="http://schemas.openxmlformats.org/officeDocument/2006/relationships/image" Target="../media/image510.png"/><Relationship Id="rId29" Type="http://schemas.openxmlformats.org/officeDocument/2006/relationships/image" Target="../media/image537.svg"/><Relationship Id="rId24" Type="http://schemas.openxmlformats.org/officeDocument/2006/relationships/image" Target="../media/image532.png"/><Relationship Id="rId40" Type="http://schemas.openxmlformats.org/officeDocument/2006/relationships/image" Target="../media/image548.png"/><Relationship Id="rId45" Type="http://schemas.openxmlformats.org/officeDocument/2006/relationships/image" Target="../media/image553.svg"/><Relationship Id="rId66" Type="http://schemas.openxmlformats.org/officeDocument/2006/relationships/image" Target="../media/image574.png"/><Relationship Id="rId87" Type="http://schemas.openxmlformats.org/officeDocument/2006/relationships/image" Target="../media/image595.svg"/><Relationship Id="rId61" Type="http://schemas.openxmlformats.org/officeDocument/2006/relationships/image" Target="../media/image569.svg"/><Relationship Id="rId82" Type="http://schemas.openxmlformats.org/officeDocument/2006/relationships/image" Target="../media/image590.png"/><Relationship Id="rId19" Type="http://schemas.openxmlformats.org/officeDocument/2006/relationships/image" Target="../media/image527.svg"/></Relationships>
</file>

<file path=ppt/slides/_rels/slide49.xml.rels><?xml version="1.0" encoding="UTF-8" standalone="yes"?>
<Relationships xmlns="http://schemas.openxmlformats.org/package/2006/relationships"><Relationship Id="rId26" Type="http://schemas.openxmlformats.org/officeDocument/2006/relationships/image" Target="../media/image621.svg"/><Relationship Id="rId21" Type="http://schemas.openxmlformats.org/officeDocument/2006/relationships/image" Target="../media/image616.png"/><Relationship Id="rId42" Type="http://schemas.openxmlformats.org/officeDocument/2006/relationships/image" Target="../media/image637.svg"/><Relationship Id="rId47" Type="http://schemas.openxmlformats.org/officeDocument/2006/relationships/image" Target="../media/image642.png"/><Relationship Id="rId63" Type="http://schemas.openxmlformats.org/officeDocument/2006/relationships/image" Target="../media/image658.png"/><Relationship Id="rId68" Type="http://schemas.openxmlformats.org/officeDocument/2006/relationships/image" Target="../media/image663.svg"/><Relationship Id="rId84" Type="http://schemas.openxmlformats.org/officeDocument/2006/relationships/image" Target="../media/image679.svg"/><Relationship Id="rId89" Type="http://schemas.openxmlformats.org/officeDocument/2006/relationships/image" Target="../media/image684.png"/><Relationship Id="rId16" Type="http://schemas.openxmlformats.org/officeDocument/2006/relationships/image" Target="../media/image611.svg"/><Relationship Id="rId11" Type="http://schemas.openxmlformats.org/officeDocument/2006/relationships/image" Target="../media/image606.png"/><Relationship Id="rId32" Type="http://schemas.openxmlformats.org/officeDocument/2006/relationships/image" Target="../media/image627.svg"/><Relationship Id="rId37" Type="http://schemas.openxmlformats.org/officeDocument/2006/relationships/image" Target="../media/image632.png"/><Relationship Id="rId53" Type="http://schemas.openxmlformats.org/officeDocument/2006/relationships/image" Target="../media/image648.png"/><Relationship Id="rId58" Type="http://schemas.openxmlformats.org/officeDocument/2006/relationships/image" Target="../media/image653.svg"/><Relationship Id="rId74" Type="http://schemas.openxmlformats.org/officeDocument/2006/relationships/image" Target="../media/image669.svg"/><Relationship Id="rId79" Type="http://schemas.openxmlformats.org/officeDocument/2006/relationships/image" Target="../media/image674.png"/><Relationship Id="rId5" Type="http://schemas.openxmlformats.org/officeDocument/2006/relationships/image" Target="../media/image600.png"/><Relationship Id="rId90" Type="http://schemas.openxmlformats.org/officeDocument/2006/relationships/image" Target="../media/image685.svg"/><Relationship Id="rId14" Type="http://schemas.openxmlformats.org/officeDocument/2006/relationships/image" Target="../media/image609.svg"/><Relationship Id="rId22" Type="http://schemas.openxmlformats.org/officeDocument/2006/relationships/image" Target="../media/image617.svg"/><Relationship Id="rId27" Type="http://schemas.openxmlformats.org/officeDocument/2006/relationships/image" Target="../media/image622.png"/><Relationship Id="rId30" Type="http://schemas.openxmlformats.org/officeDocument/2006/relationships/image" Target="../media/image625.svg"/><Relationship Id="rId35" Type="http://schemas.openxmlformats.org/officeDocument/2006/relationships/image" Target="../media/image630.png"/><Relationship Id="rId43" Type="http://schemas.openxmlformats.org/officeDocument/2006/relationships/image" Target="../media/image638.png"/><Relationship Id="rId48" Type="http://schemas.openxmlformats.org/officeDocument/2006/relationships/image" Target="../media/image643.svg"/><Relationship Id="rId56" Type="http://schemas.openxmlformats.org/officeDocument/2006/relationships/image" Target="../media/image651.svg"/><Relationship Id="rId64" Type="http://schemas.openxmlformats.org/officeDocument/2006/relationships/image" Target="../media/image659.svg"/><Relationship Id="rId69" Type="http://schemas.openxmlformats.org/officeDocument/2006/relationships/image" Target="../media/image664.png"/><Relationship Id="rId77" Type="http://schemas.openxmlformats.org/officeDocument/2006/relationships/image" Target="../media/image672.png"/><Relationship Id="rId8" Type="http://schemas.openxmlformats.org/officeDocument/2006/relationships/image" Target="../media/image603.svg"/><Relationship Id="rId51" Type="http://schemas.openxmlformats.org/officeDocument/2006/relationships/image" Target="../media/image646.png"/><Relationship Id="rId72" Type="http://schemas.openxmlformats.org/officeDocument/2006/relationships/image" Target="../media/image667.svg"/><Relationship Id="rId80" Type="http://schemas.openxmlformats.org/officeDocument/2006/relationships/image" Target="../media/image675.svg"/><Relationship Id="rId85" Type="http://schemas.openxmlformats.org/officeDocument/2006/relationships/image" Target="../media/image680.png"/><Relationship Id="rId3" Type="http://schemas.openxmlformats.org/officeDocument/2006/relationships/image" Target="../media/image598.png"/><Relationship Id="rId12" Type="http://schemas.openxmlformats.org/officeDocument/2006/relationships/image" Target="../media/image607.svg"/><Relationship Id="rId17" Type="http://schemas.openxmlformats.org/officeDocument/2006/relationships/image" Target="../media/image612.png"/><Relationship Id="rId25" Type="http://schemas.openxmlformats.org/officeDocument/2006/relationships/image" Target="../media/image620.png"/><Relationship Id="rId33" Type="http://schemas.openxmlformats.org/officeDocument/2006/relationships/image" Target="../media/image628.png"/><Relationship Id="rId38" Type="http://schemas.openxmlformats.org/officeDocument/2006/relationships/image" Target="../media/image633.svg"/><Relationship Id="rId46" Type="http://schemas.openxmlformats.org/officeDocument/2006/relationships/image" Target="../media/image641.svg"/><Relationship Id="rId59" Type="http://schemas.openxmlformats.org/officeDocument/2006/relationships/image" Target="../media/image654.png"/><Relationship Id="rId67" Type="http://schemas.openxmlformats.org/officeDocument/2006/relationships/image" Target="../media/image662.png"/><Relationship Id="rId20" Type="http://schemas.openxmlformats.org/officeDocument/2006/relationships/image" Target="../media/image615.svg"/><Relationship Id="rId41" Type="http://schemas.openxmlformats.org/officeDocument/2006/relationships/image" Target="../media/image636.png"/><Relationship Id="rId54" Type="http://schemas.openxmlformats.org/officeDocument/2006/relationships/image" Target="../media/image649.svg"/><Relationship Id="rId62" Type="http://schemas.openxmlformats.org/officeDocument/2006/relationships/image" Target="../media/image657.svg"/><Relationship Id="rId70" Type="http://schemas.openxmlformats.org/officeDocument/2006/relationships/image" Target="../media/image665.svg"/><Relationship Id="rId75" Type="http://schemas.openxmlformats.org/officeDocument/2006/relationships/image" Target="../media/image670.png"/><Relationship Id="rId83" Type="http://schemas.openxmlformats.org/officeDocument/2006/relationships/image" Target="../media/image678.png"/><Relationship Id="rId88" Type="http://schemas.openxmlformats.org/officeDocument/2006/relationships/image" Target="../media/image683.svg"/><Relationship Id="rId91" Type="http://schemas.openxmlformats.org/officeDocument/2006/relationships/image" Target="../media/image686.png"/><Relationship Id="rId1" Type="http://schemas.openxmlformats.org/officeDocument/2006/relationships/slideLayout" Target="../slideLayouts/slideLayout13.xml"/><Relationship Id="rId6" Type="http://schemas.openxmlformats.org/officeDocument/2006/relationships/image" Target="../media/image601.svg"/><Relationship Id="rId15" Type="http://schemas.openxmlformats.org/officeDocument/2006/relationships/image" Target="../media/image610.png"/><Relationship Id="rId23" Type="http://schemas.openxmlformats.org/officeDocument/2006/relationships/image" Target="../media/image618.png"/><Relationship Id="rId28" Type="http://schemas.openxmlformats.org/officeDocument/2006/relationships/image" Target="../media/image623.svg"/><Relationship Id="rId36" Type="http://schemas.openxmlformats.org/officeDocument/2006/relationships/image" Target="../media/image631.svg"/><Relationship Id="rId49" Type="http://schemas.openxmlformats.org/officeDocument/2006/relationships/image" Target="../media/image644.png"/><Relationship Id="rId57" Type="http://schemas.openxmlformats.org/officeDocument/2006/relationships/image" Target="../media/image652.png"/><Relationship Id="rId10" Type="http://schemas.openxmlformats.org/officeDocument/2006/relationships/image" Target="../media/image605.svg"/><Relationship Id="rId31" Type="http://schemas.openxmlformats.org/officeDocument/2006/relationships/image" Target="../media/image626.png"/><Relationship Id="rId44" Type="http://schemas.openxmlformats.org/officeDocument/2006/relationships/image" Target="../media/image639.svg"/><Relationship Id="rId52" Type="http://schemas.openxmlformats.org/officeDocument/2006/relationships/image" Target="../media/image647.svg"/><Relationship Id="rId60" Type="http://schemas.openxmlformats.org/officeDocument/2006/relationships/image" Target="../media/image655.svg"/><Relationship Id="rId65" Type="http://schemas.openxmlformats.org/officeDocument/2006/relationships/image" Target="../media/image660.png"/><Relationship Id="rId73" Type="http://schemas.openxmlformats.org/officeDocument/2006/relationships/image" Target="../media/image668.png"/><Relationship Id="rId78" Type="http://schemas.openxmlformats.org/officeDocument/2006/relationships/image" Target="../media/image673.svg"/><Relationship Id="rId81" Type="http://schemas.openxmlformats.org/officeDocument/2006/relationships/image" Target="../media/image676.png"/><Relationship Id="rId86" Type="http://schemas.openxmlformats.org/officeDocument/2006/relationships/image" Target="../media/image681.svg"/><Relationship Id="rId4" Type="http://schemas.openxmlformats.org/officeDocument/2006/relationships/image" Target="../media/image599.svg"/><Relationship Id="rId9" Type="http://schemas.openxmlformats.org/officeDocument/2006/relationships/image" Target="../media/image604.png"/><Relationship Id="rId13" Type="http://schemas.openxmlformats.org/officeDocument/2006/relationships/image" Target="../media/image608.png"/><Relationship Id="rId18" Type="http://schemas.openxmlformats.org/officeDocument/2006/relationships/image" Target="../media/image613.svg"/><Relationship Id="rId39" Type="http://schemas.openxmlformats.org/officeDocument/2006/relationships/image" Target="../media/image634.png"/><Relationship Id="rId34" Type="http://schemas.openxmlformats.org/officeDocument/2006/relationships/image" Target="../media/image629.svg"/><Relationship Id="rId50" Type="http://schemas.openxmlformats.org/officeDocument/2006/relationships/image" Target="../media/image645.svg"/><Relationship Id="rId55" Type="http://schemas.openxmlformats.org/officeDocument/2006/relationships/image" Target="../media/image650.png"/><Relationship Id="rId76" Type="http://schemas.openxmlformats.org/officeDocument/2006/relationships/image" Target="../media/image671.svg"/><Relationship Id="rId7" Type="http://schemas.openxmlformats.org/officeDocument/2006/relationships/image" Target="../media/image602.png"/><Relationship Id="rId71" Type="http://schemas.openxmlformats.org/officeDocument/2006/relationships/image" Target="../media/image666.png"/><Relationship Id="rId92" Type="http://schemas.openxmlformats.org/officeDocument/2006/relationships/image" Target="../media/image687.svg"/><Relationship Id="rId2" Type="http://schemas.openxmlformats.org/officeDocument/2006/relationships/notesSlide" Target="../notesSlides/notesSlide3.xml"/><Relationship Id="rId29" Type="http://schemas.openxmlformats.org/officeDocument/2006/relationships/image" Target="../media/image624.png"/><Relationship Id="rId24" Type="http://schemas.openxmlformats.org/officeDocument/2006/relationships/image" Target="../media/image619.svg"/><Relationship Id="rId40" Type="http://schemas.openxmlformats.org/officeDocument/2006/relationships/image" Target="../media/image635.svg"/><Relationship Id="rId45" Type="http://schemas.openxmlformats.org/officeDocument/2006/relationships/image" Target="../media/image640.png"/><Relationship Id="rId66" Type="http://schemas.openxmlformats.org/officeDocument/2006/relationships/image" Target="../media/image661.svg"/><Relationship Id="rId87" Type="http://schemas.openxmlformats.org/officeDocument/2006/relationships/image" Target="../media/image682.png"/><Relationship Id="rId61" Type="http://schemas.openxmlformats.org/officeDocument/2006/relationships/image" Target="../media/image656.png"/><Relationship Id="rId82" Type="http://schemas.openxmlformats.org/officeDocument/2006/relationships/image" Target="../media/image677.svg"/><Relationship Id="rId19" Type="http://schemas.openxmlformats.org/officeDocument/2006/relationships/image" Target="../media/image614.png"/></Relationships>
</file>

<file path=ppt/slides/_rels/slide50.xml.rels><?xml version="1.0" encoding="UTF-8" standalone="yes"?>
<Relationships xmlns="http://schemas.openxmlformats.org/package/2006/relationships"><Relationship Id="rId26" Type="http://schemas.openxmlformats.org/officeDocument/2006/relationships/image" Target="../media/image711.svg"/><Relationship Id="rId21" Type="http://schemas.openxmlformats.org/officeDocument/2006/relationships/image" Target="../media/image706.png"/><Relationship Id="rId42" Type="http://schemas.openxmlformats.org/officeDocument/2006/relationships/image" Target="../media/image726.svg"/><Relationship Id="rId47" Type="http://schemas.openxmlformats.org/officeDocument/2006/relationships/image" Target="../media/image731.png"/><Relationship Id="rId63" Type="http://schemas.openxmlformats.org/officeDocument/2006/relationships/image" Target="../media/image747.png"/><Relationship Id="rId68" Type="http://schemas.openxmlformats.org/officeDocument/2006/relationships/image" Target="../media/image752.svg"/><Relationship Id="rId84" Type="http://schemas.openxmlformats.org/officeDocument/2006/relationships/image" Target="../media/image768.svg"/><Relationship Id="rId89" Type="http://schemas.openxmlformats.org/officeDocument/2006/relationships/image" Target="../media/image773.png"/><Relationship Id="rId16" Type="http://schemas.openxmlformats.org/officeDocument/2006/relationships/image" Target="../media/image701.svg"/><Relationship Id="rId11" Type="http://schemas.openxmlformats.org/officeDocument/2006/relationships/image" Target="../media/image696.png"/><Relationship Id="rId32" Type="http://schemas.openxmlformats.org/officeDocument/2006/relationships/image" Target="../media/image717.svg"/><Relationship Id="rId37" Type="http://schemas.openxmlformats.org/officeDocument/2006/relationships/image" Target="../media/image43.png"/><Relationship Id="rId53" Type="http://schemas.openxmlformats.org/officeDocument/2006/relationships/image" Target="../media/image737.png"/><Relationship Id="rId58" Type="http://schemas.openxmlformats.org/officeDocument/2006/relationships/image" Target="../media/image742.svg"/><Relationship Id="rId74" Type="http://schemas.openxmlformats.org/officeDocument/2006/relationships/image" Target="../media/image758.svg"/><Relationship Id="rId79" Type="http://schemas.openxmlformats.org/officeDocument/2006/relationships/image" Target="../media/image763.png"/><Relationship Id="rId5" Type="http://schemas.openxmlformats.org/officeDocument/2006/relationships/image" Target="../media/image690.png"/><Relationship Id="rId90" Type="http://schemas.openxmlformats.org/officeDocument/2006/relationships/image" Target="../media/image774.svg"/><Relationship Id="rId14" Type="http://schemas.openxmlformats.org/officeDocument/2006/relationships/image" Target="../media/image699.svg"/><Relationship Id="rId22" Type="http://schemas.openxmlformats.org/officeDocument/2006/relationships/image" Target="../media/image707.svg"/><Relationship Id="rId27" Type="http://schemas.openxmlformats.org/officeDocument/2006/relationships/image" Target="../media/image712.png"/><Relationship Id="rId30" Type="http://schemas.openxmlformats.org/officeDocument/2006/relationships/image" Target="../media/image715.svg"/><Relationship Id="rId35" Type="http://schemas.openxmlformats.org/officeDocument/2006/relationships/image" Target="../media/image720.png"/><Relationship Id="rId43" Type="http://schemas.openxmlformats.org/officeDocument/2006/relationships/image" Target="../media/image727.png"/><Relationship Id="rId48" Type="http://schemas.openxmlformats.org/officeDocument/2006/relationships/image" Target="../media/image732.svg"/><Relationship Id="rId56" Type="http://schemas.openxmlformats.org/officeDocument/2006/relationships/image" Target="../media/image740.svg"/><Relationship Id="rId64" Type="http://schemas.openxmlformats.org/officeDocument/2006/relationships/image" Target="../media/image748.svg"/><Relationship Id="rId69" Type="http://schemas.openxmlformats.org/officeDocument/2006/relationships/image" Target="../media/image753.png"/><Relationship Id="rId77" Type="http://schemas.openxmlformats.org/officeDocument/2006/relationships/image" Target="../media/image761.png"/><Relationship Id="rId8" Type="http://schemas.openxmlformats.org/officeDocument/2006/relationships/image" Target="../media/image693.svg"/><Relationship Id="rId51" Type="http://schemas.openxmlformats.org/officeDocument/2006/relationships/image" Target="../media/image735.png"/><Relationship Id="rId72" Type="http://schemas.openxmlformats.org/officeDocument/2006/relationships/image" Target="../media/image756.svg"/><Relationship Id="rId80" Type="http://schemas.openxmlformats.org/officeDocument/2006/relationships/image" Target="../media/image764.svg"/><Relationship Id="rId85" Type="http://schemas.openxmlformats.org/officeDocument/2006/relationships/image" Target="../media/image769.png"/><Relationship Id="rId3" Type="http://schemas.openxmlformats.org/officeDocument/2006/relationships/image" Target="../media/image688.png"/><Relationship Id="rId12" Type="http://schemas.openxmlformats.org/officeDocument/2006/relationships/image" Target="../media/image697.svg"/><Relationship Id="rId17" Type="http://schemas.openxmlformats.org/officeDocument/2006/relationships/image" Target="../media/image702.png"/><Relationship Id="rId25" Type="http://schemas.openxmlformats.org/officeDocument/2006/relationships/image" Target="../media/image710.png"/><Relationship Id="rId33" Type="http://schemas.openxmlformats.org/officeDocument/2006/relationships/image" Target="../media/image718.png"/><Relationship Id="rId38" Type="http://schemas.openxmlformats.org/officeDocument/2006/relationships/image" Target="../media/image722.svg"/><Relationship Id="rId46" Type="http://schemas.openxmlformats.org/officeDocument/2006/relationships/image" Target="../media/image730.svg"/><Relationship Id="rId59" Type="http://schemas.openxmlformats.org/officeDocument/2006/relationships/image" Target="../media/image743.png"/><Relationship Id="rId67" Type="http://schemas.openxmlformats.org/officeDocument/2006/relationships/image" Target="../media/image751.png"/><Relationship Id="rId20" Type="http://schemas.openxmlformats.org/officeDocument/2006/relationships/image" Target="../media/image705.svg"/><Relationship Id="rId41" Type="http://schemas.openxmlformats.org/officeDocument/2006/relationships/image" Target="../media/image725.png"/><Relationship Id="rId54" Type="http://schemas.openxmlformats.org/officeDocument/2006/relationships/image" Target="../media/image738.svg"/><Relationship Id="rId62" Type="http://schemas.openxmlformats.org/officeDocument/2006/relationships/image" Target="../media/image746.svg"/><Relationship Id="rId70" Type="http://schemas.openxmlformats.org/officeDocument/2006/relationships/image" Target="../media/image754.svg"/><Relationship Id="rId75" Type="http://schemas.openxmlformats.org/officeDocument/2006/relationships/image" Target="../media/image759.png"/><Relationship Id="rId83" Type="http://schemas.openxmlformats.org/officeDocument/2006/relationships/image" Target="../media/image767.png"/><Relationship Id="rId88" Type="http://schemas.openxmlformats.org/officeDocument/2006/relationships/image" Target="../media/image772.svg"/><Relationship Id="rId91" Type="http://schemas.openxmlformats.org/officeDocument/2006/relationships/image" Target="../media/image775.png"/><Relationship Id="rId1" Type="http://schemas.openxmlformats.org/officeDocument/2006/relationships/slideLayout" Target="../slideLayouts/slideLayout13.xml"/><Relationship Id="rId6" Type="http://schemas.openxmlformats.org/officeDocument/2006/relationships/image" Target="../media/image691.svg"/><Relationship Id="rId15" Type="http://schemas.openxmlformats.org/officeDocument/2006/relationships/image" Target="../media/image700.png"/><Relationship Id="rId23" Type="http://schemas.openxmlformats.org/officeDocument/2006/relationships/image" Target="../media/image708.png"/><Relationship Id="rId28" Type="http://schemas.openxmlformats.org/officeDocument/2006/relationships/image" Target="../media/image713.svg"/><Relationship Id="rId36" Type="http://schemas.openxmlformats.org/officeDocument/2006/relationships/image" Target="../media/image721.svg"/><Relationship Id="rId49" Type="http://schemas.openxmlformats.org/officeDocument/2006/relationships/image" Target="../media/image733.png"/><Relationship Id="rId57" Type="http://schemas.openxmlformats.org/officeDocument/2006/relationships/image" Target="../media/image741.png"/><Relationship Id="rId10" Type="http://schemas.openxmlformats.org/officeDocument/2006/relationships/image" Target="../media/image695.svg"/><Relationship Id="rId31" Type="http://schemas.openxmlformats.org/officeDocument/2006/relationships/image" Target="../media/image716.png"/><Relationship Id="rId44" Type="http://schemas.openxmlformats.org/officeDocument/2006/relationships/image" Target="../media/image728.svg"/><Relationship Id="rId52" Type="http://schemas.openxmlformats.org/officeDocument/2006/relationships/image" Target="../media/image736.svg"/><Relationship Id="rId60" Type="http://schemas.openxmlformats.org/officeDocument/2006/relationships/image" Target="../media/image744.svg"/><Relationship Id="rId65" Type="http://schemas.openxmlformats.org/officeDocument/2006/relationships/image" Target="../media/image749.png"/><Relationship Id="rId73" Type="http://schemas.openxmlformats.org/officeDocument/2006/relationships/image" Target="../media/image757.png"/><Relationship Id="rId78" Type="http://schemas.openxmlformats.org/officeDocument/2006/relationships/image" Target="../media/image762.svg"/><Relationship Id="rId81" Type="http://schemas.openxmlformats.org/officeDocument/2006/relationships/image" Target="../media/image765.png"/><Relationship Id="rId86" Type="http://schemas.openxmlformats.org/officeDocument/2006/relationships/image" Target="../media/image770.svg"/><Relationship Id="rId4" Type="http://schemas.openxmlformats.org/officeDocument/2006/relationships/image" Target="../media/image689.svg"/><Relationship Id="rId9" Type="http://schemas.openxmlformats.org/officeDocument/2006/relationships/image" Target="../media/image694.png"/><Relationship Id="rId13" Type="http://schemas.openxmlformats.org/officeDocument/2006/relationships/image" Target="../media/image698.png"/><Relationship Id="rId18" Type="http://schemas.openxmlformats.org/officeDocument/2006/relationships/image" Target="../media/image703.svg"/><Relationship Id="rId39" Type="http://schemas.openxmlformats.org/officeDocument/2006/relationships/image" Target="../media/image723.png"/><Relationship Id="rId34" Type="http://schemas.openxmlformats.org/officeDocument/2006/relationships/image" Target="../media/image719.svg"/><Relationship Id="rId50" Type="http://schemas.openxmlformats.org/officeDocument/2006/relationships/image" Target="../media/image734.svg"/><Relationship Id="rId55" Type="http://schemas.openxmlformats.org/officeDocument/2006/relationships/image" Target="../media/image739.png"/><Relationship Id="rId76" Type="http://schemas.openxmlformats.org/officeDocument/2006/relationships/image" Target="../media/image760.svg"/><Relationship Id="rId7" Type="http://schemas.openxmlformats.org/officeDocument/2006/relationships/image" Target="../media/image692.png"/><Relationship Id="rId71" Type="http://schemas.openxmlformats.org/officeDocument/2006/relationships/image" Target="../media/image755.png"/><Relationship Id="rId92" Type="http://schemas.openxmlformats.org/officeDocument/2006/relationships/image" Target="../media/image776.svg"/><Relationship Id="rId2" Type="http://schemas.openxmlformats.org/officeDocument/2006/relationships/notesSlide" Target="../notesSlides/notesSlide4.xml"/><Relationship Id="rId29" Type="http://schemas.openxmlformats.org/officeDocument/2006/relationships/image" Target="../media/image714.png"/><Relationship Id="rId24" Type="http://schemas.openxmlformats.org/officeDocument/2006/relationships/image" Target="../media/image709.svg"/><Relationship Id="rId40" Type="http://schemas.openxmlformats.org/officeDocument/2006/relationships/image" Target="../media/image724.svg"/><Relationship Id="rId45" Type="http://schemas.openxmlformats.org/officeDocument/2006/relationships/image" Target="../media/image729.png"/><Relationship Id="rId66" Type="http://schemas.openxmlformats.org/officeDocument/2006/relationships/image" Target="../media/image750.svg"/><Relationship Id="rId87" Type="http://schemas.openxmlformats.org/officeDocument/2006/relationships/image" Target="../media/image771.png"/><Relationship Id="rId61" Type="http://schemas.openxmlformats.org/officeDocument/2006/relationships/image" Target="../media/image745.png"/><Relationship Id="rId82" Type="http://schemas.openxmlformats.org/officeDocument/2006/relationships/image" Target="../media/image766.svg"/><Relationship Id="rId19" Type="http://schemas.openxmlformats.org/officeDocument/2006/relationships/image" Target="../media/image704.png"/></Relationships>
</file>

<file path=ppt/slides/_rels/slide51.xml.rels><?xml version="1.0" encoding="UTF-8" standalone="yes"?>
<Relationships xmlns="http://schemas.openxmlformats.org/package/2006/relationships"><Relationship Id="rId13" Type="http://schemas.openxmlformats.org/officeDocument/2006/relationships/image" Target="../media/image787.png"/><Relationship Id="rId18" Type="http://schemas.openxmlformats.org/officeDocument/2006/relationships/image" Target="../media/image792.svg"/><Relationship Id="rId26" Type="http://schemas.openxmlformats.org/officeDocument/2006/relationships/image" Target="../media/image8.svg"/><Relationship Id="rId3" Type="http://schemas.openxmlformats.org/officeDocument/2006/relationships/image" Target="../media/image777.png"/><Relationship Id="rId21" Type="http://schemas.openxmlformats.org/officeDocument/2006/relationships/image" Target="../media/image795.png"/><Relationship Id="rId34" Type="http://schemas.openxmlformats.org/officeDocument/2006/relationships/image" Target="../media/image804.svg"/><Relationship Id="rId7" Type="http://schemas.openxmlformats.org/officeDocument/2006/relationships/image" Target="../media/image781.png"/><Relationship Id="rId12" Type="http://schemas.openxmlformats.org/officeDocument/2006/relationships/image" Target="../media/image786.svg"/><Relationship Id="rId17" Type="http://schemas.openxmlformats.org/officeDocument/2006/relationships/image" Target="../media/image791.png"/><Relationship Id="rId25" Type="http://schemas.openxmlformats.org/officeDocument/2006/relationships/image" Target="../media/image7.png"/><Relationship Id="rId33" Type="http://schemas.openxmlformats.org/officeDocument/2006/relationships/image" Target="../media/image803.png"/><Relationship Id="rId2" Type="http://schemas.openxmlformats.org/officeDocument/2006/relationships/notesSlide" Target="../notesSlides/notesSlide5.xml"/><Relationship Id="rId16" Type="http://schemas.openxmlformats.org/officeDocument/2006/relationships/image" Target="../media/image790.svg"/><Relationship Id="rId20" Type="http://schemas.openxmlformats.org/officeDocument/2006/relationships/image" Target="../media/image794.svg"/><Relationship Id="rId29" Type="http://schemas.openxmlformats.org/officeDocument/2006/relationships/image" Target="../media/image799.png"/><Relationship Id="rId1" Type="http://schemas.openxmlformats.org/officeDocument/2006/relationships/slideLayout" Target="../slideLayouts/slideLayout13.xml"/><Relationship Id="rId6" Type="http://schemas.openxmlformats.org/officeDocument/2006/relationships/image" Target="../media/image780.svg"/><Relationship Id="rId11" Type="http://schemas.openxmlformats.org/officeDocument/2006/relationships/image" Target="../media/image785.png"/><Relationship Id="rId24" Type="http://schemas.openxmlformats.org/officeDocument/2006/relationships/image" Target="../media/image292.svg"/><Relationship Id="rId32" Type="http://schemas.openxmlformats.org/officeDocument/2006/relationships/image" Target="../media/image802.svg"/><Relationship Id="rId5" Type="http://schemas.openxmlformats.org/officeDocument/2006/relationships/image" Target="../media/image779.png"/><Relationship Id="rId15" Type="http://schemas.openxmlformats.org/officeDocument/2006/relationships/image" Target="../media/image789.png"/><Relationship Id="rId23" Type="http://schemas.openxmlformats.org/officeDocument/2006/relationships/image" Target="../media/image291.png"/><Relationship Id="rId28" Type="http://schemas.openxmlformats.org/officeDocument/2006/relationships/image" Target="../media/image798.svg"/><Relationship Id="rId36" Type="http://schemas.openxmlformats.org/officeDocument/2006/relationships/image" Target="../media/image806.svg"/><Relationship Id="rId10" Type="http://schemas.openxmlformats.org/officeDocument/2006/relationships/image" Target="../media/image784.svg"/><Relationship Id="rId19" Type="http://schemas.openxmlformats.org/officeDocument/2006/relationships/image" Target="../media/image793.png"/><Relationship Id="rId31" Type="http://schemas.openxmlformats.org/officeDocument/2006/relationships/image" Target="../media/image801.png"/><Relationship Id="rId4" Type="http://schemas.openxmlformats.org/officeDocument/2006/relationships/image" Target="../media/image778.svg"/><Relationship Id="rId9" Type="http://schemas.openxmlformats.org/officeDocument/2006/relationships/image" Target="../media/image783.png"/><Relationship Id="rId14" Type="http://schemas.openxmlformats.org/officeDocument/2006/relationships/image" Target="../media/image788.svg"/><Relationship Id="rId22" Type="http://schemas.openxmlformats.org/officeDocument/2006/relationships/image" Target="../media/image796.svg"/><Relationship Id="rId27" Type="http://schemas.openxmlformats.org/officeDocument/2006/relationships/image" Target="../media/image797.png"/><Relationship Id="rId30" Type="http://schemas.openxmlformats.org/officeDocument/2006/relationships/image" Target="../media/image800.svg"/><Relationship Id="rId35" Type="http://schemas.openxmlformats.org/officeDocument/2006/relationships/image" Target="../media/image805.png"/><Relationship Id="rId8" Type="http://schemas.openxmlformats.org/officeDocument/2006/relationships/image" Target="../media/image78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49F222F-2B39-B00A-599F-AFB61DCC9440}"/>
              </a:ext>
            </a:extLst>
          </p:cNvPr>
          <p:cNvSpPr>
            <a:spLocks noGrp="1"/>
          </p:cNvSpPr>
          <p:nvPr>
            <p:ph type="subTitle" idx="13"/>
          </p:nvPr>
        </p:nvSpPr>
        <p:spPr/>
        <p:txBody>
          <a:bodyPr/>
          <a:lstStyle/>
          <a:p>
            <a:r>
              <a:rPr lang="en-GB"/>
              <a:t>Subheading</a:t>
            </a:r>
          </a:p>
        </p:txBody>
      </p:sp>
      <p:sp>
        <p:nvSpPr>
          <p:cNvPr id="3" name="Title 2">
            <a:extLst>
              <a:ext uri="{FF2B5EF4-FFF2-40B4-BE49-F238E27FC236}">
                <a16:creationId xmlns:a16="http://schemas.microsoft.com/office/drawing/2014/main" id="{36C70B94-2F49-9E2F-22D2-9E3B2A2E29B1}"/>
              </a:ext>
            </a:extLst>
          </p:cNvPr>
          <p:cNvSpPr>
            <a:spLocks noGrp="1"/>
          </p:cNvSpPr>
          <p:nvPr>
            <p:ph type="title"/>
          </p:nvPr>
        </p:nvSpPr>
        <p:spPr/>
        <p:txBody>
          <a:bodyPr/>
          <a:lstStyle/>
          <a:p>
            <a:r>
              <a:rPr lang="en-GB"/>
              <a:t>Highlight / Pull outs / Quote</a:t>
            </a:r>
          </a:p>
        </p:txBody>
      </p:sp>
      <p:sp>
        <p:nvSpPr>
          <p:cNvPr id="23" name="Text Placeholder 8">
            <a:extLst>
              <a:ext uri="{FF2B5EF4-FFF2-40B4-BE49-F238E27FC236}">
                <a16:creationId xmlns:a16="http://schemas.microsoft.com/office/drawing/2014/main" id="{8BA8607C-F506-D8A3-C777-2D6960192460}"/>
              </a:ext>
            </a:extLst>
          </p:cNvPr>
          <p:cNvSpPr txBox="1">
            <a:spLocks/>
          </p:cNvSpPr>
          <p:nvPr/>
        </p:nvSpPr>
        <p:spPr>
          <a:xfrm>
            <a:off x="646429" y="1607187"/>
            <a:ext cx="2306487" cy="871855"/>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6600">
                <a:solidFill>
                  <a:schemeClr val="bg2"/>
                </a:solidFill>
                <a:latin typeface="+mn-lt"/>
              </a:rPr>
              <a:t>00%</a:t>
            </a:r>
          </a:p>
        </p:txBody>
      </p:sp>
      <p:sp>
        <p:nvSpPr>
          <p:cNvPr id="24" name="Text Placeholder 8">
            <a:extLst>
              <a:ext uri="{FF2B5EF4-FFF2-40B4-BE49-F238E27FC236}">
                <a16:creationId xmlns:a16="http://schemas.microsoft.com/office/drawing/2014/main" id="{EA2B209E-3D7C-236E-FE76-D5DC0A723942}"/>
              </a:ext>
            </a:extLst>
          </p:cNvPr>
          <p:cNvSpPr txBox="1">
            <a:spLocks/>
          </p:cNvSpPr>
          <p:nvPr/>
        </p:nvSpPr>
        <p:spPr>
          <a:xfrm>
            <a:off x="670751" y="2494187"/>
            <a:ext cx="2115092" cy="134305"/>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400" err="1">
                <a:solidFill>
                  <a:schemeClr val="tx2"/>
                </a:solidFill>
                <a:latin typeface="+mn-lt"/>
              </a:rPr>
              <a:t>Faucibus</a:t>
            </a:r>
            <a:r>
              <a:rPr lang="en-GB" sz="1400">
                <a:solidFill>
                  <a:schemeClr val="tx2"/>
                </a:solidFill>
                <a:latin typeface="+mn-lt"/>
              </a:rPr>
              <a:t> a </a:t>
            </a:r>
            <a:r>
              <a:rPr lang="en-GB" sz="1400" err="1">
                <a:solidFill>
                  <a:schemeClr val="tx2"/>
                </a:solidFill>
                <a:latin typeface="+mn-lt"/>
              </a:rPr>
              <a:t>pelle</a:t>
            </a:r>
            <a:r>
              <a:rPr lang="en-GB" sz="1400">
                <a:solidFill>
                  <a:schemeClr val="tx2"/>
                </a:solidFill>
                <a:latin typeface="+mn-lt"/>
              </a:rPr>
              <a:t> </a:t>
            </a:r>
            <a:r>
              <a:rPr lang="en-GB" sz="1400" err="1">
                <a:solidFill>
                  <a:schemeClr val="tx2"/>
                </a:solidFill>
                <a:latin typeface="+mn-lt"/>
              </a:rPr>
              <a:t>ntesque</a:t>
            </a:r>
            <a:endParaRPr lang="en-GB" sz="1800">
              <a:solidFill>
                <a:schemeClr val="tx2"/>
              </a:solidFill>
              <a:latin typeface="+mn-lt"/>
            </a:endParaRPr>
          </a:p>
        </p:txBody>
      </p:sp>
      <p:cxnSp>
        <p:nvCxnSpPr>
          <p:cNvPr id="22" name="Straight Connector 21">
            <a:extLst>
              <a:ext uri="{FF2B5EF4-FFF2-40B4-BE49-F238E27FC236}">
                <a16:creationId xmlns:a16="http://schemas.microsoft.com/office/drawing/2014/main" id="{372BB736-19F1-9CE6-DD51-FF8DACCC7B49}"/>
              </a:ext>
            </a:extLst>
          </p:cNvPr>
          <p:cNvCxnSpPr>
            <a:cxnSpLocks/>
          </p:cNvCxnSpPr>
          <p:nvPr/>
        </p:nvCxnSpPr>
        <p:spPr>
          <a:xfrm flipV="1">
            <a:off x="539752" y="1800228"/>
            <a:ext cx="0" cy="95821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35186A9-394D-BC0F-5F61-1F434C6C103C}"/>
              </a:ext>
            </a:extLst>
          </p:cNvPr>
          <p:cNvSpPr/>
          <p:nvPr/>
        </p:nvSpPr>
        <p:spPr>
          <a:xfrm>
            <a:off x="2977700" y="1638197"/>
            <a:ext cx="2111712" cy="1221492"/>
          </a:xfrm>
          <a:prstGeom prst="rect">
            <a:avLst/>
          </a:prstGeom>
          <a:solidFill>
            <a:srgbClr val="EDEBF4"/>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7" name="Text Placeholder 8">
            <a:extLst>
              <a:ext uri="{FF2B5EF4-FFF2-40B4-BE49-F238E27FC236}">
                <a16:creationId xmlns:a16="http://schemas.microsoft.com/office/drawing/2014/main" id="{6417E941-5F8D-3420-CE43-D05467C17650}"/>
              </a:ext>
            </a:extLst>
          </p:cNvPr>
          <p:cNvSpPr txBox="1">
            <a:spLocks/>
          </p:cNvSpPr>
          <p:nvPr/>
        </p:nvSpPr>
        <p:spPr>
          <a:xfrm>
            <a:off x="3140244" y="1661372"/>
            <a:ext cx="1845084" cy="871855"/>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6600">
                <a:solidFill>
                  <a:schemeClr val="accent3"/>
                </a:solidFill>
                <a:latin typeface="+mn-lt"/>
              </a:rPr>
              <a:t>00%</a:t>
            </a:r>
          </a:p>
        </p:txBody>
      </p:sp>
      <p:sp>
        <p:nvSpPr>
          <p:cNvPr id="8" name="Text Placeholder 8">
            <a:extLst>
              <a:ext uri="{FF2B5EF4-FFF2-40B4-BE49-F238E27FC236}">
                <a16:creationId xmlns:a16="http://schemas.microsoft.com/office/drawing/2014/main" id="{C7FA8685-76EA-24CE-1510-8CC7C2EB8858}"/>
              </a:ext>
            </a:extLst>
          </p:cNvPr>
          <p:cNvSpPr txBox="1">
            <a:spLocks/>
          </p:cNvSpPr>
          <p:nvPr/>
        </p:nvSpPr>
        <p:spPr>
          <a:xfrm>
            <a:off x="3164566" y="2548373"/>
            <a:ext cx="1820762" cy="134305"/>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000" b="0" i="0" u="none" strike="noStrike" baseline="0" dirty="0" err="1">
                <a:solidFill>
                  <a:schemeClr val="tx2"/>
                </a:solidFill>
                <a:latin typeface="+mn-lt"/>
              </a:rPr>
              <a:t>Faucibus</a:t>
            </a:r>
            <a:r>
              <a:rPr lang="en-GB" sz="1000" b="0" i="0" u="none" strike="noStrike" baseline="0" dirty="0">
                <a:solidFill>
                  <a:schemeClr val="tx2"/>
                </a:solidFill>
                <a:latin typeface="+mn-lt"/>
              </a:rPr>
              <a:t> a </a:t>
            </a:r>
            <a:r>
              <a:rPr lang="en-GB" sz="1000" b="0" i="0" u="none" strike="noStrike" baseline="0" dirty="0" err="1">
                <a:solidFill>
                  <a:schemeClr val="tx2"/>
                </a:solidFill>
                <a:latin typeface="+mn-lt"/>
              </a:rPr>
              <a:t>pelle</a:t>
            </a:r>
            <a:r>
              <a:rPr lang="en-GB" sz="1000" b="0" i="0" u="none" strike="noStrike" baseline="0" dirty="0">
                <a:solidFill>
                  <a:schemeClr val="tx2"/>
                </a:solidFill>
                <a:latin typeface="+mn-lt"/>
              </a:rPr>
              <a:t> </a:t>
            </a:r>
            <a:r>
              <a:rPr lang="en-GB" sz="1000" b="0" i="0" u="none" strike="noStrike" baseline="0" dirty="0" err="1">
                <a:solidFill>
                  <a:schemeClr val="tx2"/>
                </a:solidFill>
                <a:latin typeface="+mn-lt"/>
              </a:rPr>
              <a:t>ntesque</a:t>
            </a:r>
            <a:endParaRPr lang="en-GB" sz="1100" dirty="0">
              <a:solidFill>
                <a:schemeClr val="tx2"/>
              </a:solidFill>
              <a:latin typeface="+mn-lt"/>
            </a:endParaRPr>
          </a:p>
        </p:txBody>
      </p:sp>
      <p:grpSp>
        <p:nvGrpSpPr>
          <p:cNvPr id="26" name="Group 25">
            <a:extLst>
              <a:ext uri="{FF2B5EF4-FFF2-40B4-BE49-F238E27FC236}">
                <a16:creationId xmlns:a16="http://schemas.microsoft.com/office/drawing/2014/main" id="{F7AC9046-18DC-ACFF-08E8-3F8EF6A01739}"/>
              </a:ext>
            </a:extLst>
          </p:cNvPr>
          <p:cNvGrpSpPr/>
          <p:nvPr/>
        </p:nvGrpSpPr>
        <p:grpSpPr>
          <a:xfrm>
            <a:off x="4189533" y="5673483"/>
            <a:ext cx="2663705" cy="1100782"/>
            <a:chOff x="4189533" y="5673483"/>
            <a:chExt cx="2663705" cy="1100782"/>
          </a:xfrm>
        </p:grpSpPr>
        <p:grpSp>
          <p:nvGrpSpPr>
            <p:cNvPr id="27" name="Group 26">
              <a:extLst>
                <a:ext uri="{FF2B5EF4-FFF2-40B4-BE49-F238E27FC236}">
                  <a16:creationId xmlns:a16="http://schemas.microsoft.com/office/drawing/2014/main" id="{CD282B36-BB35-6775-706C-1BC92976357D}"/>
                </a:ext>
              </a:extLst>
            </p:cNvPr>
            <p:cNvGrpSpPr/>
            <p:nvPr/>
          </p:nvGrpSpPr>
          <p:grpSpPr>
            <a:xfrm>
              <a:off x="4189533" y="5966385"/>
              <a:ext cx="2663705" cy="807880"/>
              <a:chOff x="4189533" y="5966385"/>
              <a:chExt cx="2663705" cy="807880"/>
            </a:xfrm>
          </p:grpSpPr>
          <p:cxnSp>
            <p:nvCxnSpPr>
              <p:cNvPr id="34" name="Straight Connector 33">
                <a:extLst>
                  <a:ext uri="{FF2B5EF4-FFF2-40B4-BE49-F238E27FC236}">
                    <a16:creationId xmlns:a16="http://schemas.microsoft.com/office/drawing/2014/main" id="{7735CE21-B000-C255-DF9A-01E427643B8B}"/>
                  </a:ext>
                </a:extLst>
              </p:cNvPr>
              <p:cNvCxnSpPr>
                <a:cxnSpLocks/>
              </p:cNvCxnSpPr>
              <p:nvPr/>
            </p:nvCxnSpPr>
            <p:spPr>
              <a:xfrm>
                <a:off x="4729163" y="5966385"/>
                <a:ext cx="2124075" cy="0"/>
              </a:xfrm>
              <a:prstGeom prst="line">
                <a:avLst/>
              </a:prstGeom>
              <a:ln w="9525">
                <a:solidFill>
                  <a:srgbClr val="E76151"/>
                </a:solidFill>
                <a:tailEnd type="none" w="lg" len="lg"/>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A1CCDDB-FD75-8AAB-6783-CA2B9CBC4492}"/>
                  </a:ext>
                </a:extLst>
              </p:cNvPr>
              <p:cNvSpPr txBox="1"/>
              <p:nvPr/>
            </p:nvSpPr>
            <p:spPr>
              <a:xfrm>
                <a:off x="4193447" y="5985586"/>
                <a:ext cx="2659072" cy="769441"/>
              </a:xfrm>
              <a:prstGeom prst="rect">
                <a:avLst/>
              </a:prstGeom>
              <a:noFill/>
            </p:spPr>
            <p:txBody>
              <a:bodyPr wrap="square" lIns="0" rIns="0" rtlCol="0">
                <a:spAutoFit/>
              </a:bodyPr>
              <a:lstStyle/>
              <a:p>
                <a:pPr>
                  <a:spcAft>
                    <a:spcPts val="600"/>
                  </a:spcAft>
                </a:pPr>
                <a:r>
                  <a:rPr lang="en-GB" sz="1400"/>
                  <a:t>Quote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a:t>
                </a:r>
              </a:p>
              <a:p>
                <a:pPr>
                  <a:spcAft>
                    <a:spcPts val="600"/>
                  </a:spcAft>
                </a:pPr>
                <a:r>
                  <a:rPr lang="en-GB" sz="1100" b="1">
                    <a:solidFill>
                      <a:schemeClr val="accent1"/>
                    </a:solidFill>
                    <a:latin typeface="+mj-lt"/>
                  </a:rPr>
                  <a:t>Quote source (date)</a:t>
                </a:r>
                <a:endParaRPr lang="en-GB" sz="2000">
                  <a:solidFill>
                    <a:schemeClr val="accent1"/>
                  </a:solidFill>
                  <a:latin typeface="+mj-lt"/>
                </a:endParaRPr>
              </a:p>
            </p:txBody>
          </p:sp>
          <p:cxnSp>
            <p:nvCxnSpPr>
              <p:cNvPr id="42" name="Straight Connector 41">
                <a:extLst>
                  <a:ext uri="{FF2B5EF4-FFF2-40B4-BE49-F238E27FC236}">
                    <a16:creationId xmlns:a16="http://schemas.microsoft.com/office/drawing/2014/main" id="{9722D8EC-04E3-CFA1-B6B5-50909E3AAE8D}"/>
                  </a:ext>
                </a:extLst>
              </p:cNvPr>
              <p:cNvCxnSpPr>
                <a:cxnSpLocks/>
              </p:cNvCxnSpPr>
              <p:nvPr/>
            </p:nvCxnSpPr>
            <p:spPr>
              <a:xfrm>
                <a:off x="4189533" y="6774265"/>
                <a:ext cx="2663705" cy="0"/>
              </a:xfrm>
              <a:prstGeom prst="line">
                <a:avLst/>
              </a:prstGeom>
              <a:ln w="9525">
                <a:solidFill>
                  <a:srgbClr val="E7615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30" name="Graphic 74">
              <a:extLst>
                <a:ext uri="{FF2B5EF4-FFF2-40B4-BE49-F238E27FC236}">
                  <a16:creationId xmlns:a16="http://schemas.microsoft.com/office/drawing/2014/main" id="{499CFBE0-E333-AF74-FF5E-10DC36DBC1E8}"/>
                </a:ext>
              </a:extLst>
            </p:cNvPr>
            <p:cNvSpPr/>
            <p:nvPr/>
          </p:nvSpPr>
          <p:spPr>
            <a:xfrm>
              <a:off x="4192683" y="5673483"/>
              <a:ext cx="423722" cy="31210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rgbClr val="E76151"/>
            </a:solidFill>
            <a:ln w="9525" cap="flat">
              <a:noFill/>
              <a:prstDash val="solid"/>
              <a:miter/>
            </a:ln>
          </p:spPr>
          <p:txBody>
            <a:bodyPr rtlCol="0" anchor="ctr"/>
            <a:lstStyle/>
            <a:p>
              <a:endParaRPr lang="en-GB"/>
            </a:p>
          </p:txBody>
        </p:sp>
      </p:grpSp>
      <p:sp>
        <p:nvSpPr>
          <p:cNvPr id="74" name="Rectangle 73">
            <a:extLst>
              <a:ext uri="{FF2B5EF4-FFF2-40B4-BE49-F238E27FC236}">
                <a16:creationId xmlns:a16="http://schemas.microsoft.com/office/drawing/2014/main" id="{C34A0CE6-B5A5-DF84-D085-524BDBCDAE13}"/>
              </a:ext>
            </a:extLst>
          </p:cNvPr>
          <p:cNvSpPr/>
          <p:nvPr/>
        </p:nvSpPr>
        <p:spPr>
          <a:xfrm>
            <a:off x="10227396" y="1800227"/>
            <a:ext cx="2696440" cy="3286123"/>
          </a:xfrm>
          <a:prstGeom prst="rect">
            <a:avLst/>
          </a:prstGeom>
          <a:solidFill>
            <a:srgbClr val="ECF9F4"/>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75" name="Rectangle 74">
            <a:extLst>
              <a:ext uri="{FF2B5EF4-FFF2-40B4-BE49-F238E27FC236}">
                <a16:creationId xmlns:a16="http://schemas.microsoft.com/office/drawing/2014/main" id="{B9431CDC-0659-6968-E2FB-9614BD4A4FB4}"/>
              </a:ext>
            </a:extLst>
          </p:cNvPr>
          <p:cNvSpPr/>
          <p:nvPr/>
        </p:nvSpPr>
        <p:spPr>
          <a:xfrm>
            <a:off x="10458494" y="2996407"/>
            <a:ext cx="2287734" cy="722776"/>
          </a:xfrm>
          <a:prstGeom prst="rect">
            <a:avLst/>
          </a:prstGeom>
          <a:solidFill>
            <a:srgbClr val="FFF6EB"/>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grpSp>
        <p:nvGrpSpPr>
          <p:cNvPr id="78" name="Group 77">
            <a:extLst>
              <a:ext uri="{FF2B5EF4-FFF2-40B4-BE49-F238E27FC236}">
                <a16:creationId xmlns:a16="http://schemas.microsoft.com/office/drawing/2014/main" id="{086635B4-93A9-19B1-1731-ABDCD91178AF}"/>
              </a:ext>
            </a:extLst>
          </p:cNvPr>
          <p:cNvGrpSpPr/>
          <p:nvPr/>
        </p:nvGrpSpPr>
        <p:grpSpPr>
          <a:xfrm>
            <a:off x="10458494" y="2003598"/>
            <a:ext cx="2234245" cy="623295"/>
            <a:chOff x="7919405" y="1749065"/>
            <a:chExt cx="2234245" cy="623295"/>
          </a:xfrm>
        </p:grpSpPr>
        <p:sp>
          <p:nvSpPr>
            <p:cNvPr id="79" name="Text Placeholder 8">
              <a:extLst>
                <a:ext uri="{FF2B5EF4-FFF2-40B4-BE49-F238E27FC236}">
                  <a16:creationId xmlns:a16="http://schemas.microsoft.com/office/drawing/2014/main" id="{78F154DF-2179-8644-AF9B-8FC1507101E8}"/>
                </a:ext>
              </a:extLst>
            </p:cNvPr>
            <p:cNvSpPr txBox="1">
              <a:spLocks/>
            </p:cNvSpPr>
            <p:nvPr/>
          </p:nvSpPr>
          <p:spPr>
            <a:xfrm>
              <a:off x="8047589" y="1749065"/>
              <a:ext cx="2106061" cy="330521"/>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2400">
                  <a:solidFill>
                    <a:schemeClr val="bg2"/>
                  </a:solidFill>
                  <a:latin typeface="+mn-lt"/>
                </a:rPr>
                <a:t>+0%</a:t>
              </a:r>
            </a:p>
          </p:txBody>
        </p:sp>
        <p:sp>
          <p:nvSpPr>
            <p:cNvPr id="80" name="Text Placeholder 8">
              <a:extLst>
                <a:ext uri="{FF2B5EF4-FFF2-40B4-BE49-F238E27FC236}">
                  <a16:creationId xmlns:a16="http://schemas.microsoft.com/office/drawing/2014/main" id="{2E8E7A3C-2E52-20B0-14C9-704DA38A71FC}"/>
                </a:ext>
              </a:extLst>
            </p:cNvPr>
            <p:cNvSpPr txBox="1">
              <a:spLocks/>
            </p:cNvSpPr>
            <p:nvPr/>
          </p:nvSpPr>
          <p:spPr>
            <a:xfrm>
              <a:off x="8039992" y="2118227"/>
              <a:ext cx="2113658" cy="134306"/>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000" b="0" i="0" u="none" strike="noStrike" baseline="0" err="1">
                  <a:solidFill>
                    <a:schemeClr val="tx2"/>
                  </a:solidFill>
                  <a:latin typeface="+mn-lt"/>
                </a:rPr>
                <a:t>Faucibus</a:t>
              </a:r>
              <a:r>
                <a:rPr lang="en-GB" sz="1000" b="0" i="0" u="none" strike="noStrike" baseline="0">
                  <a:solidFill>
                    <a:schemeClr val="tx2"/>
                  </a:solidFill>
                  <a:latin typeface="+mn-lt"/>
                </a:rPr>
                <a:t> a </a:t>
              </a:r>
              <a:r>
                <a:rPr lang="en-GB" sz="1000" b="0" i="0" u="none" strike="noStrike" baseline="0" err="1">
                  <a:solidFill>
                    <a:schemeClr val="tx2"/>
                  </a:solidFill>
                  <a:latin typeface="+mn-lt"/>
                </a:rPr>
                <a:t>pelle</a:t>
              </a:r>
              <a:r>
                <a:rPr lang="en-GB" sz="1000" b="0" i="0" u="none" strike="noStrike" baseline="0">
                  <a:solidFill>
                    <a:schemeClr val="tx2"/>
                  </a:solidFill>
                  <a:latin typeface="+mn-lt"/>
                </a:rPr>
                <a:t> </a:t>
              </a:r>
              <a:r>
                <a:rPr lang="en-GB" sz="1000" b="0" i="0" u="none" strike="noStrike" baseline="0" err="1">
                  <a:solidFill>
                    <a:schemeClr val="tx2"/>
                  </a:solidFill>
                  <a:latin typeface="+mn-lt"/>
                </a:rPr>
                <a:t>ntesque</a:t>
              </a:r>
              <a:endParaRPr lang="en-GB" sz="1100">
                <a:solidFill>
                  <a:schemeClr val="tx2"/>
                </a:solidFill>
                <a:latin typeface="+mn-lt"/>
              </a:endParaRPr>
            </a:p>
          </p:txBody>
        </p:sp>
        <p:cxnSp>
          <p:nvCxnSpPr>
            <p:cNvPr id="81" name="Straight Connector 80">
              <a:extLst>
                <a:ext uri="{FF2B5EF4-FFF2-40B4-BE49-F238E27FC236}">
                  <a16:creationId xmlns:a16="http://schemas.microsoft.com/office/drawing/2014/main" id="{25909F39-6D98-6AC3-3ED9-811D2B32D556}"/>
                </a:ext>
              </a:extLst>
            </p:cNvPr>
            <p:cNvCxnSpPr>
              <a:cxnSpLocks/>
            </p:cNvCxnSpPr>
            <p:nvPr/>
          </p:nvCxnSpPr>
          <p:spPr>
            <a:xfrm flipV="1">
              <a:off x="7919405" y="1800227"/>
              <a:ext cx="0" cy="572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ADD5BC6C-FFCF-1238-0E0D-3D9700BFA810}"/>
              </a:ext>
            </a:extLst>
          </p:cNvPr>
          <p:cNvGrpSpPr/>
          <p:nvPr/>
        </p:nvGrpSpPr>
        <p:grpSpPr>
          <a:xfrm>
            <a:off x="10579081" y="3047570"/>
            <a:ext cx="2113658" cy="503468"/>
            <a:chOff x="8039992" y="2894829"/>
            <a:chExt cx="2113658" cy="503468"/>
          </a:xfrm>
        </p:grpSpPr>
        <p:sp>
          <p:nvSpPr>
            <p:cNvPr id="83" name="Text Placeholder 8">
              <a:extLst>
                <a:ext uri="{FF2B5EF4-FFF2-40B4-BE49-F238E27FC236}">
                  <a16:creationId xmlns:a16="http://schemas.microsoft.com/office/drawing/2014/main" id="{DE64233B-6143-A5AD-B3AF-DF3F3CCEF8B9}"/>
                </a:ext>
              </a:extLst>
            </p:cNvPr>
            <p:cNvSpPr txBox="1">
              <a:spLocks/>
            </p:cNvSpPr>
            <p:nvPr/>
          </p:nvSpPr>
          <p:spPr>
            <a:xfrm>
              <a:off x="8047589" y="2894829"/>
              <a:ext cx="2106061" cy="330521"/>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2400" b="1">
                  <a:solidFill>
                    <a:schemeClr val="accent4"/>
                  </a:solidFill>
                  <a:latin typeface="+mj-lt"/>
                </a:rPr>
                <a:t>+0%</a:t>
              </a:r>
            </a:p>
          </p:txBody>
        </p:sp>
        <p:sp>
          <p:nvSpPr>
            <p:cNvPr id="88" name="Text Placeholder 8">
              <a:extLst>
                <a:ext uri="{FF2B5EF4-FFF2-40B4-BE49-F238E27FC236}">
                  <a16:creationId xmlns:a16="http://schemas.microsoft.com/office/drawing/2014/main" id="{0FB44433-86FF-3577-CD8A-7770BB35C6E9}"/>
                </a:ext>
              </a:extLst>
            </p:cNvPr>
            <p:cNvSpPr txBox="1">
              <a:spLocks/>
            </p:cNvSpPr>
            <p:nvPr/>
          </p:nvSpPr>
          <p:spPr>
            <a:xfrm>
              <a:off x="8039992" y="3263991"/>
              <a:ext cx="2113658" cy="134306"/>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000" b="0" i="0" u="none" strike="noStrike" baseline="0" err="1">
                  <a:latin typeface="+mn-lt"/>
                </a:rPr>
                <a:t>Faucibus</a:t>
              </a:r>
              <a:r>
                <a:rPr lang="en-GB" sz="1000" b="0" i="0" u="none" strike="noStrike" baseline="0">
                  <a:latin typeface="+mn-lt"/>
                </a:rPr>
                <a:t> a </a:t>
              </a:r>
              <a:r>
                <a:rPr lang="en-GB" sz="1000" b="0" i="0" u="none" strike="noStrike" baseline="0" err="1">
                  <a:latin typeface="+mn-lt"/>
                </a:rPr>
                <a:t>pelle</a:t>
              </a:r>
              <a:r>
                <a:rPr lang="en-GB" sz="1000" b="0" i="0" u="none" strike="noStrike" baseline="0">
                  <a:latin typeface="+mn-lt"/>
                </a:rPr>
                <a:t> </a:t>
              </a:r>
              <a:r>
                <a:rPr lang="en-GB" sz="1000" b="0" i="0" u="none" strike="noStrike" baseline="0" err="1">
                  <a:latin typeface="+mn-lt"/>
                </a:rPr>
                <a:t>ntesque</a:t>
              </a:r>
              <a:endParaRPr lang="en-GB" sz="1100">
                <a:latin typeface="+mn-lt"/>
              </a:endParaRPr>
            </a:p>
          </p:txBody>
        </p:sp>
      </p:grpSp>
      <p:sp>
        <p:nvSpPr>
          <p:cNvPr id="89" name="Text Placeholder 8">
            <a:extLst>
              <a:ext uri="{FF2B5EF4-FFF2-40B4-BE49-F238E27FC236}">
                <a16:creationId xmlns:a16="http://schemas.microsoft.com/office/drawing/2014/main" id="{4A183C36-282C-CB52-BDC2-60ED3FE2B001}"/>
              </a:ext>
            </a:extLst>
          </p:cNvPr>
          <p:cNvSpPr txBox="1">
            <a:spLocks/>
          </p:cNvSpPr>
          <p:nvPr/>
        </p:nvSpPr>
        <p:spPr>
          <a:xfrm>
            <a:off x="10586678" y="4063378"/>
            <a:ext cx="2106061" cy="330521"/>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2400">
                <a:solidFill>
                  <a:srgbClr val="B22470"/>
                </a:solidFill>
                <a:latin typeface="+mn-lt"/>
              </a:rPr>
              <a:t>+0%</a:t>
            </a:r>
          </a:p>
        </p:txBody>
      </p:sp>
      <p:sp>
        <p:nvSpPr>
          <p:cNvPr id="93" name="Text Placeholder 8">
            <a:extLst>
              <a:ext uri="{FF2B5EF4-FFF2-40B4-BE49-F238E27FC236}">
                <a16:creationId xmlns:a16="http://schemas.microsoft.com/office/drawing/2014/main" id="{1ECD8223-741B-601D-6A0D-FD131D946D83}"/>
              </a:ext>
            </a:extLst>
          </p:cNvPr>
          <p:cNvSpPr txBox="1">
            <a:spLocks/>
          </p:cNvSpPr>
          <p:nvPr/>
        </p:nvSpPr>
        <p:spPr>
          <a:xfrm>
            <a:off x="10579081" y="4432540"/>
            <a:ext cx="2113658" cy="134306"/>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000" b="0" i="0" u="none" strike="noStrike" baseline="0" err="1">
                <a:solidFill>
                  <a:schemeClr val="tx2"/>
                </a:solidFill>
                <a:latin typeface="+mn-lt"/>
              </a:rPr>
              <a:t>Faucibus</a:t>
            </a:r>
            <a:r>
              <a:rPr lang="en-GB" sz="1000" b="0" i="0" u="none" strike="noStrike" baseline="0">
                <a:solidFill>
                  <a:schemeClr val="tx2"/>
                </a:solidFill>
                <a:latin typeface="+mn-lt"/>
              </a:rPr>
              <a:t> a </a:t>
            </a:r>
            <a:r>
              <a:rPr lang="en-GB" sz="1000" b="0" i="0" u="none" strike="noStrike" baseline="0" err="1">
                <a:solidFill>
                  <a:schemeClr val="tx2"/>
                </a:solidFill>
                <a:latin typeface="+mn-lt"/>
              </a:rPr>
              <a:t>pelle</a:t>
            </a:r>
            <a:r>
              <a:rPr lang="en-GB" sz="1000" b="0" i="0" u="none" strike="noStrike" baseline="0">
                <a:solidFill>
                  <a:schemeClr val="tx2"/>
                </a:solidFill>
                <a:latin typeface="+mn-lt"/>
              </a:rPr>
              <a:t> </a:t>
            </a:r>
            <a:r>
              <a:rPr lang="en-GB" sz="1000" b="0" i="0" u="none" strike="noStrike" baseline="0" err="1">
                <a:solidFill>
                  <a:schemeClr val="tx2"/>
                </a:solidFill>
                <a:latin typeface="+mn-lt"/>
              </a:rPr>
              <a:t>ntesque</a:t>
            </a:r>
            <a:endParaRPr lang="en-GB" sz="1100">
              <a:solidFill>
                <a:schemeClr val="tx2"/>
              </a:solidFill>
              <a:latin typeface="+mn-lt"/>
            </a:endParaRPr>
          </a:p>
        </p:txBody>
      </p:sp>
      <p:cxnSp>
        <p:nvCxnSpPr>
          <p:cNvPr id="94" name="Straight Connector 93">
            <a:extLst>
              <a:ext uri="{FF2B5EF4-FFF2-40B4-BE49-F238E27FC236}">
                <a16:creationId xmlns:a16="http://schemas.microsoft.com/office/drawing/2014/main" id="{64E8D0CB-499D-0817-D0BC-1380FBC6F0CC}"/>
              </a:ext>
            </a:extLst>
          </p:cNvPr>
          <p:cNvCxnSpPr>
            <a:cxnSpLocks/>
          </p:cNvCxnSpPr>
          <p:nvPr/>
        </p:nvCxnSpPr>
        <p:spPr>
          <a:xfrm flipH="1">
            <a:off x="10513463" y="4040378"/>
            <a:ext cx="2179278" cy="0"/>
          </a:xfrm>
          <a:prstGeom prst="line">
            <a:avLst/>
          </a:prstGeom>
          <a:ln w="9525">
            <a:solidFill>
              <a:srgbClr val="B22470"/>
            </a:solidFill>
            <a:tailEnd type="none" w="lg" len="lg"/>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A191842-A7A0-37C9-9421-7A3A433C4469}"/>
              </a:ext>
            </a:extLst>
          </p:cNvPr>
          <p:cNvCxnSpPr>
            <a:cxnSpLocks/>
          </p:cNvCxnSpPr>
          <p:nvPr/>
        </p:nvCxnSpPr>
        <p:spPr>
          <a:xfrm flipH="1">
            <a:off x="10513463" y="4683760"/>
            <a:ext cx="2179278" cy="0"/>
          </a:xfrm>
          <a:prstGeom prst="line">
            <a:avLst/>
          </a:prstGeom>
          <a:ln w="9525">
            <a:solidFill>
              <a:srgbClr val="B22470"/>
            </a:solidFill>
            <a:tailEnd type="none" w="lg" len="lg"/>
          </a:ln>
        </p:spPr>
        <p:style>
          <a:lnRef idx="1">
            <a:schemeClr val="accent1"/>
          </a:lnRef>
          <a:fillRef idx="0">
            <a:schemeClr val="accent1"/>
          </a:fillRef>
          <a:effectRef idx="0">
            <a:schemeClr val="accent1"/>
          </a:effectRef>
          <a:fontRef idx="minor">
            <a:schemeClr val="tx1"/>
          </a:fontRef>
        </p:style>
      </p:cxnSp>
      <p:grpSp>
        <p:nvGrpSpPr>
          <p:cNvPr id="109" name="Group 108">
            <a:extLst>
              <a:ext uri="{FF2B5EF4-FFF2-40B4-BE49-F238E27FC236}">
                <a16:creationId xmlns:a16="http://schemas.microsoft.com/office/drawing/2014/main" id="{3E3EAF5F-7046-93F4-4D51-601B87784F5A}"/>
              </a:ext>
            </a:extLst>
          </p:cNvPr>
          <p:cNvGrpSpPr/>
          <p:nvPr/>
        </p:nvGrpSpPr>
        <p:grpSpPr>
          <a:xfrm>
            <a:off x="3699815" y="3551038"/>
            <a:ext cx="6059444" cy="1221492"/>
            <a:chOff x="2977699" y="3527427"/>
            <a:chExt cx="6059444" cy="1221492"/>
          </a:xfrm>
        </p:grpSpPr>
        <p:sp>
          <p:nvSpPr>
            <p:cNvPr id="110" name="Rectangle 109">
              <a:extLst>
                <a:ext uri="{FF2B5EF4-FFF2-40B4-BE49-F238E27FC236}">
                  <a16:creationId xmlns:a16="http://schemas.microsoft.com/office/drawing/2014/main" id="{0482C672-1D3D-EA22-90B6-BAAA627EDFE5}"/>
                </a:ext>
              </a:extLst>
            </p:cNvPr>
            <p:cNvSpPr/>
            <p:nvPr/>
          </p:nvSpPr>
          <p:spPr>
            <a:xfrm>
              <a:off x="2977699" y="3527427"/>
              <a:ext cx="6059444" cy="1221492"/>
            </a:xfrm>
            <a:prstGeom prst="rect">
              <a:avLst/>
            </a:prstGeom>
            <a:solidFill>
              <a:srgbClr val="F9EBF2"/>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111" name="Text Placeholder 32">
              <a:extLst>
                <a:ext uri="{FF2B5EF4-FFF2-40B4-BE49-F238E27FC236}">
                  <a16:creationId xmlns:a16="http://schemas.microsoft.com/office/drawing/2014/main" id="{6CB3410F-3763-4638-DD9F-BEFBE703503B}"/>
                </a:ext>
              </a:extLst>
            </p:cNvPr>
            <p:cNvSpPr txBox="1">
              <a:spLocks/>
            </p:cNvSpPr>
            <p:nvPr/>
          </p:nvSpPr>
          <p:spPr>
            <a:xfrm>
              <a:off x="3125381" y="3958328"/>
              <a:ext cx="5744738" cy="627992"/>
            </a:xfrm>
            <a:prstGeom prst="rect">
              <a:avLst/>
            </a:prstGeom>
          </p:spPr>
          <p:txBody>
            <a:bodyPr vert="horz" wrap="square" lIns="0" tIns="0" rIns="0" bIns="0" rtlCol="0" anchor="t">
              <a:spAutoFit/>
            </a:bodyPr>
            <a:lstStyle>
              <a:defPPr>
                <a:defRPr lang="en-US"/>
              </a:defPPr>
              <a:lvl1pPr indent="0" defTabSz="802072">
                <a:lnSpc>
                  <a:spcPct val="117000"/>
                </a:lnSpc>
                <a:spcBef>
                  <a:spcPts val="600"/>
                </a:spcBef>
                <a:spcAft>
                  <a:spcPts val="0"/>
                </a:spcAft>
                <a:buFont typeface="Arial" panose="020B0604020202020204" pitchFamily="34" charset="0"/>
                <a:buNone/>
                <a:tabLst/>
                <a:defRPr sz="900" b="0"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200" dirty="0" err="1">
                  <a:solidFill>
                    <a:schemeClr val="tx2"/>
                  </a:solidFill>
                  <a:latin typeface="+mn-lt"/>
                </a:rPr>
                <a:t>Quisque</a:t>
              </a:r>
              <a:r>
                <a:rPr lang="en-GB" sz="1200" dirty="0">
                  <a:solidFill>
                    <a:schemeClr val="tx2"/>
                  </a:solidFill>
                  <a:latin typeface="+mn-lt"/>
                </a:rPr>
                <a:t> </a:t>
              </a:r>
              <a:r>
                <a:rPr lang="en-GB" sz="1200" dirty="0" err="1">
                  <a:solidFill>
                    <a:schemeClr val="tx2"/>
                  </a:solidFill>
                  <a:latin typeface="+mn-lt"/>
                </a:rPr>
                <a:t>vel</a:t>
              </a:r>
              <a:r>
                <a:rPr lang="en-GB" sz="1200" dirty="0">
                  <a:solidFill>
                    <a:schemeClr val="tx2"/>
                  </a:solidFill>
                  <a:latin typeface="+mn-lt"/>
                </a:rPr>
                <a:t> </a:t>
              </a:r>
              <a:r>
                <a:rPr lang="en-GB" sz="1200" dirty="0" err="1">
                  <a:solidFill>
                    <a:schemeClr val="tx2"/>
                  </a:solidFill>
                  <a:latin typeface="+mn-lt"/>
                </a:rPr>
                <a:t>tincidunt</a:t>
              </a:r>
              <a:r>
                <a:rPr lang="en-GB" sz="1200" dirty="0">
                  <a:solidFill>
                    <a:schemeClr val="tx2"/>
                  </a:solidFill>
                  <a:latin typeface="+mn-lt"/>
                </a:rPr>
                <a:t> mi. Sed </a:t>
              </a:r>
              <a:r>
                <a:rPr lang="en-GB" sz="1200" dirty="0" err="1">
                  <a:solidFill>
                    <a:schemeClr val="tx2"/>
                  </a:solidFill>
                  <a:latin typeface="+mn-lt"/>
                </a:rPr>
                <a:t>tempor</a:t>
              </a:r>
              <a:r>
                <a:rPr lang="en-GB" sz="1200" dirty="0">
                  <a:solidFill>
                    <a:schemeClr val="tx2"/>
                  </a:solidFill>
                  <a:latin typeface="+mn-lt"/>
                </a:rPr>
                <a:t> </a:t>
              </a:r>
              <a:r>
                <a:rPr lang="en-GB" sz="1200" dirty="0" err="1">
                  <a:solidFill>
                    <a:schemeClr val="tx2"/>
                  </a:solidFill>
                  <a:latin typeface="+mn-lt"/>
                </a:rPr>
                <a:t>rutrum</a:t>
              </a:r>
              <a:r>
                <a:rPr lang="en-GB" sz="1200" dirty="0">
                  <a:solidFill>
                    <a:schemeClr val="tx2"/>
                  </a:solidFill>
                  <a:latin typeface="+mn-lt"/>
                </a:rPr>
                <a:t> </a:t>
              </a:r>
              <a:r>
                <a:rPr lang="en-GB" sz="1200" dirty="0" err="1">
                  <a:solidFill>
                    <a:schemeClr val="tx2"/>
                  </a:solidFill>
                  <a:latin typeface="+mn-lt"/>
                </a:rPr>
                <a:t>lectus</a:t>
              </a:r>
              <a:r>
                <a:rPr lang="en-GB" sz="1200" dirty="0">
                  <a:solidFill>
                    <a:schemeClr val="tx2"/>
                  </a:solidFill>
                  <a:latin typeface="+mn-lt"/>
                </a:rPr>
                <a:t>. </a:t>
              </a:r>
              <a:r>
                <a:rPr lang="en-GB" sz="1200" dirty="0" err="1">
                  <a:solidFill>
                    <a:schemeClr val="tx2"/>
                  </a:solidFill>
                  <a:latin typeface="+mn-lt"/>
                </a:rPr>
                <a:t>Mauris</a:t>
              </a:r>
              <a:r>
                <a:rPr lang="en-GB" sz="1200" dirty="0">
                  <a:solidFill>
                    <a:schemeClr val="tx2"/>
                  </a:solidFill>
                  <a:latin typeface="+mn-lt"/>
                </a:rPr>
                <a:t> a </a:t>
              </a:r>
              <a:r>
                <a:rPr lang="en-GB" sz="1200" dirty="0" err="1">
                  <a:solidFill>
                    <a:schemeClr val="tx2"/>
                  </a:solidFill>
                  <a:latin typeface="+mn-lt"/>
                </a:rPr>
                <a:t>diam</a:t>
              </a:r>
              <a:r>
                <a:rPr lang="en-GB" sz="1200" dirty="0">
                  <a:solidFill>
                    <a:schemeClr val="tx2"/>
                  </a:solidFill>
                  <a:latin typeface="+mn-lt"/>
                </a:rPr>
                <a:t> ex. </a:t>
              </a:r>
              <a:r>
                <a:rPr lang="en-GB" sz="1200" dirty="0" err="1">
                  <a:solidFill>
                    <a:schemeClr val="tx2"/>
                  </a:solidFill>
                  <a:latin typeface="+mn-lt"/>
                </a:rPr>
                <a:t>Phasellus</a:t>
              </a:r>
              <a:r>
                <a:rPr lang="en-GB" sz="1200" dirty="0">
                  <a:solidFill>
                    <a:schemeClr val="tx2"/>
                  </a:solidFill>
                  <a:latin typeface="+mn-lt"/>
                </a:rPr>
                <a:t> </a:t>
              </a:r>
              <a:r>
                <a:rPr lang="en-GB" sz="1200" dirty="0" err="1">
                  <a:solidFill>
                    <a:schemeClr val="tx2"/>
                  </a:solidFill>
                  <a:latin typeface="+mn-lt"/>
                </a:rPr>
                <a:t>accumsan</a:t>
              </a:r>
              <a:r>
                <a:rPr lang="en-GB" sz="1200" dirty="0">
                  <a:solidFill>
                    <a:schemeClr val="tx2"/>
                  </a:solidFill>
                  <a:latin typeface="+mn-lt"/>
                </a:rPr>
                <a:t> ligula at </a:t>
              </a:r>
              <a:r>
                <a:rPr lang="en-GB" sz="1200" dirty="0" err="1">
                  <a:solidFill>
                    <a:schemeClr val="tx2"/>
                  </a:solidFill>
                  <a:latin typeface="+mn-lt"/>
                </a:rPr>
                <a:t>tincidunt</a:t>
              </a:r>
              <a:r>
                <a:rPr lang="en-GB" sz="1200" dirty="0">
                  <a:solidFill>
                    <a:schemeClr val="tx2"/>
                  </a:solidFill>
                  <a:latin typeface="+mn-lt"/>
                </a:rPr>
                <a:t> </a:t>
              </a:r>
              <a:r>
                <a:rPr lang="en-GB" sz="1200" dirty="0" err="1">
                  <a:solidFill>
                    <a:schemeClr val="tx2"/>
                  </a:solidFill>
                  <a:latin typeface="+mn-lt"/>
                </a:rPr>
                <a:t>pellentesque</a:t>
              </a:r>
              <a:r>
                <a:rPr lang="en-GB" sz="1200" dirty="0">
                  <a:solidFill>
                    <a:schemeClr val="tx2"/>
                  </a:solidFill>
                  <a:latin typeface="+mn-lt"/>
                </a:rPr>
                <a:t>. </a:t>
              </a:r>
              <a:r>
                <a:rPr lang="en-GB" sz="1200" dirty="0" err="1">
                  <a:solidFill>
                    <a:schemeClr val="tx2"/>
                  </a:solidFill>
                  <a:latin typeface="+mn-lt"/>
                </a:rPr>
                <a:t>Quisque</a:t>
              </a:r>
              <a:r>
                <a:rPr lang="en-GB" sz="1200" dirty="0">
                  <a:solidFill>
                    <a:schemeClr val="tx2"/>
                  </a:solidFill>
                  <a:latin typeface="+mn-lt"/>
                </a:rPr>
                <a:t> </a:t>
              </a:r>
              <a:r>
                <a:rPr lang="en-GB" sz="1200" dirty="0" err="1">
                  <a:solidFill>
                    <a:schemeClr val="tx2"/>
                  </a:solidFill>
                  <a:latin typeface="+mn-lt"/>
                </a:rPr>
                <a:t>vel</a:t>
              </a:r>
              <a:r>
                <a:rPr lang="en-GB" sz="1200" dirty="0">
                  <a:solidFill>
                    <a:schemeClr val="tx2"/>
                  </a:solidFill>
                  <a:latin typeface="+mn-lt"/>
                </a:rPr>
                <a:t> </a:t>
              </a:r>
              <a:r>
                <a:rPr lang="en-GB" sz="1200" dirty="0" err="1">
                  <a:solidFill>
                    <a:schemeClr val="tx2"/>
                  </a:solidFill>
                  <a:latin typeface="+mn-lt"/>
                </a:rPr>
                <a:t>tincidunt</a:t>
              </a:r>
              <a:r>
                <a:rPr lang="en-GB" sz="1200" dirty="0">
                  <a:solidFill>
                    <a:schemeClr val="tx2"/>
                  </a:solidFill>
                  <a:latin typeface="+mn-lt"/>
                </a:rPr>
                <a:t> mi. Sed </a:t>
              </a:r>
              <a:r>
                <a:rPr lang="en-GB" sz="1200" dirty="0" err="1">
                  <a:solidFill>
                    <a:schemeClr val="tx2"/>
                  </a:solidFill>
                  <a:latin typeface="+mn-lt"/>
                </a:rPr>
                <a:t>tempor</a:t>
              </a:r>
              <a:r>
                <a:rPr lang="en-GB" sz="1200" dirty="0">
                  <a:solidFill>
                    <a:schemeClr val="tx2"/>
                  </a:solidFill>
                  <a:latin typeface="+mn-lt"/>
                </a:rPr>
                <a:t> </a:t>
              </a:r>
              <a:r>
                <a:rPr lang="en-GB" sz="1200" dirty="0" err="1">
                  <a:solidFill>
                    <a:schemeClr val="tx2"/>
                  </a:solidFill>
                  <a:latin typeface="+mn-lt"/>
                </a:rPr>
                <a:t>rutrum</a:t>
              </a:r>
              <a:r>
                <a:rPr lang="en-GB" sz="1200" dirty="0">
                  <a:solidFill>
                    <a:schemeClr val="tx2"/>
                  </a:solidFill>
                  <a:latin typeface="+mn-lt"/>
                </a:rPr>
                <a:t> </a:t>
              </a:r>
              <a:r>
                <a:rPr lang="en-GB" sz="1200" dirty="0" err="1">
                  <a:solidFill>
                    <a:schemeClr val="tx2"/>
                  </a:solidFill>
                  <a:latin typeface="+mn-lt"/>
                </a:rPr>
                <a:t>lectus</a:t>
              </a:r>
              <a:r>
                <a:rPr lang="en-GB" sz="1200" dirty="0">
                  <a:solidFill>
                    <a:schemeClr val="tx2"/>
                  </a:solidFill>
                  <a:latin typeface="+mn-lt"/>
                </a:rPr>
                <a:t>. </a:t>
              </a:r>
              <a:r>
                <a:rPr lang="en-GB" sz="1200" dirty="0" err="1">
                  <a:solidFill>
                    <a:schemeClr val="tx2"/>
                  </a:solidFill>
                  <a:latin typeface="+mn-lt"/>
                </a:rPr>
                <a:t>Mauris</a:t>
              </a:r>
              <a:r>
                <a:rPr lang="en-GB" sz="1200" dirty="0">
                  <a:solidFill>
                    <a:schemeClr val="tx2"/>
                  </a:solidFill>
                  <a:latin typeface="+mn-lt"/>
                </a:rPr>
                <a:t> a </a:t>
              </a:r>
              <a:r>
                <a:rPr lang="en-GB" sz="1200" dirty="0" err="1">
                  <a:solidFill>
                    <a:schemeClr val="tx2"/>
                  </a:solidFill>
                  <a:latin typeface="+mn-lt"/>
                </a:rPr>
                <a:t>diam</a:t>
              </a:r>
              <a:r>
                <a:rPr lang="en-GB" sz="1200" dirty="0">
                  <a:solidFill>
                    <a:schemeClr val="tx2"/>
                  </a:solidFill>
                  <a:latin typeface="+mn-lt"/>
                </a:rPr>
                <a:t> ex. </a:t>
              </a:r>
              <a:r>
                <a:rPr lang="en-GB" sz="1200" dirty="0" err="1">
                  <a:solidFill>
                    <a:schemeClr val="tx2"/>
                  </a:solidFill>
                  <a:latin typeface="+mn-lt"/>
                </a:rPr>
                <a:t>Phasellus</a:t>
              </a:r>
              <a:r>
                <a:rPr lang="en-GB" sz="1200" dirty="0">
                  <a:solidFill>
                    <a:schemeClr val="tx2"/>
                  </a:solidFill>
                  <a:latin typeface="+mn-lt"/>
                </a:rPr>
                <a:t> </a:t>
              </a:r>
              <a:r>
                <a:rPr lang="en-GB" sz="1200" dirty="0" err="1">
                  <a:solidFill>
                    <a:schemeClr val="tx2"/>
                  </a:solidFill>
                  <a:latin typeface="+mn-lt"/>
                </a:rPr>
                <a:t>accumsan</a:t>
              </a:r>
              <a:r>
                <a:rPr lang="en-GB" sz="1200" dirty="0">
                  <a:solidFill>
                    <a:schemeClr val="tx2"/>
                  </a:solidFill>
                  <a:latin typeface="+mn-lt"/>
                </a:rPr>
                <a:t> ligula at </a:t>
              </a:r>
              <a:r>
                <a:rPr lang="en-GB" sz="1200" dirty="0" err="1">
                  <a:solidFill>
                    <a:schemeClr val="tx2"/>
                  </a:solidFill>
                  <a:latin typeface="+mn-lt"/>
                </a:rPr>
                <a:t>tincidunt</a:t>
              </a:r>
              <a:r>
                <a:rPr lang="en-GB" sz="1200" dirty="0">
                  <a:solidFill>
                    <a:schemeClr val="tx2"/>
                  </a:solidFill>
                  <a:latin typeface="+mn-lt"/>
                </a:rPr>
                <a:t> </a:t>
              </a:r>
              <a:r>
                <a:rPr lang="en-GB" sz="1200" dirty="0" err="1">
                  <a:solidFill>
                    <a:schemeClr val="tx2"/>
                  </a:solidFill>
                  <a:latin typeface="+mn-lt"/>
                </a:rPr>
                <a:t>pellentesque</a:t>
              </a:r>
              <a:r>
                <a:rPr lang="en-GB" sz="1200" dirty="0">
                  <a:solidFill>
                    <a:schemeClr val="tx2"/>
                  </a:solidFill>
                  <a:latin typeface="+mn-lt"/>
                </a:rPr>
                <a:t>.</a:t>
              </a:r>
            </a:p>
          </p:txBody>
        </p:sp>
        <p:sp>
          <p:nvSpPr>
            <p:cNvPr id="112" name="Text Placeholder 30">
              <a:extLst>
                <a:ext uri="{FF2B5EF4-FFF2-40B4-BE49-F238E27FC236}">
                  <a16:creationId xmlns:a16="http://schemas.microsoft.com/office/drawing/2014/main" id="{D0A5AABE-1824-1A71-9DC1-DBB84CB38A8D}"/>
                </a:ext>
              </a:extLst>
            </p:cNvPr>
            <p:cNvSpPr txBox="1">
              <a:spLocks/>
            </p:cNvSpPr>
            <p:nvPr/>
          </p:nvSpPr>
          <p:spPr>
            <a:xfrm>
              <a:off x="3509047" y="3629028"/>
              <a:ext cx="1780293" cy="246221"/>
            </a:xfrm>
            <a:prstGeom prst="rect">
              <a:avLst/>
            </a:prstGeom>
          </p:spPr>
          <p:txBody>
            <a:bodyPr vert="horz" wrap="square" lIns="0" tIns="0" rIns="0" bIns="0" rtlCol="0" anchor="b">
              <a:spAutoFit/>
            </a:bodyPr>
            <a:lstStyle>
              <a:defPPr>
                <a:defRPr lang="en-US"/>
              </a:defPPr>
              <a:lvl1pPr indent="0" defTabSz="802072">
                <a:lnSpc>
                  <a:spcPct val="100000"/>
                </a:lnSpc>
                <a:spcBef>
                  <a:spcPts val="600"/>
                </a:spcBef>
                <a:spcAft>
                  <a:spcPts val="0"/>
                </a:spcAft>
                <a:buFont typeface="Arial" panose="020B0604020202020204" pitchFamily="34" charset="0"/>
                <a:buNone/>
                <a:tabLst/>
                <a:defRPr sz="1800" b="1"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600" dirty="0">
                  <a:latin typeface="+mj-lt"/>
                </a:rPr>
                <a:t>Lorem ipsum</a:t>
              </a:r>
            </a:p>
          </p:txBody>
        </p:sp>
        <p:cxnSp>
          <p:nvCxnSpPr>
            <p:cNvPr id="113" name="Straight Connector 112">
              <a:extLst>
                <a:ext uri="{FF2B5EF4-FFF2-40B4-BE49-F238E27FC236}">
                  <a16:creationId xmlns:a16="http://schemas.microsoft.com/office/drawing/2014/main" id="{5296917F-D5DB-DD28-BE31-B5DAADD96F93}"/>
                </a:ext>
              </a:extLst>
            </p:cNvPr>
            <p:cNvCxnSpPr>
              <a:cxnSpLocks/>
            </p:cNvCxnSpPr>
            <p:nvPr/>
          </p:nvCxnSpPr>
          <p:spPr>
            <a:xfrm flipV="1">
              <a:off x="2977700" y="3527427"/>
              <a:ext cx="0" cy="1207133"/>
            </a:xfrm>
            <a:prstGeom prst="line">
              <a:avLst/>
            </a:prstGeom>
            <a:ln w="9525">
              <a:solidFill>
                <a:srgbClr val="B22470"/>
              </a:solidFill>
              <a:tailEnd type="none" w="lg" len="lg"/>
            </a:ln>
          </p:spPr>
          <p:style>
            <a:lnRef idx="1">
              <a:schemeClr val="accent1"/>
            </a:lnRef>
            <a:fillRef idx="0">
              <a:schemeClr val="accent1"/>
            </a:fillRef>
            <a:effectRef idx="0">
              <a:schemeClr val="accent1"/>
            </a:effectRef>
            <a:fontRef idx="minor">
              <a:schemeClr val="tx1"/>
            </a:fontRef>
          </p:style>
        </p:cxnSp>
        <p:pic>
          <p:nvPicPr>
            <p:cNvPr id="114" name="Graphic 113">
              <a:extLst>
                <a:ext uri="{FF2B5EF4-FFF2-40B4-BE49-F238E27FC236}">
                  <a16:creationId xmlns:a16="http://schemas.microsoft.com/office/drawing/2014/main" id="{3E5F44C0-3CEF-66DA-FDA3-980499B518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25382" y="3608813"/>
              <a:ext cx="280587" cy="280556"/>
            </a:xfrm>
            <a:prstGeom prst="rect">
              <a:avLst/>
            </a:prstGeom>
          </p:spPr>
        </p:pic>
      </p:grpSp>
      <p:sp>
        <p:nvSpPr>
          <p:cNvPr id="115" name="Text Placeholder 28">
            <a:extLst>
              <a:ext uri="{FF2B5EF4-FFF2-40B4-BE49-F238E27FC236}">
                <a16:creationId xmlns:a16="http://schemas.microsoft.com/office/drawing/2014/main" id="{8103A341-8897-1FAE-B128-8BE38C0178FB}"/>
              </a:ext>
            </a:extLst>
          </p:cNvPr>
          <p:cNvSpPr txBox="1">
            <a:spLocks/>
          </p:cNvSpPr>
          <p:nvPr/>
        </p:nvSpPr>
        <p:spPr>
          <a:xfrm>
            <a:off x="693833" y="3694872"/>
            <a:ext cx="1820814" cy="869303"/>
          </a:xfrm>
          <a:prstGeom prst="rect">
            <a:avLst/>
          </a:prstGeom>
        </p:spPr>
        <p:txBody>
          <a:bodyPr vert="horz" wrap="none" lIns="0" tIns="0" rIns="0" bIns="0" rtlCol="0" anchor="t">
            <a:noAutofit/>
          </a:bodyPr>
          <a:lstStyle>
            <a:lvl1pPr indent="0" defTabSz="802072">
              <a:lnSpc>
                <a:spcPct val="100000"/>
              </a:lnSpc>
              <a:spcBef>
                <a:spcPts val="600"/>
              </a:spcBef>
              <a:spcAft>
                <a:spcPts val="0"/>
              </a:spcAft>
              <a:buFont typeface="Arial" panose="020B0604020202020204" pitchFamily="34" charset="0"/>
              <a:buNone/>
              <a:tabLst/>
              <a:defRPr sz="5200" b="0" i="0" spc="-439" baseline="0">
                <a:solidFill>
                  <a:schemeClr val="accent4"/>
                </a:solidFill>
                <a:latin typeface="Helvetica Now Text Light" panose="020B04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dirty="0">
                <a:solidFill>
                  <a:schemeClr val="bg2"/>
                </a:solidFill>
                <a:latin typeface="+mn-lt"/>
              </a:rPr>
              <a:t>00</a:t>
            </a:r>
          </a:p>
        </p:txBody>
      </p:sp>
      <p:sp>
        <p:nvSpPr>
          <p:cNvPr id="116" name="Text Placeholder 29">
            <a:extLst>
              <a:ext uri="{FF2B5EF4-FFF2-40B4-BE49-F238E27FC236}">
                <a16:creationId xmlns:a16="http://schemas.microsoft.com/office/drawing/2014/main" id="{E501F8C9-0F2A-27F2-FDA0-A7427AC49EF3}"/>
              </a:ext>
            </a:extLst>
          </p:cNvPr>
          <p:cNvSpPr txBox="1">
            <a:spLocks/>
          </p:cNvSpPr>
          <p:nvPr/>
        </p:nvSpPr>
        <p:spPr>
          <a:xfrm>
            <a:off x="693833" y="4506331"/>
            <a:ext cx="2105751" cy="195823"/>
          </a:xfrm>
          <a:prstGeom prst="rect">
            <a:avLst/>
          </a:prstGeom>
        </p:spPr>
        <p:txBody>
          <a:bodyPr vert="horz" wrap="square" lIns="0" tIns="0" rIns="0" bIns="0" rtlCol="0" anchor="t">
            <a:spAutoFit/>
          </a:bodyPr>
          <a:lstStyle>
            <a:lvl1pPr indent="0" defTabSz="802072">
              <a:lnSpc>
                <a:spcPct val="117000"/>
              </a:lnSpc>
              <a:spcBef>
                <a:spcPts val="600"/>
              </a:spcBef>
              <a:spcAft>
                <a:spcPts val="0"/>
              </a:spcAft>
              <a:buFont typeface="Arial" panose="020B0604020202020204" pitchFamily="34" charset="0"/>
              <a:buNone/>
              <a:tabLst/>
              <a:defRPr sz="900" b="0"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200" dirty="0">
                <a:solidFill>
                  <a:schemeClr val="tx2"/>
                </a:solidFill>
                <a:latin typeface="+mn-lt"/>
              </a:rPr>
              <a:t>Lorem ipsum </a:t>
            </a:r>
            <a:r>
              <a:rPr lang="en-GB" sz="1200" dirty="0" err="1">
                <a:solidFill>
                  <a:schemeClr val="tx2"/>
                </a:solidFill>
                <a:latin typeface="+mn-lt"/>
              </a:rPr>
              <a:t>dolor</a:t>
            </a:r>
            <a:r>
              <a:rPr lang="en-GB" sz="1200" dirty="0">
                <a:solidFill>
                  <a:schemeClr val="tx2"/>
                </a:solidFill>
                <a:latin typeface="+mn-lt"/>
              </a:rPr>
              <a:t> sit </a:t>
            </a:r>
            <a:r>
              <a:rPr lang="en-GB" sz="1200" dirty="0" err="1">
                <a:solidFill>
                  <a:schemeClr val="tx2"/>
                </a:solidFill>
                <a:latin typeface="+mn-lt"/>
              </a:rPr>
              <a:t>amet</a:t>
            </a:r>
            <a:r>
              <a:rPr lang="en-GB" sz="1200" dirty="0">
                <a:solidFill>
                  <a:schemeClr val="tx2"/>
                </a:solidFill>
                <a:latin typeface="+mn-lt"/>
              </a:rPr>
              <a:t> </a:t>
            </a:r>
          </a:p>
        </p:txBody>
      </p:sp>
      <p:sp>
        <p:nvSpPr>
          <p:cNvPr id="117" name="Text Placeholder 27">
            <a:extLst>
              <a:ext uri="{FF2B5EF4-FFF2-40B4-BE49-F238E27FC236}">
                <a16:creationId xmlns:a16="http://schemas.microsoft.com/office/drawing/2014/main" id="{4B6015A5-398E-3265-556B-7DA915B33D03}"/>
              </a:ext>
            </a:extLst>
          </p:cNvPr>
          <p:cNvSpPr txBox="1">
            <a:spLocks/>
          </p:cNvSpPr>
          <p:nvPr/>
        </p:nvSpPr>
        <p:spPr>
          <a:xfrm>
            <a:off x="693833" y="3502207"/>
            <a:ext cx="1780293" cy="246221"/>
          </a:xfrm>
          <a:prstGeom prst="rect">
            <a:avLst/>
          </a:prstGeom>
        </p:spPr>
        <p:txBody>
          <a:bodyPr vert="horz" wrap="square" lIns="0" tIns="0" rIns="0" bIns="0" rtlCol="0" anchor="b">
            <a:spAutoFit/>
          </a:bodyPr>
          <a:lstStyle>
            <a:lvl1pPr indent="0" defTabSz="802072">
              <a:lnSpc>
                <a:spcPct val="100000"/>
              </a:lnSpc>
              <a:spcBef>
                <a:spcPts val="600"/>
              </a:spcBef>
              <a:spcAft>
                <a:spcPts val="0"/>
              </a:spcAft>
              <a:buFont typeface="Arial" panose="020B0604020202020204" pitchFamily="34" charset="0"/>
              <a:buNone/>
              <a:tabLst/>
              <a:defRPr sz="1800" b="1"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600" dirty="0">
                <a:latin typeface="+mj-lt"/>
              </a:rPr>
              <a:t>Lorem ipsum</a:t>
            </a:r>
          </a:p>
        </p:txBody>
      </p:sp>
      <p:cxnSp>
        <p:nvCxnSpPr>
          <p:cNvPr id="118" name="Straight Connector 117">
            <a:extLst>
              <a:ext uri="{FF2B5EF4-FFF2-40B4-BE49-F238E27FC236}">
                <a16:creationId xmlns:a16="http://schemas.microsoft.com/office/drawing/2014/main" id="{B0098C0B-E4D6-158B-56D9-17D5F96C005A}"/>
              </a:ext>
            </a:extLst>
          </p:cNvPr>
          <p:cNvCxnSpPr>
            <a:cxnSpLocks/>
          </p:cNvCxnSpPr>
          <p:nvPr/>
        </p:nvCxnSpPr>
        <p:spPr>
          <a:xfrm flipV="1">
            <a:off x="556450" y="3503098"/>
            <a:ext cx="0" cy="1207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C897E3E1-DD99-74CC-645C-814C2304AFF5}"/>
              </a:ext>
            </a:extLst>
          </p:cNvPr>
          <p:cNvSpPr txBox="1"/>
          <p:nvPr/>
        </p:nvSpPr>
        <p:spPr>
          <a:xfrm>
            <a:off x="693833" y="5954076"/>
            <a:ext cx="2659072" cy="846386"/>
          </a:xfrm>
          <a:prstGeom prst="rect">
            <a:avLst/>
          </a:prstGeom>
          <a:noFill/>
        </p:spPr>
        <p:txBody>
          <a:bodyPr wrap="square" lIns="0" rIns="0" rtlCol="0">
            <a:spAutoFit/>
          </a:bodyPr>
          <a:lstStyle/>
          <a:p>
            <a:pPr>
              <a:spcAft>
                <a:spcPts val="600"/>
              </a:spcAft>
            </a:pPr>
            <a:r>
              <a:rPr lang="en-GB" sz="1600" dirty="0"/>
              <a:t>Quote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a:t>
            </a:r>
          </a:p>
          <a:p>
            <a:pPr>
              <a:spcAft>
                <a:spcPts val="600"/>
              </a:spcAft>
            </a:pPr>
            <a:r>
              <a:rPr lang="en-GB" sz="1200" b="1" dirty="0">
                <a:latin typeface="+mj-lt"/>
              </a:rPr>
              <a:t>Quote source (date)</a:t>
            </a:r>
            <a:endParaRPr lang="en-GB" sz="2400" dirty="0">
              <a:latin typeface="+mj-lt"/>
            </a:endParaRPr>
          </a:p>
        </p:txBody>
      </p:sp>
      <p:sp>
        <p:nvSpPr>
          <p:cNvPr id="120" name="Graphic 74">
            <a:extLst>
              <a:ext uri="{FF2B5EF4-FFF2-40B4-BE49-F238E27FC236}">
                <a16:creationId xmlns:a16="http://schemas.microsoft.com/office/drawing/2014/main" id="{93F3DBB8-2079-4718-5602-20D95108DCE4}"/>
              </a:ext>
            </a:extLst>
          </p:cNvPr>
          <p:cNvSpPr/>
          <p:nvPr/>
        </p:nvSpPr>
        <p:spPr>
          <a:xfrm>
            <a:off x="693833" y="5641973"/>
            <a:ext cx="423722" cy="31210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chemeClr val="tx2"/>
          </a:solidFill>
          <a:ln w="9525" cap="flat">
            <a:noFill/>
            <a:prstDash val="solid"/>
            <a:miter/>
          </a:ln>
        </p:spPr>
        <p:txBody>
          <a:bodyPr rtlCol="0" anchor="ctr"/>
          <a:lstStyle/>
          <a:p>
            <a:endParaRPr lang="en-GB"/>
          </a:p>
        </p:txBody>
      </p:sp>
      <p:cxnSp>
        <p:nvCxnSpPr>
          <p:cNvPr id="121" name="Straight Connector 120">
            <a:extLst>
              <a:ext uri="{FF2B5EF4-FFF2-40B4-BE49-F238E27FC236}">
                <a16:creationId xmlns:a16="http://schemas.microsoft.com/office/drawing/2014/main" id="{35F2952B-BC3B-67A5-193D-30A2B6107526}"/>
              </a:ext>
            </a:extLst>
          </p:cNvPr>
          <p:cNvCxnSpPr>
            <a:cxnSpLocks/>
          </p:cNvCxnSpPr>
          <p:nvPr/>
        </p:nvCxnSpPr>
        <p:spPr>
          <a:xfrm flipV="1">
            <a:off x="538165" y="5543792"/>
            <a:ext cx="0" cy="1207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4514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1763273-82A5-D086-DD01-0DC0963655F0}"/>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FA136BF7-FE9A-8CD9-8BFD-6CF7E666ECD8}"/>
              </a:ext>
            </a:extLst>
          </p:cNvPr>
          <p:cNvSpPr>
            <a:spLocks noGrp="1"/>
          </p:cNvSpPr>
          <p:nvPr>
            <p:ph type="title"/>
          </p:nvPr>
        </p:nvSpPr>
        <p:spPr/>
        <p:txBody>
          <a:bodyPr/>
          <a:lstStyle/>
          <a:p>
            <a:r>
              <a:rPr lang="en-GB" dirty="0"/>
              <a:t>Video / image example </a:t>
            </a:r>
          </a:p>
        </p:txBody>
      </p:sp>
      <p:sp>
        <p:nvSpPr>
          <p:cNvPr id="5" name="Text Placeholder 2">
            <a:extLst>
              <a:ext uri="{FF2B5EF4-FFF2-40B4-BE49-F238E27FC236}">
                <a16:creationId xmlns:a16="http://schemas.microsoft.com/office/drawing/2014/main" id="{F96C95B0-E10D-DE1D-C5DA-9DE12CCF7B0B}"/>
              </a:ext>
            </a:extLst>
          </p:cNvPr>
          <p:cNvSpPr txBox="1">
            <a:spLocks/>
          </p:cNvSpPr>
          <p:nvPr/>
        </p:nvSpPr>
        <p:spPr>
          <a:xfrm>
            <a:off x="535236" y="1800225"/>
            <a:ext cx="3944687" cy="5221288"/>
          </a:xfrm>
          <a:prstGeom prst="rect">
            <a:avLst/>
          </a:prstGeom>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Intro for video to go here</a:t>
            </a:r>
          </a:p>
          <a:p>
            <a:pPr lvl="1"/>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r>
              <a:rPr lang="en-GB" dirty="0"/>
              <a:t>. Maecenas </a:t>
            </a:r>
            <a:r>
              <a:rPr lang="en-GB" dirty="0" err="1"/>
              <a:t>ultricies</a:t>
            </a:r>
            <a:r>
              <a:rPr lang="en-GB" dirty="0"/>
              <a:t> a libero vitae </a:t>
            </a:r>
            <a:r>
              <a:rPr lang="en-GB" dirty="0" err="1"/>
              <a:t>suscipit</a:t>
            </a:r>
            <a:r>
              <a:rPr lang="en-GB" dirty="0"/>
              <a:t>. </a:t>
            </a:r>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a:t>
            </a:r>
            <a:r>
              <a:rPr lang="en-GB" dirty="0" err="1"/>
              <a:t>Vivamus</a:t>
            </a:r>
            <a:r>
              <a:rPr lang="en-GB" dirty="0"/>
              <a:t> </a:t>
            </a:r>
            <a:r>
              <a:rPr lang="en-GB" dirty="0" err="1"/>
              <a:t>eu</a:t>
            </a:r>
            <a:r>
              <a:rPr lang="en-GB" dirty="0"/>
              <a:t> </a:t>
            </a:r>
            <a:r>
              <a:rPr lang="en-GB" dirty="0" err="1"/>
              <a:t>tincidunt</a:t>
            </a:r>
            <a:r>
              <a:rPr lang="en-GB" dirty="0"/>
              <a:t> </a:t>
            </a:r>
            <a:r>
              <a:rPr lang="en-GB" dirty="0" err="1"/>
              <a:t>nibh</a:t>
            </a:r>
            <a:r>
              <a:rPr lang="en-GB" dirty="0"/>
              <a:t>. </a:t>
            </a:r>
            <a:r>
              <a:rPr lang="en-GB" dirty="0" err="1"/>
              <a:t>Nullam</a:t>
            </a:r>
            <a:r>
              <a:rPr lang="en-GB" dirty="0"/>
              <a:t> et auctor </a:t>
            </a:r>
            <a:r>
              <a:rPr lang="en-GB" dirty="0" err="1"/>
              <a:t>quam</a:t>
            </a:r>
            <a:r>
              <a:rPr lang="en-GB" dirty="0"/>
              <a:t>. </a:t>
            </a:r>
            <a:r>
              <a:rPr lang="en-GB" dirty="0" err="1"/>
              <a:t>Phasellus</a:t>
            </a:r>
            <a:r>
              <a:rPr lang="en-GB" dirty="0"/>
              <a:t> </a:t>
            </a:r>
            <a:r>
              <a:rPr lang="en-GB" dirty="0" err="1"/>
              <a:t>eleifend</a:t>
            </a:r>
            <a:r>
              <a:rPr lang="en-GB" dirty="0"/>
              <a:t> at ipsum </a:t>
            </a:r>
            <a:r>
              <a:rPr lang="en-GB" dirty="0" err="1"/>
              <a:t>ut</a:t>
            </a:r>
            <a:r>
              <a:rPr lang="en-GB" dirty="0"/>
              <a:t> pulvinar. </a:t>
            </a:r>
            <a:r>
              <a:rPr lang="en-GB" dirty="0" err="1"/>
              <a:t>Mauris</a:t>
            </a:r>
            <a:r>
              <a:rPr lang="en-GB" dirty="0"/>
              <a:t> ante </a:t>
            </a:r>
            <a:r>
              <a:rPr lang="en-GB" dirty="0" err="1"/>
              <a:t>odio</a:t>
            </a:r>
            <a:r>
              <a:rPr lang="en-GB" dirty="0"/>
              <a:t>, </a:t>
            </a:r>
            <a:r>
              <a:rPr lang="en-GB" dirty="0" err="1"/>
              <a:t>blandit</a:t>
            </a:r>
            <a:r>
              <a:rPr lang="en-GB" dirty="0"/>
              <a:t> at </a:t>
            </a:r>
            <a:r>
              <a:rPr lang="en-GB" dirty="0" err="1"/>
              <a:t>efficitur</a:t>
            </a:r>
            <a:r>
              <a:rPr lang="en-GB" dirty="0"/>
              <a:t> </a:t>
            </a:r>
            <a:r>
              <a:rPr lang="en-GB" dirty="0" err="1"/>
              <a:t>eu</a:t>
            </a:r>
            <a:r>
              <a:rPr lang="en-GB" dirty="0"/>
              <a:t>, </a:t>
            </a:r>
            <a:r>
              <a:rPr lang="en-GB" dirty="0" err="1"/>
              <a:t>luctus</a:t>
            </a:r>
            <a:r>
              <a:rPr lang="en-GB" dirty="0"/>
              <a:t> </a:t>
            </a:r>
            <a:r>
              <a:rPr lang="en-GB" dirty="0" err="1"/>
              <a:t>eu</a:t>
            </a:r>
            <a:r>
              <a:rPr lang="en-GB" dirty="0"/>
              <a:t> sem. Sed </a:t>
            </a:r>
            <a:r>
              <a:rPr lang="en-GB" dirty="0" err="1"/>
              <a:t>varius</a:t>
            </a:r>
            <a:r>
              <a:rPr lang="en-GB" dirty="0"/>
              <a:t> vitae </a:t>
            </a:r>
            <a:r>
              <a:rPr lang="en-GB" dirty="0" err="1"/>
              <a:t>orci</a:t>
            </a:r>
            <a:r>
              <a:rPr lang="en-GB" dirty="0"/>
              <a:t> </a:t>
            </a:r>
            <a:r>
              <a:rPr lang="en-GB" dirty="0" err="1"/>
              <a:t>viverra</a:t>
            </a:r>
            <a:r>
              <a:rPr lang="en-GB" dirty="0"/>
              <a:t> </a:t>
            </a:r>
            <a:r>
              <a:rPr lang="en-GB" dirty="0" err="1"/>
              <a:t>sollicitudin</a:t>
            </a:r>
            <a:r>
              <a:rPr lang="en-GB" dirty="0"/>
              <a:t>. Morbi </a:t>
            </a:r>
            <a:r>
              <a:rPr lang="en-GB" dirty="0" err="1"/>
              <a:t>accumsan</a:t>
            </a:r>
            <a:r>
              <a:rPr lang="en-GB" dirty="0"/>
              <a:t> </a:t>
            </a:r>
            <a:r>
              <a:rPr lang="en-GB" dirty="0" err="1"/>
              <a:t>mauris</a:t>
            </a:r>
            <a:r>
              <a:rPr lang="en-GB" dirty="0"/>
              <a:t> </a:t>
            </a:r>
            <a:r>
              <a:rPr lang="en-GB" dirty="0" err="1"/>
              <a:t>dolor</a:t>
            </a:r>
            <a:r>
              <a:rPr lang="en-GB" dirty="0"/>
              <a:t>, </a:t>
            </a:r>
            <a:r>
              <a:rPr lang="en-GB" dirty="0" err="1"/>
              <a:t>sed</a:t>
            </a:r>
            <a:r>
              <a:rPr lang="en-GB" dirty="0"/>
              <a:t> </a:t>
            </a:r>
            <a:r>
              <a:rPr lang="en-GB" dirty="0" err="1"/>
              <a:t>congue</a:t>
            </a:r>
            <a:r>
              <a:rPr lang="en-GB" dirty="0"/>
              <a:t> dui </a:t>
            </a:r>
            <a:r>
              <a:rPr lang="en-GB" dirty="0" err="1"/>
              <a:t>molestie</a:t>
            </a:r>
            <a:r>
              <a:rPr lang="en-GB" dirty="0"/>
              <a:t> sit </a:t>
            </a:r>
            <a:r>
              <a:rPr lang="en-GB" dirty="0" err="1"/>
              <a:t>amet</a:t>
            </a:r>
            <a:r>
              <a:rPr lang="en-GB" dirty="0"/>
              <a:t>. </a:t>
            </a:r>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Proin </a:t>
            </a:r>
            <a:r>
              <a:rPr lang="en-GB" dirty="0" err="1"/>
              <a:t>ultricies</a:t>
            </a:r>
            <a:r>
              <a:rPr lang="en-GB" dirty="0"/>
              <a:t> ante </a:t>
            </a:r>
            <a:r>
              <a:rPr lang="en-GB" dirty="0" err="1"/>
              <a:t>sed</a:t>
            </a:r>
            <a:r>
              <a:rPr lang="en-GB" dirty="0"/>
              <a:t> libero pharetra, non </a:t>
            </a:r>
            <a:r>
              <a:rPr lang="en-GB" dirty="0" err="1"/>
              <a:t>rutrum</a:t>
            </a:r>
            <a:r>
              <a:rPr lang="en-GB" dirty="0"/>
              <a:t> </a:t>
            </a:r>
            <a:r>
              <a:rPr lang="en-GB" dirty="0" err="1"/>
              <a:t>risus</a:t>
            </a:r>
            <a:r>
              <a:rPr lang="en-GB" dirty="0"/>
              <a:t> </a:t>
            </a:r>
            <a:r>
              <a:rPr lang="en-GB" dirty="0" err="1"/>
              <a:t>consequat</a:t>
            </a:r>
            <a:r>
              <a:rPr lang="en-GB" dirty="0"/>
              <a:t>. </a:t>
            </a:r>
            <a:r>
              <a:rPr lang="en-GB" dirty="0" err="1"/>
              <a:t>Nullam</a:t>
            </a:r>
            <a:r>
              <a:rPr lang="en-GB" dirty="0"/>
              <a:t> </a:t>
            </a:r>
            <a:r>
              <a:rPr lang="en-GB" dirty="0" err="1"/>
              <a:t>elementum</a:t>
            </a:r>
            <a:r>
              <a:rPr lang="en-GB" dirty="0"/>
              <a:t> </a:t>
            </a:r>
            <a:r>
              <a:rPr lang="en-GB" dirty="0" err="1"/>
              <a:t>facilisis</a:t>
            </a:r>
            <a:r>
              <a:rPr lang="en-GB" dirty="0"/>
              <a:t> </a:t>
            </a:r>
            <a:r>
              <a:rPr lang="en-GB" dirty="0" err="1"/>
              <a:t>tortor</a:t>
            </a:r>
            <a:r>
              <a:rPr lang="en-GB" dirty="0"/>
              <a:t>, ac </a:t>
            </a:r>
            <a:r>
              <a:rPr lang="en-GB" dirty="0" err="1"/>
              <a:t>euismod</a:t>
            </a:r>
            <a:r>
              <a:rPr lang="en-GB" dirty="0"/>
              <a:t> </a:t>
            </a:r>
            <a:r>
              <a:rPr lang="en-GB" dirty="0" err="1"/>
              <a:t>risus</a:t>
            </a:r>
            <a:r>
              <a:rPr lang="en-GB" dirty="0"/>
              <a:t> </a:t>
            </a:r>
            <a:r>
              <a:rPr lang="en-GB" dirty="0" err="1"/>
              <a:t>vehicula</a:t>
            </a:r>
            <a:r>
              <a:rPr lang="en-GB" dirty="0"/>
              <a:t> </a:t>
            </a:r>
            <a:r>
              <a:rPr lang="en-GB" dirty="0" err="1"/>
              <a:t>eu</a:t>
            </a:r>
            <a:r>
              <a:rPr lang="en-GB" dirty="0"/>
              <a:t>. </a:t>
            </a:r>
            <a:r>
              <a:rPr lang="en-GB" dirty="0" err="1"/>
              <a:t>Quisque</a:t>
            </a:r>
            <a:r>
              <a:rPr lang="en-GB" dirty="0"/>
              <a:t> in </a:t>
            </a:r>
            <a:r>
              <a:rPr lang="en-GB" dirty="0" err="1"/>
              <a:t>elit</a:t>
            </a:r>
            <a:r>
              <a:rPr lang="en-GB" dirty="0"/>
              <a:t> </a:t>
            </a:r>
            <a:r>
              <a:rPr lang="en-GB" dirty="0" err="1"/>
              <a:t>mauris</a:t>
            </a:r>
            <a:r>
              <a:rPr lang="en-GB" dirty="0"/>
              <a:t>. </a:t>
            </a:r>
            <a:r>
              <a:rPr lang="en-GB" dirty="0" err="1"/>
              <a:t>Pellentesque</a:t>
            </a:r>
            <a:r>
              <a:rPr lang="en-GB" dirty="0"/>
              <a:t> </a:t>
            </a:r>
            <a:r>
              <a:rPr lang="en-GB" dirty="0" err="1"/>
              <a:t>eu</a:t>
            </a:r>
            <a:r>
              <a:rPr lang="en-GB" dirty="0"/>
              <a:t> </a:t>
            </a:r>
            <a:r>
              <a:rPr lang="en-GB" dirty="0" err="1"/>
              <a:t>tellus</a:t>
            </a:r>
            <a:r>
              <a:rPr lang="en-GB" dirty="0"/>
              <a:t> et eros </a:t>
            </a:r>
            <a:r>
              <a:rPr lang="en-GB" dirty="0" err="1"/>
              <a:t>posuere</a:t>
            </a:r>
            <a:r>
              <a:rPr lang="en-GB" dirty="0"/>
              <a:t> </a:t>
            </a:r>
            <a:r>
              <a:rPr lang="en-GB" dirty="0" err="1"/>
              <a:t>ultrices</a:t>
            </a:r>
            <a:r>
              <a:rPr lang="en-GB" dirty="0"/>
              <a:t> at </a:t>
            </a:r>
            <a:r>
              <a:rPr lang="en-GB" dirty="0" err="1"/>
              <a:t>ut</a:t>
            </a:r>
            <a:r>
              <a:rPr lang="en-GB" dirty="0"/>
              <a:t> </a:t>
            </a:r>
            <a:r>
              <a:rPr lang="en-GB" dirty="0" err="1"/>
              <a:t>tellus</a:t>
            </a:r>
            <a:r>
              <a:rPr lang="en-GB" dirty="0"/>
              <a:t>. Donec </a:t>
            </a:r>
            <a:r>
              <a:rPr lang="en-GB" dirty="0" err="1"/>
              <a:t>ullamcorper</a:t>
            </a:r>
            <a:r>
              <a:rPr lang="en-GB" dirty="0"/>
              <a:t> </a:t>
            </a:r>
            <a:r>
              <a:rPr lang="en-GB" dirty="0" err="1"/>
              <a:t>mollis</a:t>
            </a:r>
            <a:r>
              <a:rPr lang="en-GB" dirty="0"/>
              <a:t> </a:t>
            </a:r>
            <a:r>
              <a:rPr lang="en-GB" dirty="0" err="1"/>
              <a:t>velit</a:t>
            </a:r>
            <a:r>
              <a:rPr lang="en-GB" dirty="0"/>
              <a:t> sit </a:t>
            </a:r>
            <a:r>
              <a:rPr lang="en-GB" dirty="0" err="1"/>
              <a:t>amet</a:t>
            </a:r>
            <a:r>
              <a:rPr lang="en-GB" dirty="0"/>
              <a:t>.</a:t>
            </a:r>
          </a:p>
          <a:p>
            <a:endParaRPr lang="en-GB" dirty="0"/>
          </a:p>
        </p:txBody>
      </p:sp>
      <p:pic>
        <p:nvPicPr>
          <p:cNvPr id="7" name="Picture 6" descr="A close-up of a computer&#10;&#10;Description automatically generated">
            <a:extLst>
              <a:ext uri="{FF2B5EF4-FFF2-40B4-BE49-F238E27FC236}">
                <a16:creationId xmlns:a16="http://schemas.microsoft.com/office/drawing/2014/main" id="{954ED273-33D2-79E5-B102-9A5BCDE93A1B}"/>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484688" y="1612361"/>
            <a:ext cx="9250362" cy="5550394"/>
          </a:xfrm>
          <a:prstGeom prst="rect">
            <a:avLst/>
          </a:prstGeom>
        </p:spPr>
      </p:pic>
      <p:sp>
        <p:nvSpPr>
          <p:cNvPr id="8" name="Text Placeholder 14">
            <a:extLst>
              <a:ext uri="{FF2B5EF4-FFF2-40B4-BE49-F238E27FC236}">
                <a16:creationId xmlns:a16="http://schemas.microsoft.com/office/drawing/2014/main" id="{B3352FFD-6576-926D-908D-36FDDA9ADACD}"/>
              </a:ext>
            </a:extLst>
          </p:cNvPr>
          <p:cNvSpPr txBox="1">
            <a:spLocks/>
          </p:cNvSpPr>
          <p:nvPr/>
        </p:nvSpPr>
        <p:spPr>
          <a:xfrm>
            <a:off x="5483225" y="1"/>
            <a:ext cx="7980363" cy="1710826"/>
          </a:xfrm>
          <a:prstGeom prst="rect">
            <a:avLst/>
          </a:prstGeom>
          <a:solidFill>
            <a:schemeClr val="bg1">
              <a:lumMod val="95000"/>
            </a:schemeClr>
          </a:solidFill>
          <a:ln>
            <a:solidFill>
              <a:schemeClr val="accent4"/>
            </a:solidFill>
          </a:ln>
        </p:spPr>
        <p:txBody>
          <a:bodyPr wrap="square" lIns="108000" tIns="108000" rIns="108000" bIns="10800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sz="1200" dirty="0"/>
              <a:t>The below screen </a:t>
            </a:r>
            <a:r>
              <a:rPr lang="en-GB" sz="1200" dirty="0" err="1"/>
              <a:t>mockups</a:t>
            </a:r>
            <a:r>
              <a:rPr lang="en-GB" sz="1200" dirty="0"/>
              <a:t> can be used to place an image or video behind the </a:t>
            </a:r>
            <a:r>
              <a:rPr lang="en-GB" sz="1200" dirty="0" err="1"/>
              <a:t>mockup</a:t>
            </a:r>
            <a:r>
              <a:rPr lang="en-GB" sz="1200" dirty="0"/>
              <a:t> screen.</a:t>
            </a:r>
          </a:p>
          <a:p>
            <a:pPr lvl="0"/>
            <a:r>
              <a:rPr lang="en-GB" sz="1200" dirty="0">
                <a:solidFill>
                  <a:schemeClr val="tx1"/>
                </a:solidFill>
                <a:latin typeface="+mn-lt"/>
              </a:rPr>
              <a:t>To do this follow the steps below</a:t>
            </a:r>
          </a:p>
          <a:p>
            <a:pPr marL="342900" lvl="0" indent="-342900">
              <a:spcBef>
                <a:spcPts val="0"/>
              </a:spcBef>
              <a:buFont typeface="+mj-lt"/>
              <a:buAutoNum type="arabicPeriod"/>
            </a:pPr>
            <a:r>
              <a:rPr lang="en-GB" sz="1200" dirty="0">
                <a:solidFill>
                  <a:schemeClr val="tx1"/>
                </a:solidFill>
                <a:latin typeface="+mn-lt"/>
              </a:rPr>
              <a:t>Paste your image/ video on to your slide. </a:t>
            </a:r>
          </a:p>
          <a:p>
            <a:pPr marL="342900" lvl="0" indent="-342900">
              <a:spcBef>
                <a:spcPts val="0"/>
              </a:spcBef>
              <a:buFont typeface="+mj-lt"/>
              <a:buAutoNum type="arabicPeriod"/>
            </a:pPr>
            <a:r>
              <a:rPr lang="en-GB" sz="1200" dirty="0">
                <a:solidFill>
                  <a:schemeClr val="tx1"/>
                </a:solidFill>
                <a:latin typeface="+mn-lt"/>
              </a:rPr>
              <a:t>Copy and paste the below </a:t>
            </a:r>
            <a:r>
              <a:rPr lang="en-GB" sz="1200" dirty="0" err="1">
                <a:solidFill>
                  <a:schemeClr val="tx1"/>
                </a:solidFill>
                <a:latin typeface="+mn-lt"/>
              </a:rPr>
              <a:t>mockup</a:t>
            </a:r>
            <a:r>
              <a:rPr lang="en-GB" sz="1200" dirty="0">
                <a:solidFill>
                  <a:schemeClr val="tx1"/>
                </a:solidFill>
                <a:latin typeface="+mn-lt"/>
              </a:rPr>
              <a:t> screen onto the slide with your image/ video. </a:t>
            </a:r>
          </a:p>
          <a:p>
            <a:pPr marL="342900" lvl="0" indent="-342900">
              <a:spcBef>
                <a:spcPts val="0"/>
              </a:spcBef>
              <a:buFont typeface="+mj-lt"/>
              <a:buAutoNum type="arabicPeriod"/>
            </a:pPr>
            <a:r>
              <a:rPr lang="en-GB" sz="1200" dirty="0">
                <a:solidFill>
                  <a:schemeClr val="tx1"/>
                </a:solidFill>
                <a:latin typeface="+mn-lt"/>
              </a:rPr>
              <a:t>You can also resize the </a:t>
            </a:r>
            <a:r>
              <a:rPr lang="en-GB" sz="1200" dirty="0" err="1">
                <a:solidFill>
                  <a:schemeClr val="tx1"/>
                </a:solidFill>
                <a:latin typeface="+mn-lt"/>
              </a:rPr>
              <a:t>mockups</a:t>
            </a:r>
            <a:r>
              <a:rPr lang="en-GB" sz="1200" dirty="0">
                <a:solidFill>
                  <a:schemeClr val="tx1"/>
                </a:solidFill>
                <a:latin typeface="+mn-lt"/>
              </a:rPr>
              <a:t> by clicking and dragging the corner anchor points to fit within your image/video </a:t>
            </a:r>
          </a:p>
        </p:txBody>
      </p:sp>
    </p:spTree>
    <p:extLst>
      <p:ext uri="{BB962C8B-B14F-4D97-AF65-F5344CB8AC3E}">
        <p14:creationId xmlns:p14="http://schemas.microsoft.com/office/powerpoint/2010/main" val="4074460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1">
            <a:extLst>
              <a:ext uri="{FF2B5EF4-FFF2-40B4-BE49-F238E27FC236}">
                <a16:creationId xmlns:a16="http://schemas.microsoft.com/office/drawing/2014/main" id="{5C2F3882-78ED-8127-B2DF-3EC6A1B1A5F1}"/>
              </a:ext>
            </a:extLst>
          </p:cNvPr>
          <p:cNvSpPr txBox="1">
            <a:spLocks/>
          </p:cNvSpPr>
          <p:nvPr/>
        </p:nvSpPr>
        <p:spPr>
          <a:xfrm>
            <a:off x="0" y="1800224"/>
            <a:ext cx="13463588" cy="5221289"/>
          </a:xfrm>
          <a:prstGeom prst="rect">
            <a:avLst/>
          </a:prstGeom>
          <a:solidFill>
            <a:srgbClr val="ECF9F4"/>
          </a:solidFill>
        </p:spPr>
        <p:txBody>
          <a:bodyPr lIns="540000" tIns="72000" rIns="7632000" bIns="72000" anchor="ct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t>Lorem ipsum </a:t>
            </a:r>
            <a:r>
              <a:rPr lang="en-GB" sz="1600" dirty="0" err="1"/>
              <a:t>dolor</a:t>
            </a:r>
            <a:r>
              <a:rPr lang="en-GB" sz="1600" dirty="0"/>
              <a:t> sit </a:t>
            </a:r>
            <a:r>
              <a:rPr lang="en-GB" sz="1600" dirty="0" err="1"/>
              <a:t>amet</a:t>
            </a:r>
            <a:r>
              <a:rPr lang="en-GB" sz="1600" dirty="0"/>
              <a:t>, </a:t>
            </a:r>
            <a:r>
              <a:rPr lang="en-GB" sz="1600" dirty="0" err="1"/>
              <a:t>consectetur</a:t>
            </a:r>
            <a:r>
              <a:rPr lang="en-GB" sz="1600" dirty="0"/>
              <a:t> </a:t>
            </a:r>
            <a:r>
              <a:rPr lang="en-GB" sz="1600" dirty="0" err="1"/>
              <a:t>adipiscing</a:t>
            </a:r>
            <a:r>
              <a:rPr lang="en-GB" sz="1600" dirty="0"/>
              <a:t> </a:t>
            </a:r>
            <a:r>
              <a:rPr lang="en-GB" sz="1600" dirty="0" err="1"/>
              <a:t>elit</a:t>
            </a:r>
            <a:r>
              <a:rPr lang="en-GB" sz="1600" dirty="0"/>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endParaRPr lang="en-GB" sz="1400" dirty="0"/>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a:t>
            </a:r>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p>
        </p:txBody>
      </p:sp>
      <p:sp>
        <p:nvSpPr>
          <p:cNvPr id="2" name="Subtitle 1">
            <a:extLst>
              <a:ext uri="{FF2B5EF4-FFF2-40B4-BE49-F238E27FC236}">
                <a16:creationId xmlns:a16="http://schemas.microsoft.com/office/drawing/2014/main" id="{B1763273-82A5-D086-DD01-0DC0963655F0}"/>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FA136BF7-FE9A-8CD9-8BFD-6CF7E666ECD8}"/>
              </a:ext>
            </a:extLst>
          </p:cNvPr>
          <p:cNvSpPr>
            <a:spLocks noGrp="1"/>
          </p:cNvSpPr>
          <p:nvPr>
            <p:ph type="title"/>
          </p:nvPr>
        </p:nvSpPr>
        <p:spPr/>
        <p:txBody>
          <a:bodyPr/>
          <a:lstStyle/>
          <a:p>
            <a:r>
              <a:rPr lang="en-GB" dirty="0"/>
              <a:t>Layout option with </a:t>
            </a:r>
            <a:br>
              <a:rPr lang="en-GB" dirty="0"/>
            </a:br>
            <a:r>
              <a:rPr lang="en-GB" dirty="0" err="1"/>
              <a:t>Ipad</a:t>
            </a:r>
            <a:r>
              <a:rPr lang="en-GB" dirty="0"/>
              <a:t> Screen </a:t>
            </a:r>
          </a:p>
        </p:txBody>
      </p:sp>
      <p:sp>
        <p:nvSpPr>
          <p:cNvPr id="23" name="Picture Placeholder 22">
            <a:extLst>
              <a:ext uri="{FF2B5EF4-FFF2-40B4-BE49-F238E27FC236}">
                <a16:creationId xmlns:a16="http://schemas.microsoft.com/office/drawing/2014/main" id="{078BB876-7733-E06B-D105-667D2D257F49}"/>
              </a:ext>
            </a:extLst>
          </p:cNvPr>
          <p:cNvSpPr>
            <a:spLocks noGrp="1"/>
          </p:cNvSpPr>
          <p:nvPr>
            <p:ph type="pic" sz="quarter" idx="14"/>
          </p:nvPr>
        </p:nvSpPr>
        <p:spPr/>
        <p:txBody>
          <a:bodyPr/>
          <a:lstStyle/>
          <a:p>
            <a:endParaRPr lang="en-GB" dirty="0"/>
          </a:p>
        </p:txBody>
      </p:sp>
      <p:sp>
        <p:nvSpPr>
          <p:cNvPr id="8" name="Text Placeholder 14">
            <a:extLst>
              <a:ext uri="{FF2B5EF4-FFF2-40B4-BE49-F238E27FC236}">
                <a16:creationId xmlns:a16="http://schemas.microsoft.com/office/drawing/2014/main" id="{B3352FFD-6576-926D-908D-36FDDA9ADACD}"/>
              </a:ext>
            </a:extLst>
          </p:cNvPr>
          <p:cNvSpPr txBox="1">
            <a:spLocks/>
          </p:cNvSpPr>
          <p:nvPr/>
        </p:nvSpPr>
        <p:spPr>
          <a:xfrm>
            <a:off x="5483225" y="1"/>
            <a:ext cx="7980363" cy="1710826"/>
          </a:xfrm>
          <a:prstGeom prst="rect">
            <a:avLst/>
          </a:prstGeom>
          <a:solidFill>
            <a:schemeClr val="bg1">
              <a:lumMod val="95000"/>
            </a:schemeClr>
          </a:solidFill>
          <a:ln>
            <a:solidFill>
              <a:schemeClr val="accent4"/>
            </a:solidFill>
          </a:ln>
        </p:spPr>
        <p:txBody>
          <a:bodyPr wrap="square" lIns="108000" tIns="108000" rIns="108000" bIns="10800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sz="1200" dirty="0"/>
              <a:t>The below screen </a:t>
            </a:r>
            <a:r>
              <a:rPr lang="en-GB" sz="1200" dirty="0" err="1"/>
              <a:t>mockups</a:t>
            </a:r>
            <a:r>
              <a:rPr lang="en-GB" sz="1200" dirty="0"/>
              <a:t> can be used to place an image or video behind the </a:t>
            </a:r>
            <a:r>
              <a:rPr lang="en-GB" sz="1200" dirty="0" err="1"/>
              <a:t>mockup</a:t>
            </a:r>
            <a:r>
              <a:rPr lang="en-GB" sz="1200" dirty="0"/>
              <a:t> screen.</a:t>
            </a:r>
          </a:p>
          <a:p>
            <a:pPr lvl="0"/>
            <a:r>
              <a:rPr lang="en-GB" sz="1200" dirty="0">
                <a:solidFill>
                  <a:schemeClr val="tx1"/>
                </a:solidFill>
                <a:latin typeface="+mn-lt"/>
              </a:rPr>
              <a:t>To do this follow the steps below</a:t>
            </a:r>
          </a:p>
          <a:p>
            <a:pPr marL="342900" lvl="0" indent="-342900">
              <a:spcBef>
                <a:spcPts val="0"/>
              </a:spcBef>
              <a:buFont typeface="+mj-lt"/>
              <a:buAutoNum type="arabicPeriod"/>
            </a:pPr>
            <a:r>
              <a:rPr lang="en-GB" sz="1200" dirty="0">
                <a:solidFill>
                  <a:schemeClr val="tx1"/>
                </a:solidFill>
                <a:latin typeface="+mn-lt"/>
              </a:rPr>
              <a:t>Paste your image/ video on to your slide. </a:t>
            </a:r>
          </a:p>
          <a:p>
            <a:pPr marL="342900" lvl="0" indent="-342900">
              <a:spcBef>
                <a:spcPts val="0"/>
              </a:spcBef>
              <a:buFont typeface="+mj-lt"/>
              <a:buAutoNum type="arabicPeriod"/>
            </a:pPr>
            <a:r>
              <a:rPr lang="en-GB" sz="1200" dirty="0">
                <a:solidFill>
                  <a:schemeClr val="tx1"/>
                </a:solidFill>
                <a:latin typeface="+mn-lt"/>
              </a:rPr>
              <a:t>Copy and paste the below </a:t>
            </a:r>
            <a:r>
              <a:rPr lang="en-GB" sz="1200" dirty="0" err="1">
                <a:solidFill>
                  <a:schemeClr val="tx1"/>
                </a:solidFill>
                <a:latin typeface="+mn-lt"/>
              </a:rPr>
              <a:t>mockup</a:t>
            </a:r>
            <a:r>
              <a:rPr lang="en-GB" sz="1200" dirty="0">
                <a:solidFill>
                  <a:schemeClr val="tx1"/>
                </a:solidFill>
                <a:latin typeface="+mn-lt"/>
              </a:rPr>
              <a:t> screen onto the slide with your image/ video. </a:t>
            </a:r>
          </a:p>
          <a:p>
            <a:pPr marL="342900" lvl="0" indent="-342900">
              <a:spcBef>
                <a:spcPts val="0"/>
              </a:spcBef>
              <a:buFont typeface="+mj-lt"/>
              <a:buAutoNum type="arabicPeriod"/>
            </a:pPr>
            <a:r>
              <a:rPr lang="en-GB" sz="1200" dirty="0">
                <a:solidFill>
                  <a:schemeClr val="tx1"/>
                </a:solidFill>
                <a:latin typeface="+mn-lt"/>
              </a:rPr>
              <a:t>You can also resize the </a:t>
            </a:r>
            <a:r>
              <a:rPr lang="en-GB" sz="1200" dirty="0" err="1">
                <a:solidFill>
                  <a:schemeClr val="tx1"/>
                </a:solidFill>
                <a:latin typeface="+mn-lt"/>
              </a:rPr>
              <a:t>mockups</a:t>
            </a:r>
            <a:r>
              <a:rPr lang="en-GB" sz="1200" dirty="0">
                <a:solidFill>
                  <a:schemeClr val="tx1"/>
                </a:solidFill>
                <a:latin typeface="+mn-lt"/>
              </a:rPr>
              <a:t> by clicking and dragging the corner anchor points to fit within your image/video </a:t>
            </a:r>
          </a:p>
        </p:txBody>
      </p:sp>
      <p:grpSp>
        <p:nvGrpSpPr>
          <p:cNvPr id="24" name="Group 23">
            <a:extLst>
              <a:ext uri="{FF2B5EF4-FFF2-40B4-BE49-F238E27FC236}">
                <a16:creationId xmlns:a16="http://schemas.microsoft.com/office/drawing/2014/main" id="{2662F741-F493-ABB2-B979-8F9225361F46}"/>
              </a:ext>
            </a:extLst>
          </p:cNvPr>
          <p:cNvGrpSpPr/>
          <p:nvPr/>
        </p:nvGrpSpPr>
        <p:grpSpPr>
          <a:xfrm rot="5400000">
            <a:off x="7127896" y="1080322"/>
            <a:ext cx="4930792" cy="6661092"/>
            <a:chOff x="8162247" y="1394903"/>
            <a:chExt cx="8071060" cy="10903333"/>
          </a:xfrm>
          <a:effectLst/>
        </p:grpSpPr>
        <p:sp>
          <p:nvSpPr>
            <p:cNvPr id="25" name="Rectangle: Rounded Corners 24">
              <a:extLst>
                <a:ext uri="{FF2B5EF4-FFF2-40B4-BE49-F238E27FC236}">
                  <a16:creationId xmlns:a16="http://schemas.microsoft.com/office/drawing/2014/main" id="{44CD0D2C-2080-2E85-3367-89C6CE9110E9}"/>
                </a:ext>
              </a:extLst>
            </p:cNvPr>
            <p:cNvSpPr/>
            <p:nvPr/>
          </p:nvSpPr>
          <p:spPr>
            <a:xfrm>
              <a:off x="16187588" y="2861559"/>
              <a:ext cx="45719" cy="457760"/>
            </a:xfrm>
            <a:prstGeom prst="roundRect">
              <a:avLst>
                <a:gd name="adj" fmla="val 50000"/>
              </a:avLst>
            </a:prstGeom>
            <a:gradFill>
              <a:gsLst>
                <a:gs pos="92000">
                  <a:srgbClr val="EFEFEF"/>
                </a:gs>
                <a:gs pos="10000">
                  <a:srgbClr val="F2F2F2"/>
                </a:gs>
                <a:gs pos="0">
                  <a:srgbClr val="5F5F5F"/>
                </a:gs>
                <a:gs pos="100000">
                  <a:srgbClr val="5F5F5F"/>
                </a:gs>
              </a:gsLst>
              <a:lin ang="5400000" scaled="1"/>
            </a:gradFill>
            <a:ln w="254">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26" name="AutoShape 3">
              <a:extLst>
                <a:ext uri="{FF2B5EF4-FFF2-40B4-BE49-F238E27FC236}">
                  <a16:creationId xmlns:a16="http://schemas.microsoft.com/office/drawing/2014/main" id="{0AC983DD-D685-5975-9CD6-757898449327}"/>
                </a:ext>
              </a:extLst>
            </p:cNvPr>
            <p:cNvSpPr>
              <a:spLocks noChangeAspect="1" noChangeArrowheads="1" noTextEdit="1"/>
            </p:cNvSpPr>
            <p:nvPr/>
          </p:nvSpPr>
          <p:spPr bwMode="auto">
            <a:xfrm>
              <a:off x="8162247" y="1420441"/>
              <a:ext cx="8060004" cy="10875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bodyPr>
            <a:lstStyle/>
            <a:p>
              <a:endParaRPr lang="en-US" sz="1513">
                <a:latin typeface="Arial" panose="020B0604020202020204" pitchFamily="34" charset="0"/>
              </a:endParaRPr>
            </a:p>
          </p:txBody>
        </p:sp>
        <p:sp>
          <p:nvSpPr>
            <p:cNvPr id="27" name="Freeform: Shape 26">
              <a:extLst>
                <a:ext uri="{FF2B5EF4-FFF2-40B4-BE49-F238E27FC236}">
                  <a16:creationId xmlns:a16="http://schemas.microsoft.com/office/drawing/2014/main" id="{224586FB-D273-199E-5B05-86CF90D75BE7}"/>
                </a:ext>
              </a:extLst>
            </p:cNvPr>
            <p:cNvSpPr>
              <a:spLocks/>
            </p:cNvSpPr>
            <p:nvPr/>
          </p:nvSpPr>
          <p:spPr bwMode="auto">
            <a:xfrm>
              <a:off x="8164923" y="1468608"/>
              <a:ext cx="8015851" cy="10829628"/>
            </a:xfrm>
            <a:custGeom>
              <a:avLst/>
              <a:gdLst>
                <a:gd name="connsiteX0" fmla="*/ 457819 w 8015851"/>
                <a:gd name="connsiteY0" fmla="*/ 272949 h 10829628"/>
                <a:gd name="connsiteX1" fmla="*/ 260907 w 8015851"/>
                <a:gd name="connsiteY1" fmla="*/ 469749 h 10829628"/>
                <a:gd name="connsiteX2" fmla="*/ 260907 w 8015851"/>
                <a:gd name="connsiteY2" fmla="*/ 10347839 h 10829628"/>
                <a:gd name="connsiteX3" fmla="*/ 457819 w 8015851"/>
                <a:gd name="connsiteY3" fmla="*/ 10544639 h 10829628"/>
                <a:gd name="connsiteX4" fmla="*/ 7559371 w 8015851"/>
                <a:gd name="connsiteY4" fmla="*/ 10544639 h 10829628"/>
                <a:gd name="connsiteX5" fmla="*/ 7756283 w 8015851"/>
                <a:gd name="connsiteY5" fmla="*/ 10347839 h 10829628"/>
                <a:gd name="connsiteX6" fmla="*/ 7756283 w 8015851"/>
                <a:gd name="connsiteY6" fmla="*/ 469749 h 10829628"/>
                <a:gd name="connsiteX7" fmla="*/ 7559371 w 8015851"/>
                <a:gd name="connsiteY7" fmla="*/ 272949 h 10829628"/>
                <a:gd name="connsiteX8" fmla="*/ 457819 w 8015851"/>
                <a:gd name="connsiteY8" fmla="*/ 272949 h 10829628"/>
                <a:gd name="connsiteX9" fmla="*/ 460499 w 8015851"/>
                <a:gd name="connsiteY9" fmla="*/ 0 h 10829628"/>
                <a:gd name="connsiteX10" fmla="*/ 7555353 w 8015851"/>
                <a:gd name="connsiteY10" fmla="*/ 0 h 10829628"/>
                <a:gd name="connsiteX11" fmla="*/ 8015851 w 8015851"/>
                <a:gd name="connsiteY11" fmla="*/ 460228 h 10829628"/>
                <a:gd name="connsiteX12" fmla="*/ 8015851 w 8015851"/>
                <a:gd name="connsiteY12" fmla="*/ 10369401 h 10829628"/>
                <a:gd name="connsiteX13" fmla="*/ 7555353 w 8015851"/>
                <a:gd name="connsiteY13" fmla="*/ 10829628 h 10829628"/>
                <a:gd name="connsiteX14" fmla="*/ 460499 w 8015851"/>
                <a:gd name="connsiteY14" fmla="*/ 10829628 h 10829628"/>
                <a:gd name="connsiteX15" fmla="*/ 0 w 8015851"/>
                <a:gd name="connsiteY15" fmla="*/ 10369401 h 10829628"/>
                <a:gd name="connsiteX16" fmla="*/ 0 w 8015851"/>
                <a:gd name="connsiteY16" fmla="*/ 460228 h 10829628"/>
                <a:gd name="connsiteX17" fmla="*/ 460499 w 8015851"/>
                <a:gd name="connsiteY17" fmla="*/ 0 h 10829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15851" h="10829628">
                  <a:moveTo>
                    <a:pt x="457819" y="272949"/>
                  </a:moveTo>
                  <a:cubicBezTo>
                    <a:pt x="349835" y="272949"/>
                    <a:pt x="260907" y="361827"/>
                    <a:pt x="260907" y="469749"/>
                  </a:cubicBezTo>
                  <a:cubicBezTo>
                    <a:pt x="260907" y="469749"/>
                    <a:pt x="260907" y="469749"/>
                    <a:pt x="260907" y="10347839"/>
                  </a:cubicBezTo>
                  <a:cubicBezTo>
                    <a:pt x="260907" y="10455762"/>
                    <a:pt x="349835" y="10544639"/>
                    <a:pt x="457819" y="10544639"/>
                  </a:cubicBezTo>
                  <a:cubicBezTo>
                    <a:pt x="457819" y="10544639"/>
                    <a:pt x="457819" y="10544639"/>
                    <a:pt x="7559371" y="10544639"/>
                  </a:cubicBezTo>
                  <a:cubicBezTo>
                    <a:pt x="7667355" y="10544639"/>
                    <a:pt x="7756283" y="10455762"/>
                    <a:pt x="7756283" y="10347839"/>
                  </a:cubicBezTo>
                  <a:cubicBezTo>
                    <a:pt x="7756283" y="10347839"/>
                    <a:pt x="7756283" y="10347839"/>
                    <a:pt x="7756283" y="469749"/>
                  </a:cubicBezTo>
                  <a:cubicBezTo>
                    <a:pt x="7756283" y="361827"/>
                    <a:pt x="7667355" y="272949"/>
                    <a:pt x="7559371" y="272949"/>
                  </a:cubicBezTo>
                  <a:cubicBezTo>
                    <a:pt x="7559371" y="272949"/>
                    <a:pt x="7559371" y="272949"/>
                    <a:pt x="457819" y="272949"/>
                  </a:cubicBezTo>
                  <a:close/>
                  <a:moveTo>
                    <a:pt x="460499" y="0"/>
                  </a:moveTo>
                  <a:cubicBezTo>
                    <a:pt x="7555353" y="0"/>
                    <a:pt x="7555353" y="0"/>
                    <a:pt x="7555353" y="0"/>
                  </a:cubicBezTo>
                  <a:cubicBezTo>
                    <a:pt x="7809421" y="0"/>
                    <a:pt x="8015851" y="206309"/>
                    <a:pt x="8015851" y="460228"/>
                  </a:cubicBezTo>
                  <a:cubicBezTo>
                    <a:pt x="8015851" y="10369401"/>
                    <a:pt x="8015851" y="10369401"/>
                    <a:pt x="8015851" y="10369401"/>
                  </a:cubicBezTo>
                  <a:cubicBezTo>
                    <a:pt x="8015851" y="10623319"/>
                    <a:pt x="7809421" y="10829628"/>
                    <a:pt x="7555353" y="10829628"/>
                  </a:cubicBezTo>
                  <a:cubicBezTo>
                    <a:pt x="460499" y="10829628"/>
                    <a:pt x="460499" y="10829628"/>
                    <a:pt x="460499" y="10829628"/>
                  </a:cubicBezTo>
                  <a:cubicBezTo>
                    <a:pt x="206431" y="10829628"/>
                    <a:pt x="0" y="10623319"/>
                    <a:pt x="0" y="10369401"/>
                  </a:cubicBezTo>
                  <a:cubicBezTo>
                    <a:pt x="0" y="460228"/>
                    <a:pt x="0" y="460228"/>
                    <a:pt x="0" y="460228"/>
                  </a:cubicBezTo>
                  <a:cubicBezTo>
                    <a:pt x="0" y="206309"/>
                    <a:pt x="206431" y="0"/>
                    <a:pt x="460499" y="0"/>
                  </a:cubicBezTo>
                  <a:close/>
                </a:path>
              </a:pathLst>
            </a:custGeom>
            <a:solidFill>
              <a:srgbClr val="111111"/>
            </a:solidFill>
            <a:ln w="25400">
              <a:noFill/>
              <a:round/>
              <a:headEnd/>
              <a:tailEnd/>
            </a:ln>
          </p:spPr>
          <p:txBody>
            <a:bodyPr vert="horz" wrap="square" lIns="80201" tIns="40100" rIns="80201" bIns="40100" numCol="1" anchor="t" anchorCtr="0" compatLnSpc="1">
              <a:prstTxWarp prst="textNoShape">
                <a:avLst/>
              </a:prstTxWarp>
              <a:noAutofit/>
            </a:bodyPr>
            <a:lstStyle/>
            <a:p>
              <a:endParaRPr lang="en-US" sz="1513">
                <a:latin typeface="Arial" panose="020B0604020202020204" pitchFamily="34" charset="0"/>
              </a:endParaRPr>
            </a:p>
          </p:txBody>
        </p:sp>
        <p:sp>
          <p:nvSpPr>
            <p:cNvPr id="28" name="Rectangle: Rounded Corners 27">
              <a:extLst>
                <a:ext uri="{FF2B5EF4-FFF2-40B4-BE49-F238E27FC236}">
                  <a16:creationId xmlns:a16="http://schemas.microsoft.com/office/drawing/2014/main" id="{BAA4F17D-0C67-8508-A601-75F105E20F90}"/>
                </a:ext>
              </a:extLst>
            </p:cNvPr>
            <p:cNvSpPr/>
            <p:nvPr/>
          </p:nvSpPr>
          <p:spPr>
            <a:xfrm>
              <a:off x="16187588" y="3572759"/>
              <a:ext cx="45719" cy="457760"/>
            </a:xfrm>
            <a:prstGeom prst="roundRect">
              <a:avLst>
                <a:gd name="adj" fmla="val 50000"/>
              </a:avLst>
            </a:prstGeom>
            <a:gradFill>
              <a:gsLst>
                <a:gs pos="92000">
                  <a:srgbClr val="EFEFEF"/>
                </a:gs>
                <a:gs pos="10000">
                  <a:srgbClr val="F2F2F2"/>
                </a:gs>
                <a:gs pos="0">
                  <a:srgbClr val="5F5F5F"/>
                </a:gs>
                <a:gs pos="100000">
                  <a:srgbClr val="5F5F5F"/>
                </a:gs>
              </a:gsLst>
              <a:lin ang="5400000" scaled="1"/>
            </a:gradFill>
            <a:ln w="254">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29" name="Rectangle: Rounded Corners 28">
              <a:extLst>
                <a:ext uri="{FF2B5EF4-FFF2-40B4-BE49-F238E27FC236}">
                  <a16:creationId xmlns:a16="http://schemas.microsoft.com/office/drawing/2014/main" id="{1D08572F-F6E3-83E3-9B6F-87CBBB74442A}"/>
                </a:ext>
              </a:extLst>
            </p:cNvPr>
            <p:cNvSpPr/>
            <p:nvPr/>
          </p:nvSpPr>
          <p:spPr>
            <a:xfrm rot="16200000">
              <a:off x="15069377" y="1188883"/>
              <a:ext cx="45719" cy="457760"/>
            </a:xfrm>
            <a:prstGeom prst="roundRect">
              <a:avLst>
                <a:gd name="adj" fmla="val 50000"/>
              </a:avLst>
            </a:prstGeom>
            <a:gradFill>
              <a:gsLst>
                <a:gs pos="92000">
                  <a:srgbClr val="EFEFEF"/>
                </a:gs>
                <a:gs pos="10000">
                  <a:srgbClr val="F2F2F2"/>
                </a:gs>
                <a:gs pos="0">
                  <a:srgbClr val="5F5F5F"/>
                </a:gs>
                <a:gs pos="100000">
                  <a:srgbClr val="5F5F5F"/>
                </a:gs>
              </a:gsLst>
              <a:lin ang="5400000" scaled="1"/>
            </a:gradFill>
            <a:ln w="254">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0" name="Freeform 5">
              <a:extLst>
                <a:ext uri="{FF2B5EF4-FFF2-40B4-BE49-F238E27FC236}">
                  <a16:creationId xmlns:a16="http://schemas.microsoft.com/office/drawing/2014/main" id="{756BCEAE-8C6D-5579-88E0-E7D4D44D3BC8}"/>
                </a:ext>
              </a:extLst>
            </p:cNvPr>
            <p:cNvSpPr>
              <a:spLocks/>
            </p:cNvSpPr>
            <p:nvPr/>
          </p:nvSpPr>
          <p:spPr bwMode="auto">
            <a:xfrm>
              <a:off x="8164923" y="1468608"/>
              <a:ext cx="8015851" cy="10829628"/>
            </a:xfrm>
            <a:custGeom>
              <a:avLst/>
              <a:gdLst>
                <a:gd name="T0" fmla="*/ 2379 w 2524"/>
                <a:gd name="T1" fmla="*/ 3412 h 3412"/>
                <a:gd name="T2" fmla="*/ 145 w 2524"/>
                <a:gd name="T3" fmla="*/ 3412 h 3412"/>
                <a:gd name="T4" fmla="*/ 0 w 2524"/>
                <a:gd name="T5" fmla="*/ 3267 h 3412"/>
                <a:gd name="T6" fmla="*/ 0 w 2524"/>
                <a:gd name="T7" fmla="*/ 145 h 3412"/>
                <a:gd name="T8" fmla="*/ 145 w 2524"/>
                <a:gd name="T9" fmla="*/ 0 h 3412"/>
                <a:gd name="T10" fmla="*/ 2379 w 2524"/>
                <a:gd name="T11" fmla="*/ 0 h 3412"/>
                <a:gd name="T12" fmla="*/ 2524 w 2524"/>
                <a:gd name="T13" fmla="*/ 145 h 3412"/>
                <a:gd name="T14" fmla="*/ 2524 w 2524"/>
                <a:gd name="T15" fmla="*/ 3267 h 3412"/>
                <a:gd name="T16" fmla="*/ 2379 w 2524"/>
                <a:gd name="T17" fmla="*/ 3412 h 3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24" h="3412">
                  <a:moveTo>
                    <a:pt x="2379" y="3412"/>
                  </a:moveTo>
                  <a:cubicBezTo>
                    <a:pt x="145" y="3412"/>
                    <a:pt x="145" y="3412"/>
                    <a:pt x="145" y="3412"/>
                  </a:cubicBezTo>
                  <a:cubicBezTo>
                    <a:pt x="65" y="3412"/>
                    <a:pt x="0" y="3347"/>
                    <a:pt x="0" y="3267"/>
                  </a:cubicBezTo>
                  <a:cubicBezTo>
                    <a:pt x="0" y="145"/>
                    <a:pt x="0" y="145"/>
                    <a:pt x="0" y="145"/>
                  </a:cubicBezTo>
                  <a:cubicBezTo>
                    <a:pt x="0" y="65"/>
                    <a:pt x="65" y="0"/>
                    <a:pt x="145" y="0"/>
                  </a:cubicBezTo>
                  <a:cubicBezTo>
                    <a:pt x="2379" y="0"/>
                    <a:pt x="2379" y="0"/>
                    <a:pt x="2379" y="0"/>
                  </a:cubicBezTo>
                  <a:cubicBezTo>
                    <a:pt x="2459" y="0"/>
                    <a:pt x="2524" y="65"/>
                    <a:pt x="2524" y="145"/>
                  </a:cubicBezTo>
                  <a:cubicBezTo>
                    <a:pt x="2524" y="3267"/>
                    <a:pt x="2524" y="3267"/>
                    <a:pt x="2524" y="3267"/>
                  </a:cubicBezTo>
                  <a:cubicBezTo>
                    <a:pt x="2524" y="3347"/>
                    <a:pt x="2459" y="3412"/>
                    <a:pt x="2379" y="3412"/>
                  </a:cubicBezTo>
                  <a:close/>
                </a:path>
              </a:pathLst>
            </a:custGeom>
            <a:noFill/>
            <a:ln w="25400">
              <a:gradFill>
                <a:gsLst>
                  <a:gs pos="0">
                    <a:srgbClr val="DDDDDD"/>
                  </a:gs>
                  <a:gs pos="100000">
                    <a:srgbClr val="5F5F5F"/>
                  </a:gs>
                </a:gsLst>
                <a:lin ang="5400000" scaled="1"/>
              </a:gradFill>
              <a:round/>
              <a:headEnd/>
              <a:tailEnd/>
            </a:ln>
          </p:spPr>
          <p:txBody>
            <a:bodyPr vert="horz" wrap="square" lIns="80201" tIns="40100" rIns="80201" bIns="40100" numCol="1" anchor="t" anchorCtr="0" compatLnSpc="1">
              <a:prstTxWarp prst="textNoShape">
                <a:avLst/>
              </a:prstTxWarp>
            </a:bodyPr>
            <a:lstStyle/>
            <a:p>
              <a:endParaRPr lang="en-US" sz="1513">
                <a:latin typeface="Arial" panose="020B0604020202020204" pitchFamily="34" charset="0"/>
              </a:endParaRPr>
            </a:p>
          </p:txBody>
        </p:sp>
        <p:sp>
          <p:nvSpPr>
            <p:cNvPr id="31" name="Oval 30">
              <a:extLst>
                <a:ext uri="{FF2B5EF4-FFF2-40B4-BE49-F238E27FC236}">
                  <a16:creationId xmlns:a16="http://schemas.microsoft.com/office/drawing/2014/main" id="{9156E248-1550-53D3-0CAA-9F336A078CF5}"/>
                </a:ext>
              </a:extLst>
            </p:cNvPr>
            <p:cNvSpPr>
              <a:spLocks noChangeAspect="1"/>
            </p:cNvSpPr>
            <p:nvPr/>
          </p:nvSpPr>
          <p:spPr>
            <a:xfrm>
              <a:off x="12148048" y="1571443"/>
              <a:ext cx="91079" cy="91079"/>
            </a:xfrm>
            <a:prstGeom prst="ellipse">
              <a:avLst/>
            </a:prstGeom>
            <a:gradFill flip="none" rotWithShape="1">
              <a:gsLst>
                <a:gs pos="44000">
                  <a:srgbClr val="000066"/>
                </a:gs>
                <a:gs pos="98230">
                  <a:srgbClr val="0066FF"/>
                </a:gs>
                <a:gs pos="0">
                  <a:srgbClr val="0066FF"/>
                </a:gs>
              </a:gsLst>
              <a:path path="circle">
                <a:fillToRect l="100000" t="100000"/>
              </a:path>
              <a:tileRect r="-100000" b="-100000"/>
            </a:gradFill>
            <a:ln w="31750">
              <a:solidFill>
                <a:srgbClr val="1C1C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2" name="Oval 31">
              <a:extLst>
                <a:ext uri="{FF2B5EF4-FFF2-40B4-BE49-F238E27FC236}">
                  <a16:creationId xmlns:a16="http://schemas.microsoft.com/office/drawing/2014/main" id="{559482C6-DE6D-44B5-816B-A7C1FBD4707A}"/>
                </a:ext>
              </a:extLst>
            </p:cNvPr>
            <p:cNvSpPr>
              <a:spLocks noChangeAspect="1"/>
            </p:cNvSpPr>
            <p:nvPr/>
          </p:nvSpPr>
          <p:spPr>
            <a:xfrm>
              <a:off x="12383843" y="1604990"/>
              <a:ext cx="23985" cy="23985"/>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3" name="Oval 32">
              <a:extLst>
                <a:ext uri="{FF2B5EF4-FFF2-40B4-BE49-F238E27FC236}">
                  <a16:creationId xmlns:a16="http://schemas.microsoft.com/office/drawing/2014/main" id="{0104F258-E6EF-AB73-80FA-C02C48DA8B06}"/>
                </a:ext>
              </a:extLst>
            </p:cNvPr>
            <p:cNvSpPr>
              <a:spLocks noChangeAspect="1"/>
            </p:cNvSpPr>
            <p:nvPr/>
          </p:nvSpPr>
          <p:spPr>
            <a:xfrm>
              <a:off x="12526839" y="1571443"/>
              <a:ext cx="91079" cy="91079"/>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4" name="Oval 33">
              <a:extLst>
                <a:ext uri="{FF2B5EF4-FFF2-40B4-BE49-F238E27FC236}">
                  <a16:creationId xmlns:a16="http://schemas.microsoft.com/office/drawing/2014/main" id="{97DAF815-AAD3-EBFF-1BC9-3B77B3466169}"/>
                </a:ext>
              </a:extLst>
            </p:cNvPr>
            <p:cNvSpPr>
              <a:spLocks noChangeAspect="1"/>
            </p:cNvSpPr>
            <p:nvPr/>
          </p:nvSpPr>
          <p:spPr>
            <a:xfrm>
              <a:off x="11963387" y="1579346"/>
              <a:ext cx="75272" cy="75272"/>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5" name="Oval 34">
              <a:extLst>
                <a:ext uri="{FF2B5EF4-FFF2-40B4-BE49-F238E27FC236}">
                  <a16:creationId xmlns:a16="http://schemas.microsoft.com/office/drawing/2014/main" id="{855662A8-1BF8-E19D-AA5A-73E4E2AF0D94}"/>
                </a:ext>
              </a:extLst>
            </p:cNvPr>
            <p:cNvSpPr>
              <a:spLocks noChangeAspect="1"/>
            </p:cNvSpPr>
            <p:nvPr/>
          </p:nvSpPr>
          <p:spPr>
            <a:xfrm>
              <a:off x="11793825" y="1591276"/>
              <a:ext cx="51412" cy="51412"/>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grpSp>
    </p:spTree>
    <p:extLst>
      <p:ext uri="{BB962C8B-B14F-4D97-AF65-F5344CB8AC3E}">
        <p14:creationId xmlns:p14="http://schemas.microsoft.com/office/powerpoint/2010/main" val="2215826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1">
            <a:extLst>
              <a:ext uri="{FF2B5EF4-FFF2-40B4-BE49-F238E27FC236}">
                <a16:creationId xmlns:a16="http://schemas.microsoft.com/office/drawing/2014/main" id="{5C2F3882-78ED-8127-B2DF-3EC6A1B1A5F1}"/>
              </a:ext>
            </a:extLst>
          </p:cNvPr>
          <p:cNvSpPr txBox="1">
            <a:spLocks/>
          </p:cNvSpPr>
          <p:nvPr/>
        </p:nvSpPr>
        <p:spPr>
          <a:xfrm>
            <a:off x="0" y="1800224"/>
            <a:ext cx="6057900" cy="5221289"/>
          </a:xfrm>
          <a:prstGeom prst="rect">
            <a:avLst/>
          </a:prstGeom>
          <a:solidFill>
            <a:srgbClr val="EEEEEE"/>
          </a:solidFill>
        </p:spPr>
        <p:txBody>
          <a:bodyPr lIns="540000" tIns="72000" rIns="216000" bIns="72000" anchor="ct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t>Lorem ipsum </a:t>
            </a:r>
            <a:r>
              <a:rPr lang="en-GB" sz="1600" dirty="0" err="1"/>
              <a:t>dolor</a:t>
            </a:r>
            <a:r>
              <a:rPr lang="en-GB" sz="1600" dirty="0"/>
              <a:t> sit </a:t>
            </a:r>
            <a:r>
              <a:rPr lang="en-GB" sz="1600" dirty="0" err="1"/>
              <a:t>amet</a:t>
            </a:r>
            <a:r>
              <a:rPr lang="en-GB" sz="1600" dirty="0"/>
              <a:t>, </a:t>
            </a:r>
            <a:r>
              <a:rPr lang="en-GB" sz="1600" dirty="0" err="1"/>
              <a:t>consectetur</a:t>
            </a:r>
            <a:r>
              <a:rPr lang="en-GB" sz="1600" dirty="0"/>
              <a:t> </a:t>
            </a:r>
            <a:r>
              <a:rPr lang="en-GB" sz="1600" dirty="0" err="1"/>
              <a:t>adipiscing</a:t>
            </a:r>
            <a:r>
              <a:rPr lang="en-GB" sz="1600" dirty="0"/>
              <a:t> </a:t>
            </a:r>
            <a:r>
              <a:rPr lang="en-GB" sz="1600" dirty="0" err="1"/>
              <a:t>elit</a:t>
            </a:r>
            <a:r>
              <a:rPr lang="en-GB" sz="1600" dirty="0"/>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endParaRPr lang="en-GB" sz="1400" dirty="0"/>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a:t>
            </a:r>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p>
        </p:txBody>
      </p:sp>
      <p:sp>
        <p:nvSpPr>
          <p:cNvPr id="2" name="Subtitle 1">
            <a:extLst>
              <a:ext uri="{FF2B5EF4-FFF2-40B4-BE49-F238E27FC236}">
                <a16:creationId xmlns:a16="http://schemas.microsoft.com/office/drawing/2014/main" id="{B1763273-82A5-D086-DD01-0DC0963655F0}"/>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FA136BF7-FE9A-8CD9-8BFD-6CF7E666ECD8}"/>
              </a:ext>
            </a:extLst>
          </p:cNvPr>
          <p:cNvSpPr>
            <a:spLocks noGrp="1"/>
          </p:cNvSpPr>
          <p:nvPr>
            <p:ph type="title"/>
          </p:nvPr>
        </p:nvSpPr>
        <p:spPr/>
        <p:txBody>
          <a:bodyPr/>
          <a:lstStyle/>
          <a:p>
            <a:r>
              <a:rPr lang="en-GB" dirty="0"/>
              <a:t>Layout option with </a:t>
            </a:r>
            <a:r>
              <a:rPr lang="en-GB" dirty="0" err="1"/>
              <a:t>Ipad</a:t>
            </a:r>
            <a:r>
              <a:rPr lang="en-GB" dirty="0"/>
              <a:t> Screen </a:t>
            </a:r>
          </a:p>
        </p:txBody>
      </p:sp>
      <p:sp>
        <p:nvSpPr>
          <p:cNvPr id="23" name="Picture Placeholder 22">
            <a:extLst>
              <a:ext uri="{FF2B5EF4-FFF2-40B4-BE49-F238E27FC236}">
                <a16:creationId xmlns:a16="http://schemas.microsoft.com/office/drawing/2014/main" id="{078BB876-7733-E06B-D105-667D2D257F49}"/>
              </a:ext>
            </a:extLst>
          </p:cNvPr>
          <p:cNvSpPr>
            <a:spLocks noGrp="1"/>
          </p:cNvSpPr>
          <p:nvPr>
            <p:ph type="pic" sz="quarter" idx="14"/>
          </p:nvPr>
        </p:nvSpPr>
        <p:spPr/>
        <p:txBody>
          <a:bodyPr/>
          <a:lstStyle/>
          <a:p>
            <a:endParaRPr lang="en-GB" dirty="0"/>
          </a:p>
        </p:txBody>
      </p:sp>
      <p:grpSp>
        <p:nvGrpSpPr>
          <p:cNvPr id="24" name="Group 23">
            <a:extLst>
              <a:ext uri="{FF2B5EF4-FFF2-40B4-BE49-F238E27FC236}">
                <a16:creationId xmlns:a16="http://schemas.microsoft.com/office/drawing/2014/main" id="{2662F741-F493-ABB2-B979-8F9225361F46}"/>
              </a:ext>
            </a:extLst>
          </p:cNvPr>
          <p:cNvGrpSpPr/>
          <p:nvPr/>
        </p:nvGrpSpPr>
        <p:grpSpPr>
          <a:xfrm rot="5400000">
            <a:off x="7127896" y="1080322"/>
            <a:ext cx="4930792" cy="6661092"/>
            <a:chOff x="8162247" y="1394903"/>
            <a:chExt cx="8071060" cy="10903333"/>
          </a:xfrm>
          <a:effectLst/>
        </p:grpSpPr>
        <p:sp>
          <p:nvSpPr>
            <p:cNvPr id="25" name="Rectangle: Rounded Corners 24">
              <a:extLst>
                <a:ext uri="{FF2B5EF4-FFF2-40B4-BE49-F238E27FC236}">
                  <a16:creationId xmlns:a16="http://schemas.microsoft.com/office/drawing/2014/main" id="{44CD0D2C-2080-2E85-3367-89C6CE9110E9}"/>
                </a:ext>
              </a:extLst>
            </p:cNvPr>
            <p:cNvSpPr/>
            <p:nvPr/>
          </p:nvSpPr>
          <p:spPr>
            <a:xfrm>
              <a:off x="16187588" y="2861559"/>
              <a:ext cx="45719" cy="457760"/>
            </a:xfrm>
            <a:prstGeom prst="roundRect">
              <a:avLst>
                <a:gd name="adj" fmla="val 50000"/>
              </a:avLst>
            </a:prstGeom>
            <a:gradFill>
              <a:gsLst>
                <a:gs pos="92000">
                  <a:srgbClr val="EFEFEF"/>
                </a:gs>
                <a:gs pos="10000">
                  <a:srgbClr val="F2F2F2"/>
                </a:gs>
                <a:gs pos="0">
                  <a:srgbClr val="5F5F5F"/>
                </a:gs>
                <a:gs pos="100000">
                  <a:srgbClr val="5F5F5F"/>
                </a:gs>
              </a:gsLst>
              <a:lin ang="5400000" scaled="1"/>
            </a:gradFill>
            <a:ln w="254">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26" name="AutoShape 3">
              <a:extLst>
                <a:ext uri="{FF2B5EF4-FFF2-40B4-BE49-F238E27FC236}">
                  <a16:creationId xmlns:a16="http://schemas.microsoft.com/office/drawing/2014/main" id="{0AC983DD-D685-5975-9CD6-757898449327}"/>
                </a:ext>
              </a:extLst>
            </p:cNvPr>
            <p:cNvSpPr>
              <a:spLocks noChangeAspect="1" noChangeArrowheads="1" noTextEdit="1"/>
            </p:cNvSpPr>
            <p:nvPr/>
          </p:nvSpPr>
          <p:spPr bwMode="auto">
            <a:xfrm>
              <a:off x="8162247" y="1420441"/>
              <a:ext cx="8060004" cy="10875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bodyPr>
            <a:lstStyle/>
            <a:p>
              <a:endParaRPr lang="en-US" sz="1513">
                <a:latin typeface="Arial" panose="020B0604020202020204" pitchFamily="34" charset="0"/>
              </a:endParaRPr>
            </a:p>
          </p:txBody>
        </p:sp>
        <p:sp>
          <p:nvSpPr>
            <p:cNvPr id="27" name="Freeform: Shape 26">
              <a:extLst>
                <a:ext uri="{FF2B5EF4-FFF2-40B4-BE49-F238E27FC236}">
                  <a16:creationId xmlns:a16="http://schemas.microsoft.com/office/drawing/2014/main" id="{224586FB-D273-199E-5B05-86CF90D75BE7}"/>
                </a:ext>
              </a:extLst>
            </p:cNvPr>
            <p:cNvSpPr>
              <a:spLocks/>
            </p:cNvSpPr>
            <p:nvPr/>
          </p:nvSpPr>
          <p:spPr bwMode="auto">
            <a:xfrm>
              <a:off x="8164923" y="1468608"/>
              <a:ext cx="8015851" cy="10829628"/>
            </a:xfrm>
            <a:custGeom>
              <a:avLst/>
              <a:gdLst>
                <a:gd name="connsiteX0" fmla="*/ 457819 w 8015851"/>
                <a:gd name="connsiteY0" fmla="*/ 272949 h 10829628"/>
                <a:gd name="connsiteX1" fmla="*/ 260907 w 8015851"/>
                <a:gd name="connsiteY1" fmla="*/ 469749 h 10829628"/>
                <a:gd name="connsiteX2" fmla="*/ 260907 w 8015851"/>
                <a:gd name="connsiteY2" fmla="*/ 10347839 h 10829628"/>
                <a:gd name="connsiteX3" fmla="*/ 457819 w 8015851"/>
                <a:gd name="connsiteY3" fmla="*/ 10544639 h 10829628"/>
                <a:gd name="connsiteX4" fmla="*/ 7559371 w 8015851"/>
                <a:gd name="connsiteY4" fmla="*/ 10544639 h 10829628"/>
                <a:gd name="connsiteX5" fmla="*/ 7756283 w 8015851"/>
                <a:gd name="connsiteY5" fmla="*/ 10347839 h 10829628"/>
                <a:gd name="connsiteX6" fmla="*/ 7756283 w 8015851"/>
                <a:gd name="connsiteY6" fmla="*/ 469749 h 10829628"/>
                <a:gd name="connsiteX7" fmla="*/ 7559371 w 8015851"/>
                <a:gd name="connsiteY7" fmla="*/ 272949 h 10829628"/>
                <a:gd name="connsiteX8" fmla="*/ 457819 w 8015851"/>
                <a:gd name="connsiteY8" fmla="*/ 272949 h 10829628"/>
                <a:gd name="connsiteX9" fmla="*/ 460499 w 8015851"/>
                <a:gd name="connsiteY9" fmla="*/ 0 h 10829628"/>
                <a:gd name="connsiteX10" fmla="*/ 7555353 w 8015851"/>
                <a:gd name="connsiteY10" fmla="*/ 0 h 10829628"/>
                <a:gd name="connsiteX11" fmla="*/ 8015851 w 8015851"/>
                <a:gd name="connsiteY11" fmla="*/ 460228 h 10829628"/>
                <a:gd name="connsiteX12" fmla="*/ 8015851 w 8015851"/>
                <a:gd name="connsiteY12" fmla="*/ 10369401 h 10829628"/>
                <a:gd name="connsiteX13" fmla="*/ 7555353 w 8015851"/>
                <a:gd name="connsiteY13" fmla="*/ 10829628 h 10829628"/>
                <a:gd name="connsiteX14" fmla="*/ 460499 w 8015851"/>
                <a:gd name="connsiteY14" fmla="*/ 10829628 h 10829628"/>
                <a:gd name="connsiteX15" fmla="*/ 0 w 8015851"/>
                <a:gd name="connsiteY15" fmla="*/ 10369401 h 10829628"/>
                <a:gd name="connsiteX16" fmla="*/ 0 w 8015851"/>
                <a:gd name="connsiteY16" fmla="*/ 460228 h 10829628"/>
                <a:gd name="connsiteX17" fmla="*/ 460499 w 8015851"/>
                <a:gd name="connsiteY17" fmla="*/ 0 h 10829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15851" h="10829628">
                  <a:moveTo>
                    <a:pt x="457819" y="272949"/>
                  </a:moveTo>
                  <a:cubicBezTo>
                    <a:pt x="349835" y="272949"/>
                    <a:pt x="260907" y="361827"/>
                    <a:pt x="260907" y="469749"/>
                  </a:cubicBezTo>
                  <a:cubicBezTo>
                    <a:pt x="260907" y="469749"/>
                    <a:pt x="260907" y="469749"/>
                    <a:pt x="260907" y="10347839"/>
                  </a:cubicBezTo>
                  <a:cubicBezTo>
                    <a:pt x="260907" y="10455762"/>
                    <a:pt x="349835" y="10544639"/>
                    <a:pt x="457819" y="10544639"/>
                  </a:cubicBezTo>
                  <a:cubicBezTo>
                    <a:pt x="457819" y="10544639"/>
                    <a:pt x="457819" y="10544639"/>
                    <a:pt x="7559371" y="10544639"/>
                  </a:cubicBezTo>
                  <a:cubicBezTo>
                    <a:pt x="7667355" y="10544639"/>
                    <a:pt x="7756283" y="10455762"/>
                    <a:pt x="7756283" y="10347839"/>
                  </a:cubicBezTo>
                  <a:cubicBezTo>
                    <a:pt x="7756283" y="10347839"/>
                    <a:pt x="7756283" y="10347839"/>
                    <a:pt x="7756283" y="469749"/>
                  </a:cubicBezTo>
                  <a:cubicBezTo>
                    <a:pt x="7756283" y="361827"/>
                    <a:pt x="7667355" y="272949"/>
                    <a:pt x="7559371" y="272949"/>
                  </a:cubicBezTo>
                  <a:cubicBezTo>
                    <a:pt x="7559371" y="272949"/>
                    <a:pt x="7559371" y="272949"/>
                    <a:pt x="457819" y="272949"/>
                  </a:cubicBezTo>
                  <a:close/>
                  <a:moveTo>
                    <a:pt x="460499" y="0"/>
                  </a:moveTo>
                  <a:cubicBezTo>
                    <a:pt x="7555353" y="0"/>
                    <a:pt x="7555353" y="0"/>
                    <a:pt x="7555353" y="0"/>
                  </a:cubicBezTo>
                  <a:cubicBezTo>
                    <a:pt x="7809421" y="0"/>
                    <a:pt x="8015851" y="206309"/>
                    <a:pt x="8015851" y="460228"/>
                  </a:cubicBezTo>
                  <a:cubicBezTo>
                    <a:pt x="8015851" y="10369401"/>
                    <a:pt x="8015851" y="10369401"/>
                    <a:pt x="8015851" y="10369401"/>
                  </a:cubicBezTo>
                  <a:cubicBezTo>
                    <a:pt x="8015851" y="10623319"/>
                    <a:pt x="7809421" y="10829628"/>
                    <a:pt x="7555353" y="10829628"/>
                  </a:cubicBezTo>
                  <a:cubicBezTo>
                    <a:pt x="460499" y="10829628"/>
                    <a:pt x="460499" y="10829628"/>
                    <a:pt x="460499" y="10829628"/>
                  </a:cubicBezTo>
                  <a:cubicBezTo>
                    <a:pt x="206431" y="10829628"/>
                    <a:pt x="0" y="10623319"/>
                    <a:pt x="0" y="10369401"/>
                  </a:cubicBezTo>
                  <a:cubicBezTo>
                    <a:pt x="0" y="460228"/>
                    <a:pt x="0" y="460228"/>
                    <a:pt x="0" y="460228"/>
                  </a:cubicBezTo>
                  <a:cubicBezTo>
                    <a:pt x="0" y="206309"/>
                    <a:pt x="206431" y="0"/>
                    <a:pt x="460499" y="0"/>
                  </a:cubicBezTo>
                  <a:close/>
                </a:path>
              </a:pathLst>
            </a:custGeom>
            <a:solidFill>
              <a:srgbClr val="111111"/>
            </a:solidFill>
            <a:ln w="25400">
              <a:noFill/>
              <a:round/>
              <a:headEnd/>
              <a:tailEnd/>
            </a:ln>
          </p:spPr>
          <p:txBody>
            <a:bodyPr vert="horz" wrap="square" lIns="80201" tIns="40100" rIns="80201" bIns="40100" numCol="1" anchor="t" anchorCtr="0" compatLnSpc="1">
              <a:prstTxWarp prst="textNoShape">
                <a:avLst/>
              </a:prstTxWarp>
              <a:noAutofit/>
            </a:bodyPr>
            <a:lstStyle/>
            <a:p>
              <a:endParaRPr lang="en-US" sz="1513">
                <a:latin typeface="Arial" panose="020B0604020202020204" pitchFamily="34" charset="0"/>
              </a:endParaRPr>
            </a:p>
          </p:txBody>
        </p:sp>
        <p:sp>
          <p:nvSpPr>
            <p:cNvPr id="28" name="Rectangle: Rounded Corners 27">
              <a:extLst>
                <a:ext uri="{FF2B5EF4-FFF2-40B4-BE49-F238E27FC236}">
                  <a16:creationId xmlns:a16="http://schemas.microsoft.com/office/drawing/2014/main" id="{BAA4F17D-0C67-8508-A601-75F105E20F90}"/>
                </a:ext>
              </a:extLst>
            </p:cNvPr>
            <p:cNvSpPr/>
            <p:nvPr/>
          </p:nvSpPr>
          <p:spPr>
            <a:xfrm>
              <a:off x="16187588" y="3572759"/>
              <a:ext cx="45719" cy="457760"/>
            </a:xfrm>
            <a:prstGeom prst="roundRect">
              <a:avLst>
                <a:gd name="adj" fmla="val 50000"/>
              </a:avLst>
            </a:prstGeom>
            <a:gradFill>
              <a:gsLst>
                <a:gs pos="92000">
                  <a:srgbClr val="EFEFEF"/>
                </a:gs>
                <a:gs pos="10000">
                  <a:srgbClr val="F2F2F2"/>
                </a:gs>
                <a:gs pos="0">
                  <a:srgbClr val="5F5F5F"/>
                </a:gs>
                <a:gs pos="100000">
                  <a:srgbClr val="5F5F5F"/>
                </a:gs>
              </a:gsLst>
              <a:lin ang="5400000" scaled="1"/>
            </a:gradFill>
            <a:ln w="254">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29" name="Rectangle: Rounded Corners 28">
              <a:extLst>
                <a:ext uri="{FF2B5EF4-FFF2-40B4-BE49-F238E27FC236}">
                  <a16:creationId xmlns:a16="http://schemas.microsoft.com/office/drawing/2014/main" id="{1D08572F-F6E3-83E3-9B6F-87CBBB74442A}"/>
                </a:ext>
              </a:extLst>
            </p:cNvPr>
            <p:cNvSpPr/>
            <p:nvPr/>
          </p:nvSpPr>
          <p:spPr>
            <a:xfrm rot="16200000">
              <a:off x="15069377" y="1188883"/>
              <a:ext cx="45719" cy="457760"/>
            </a:xfrm>
            <a:prstGeom prst="roundRect">
              <a:avLst>
                <a:gd name="adj" fmla="val 50000"/>
              </a:avLst>
            </a:prstGeom>
            <a:gradFill>
              <a:gsLst>
                <a:gs pos="92000">
                  <a:srgbClr val="EFEFEF"/>
                </a:gs>
                <a:gs pos="10000">
                  <a:srgbClr val="F2F2F2"/>
                </a:gs>
                <a:gs pos="0">
                  <a:srgbClr val="5F5F5F"/>
                </a:gs>
                <a:gs pos="100000">
                  <a:srgbClr val="5F5F5F"/>
                </a:gs>
              </a:gsLst>
              <a:lin ang="5400000" scaled="1"/>
            </a:gradFill>
            <a:ln w="254">
              <a:solidFill>
                <a:srgbClr val="DDDD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0" name="Freeform 5">
              <a:extLst>
                <a:ext uri="{FF2B5EF4-FFF2-40B4-BE49-F238E27FC236}">
                  <a16:creationId xmlns:a16="http://schemas.microsoft.com/office/drawing/2014/main" id="{756BCEAE-8C6D-5579-88E0-E7D4D44D3BC8}"/>
                </a:ext>
              </a:extLst>
            </p:cNvPr>
            <p:cNvSpPr>
              <a:spLocks/>
            </p:cNvSpPr>
            <p:nvPr/>
          </p:nvSpPr>
          <p:spPr bwMode="auto">
            <a:xfrm>
              <a:off x="8164923" y="1468608"/>
              <a:ext cx="8015851" cy="10829628"/>
            </a:xfrm>
            <a:custGeom>
              <a:avLst/>
              <a:gdLst>
                <a:gd name="T0" fmla="*/ 2379 w 2524"/>
                <a:gd name="T1" fmla="*/ 3412 h 3412"/>
                <a:gd name="T2" fmla="*/ 145 w 2524"/>
                <a:gd name="T3" fmla="*/ 3412 h 3412"/>
                <a:gd name="T4" fmla="*/ 0 w 2524"/>
                <a:gd name="T5" fmla="*/ 3267 h 3412"/>
                <a:gd name="T6" fmla="*/ 0 w 2524"/>
                <a:gd name="T7" fmla="*/ 145 h 3412"/>
                <a:gd name="T8" fmla="*/ 145 w 2524"/>
                <a:gd name="T9" fmla="*/ 0 h 3412"/>
                <a:gd name="T10" fmla="*/ 2379 w 2524"/>
                <a:gd name="T11" fmla="*/ 0 h 3412"/>
                <a:gd name="T12" fmla="*/ 2524 w 2524"/>
                <a:gd name="T13" fmla="*/ 145 h 3412"/>
                <a:gd name="T14" fmla="*/ 2524 w 2524"/>
                <a:gd name="T15" fmla="*/ 3267 h 3412"/>
                <a:gd name="T16" fmla="*/ 2379 w 2524"/>
                <a:gd name="T17" fmla="*/ 3412 h 3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24" h="3412">
                  <a:moveTo>
                    <a:pt x="2379" y="3412"/>
                  </a:moveTo>
                  <a:cubicBezTo>
                    <a:pt x="145" y="3412"/>
                    <a:pt x="145" y="3412"/>
                    <a:pt x="145" y="3412"/>
                  </a:cubicBezTo>
                  <a:cubicBezTo>
                    <a:pt x="65" y="3412"/>
                    <a:pt x="0" y="3347"/>
                    <a:pt x="0" y="3267"/>
                  </a:cubicBezTo>
                  <a:cubicBezTo>
                    <a:pt x="0" y="145"/>
                    <a:pt x="0" y="145"/>
                    <a:pt x="0" y="145"/>
                  </a:cubicBezTo>
                  <a:cubicBezTo>
                    <a:pt x="0" y="65"/>
                    <a:pt x="65" y="0"/>
                    <a:pt x="145" y="0"/>
                  </a:cubicBezTo>
                  <a:cubicBezTo>
                    <a:pt x="2379" y="0"/>
                    <a:pt x="2379" y="0"/>
                    <a:pt x="2379" y="0"/>
                  </a:cubicBezTo>
                  <a:cubicBezTo>
                    <a:pt x="2459" y="0"/>
                    <a:pt x="2524" y="65"/>
                    <a:pt x="2524" y="145"/>
                  </a:cubicBezTo>
                  <a:cubicBezTo>
                    <a:pt x="2524" y="3267"/>
                    <a:pt x="2524" y="3267"/>
                    <a:pt x="2524" y="3267"/>
                  </a:cubicBezTo>
                  <a:cubicBezTo>
                    <a:pt x="2524" y="3347"/>
                    <a:pt x="2459" y="3412"/>
                    <a:pt x="2379" y="3412"/>
                  </a:cubicBezTo>
                  <a:close/>
                </a:path>
              </a:pathLst>
            </a:custGeom>
            <a:noFill/>
            <a:ln w="25400">
              <a:gradFill>
                <a:gsLst>
                  <a:gs pos="0">
                    <a:srgbClr val="DDDDDD"/>
                  </a:gs>
                  <a:gs pos="100000">
                    <a:srgbClr val="5F5F5F"/>
                  </a:gs>
                </a:gsLst>
                <a:lin ang="5400000" scaled="1"/>
              </a:gradFill>
              <a:round/>
              <a:headEnd/>
              <a:tailEnd/>
            </a:ln>
          </p:spPr>
          <p:txBody>
            <a:bodyPr vert="horz" wrap="square" lIns="80201" tIns="40100" rIns="80201" bIns="40100" numCol="1" anchor="t" anchorCtr="0" compatLnSpc="1">
              <a:prstTxWarp prst="textNoShape">
                <a:avLst/>
              </a:prstTxWarp>
            </a:bodyPr>
            <a:lstStyle/>
            <a:p>
              <a:endParaRPr lang="en-US" sz="1513">
                <a:latin typeface="Arial" panose="020B0604020202020204" pitchFamily="34" charset="0"/>
              </a:endParaRPr>
            </a:p>
          </p:txBody>
        </p:sp>
        <p:sp>
          <p:nvSpPr>
            <p:cNvPr id="31" name="Oval 30">
              <a:extLst>
                <a:ext uri="{FF2B5EF4-FFF2-40B4-BE49-F238E27FC236}">
                  <a16:creationId xmlns:a16="http://schemas.microsoft.com/office/drawing/2014/main" id="{9156E248-1550-53D3-0CAA-9F336A078CF5}"/>
                </a:ext>
              </a:extLst>
            </p:cNvPr>
            <p:cNvSpPr>
              <a:spLocks noChangeAspect="1"/>
            </p:cNvSpPr>
            <p:nvPr/>
          </p:nvSpPr>
          <p:spPr>
            <a:xfrm>
              <a:off x="12148048" y="1571443"/>
              <a:ext cx="91079" cy="91079"/>
            </a:xfrm>
            <a:prstGeom prst="ellipse">
              <a:avLst/>
            </a:prstGeom>
            <a:gradFill flip="none" rotWithShape="1">
              <a:gsLst>
                <a:gs pos="44000">
                  <a:srgbClr val="000066"/>
                </a:gs>
                <a:gs pos="98230">
                  <a:srgbClr val="0066FF"/>
                </a:gs>
                <a:gs pos="0">
                  <a:srgbClr val="0066FF"/>
                </a:gs>
              </a:gsLst>
              <a:path path="circle">
                <a:fillToRect l="100000" t="100000"/>
              </a:path>
              <a:tileRect r="-100000" b="-100000"/>
            </a:gradFill>
            <a:ln w="31750">
              <a:solidFill>
                <a:srgbClr val="1C1C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2" name="Oval 31">
              <a:extLst>
                <a:ext uri="{FF2B5EF4-FFF2-40B4-BE49-F238E27FC236}">
                  <a16:creationId xmlns:a16="http://schemas.microsoft.com/office/drawing/2014/main" id="{559482C6-DE6D-44B5-816B-A7C1FBD4707A}"/>
                </a:ext>
              </a:extLst>
            </p:cNvPr>
            <p:cNvSpPr>
              <a:spLocks noChangeAspect="1"/>
            </p:cNvSpPr>
            <p:nvPr/>
          </p:nvSpPr>
          <p:spPr>
            <a:xfrm>
              <a:off x="12383843" y="1604990"/>
              <a:ext cx="23985" cy="23985"/>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3" name="Oval 32">
              <a:extLst>
                <a:ext uri="{FF2B5EF4-FFF2-40B4-BE49-F238E27FC236}">
                  <a16:creationId xmlns:a16="http://schemas.microsoft.com/office/drawing/2014/main" id="{0104F258-E6EF-AB73-80FA-C02C48DA8B06}"/>
                </a:ext>
              </a:extLst>
            </p:cNvPr>
            <p:cNvSpPr>
              <a:spLocks noChangeAspect="1"/>
            </p:cNvSpPr>
            <p:nvPr/>
          </p:nvSpPr>
          <p:spPr>
            <a:xfrm>
              <a:off x="12526839" y="1571443"/>
              <a:ext cx="91079" cy="91079"/>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4" name="Oval 33">
              <a:extLst>
                <a:ext uri="{FF2B5EF4-FFF2-40B4-BE49-F238E27FC236}">
                  <a16:creationId xmlns:a16="http://schemas.microsoft.com/office/drawing/2014/main" id="{97DAF815-AAD3-EBFF-1BC9-3B77B3466169}"/>
                </a:ext>
              </a:extLst>
            </p:cNvPr>
            <p:cNvSpPr>
              <a:spLocks noChangeAspect="1"/>
            </p:cNvSpPr>
            <p:nvPr/>
          </p:nvSpPr>
          <p:spPr>
            <a:xfrm>
              <a:off x="11963387" y="1579346"/>
              <a:ext cx="75272" cy="75272"/>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35" name="Oval 34">
              <a:extLst>
                <a:ext uri="{FF2B5EF4-FFF2-40B4-BE49-F238E27FC236}">
                  <a16:creationId xmlns:a16="http://schemas.microsoft.com/office/drawing/2014/main" id="{855662A8-1BF8-E19D-AA5A-73E4E2AF0D94}"/>
                </a:ext>
              </a:extLst>
            </p:cNvPr>
            <p:cNvSpPr>
              <a:spLocks noChangeAspect="1"/>
            </p:cNvSpPr>
            <p:nvPr/>
          </p:nvSpPr>
          <p:spPr>
            <a:xfrm>
              <a:off x="11793825" y="1591276"/>
              <a:ext cx="51412" cy="51412"/>
            </a:xfrm>
            <a:prstGeom prst="ellipse">
              <a:avLst/>
            </a:prstGeom>
            <a:solidFill>
              <a:srgbClr val="00000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grpSp>
    </p:spTree>
    <p:extLst>
      <p:ext uri="{BB962C8B-B14F-4D97-AF65-F5344CB8AC3E}">
        <p14:creationId xmlns:p14="http://schemas.microsoft.com/office/powerpoint/2010/main" val="2950820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7B57183E-26C2-4D77-E99E-C70B7825E059}"/>
              </a:ext>
            </a:extLst>
          </p:cNvPr>
          <p:cNvSpPr>
            <a:spLocks noGrp="1"/>
          </p:cNvSpPr>
          <p:nvPr>
            <p:ph type="subTitle" idx="13"/>
          </p:nvPr>
        </p:nvSpPr>
        <p:spPr/>
        <p:txBody>
          <a:bodyPr/>
          <a:lstStyle/>
          <a:p>
            <a:r>
              <a:rPr lang="en-GB" dirty="0"/>
              <a:t>Subheading</a:t>
            </a:r>
          </a:p>
        </p:txBody>
      </p:sp>
      <p:sp>
        <p:nvSpPr>
          <p:cNvPr id="5" name="Title 4">
            <a:extLst>
              <a:ext uri="{FF2B5EF4-FFF2-40B4-BE49-F238E27FC236}">
                <a16:creationId xmlns:a16="http://schemas.microsoft.com/office/drawing/2014/main" id="{BE37D4A1-DA79-1B74-AC2B-E59053A7795A}"/>
              </a:ext>
            </a:extLst>
          </p:cNvPr>
          <p:cNvSpPr>
            <a:spLocks noGrp="1"/>
          </p:cNvSpPr>
          <p:nvPr>
            <p:ph type="title"/>
          </p:nvPr>
        </p:nvSpPr>
        <p:spPr/>
        <p:txBody>
          <a:bodyPr/>
          <a:lstStyle/>
          <a:p>
            <a:r>
              <a:rPr lang="en-GB" dirty="0"/>
              <a:t>Graphic example</a:t>
            </a:r>
          </a:p>
        </p:txBody>
      </p:sp>
      <p:sp>
        <p:nvSpPr>
          <p:cNvPr id="8" name="Text Placeholder 5">
            <a:extLst>
              <a:ext uri="{FF2B5EF4-FFF2-40B4-BE49-F238E27FC236}">
                <a16:creationId xmlns:a16="http://schemas.microsoft.com/office/drawing/2014/main" id="{2A64C0BE-DA95-4BCA-F72F-D55259543293}"/>
              </a:ext>
            </a:extLst>
          </p:cNvPr>
          <p:cNvSpPr txBox="1">
            <a:spLocks/>
          </p:cNvSpPr>
          <p:nvPr/>
        </p:nvSpPr>
        <p:spPr>
          <a:xfrm>
            <a:off x="535236" y="1800225"/>
            <a:ext cx="3949451" cy="5221288"/>
          </a:xfrm>
          <a:prstGeom prst="rect">
            <a:avLst/>
          </a:prstGeom>
          <a:solidFill>
            <a:srgbClr val="ECF9F4"/>
          </a:solidFill>
        </p:spPr>
        <p:txBody>
          <a:bodyPr lIns="72000" tIns="72000" rIns="72000" bIns="7200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a:t>
            </a:r>
          </a:p>
          <a:p>
            <a:pPr lvl="2"/>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p:txBody>
      </p:sp>
      <p:sp>
        <p:nvSpPr>
          <p:cNvPr id="9" name="Text Placeholder 5">
            <a:extLst>
              <a:ext uri="{FF2B5EF4-FFF2-40B4-BE49-F238E27FC236}">
                <a16:creationId xmlns:a16="http://schemas.microsoft.com/office/drawing/2014/main" id="{257BB293-D113-344C-DBFB-34491C2F9477}"/>
              </a:ext>
            </a:extLst>
          </p:cNvPr>
          <p:cNvSpPr txBox="1">
            <a:spLocks/>
          </p:cNvSpPr>
          <p:nvPr/>
        </p:nvSpPr>
        <p:spPr>
          <a:xfrm>
            <a:off x="4757067" y="1800225"/>
            <a:ext cx="8166770" cy="646331"/>
          </a:xfrm>
          <a:prstGeom prst="rect">
            <a:avLst/>
          </a:prstGeom>
          <a:noFill/>
        </p:spPr>
        <p:txBody>
          <a:bodyPr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at, </a:t>
            </a:r>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a:t>
            </a:r>
          </a:p>
        </p:txBody>
      </p:sp>
      <p:grpSp>
        <p:nvGrpSpPr>
          <p:cNvPr id="11" name="Group 10">
            <a:extLst>
              <a:ext uri="{FF2B5EF4-FFF2-40B4-BE49-F238E27FC236}">
                <a16:creationId xmlns:a16="http://schemas.microsoft.com/office/drawing/2014/main" id="{1DA9BB22-B63F-4F21-1DC3-7A3F53B46FA2}"/>
              </a:ext>
            </a:extLst>
          </p:cNvPr>
          <p:cNvGrpSpPr/>
          <p:nvPr/>
        </p:nvGrpSpPr>
        <p:grpSpPr>
          <a:xfrm>
            <a:off x="5238786" y="4934054"/>
            <a:ext cx="1009898" cy="1011096"/>
            <a:chOff x="551332" y="2634499"/>
            <a:chExt cx="736600" cy="736600"/>
          </a:xfrm>
        </p:grpSpPr>
        <p:sp>
          <p:nvSpPr>
            <p:cNvPr id="12" name="Oval 11">
              <a:extLst>
                <a:ext uri="{FF2B5EF4-FFF2-40B4-BE49-F238E27FC236}">
                  <a16:creationId xmlns:a16="http://schemas.microsoft.com/office/drawing/2014/main" id="{78767A55-DA62-6B3C-1CD1-305CED9F6BA2}"/>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 name="Graphic 12">
              <a:extLst>
                <a:ext uri="{FF2B5EF4-FFF2-40B4-BE49-F238E27FC236}">
                  <a16:creationId xmlns:a16="http://schemas.microsoft.com/office/drawing/2014/main" id="{CDC5FC66-2592-2543-B36B-F207793148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1436" y="2799808"/>
              <a:ext cx="416393" cy="405983"/>
            </a:xfrm>
            <a:prstGeom prst="rect">
              <a:avLst/>
            </a:prstGeom>
          </p:spPr>
        </p:pic>
      </p:grpSp>
      <p:sp>
        <p:nvSpPr>
          <p:cNvPr id="14" name="Oval 13">
            <a:extLst>
              <a:ext uri="{FF2B5EF4-FFF2-40B4-BE49-F238E27FC236}">
                <a16:creationId xmlns:a16="http://schemas.microsoft.com/office/drawing/2014/main" id="{7B899931-86E5-1BCC-BBC2-62D930A156A2}"/>
              </a:ext>
            </a:extLst>
          </p:cNvPr>
          <p:cNvSpPr/>
          <p:nvPr/>
        </p:nvSpPr>
        <p:spPr>
          <a:xfrm>
            <a:off x="6714483" y="3710662"/>
            <a:ext cx="1009898" cy="1011096"/>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 name="Graphic 14">
            <a:extLst>
              <a:ext uri="{FF2B5EF4-FFF2-40B4-BE49-F238E27FC236}">
                <a16:creationId xmlns:a16="http://schemas.microsoft.com/office/drawing/2014/main" id="{ACD94C96-6E45-1FB8-326A-762679D90A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99407" y="3982974"/>
            <a:ext cx="635347" cy="466474"/>
          </a:xfrm>
          <a:prstGeom prst="rect">
            <a:avLst/>
          </a:prstGeom>
        </p:spPr>
      </p:pic>
      <p:grpSp>
        <p:nvGrpSpPr>
          <p:cNvPr id="16" name="Group 15">
            <a:extLst>
              <a:ext uri="{FF2B5EF4-FFF2-40B4-BE49-F238E27FC236}">
                <a16:creationId xmlns:a16="http://schemas.microsoft.com/office/drawing/2014/main" id="{FC78B05B-C6C3-BC0E-8764-E6F43FBE5D18}"/>
              </a:ext>
            </a:extLst>
          </p:cNvPr>
          <p:cNvGrpSpPr/>
          <p:nvPr/>
        </p:nvGrpSpPr>
        <p:grpSpPr>
          <a:xfrm>
            <a:off x="8169877" y="4934054"/>
            <a:ext cx="1007499" cy="1011096"/>
            <a:chOff x="5728918" y="2634499"/>
            <a:chExt cx="736600" cy="736600"/>
          </a:xfrm>
        </p:grpSpPr>
        <p:sp>
          <p:nvSpPr>
            <p:cNvPr id="17" name="Oval 16">
              <a:extLst>
                <a:ext uri="{FF2B5EF4-FFF2-40B4-BE49-F238E27FC236}">
                  <a16:creationId xmlns:a16="http://schemas.microsoft.com/office/drawing/2014/main" id="{506F0DEC-56C6-1634-0302-399485CFC97A}"/>
                </a:ext>
              </a:extLst>
            </p:cNvPr>
            <p:cNvSpPr/>
            <p:nvPr/>
          </p:nvSpPr>
          <p:spPr>
            <a:xfrm>
              <a:off x="5728918" y="2634499"/>
              <a:ext cx="736600" cy="736600"/>
            </a:xfrm>
            <a:prstGeom prst="ellipse">
              <a:avLst/>
            </a:prstGeom>
            <a:solidFill>
              <a:srgbClr val="B9BA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 name="Graphic 17">
              <a:extLst>
                <a:ext uri="{FF2B5EF4-FFF2-40B4-BE49-F238E27FC236}">
                  <a16:creationId xmlns:a16="http://schemas.microsoft.com/office/drawing/2014/main" id="{00F58C17-7B49-3953-7D65-683DE1F3F0F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25456" y="2831037"/>
              <a:ext cx="343524" cy="343524"/>
            </a:xfrm>
            <a:prstGeom prst="rect">
              <a:avLst/>
            </a:prstGeom>
          </p:spPr>
        </p:pic>
      </p:grpSp>
      <p:grpSp>
        <p:nvGrpSpPr>
          <p:cNvPr id="19" name="Group 18">
            <a:extLst>
              <a:ext uri="{FF2B5EF4-FFF2-40B4-BE49-F238E27FC236}">
                <a16:creationId xmlns:a16="http://schemas.microsoft.com/office/drawing/2014/main" id="{0162DE33-DC06-D526-3E58-E33077B59026}"/>
              </a:ext>
            </a:extLst>
          </p:cNvPr>
          <p:cNvGrpSpPr/>
          <p:nvPr/>
        </p:nvGrpSpPr>
        <p:grpSpPr>
          <a:xfrm>
            <a:off x="9633626" y="3710663"/>
            <a:ext cx="1009898" cy="1011096"/>
            <a:chOff x="4865987" y="4490486"/>
            <a:chExt cx="736600" cy="736600"/>
          </a:xfrm>
        </p:grpSpPr>
        <p:sp>
          <p:nvSpPr>
            <p:cNvPr id="20" name="Oval 19">
              <a:extLst>
                <a:ext uri="{FF2B5EF4-FFF2-40B4-BE49-F238E27FC236}">
                  <a16:creationId xmlns:a16="http://schemas.microsoft.com/office/drawing/2014/main" id="{34D1F606-1A8C-256D-4BAE-C7B6F2C1F478}"/>
                </a:ext>
              </a:extLst>
            </p:cNvPr>
            <p:cNvSpPr/>
            <p:nvPr/>
          </p:nvSpPr>
          <p:spPr>
            <a:xfrm>
              <a:off x="4865987" y="4490486"/>
              <a:ext cx="736600" cy="736600"/>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1" name="Graphic 20">
              <a:extLst>
                <a:ext uri="{FF2B5EF4-FFF2-40B4-BE49-F238E27FC236}">
                  <a16:creationId xmlns:a16="http://schemas.microsoft.com/office/drawing/2014/main" id="{5C94E308-760D-C987-C8CE-01ACF63294A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52777" y="4609821"/>
              <a:ext cx="363021" cy="497931"/>
            </a:xfrm>
            <a:prstGeom prst="rect">
              <a:avLst/>
            </a:prstGeom>
          </p:spPr>
        </p:pic>
      </p:grpSp>
      <p:grpSp>
        <p:nvGrpSpPr>
          <p:cNvPr id="22" name="Group 21">
            <a:extLst>
              <a:ext uri="{FF2B5EF4-FFF2-40B4-BE49-F238E27FC236}">
                <a16:creationId xmlns:a16="http://schemas.microsoft.com/office/drawing/2014/main" id="{4C0B3955-C521-0B72-5035-C665BD390195}"/>
              </a:ext>
            </a:extLst>
          </p:cNvPr>
          <p:cNvGrpSpPr/>
          <p:nvPr/>
        </p:nvGrpSpPr>
        <p:grpSpPr>
          <a:xfrm>
            <a:off x="11098572" y="4934054"/>
            <a:ext cx="1009898" cy="1011096"/>
            <a:chOff x="4003056" y="3540674"/>
            <a:chExt cx="736600" cy="736600"/>
          </a:xfrm>
        </p:grpSpPr>
        <p:sp>
          <p:nvSpPr>
            <p:cNvPr id="23" name="Oval 22">
              <a:extLst>
                <a:ext uri="{FF2B5EF4-FFF2-40B4-BE49-F238E27FC236}">
                  <a16:creationId xmlns:a16="http://schemas.microsoft.com/office/drawing/2014/main" id="{B93A4E26-46F5-2497-E947-2B344F28BC72}"/>
                </a:ext>
              </a:extLst>
            </p:cNvPr>
            <p:cNvSpPr/>
            <p:nvPr/>
          </p:nvSpPr>
          <p:spPr>
            <a:xfrm>
              <a:off x="4003056" y="3540674"/>
              <a:ext cx="736600" cy="736600"/>
            </a:xfrm>
            <a:prstGeom prst="ellipse">
              <a:avLst/>
            </a:prstGeom>
            <a:solidFill>
              <a:srgbClr val="F8C1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4" name="Graphic 23">
              <a:extLst>
                <a:ext uri="{FF2B5EF4-FFF2-40B4-BE49-F238E27FC236}">
                  <a16:creationId xmlns:a16="http://schemas.microsoft.com/office/drawing/2014/main" id="{75F0FDE7-B32B-F514-726C-FDF1EBA85D2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70545" y="3708163"/>
              <a:ext cx="401623" cy="401623"/>
            </a:xfrm>
            <a:prstGeom prst="rect">
              <a:avLst/>
            </a:prstGeom>
          </p:spPr>
        </p:pic>
      </p:grpSp>
      <p:sp>
        <p:nvSpPr>
          <p:cNvPr id="25" name="Text Placeholder 2">
            <a:extLst>
              <a:ext uri="{FF2B5EF4-FFF2-40B4-BE49-F238E27FC236}">
                <a16:creationId xmlns:a16="http://schemas.microsoft.com/office/drawing/2014/main" id="{A55F2138-38EC-1C91-F1AE-61683E50C3BF}"/>
              </a:ext>
            </a:extLst>
          </p:cNvPr>
          <p:cNvSpPr txBox="1">
            <a:spLocks/>
          </p:cNvSpPr>
          <p:nvPr/>
        </p:nvSpPr>
        <p:spPr>
          <a:xfrm>
            <a:off x="4723455" y="6138337"/>
            <a:ext cx="2040560" cy="746265"/>
          </a:xfrm>
          <a:prstGeom prst="rect">
            <a:avLst/>
          </a:prstGeom>
          <a:solidFill>
            <a:schemeClr val="bg1"/>
          </a:solidFill>
          <a:ln>
            <a:noFill/>
          </a:ln>
        </p:spPr>
        <p:txBody>
          <a:bodyPr vert="horz" lIns="0" tIns="0" rIns="0" bIns="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lgn="ctr"/>
            <a:r>
              <a:rPr lang="en-GB" sz="1400" err="1"/>
              <a:t>Isio</a:t>
            </a:r>
            <a:r>
              <a:rPr lang="en-GB" sz="1400"/>
              <a:t> </a:t>
            </a:r>
          </a:p>
          <a:p>
            <a:pPr lvl="2" algn="ctr"/>
            <a:r>
              <a:rPr lang="fr-FR" sz="1400" err="1"/>
              <a:t>ac</a:t>
            </a:r>
            <a:r>
              <a:rPr lang="fr-FR" sz="1400"/>
              <a:t> </a:t>
            </a:r>
            <a:r>
              <a:rPr lang="fr-FR" sz="1400" err="1"/>
              <a:t>vel</a:t>
            </a:r>
            <a:r>
              <a:rPr lang="fr-FR" sz="1400"/>
              <a:t> </a:t>
            </a:r>
            <a:r>
              <a:rPr lang="fr-FR" sz="1400" err="1"/>
              <a:t>mauris</a:t>
            </a:r>
            <a:r>
              <a:rPr lang="fr-FR" sz="1400"/>
              <a:t>. </a:t>
            </a:r>
            <a:r>
              <a:rPr lang="fr-FR" sz="1400" err="1"/>
              <a:t>Quisque</a:t>
            </a:r>
            <a:r>
              <a:rPr lang="fr-FR" sz="1400"/>
              <a:t> </a:t>
            </a:r>
            <a:r>
              <a:rPr lang="fr-FR" sz="1400" err="1"/>
              <a:t>aliquet</a:t>
            </a:r>
            <a:r>
              <a:rPr lang="fr-FR" sz="1400"/>
              <a:t> </a:t>
            </a:r>
            <a:r>
              <a:rPr lang="fr-FR" sz="1400" err="1"/>
              <a:t>tempus</a:t>
            </a:r>
            <a:r>
              <a:rPr lang="fr-FR" sz="1400"/>
              <a:t> diam </a:t>
            </a:r>
            <a:r>
              <a:rPr lang="fr-FR" sz="1400" err="1"/>
              <a:t>sit</a:t>
            </a:r>
            <a:r>
              <a:rPr lang="fr-FR" sz="1400"/>
              <a:t>.</a:t>
            </a:r>
            <a:endParaRPr lang="en-GB" sz="1400"/>
          </a:p>
        </p:txBody>
      </p:sp>
      <p:sp>
        <p:nvSpPr>
          <p:cNvPr id="26" name="Text Placeholder 2">
            <a:extLst>
              <a:ext uri="{FF2B5EF4-FFF2-40B4-BE49-F238E27FC236}">
                <a16:creationId xmlns:a16="http://schemas.microsoft.com/office/drawing/2014/main" id="{CFF9308E-7A75-5FA6-761B-A9AAEAB48F7B}"/>
              </a:ext>
            </a:extLst>
          </p:cNvPr>
          <p:cNvSpPr txBox="1">
            <a:spLocks/>
          </p:cNvSpPr>
          <p:nvPr/>
        </p:nvSpPr>
        <p:spPr>
          <a:xfrm>
            <a:off x="7653348" y="6138337"/>
            <a:ext cx="2040560" cy="746265"/>
          </a:xfrm>
          <a:prstGeom prst="rect">
            <a:avLst/>
          </a:prstGeom>
          <a:solidFill>
            <a:schemeClr val="bg1"/>
          </a:solidFill>
          <a:ln>
            <a:noFill/>
          </a:ln>
        </p:spPr>
        <p:txBody>
          <a:bodyPr vert="horz" lIns="0" tIns="0" rIns="0" bIns="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lgn="ctr"/>
            <a:r>
              <a:rPr lang="en-GB" sz="1400" dirty="0"/>
              <a:t>Lorem ipsum </a:t>
            </a:r>
            <a:r>
              <a:rPr lang="en-GB" sz="1400" dirty="0" err="1"/>
              <a:t>dolor</a:t>
            </a:r>
            <a:r>
              <a:rPr lang="en-GB" sz="1400" dirty="0"/>
              <a:t> sit</a:t>
            </a:r>
          </a:p>
          <a:p>
            <a:pPr lvl="2" algn="ctr"/>
            <a:r>
              <a:rPr lang="fr-FR" sz="1400" dirty="0" err="1"/>
              <a:t>ac</a:t>
            </a:r>
            <a:r>
              <a:rPr lang="fr-FR" sz="1400" dirty="0"/>
              <a:t> </a:t>
            </a:r>
            <a:r>
              <a:rPr lang="fr-FR" sz="1400" dirty="0" err="1"/>
              <a:t>vel</a:t>
            </a:r>
            <a:r>
              <a:rPr lang="fr-FR" sz="1400" dirty="0"/>
              <a:t> </a:t>
            </a:r>
            <a:r>
              <a:rPr lang="fr-FR" sz="1400" dirty="0" err="1"/>
              <a:t>mauris</a:t>
            </a:r>
            <a:r>
              <a:rPr lang="fr-FR" sz="1400" dirty="0"/>
              <a:t>. </a:t>
            </a:r>
            <a:r>
              <a:rPr lang="fr-FR" sz="1400" dirty="0" err="1"/>
              <a:t>Quisque</a:t>
            </a:r>
            <a:r>
              <a:rPr lang="fr-FR" sz="1400" dirty="0"/>
              <a:t> </a:t>
            </a:r>
            <a:r>
              <a:rPr lang="fr-FR" sz="1400" dirty="0" err="1"/>
              <a:t>aliquet</a:t>
            </a:r>
            <a:r>
              <a:rPr lang="fr-FR" sz="1400" dirty="0"/>
              <a:t> </a:t>
            </a:r>
            <a:r>
              <a:rPr lang="fr-FR" sz="1400" dirty="0" err="1"/>
              <a:t>tempus</a:t>
            </a:r>
            <a:r>
              <a:rPr lang="fr-FR" sz="1400" dirty="0"/>
              <a:t> diam </a:t>
            </a:r>
            <a:r>
              <a:rPr lang="fr-FR" sz="1400" dirty="0" err="1"/>
              <a:t>sit</a:t>
            </a:r>
            <a:r>
              <a:rPr lang="fr-FR" sz="1400" dirty="0"/>
              <a:t>.</a:t>
            </a:r>
            <a:endParaRPr lang="en-GB" sz="1400" dirty="0"/>
          </a:p>
        </p:txBody>
      </p:sp>
      <p:sp>
        <p:nvSpPr>
          <p:cNvPr id="27" name="Text Placeholder 2">
            <a:extLst>
              <a:ext uri="{FF2B5EF4-FFF2-40B4-BE49-F238E27FC236}">
                <a16:creationId xmlns:a16="http://schemas.microsoft.com/office/drawing/2014/main" id="{3D9176A4-D9D7-FD76-F4C3-715D42B3A37E}"/>
              </a:ext>
            </a:extLst>
          </p:cNvPr>
          <p:cNvSpPr txBox="1">
            <a:spLocks/>
          </p:cNvSpPr>
          <p:nvPr/>
        </p:nvSpPr>
        <p:spPr>
          <a:xfrm>
            <a:off x="10583241" y="6138337"/>
            <a:ext cx="2040560" cy="746265"/>
          </a:xfrm>
          <a:prstGeom prst="rect">
            <a:avLst/>
          </a:prstGeom>
          <a:solidFill>
            <a:schemeClr val="bg1"/>
          </a:solidFill>
          <a:ln>
            <a:noFill/>
          </a:ln>
        </p:spPr>
        <p:txBody>
          <a:bodyPr vert="horz" lIns="0" tIns="0" rIns="0" bIns="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lgn="ctr"/>
            <a:r>
              <a:rPr lang="en-GB" sz="1400" dirty="0"/>
              <a:t>Lorem ipsum </a:t>
            </a:r>
            <a:r>
              <a:rPr lang="en-GB" sz="1400" dirty="0" err="1"/>
              <a:t>dolor</a:t>
            </a:r>
            <a:r>
              <a:rPr lang="en-GB" sz="1400" dirty="0"/>
              <a:t> sit</a:t>
            </a:r>
          </a:p>
          <a:p>
            <a:pPr lvl="2" algn="ctr"/>
            <a:r>
              <a:rPr lang="fr-FR" sz="1400" dirty="0" err="1"/>
              <a:t>ac</a:t>
            </a:r>
            <a:r>
              <a:rPr lang="fr-FR" sz="1400" dirty="0"/>
              <a:t> </a:t>
            </a:r>
            <a:r>
              <a:rPr lang="fr-FR" sz="1400" dirty="0" err="1"/>
              <a:t>vel</a:t>
            </a:r>
            <a:r>
              <a:rPr lang="fr-FR" sz="1400" dirty="0"/>
              <a:t> </a:t>
            </a:r>
            <a:r>
              <a:rPr lang="fr-FR" sz="1400" dirty="0" err="1"/>
              <a:t>mauris</a:t>
            </a:r>
            <a:r>
              <a:rPr lang="fr-FR" sz="1400" dirty="0"/>
              <a:t>. </a:t>
            </a:r>
            <a:r>
              <a:rPr lang="fr-FR" sz="1400" dirty="0" err="1"/>
              <a:t>Quisque</a:t>
            </a:r>
            <a:r>
              <a:rPr lang="fr-FR" sz="1400" dirty="0"/>
              <a:t> </a:t>
            </a:r>
            <a:r>
              <a:rPr lang="fr-FR" sz="1400" dirty="0" err="1"/>
              <a:t>aliquet</a:t>
            </a:r>
            <a:r>
              <a:rPr lang="fr-FR" sz="1400" dirty="0"/>
              <a:t> </a:t>
            </a:r>
            <a:r>
              <a:rPr lang="fr-FR" sz="1400" dirty="0" err="1"/>
              <a:t>tempus</a:t>
            </a:r>
            <a:r>
              <a:rPr lang="fr-FR" sz="1400" dirty="0"/>
              <a:t> diam </a:t>
            </a:r>
            <a:r>
              <a:rPr lang="fr-FR" sz="1400" dirty="0" err="1"/>
              <a:t>sit</a:t>
            </a:r>
            <a:r>
              <a:rPr lang="fr-FR" sz="1400" dirty="0"/>
              <a:t>.</a:t>
            </a:r>
            <a:endParaRPr lang="en-GB" sz="1400" dirty="0"/>
          </a:p>
        </p:txBody>
      </p:sp>
      <p:sp>
        <p:nvSpPr>
          <p:cNvPr id="28" name="Text Placeholder 2">
            <a:extLst>
              <a:ext uri="{FF2B5EF4-FFF2-40B4-BE49-F238E27FC236}">
                <a16:creationId xmlns:a16="http://schemas.microsoft.com/office/drawing/2014/main" id="{EACB23F3-B28F-B14C-9F80-796BAC628142}"/>
              </a:ext>
            </a:extLst>
          </p:cNvPr>
          <p:cNvSpPr txBox="1">
            <a:spLocks/>
          </p:cNvSpPr>
          <p:nvPr/>
        </p:nvSpPr>
        <p:spPr>
          <a:xfrm>
            <a:off x="6188401" y="2823355"/>
            <a:ext cx="2040560" cy="746265"/>
          </a:xfrm>
          <a:prstGeom prst="rect">
            <a:avLst/>
          </a:prstGeom>
          <a:solidFill>
            <a:schemeClr val="bg1"/>
          </a:solidFill>
          <a:ln>
            <a:noFill/>
          </a:ln>
        </p:spPr>
        <p:txBody>
          <a:bodyPr vert="horz" lIns="0" tIns="0" rIns="0" bIns="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lgn="ctr"/>
            <a:r>
              <a:rPr lang="en-GB" sz="1400" dirty="0"/>
              <a:t>Lorem ipsum </a:t>
            </a:r>
            <a:r>
              <a:rPr lang="en-GB" sz="1400" dirty="0" err="1"/>
              <a:t>dolor</a:t>
            </a:r>
            <a:r>
              <a:rPr lang="en-GB" sz="1400" dirty="0"/>
              <a:t> sit</a:t>
            </a:r>
          </a:p>
          <a:p>
            <a:pPr lvl="2" algn="ctr"/>
            <a:r>
              <a:rPr lang="fr-FR" sz="1400" dirty="0" err="1"/>
              <a:t>ac</a:t>
            </a:r>
            <a:r>
              <a:rPr lang="fr-FR" sz="1400" dirty="0"/>
              <a:t> </a:t>
            </a:r>
            <a:r>
              <a:rPr lang="fr-FR" sz="1400" dirty="0" err="1"/>
              <a:t>vel</a:t>
            </a:r>
            <a:r>
              <a:rPr lang="fr-FR" sz="1400" dirty="0"/>
              <a:t> </a:t>
            </a:r>
            <a:r>
              <a:rPr lang="fr-FR" sz="1400" dirty="0" err="1"/>
              <a:t>mauris</a:t>
            </a:r>
            <a:r>
              <a:rPr lang="fr-FR" sz="1400" dirty="0"/>
              <a:t>. </a:t>
            </a:r>
            <a:r>
              <a:rPr lang="fr-FR" sz="1400" dirty="0" err="1"/>
              <a:t>Quisque</a:t>
            </a:r>
            <a:r>
              <a:rPr lang="fr-FR" sz="1400" dirty="0"/>
              <a:t> </a:t>
            </a:r>
            <a:r>
              <a:rPr lang="fr-FR" sz="1400" dirty="0" err="1"/>
              <a:t>aliquet</a:t>
            </a:r>
            <a:r>
              <a:rPr lang="fr-FR" sz="1400" dirty="0"/>
              <a:t> </a:t>
            </a:r>
            <a:r>
              <a:rPr lang="fr-FR" sz="1400" dirty="0" err="1"/>
              <a:t>tempus</a:t>
            </a:r>
            <a:r>
              <a:rPr lang="fr-FR" sz="1400" dirty="0"/>
              <a:t> diam </a:t>
            </a:r>
            <a:r>
              <a:rPr lang="fr-FR" sz="1400" dirty="0" err="1"/>
              <a:t>sit</a:t>
            </a:r>
            <a:r>
              <a:rPr lang="fr-FR" sz="1400" dirty="0"/>
              <a:t>.</a:t>
            </a:r>
            <a:endParaRPr lang="en-GB" sz="1400" dirty="0"/>
          </a:p>
        </p:txBody>
      </p:sp>
      <p:sp>
        <p:nvSpPr>
          <p:cNvPr id="29" name="Text Placeholder 2">
            <a:extLst>
              <a:ext uri="{FF2B5EF4-FFF2-40B4-BE49-F238E27FC236}">
                <a16:creationId xmlns:a16="http://schemas.microsoft.com/office/drawing/2014/main" id="{FC0069FD-55CE-2F25-EA1A-BDEB04AE0D33}"/>
              </a:ext>
            </a:extLst>
          </p:cNvPr>
          <p:cNvSpPr txBox="1">
            <a:spLocks/>
          </p:cNvSpPr>
          <p:nvPr/>
        </p:nvSpPr>
        <p:spPr>
          <a:xfrm>
            <a:off x="9118294" y="2823355"/>
            <a:ext cx="2040560" cy="746265"/>
          </a:xfrm>
          <a:prstGeom prst="rect">
            <a:avLst/>
          </a:prstGeom>
          <a:solidFill>
            <a:schemeClr val="bg1"/>
          </a:solidFill>
          <a:ln>
            <a:noFill/>
          </a:ln>
        </p:spPr>
        <p:txBody>
          <a:bodyPr vert="horz" lIns="0" tIns="0" rIns="0" bIns="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lgn="ctr"/>
            <a:r>
              <a:rPr lang="en-GB" sz="1400" dirty="0"/>
              <a:t>Lorem ipsum </a:t>
            </a:r>
            <a:r>
              <a:rPr lang="en-GB" sz="1400" dirty="0" err="1"/>
              <a:t>dolor</a:t>
            </a:r>
            <a:r>
              <a:rPr lang="en-GB" sz="1400" dirty="0"/>
              <a:t> sit</a:t>
            </a:r>
          </a:p>
          <a:p>
            <a:pPr lvl="2" algn="ctr"/>
            <a:r>
              <a:rPr lang="fr-FR" sz="1400" dirty="0" err="1"/>
              <a:t>ac</a:t>
            </a:r>
            <a:r>
              <a:rPr lang="fr-FR" sz="1400" dirty="0"/>
              <a:t> </a:t>
            </a:r>
            <a:r>
              <a:rPr lang="fr-FR" sz="1400" dirty="0" err="1"/>
              <a:t>vel</a:t>
            </a:r>
            <a:r>
              <a:rPr lang="fr-FR" sz="1400" dirty="0"/>
              <a:t> </a:t>
            </a:r>
            <a:r>
              <a:rPr lang="fr-FR" sz="1400" dirty="0" err="1"/>
              <a:t>mauris</a:t>
            </a:r>
            <a:r>
              <a:rPr lang="fr-FR" sz="1400" dirty="0"/>
              <a:t>. </a:t>
            </a:r>
            <a:r>
              <a:rPr lang="fr-FR" sz="1400" dirty="0" err="1"/>
              <a:t>Quisque</a:t>
            </a:r>
            <a:r>
              <a:rPr lang="fr-FR" sz="1400" dirty="0"/>
              <a:t> </a:t>
            </a:r>
            <a:r>
              <a:rPr lang="fr-FR" sz="1400" dirty="0" err="1"/>
              <a:t>aliquet</a:t>
            </a:r>
            <a:r>
              <a:rPr lang="fr-FR" sz="1400" dirty="0"/>
              <a:t> </a:t>
            </a:r>
            <a:r>
              <a:rPr lang="fr-FR" sz="1400" dirty="0" err="1"/>
              <a:t>tempus</a:t>
            </a:r>
            <a:r>
              <a:rPr lang="fr-FR" sz="1400" dirty="0"/>
              <a:t> diam </a:t>
            </a:r>
            <a:r>
              <a:rPr lang="fr-FR" sz="1400" dirty="0" err="1"/>
              <a:t>sit</a:t>
            </a:r>
            <a:r>
              <a:rPr lang="fr-FR" sz="1400" dirty="0"/>
              <a:t>.</a:t>
            </a:r>
            <a:endParaRPr lang="en-GB" sz="1400" dirty="0"/>
          </a:p>
        </p:txBody>
      </p:sp>
      <p:cxnSp>
        <p:nvCxnSpPr>
          <p:cNvPr id="30" name="Straight Connector 29">
            <a:extLst>
              <a:ext uri="{FF2B5EF4-FFF2-40B4-BE49-F238E27FC236}">
                <a16:creationId xmlns:a16="http://schemas.microsoft.com/office/drawing/2014/main" id="{56FB8E73-A844-0221-ACB8-F84F78798FED}"/>
              </a:ext>
            </a:extLst>
          </p:cNvPr>
          <p:cNvCxnSpPr>
            <a:stCxn id="12" idx="7"/>
            <a:endCxn id="14" idx="3"/>
          </p:cNvCxnSpPr>
          <p:nvPr/>
        </p:nvCxnSpPr>
        <p:spPr>
          <a:xfrm flipV="1">
            <a:off x="6100788" y="4573686"/>
            <a:ext cx="761591" cy="508440"/>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5A2B8E-855B-E537-7A35-108BB754D759}"/>
              </a:ext>
            </a:extLst>
          </p:cNvPr>
          <p:cNvCxnSpPr>
            <a:cxnSpLocks/>
            <a:stCxn id="14" idx="5"/>
            <a:endCxn id="17" idx="1"/>
          </p:cNvCxnSpPr>
          <p:nvPr/>
        </p:nvCxnSpPr>
        <p:spPr>
          <a:xfrm>
            <a:off x="7576485" y="4573686"/>
            <a:ext cx="740937" cy="508440"/>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F61EDCF-23C6-5E57-ECCA-2BCDD63103E8}"/>
              </a:ext>
            </a:extLst>
          </p:cNvPr>
          <p:cNvCxnSpPr>
            <a:cxnSpLocks/>
            <a:stCxn id="20" idx="3"/>
          </p:cNvCxnSpPr>
          <p:nvPr/>
        </p:nvCxnSpPr>
        <p:spPr>
          <a:xfrm flipH="1">
            <a:off x="9029831" y="4573687"/>
            <a:ext cx="751691" cy="508439"/>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9F721E-F7F0-EDB1-6D11-E1ECDD3822F0}"/>
              </a:ext>
            </a:extLst>
          </p:cNvPr>
          <p:cNvCxnSpPr>
            <a:cxnSpLocks/>
            <a:stCxn id="23" idx="1"/>
            <a:endCxn id="20" idx="5"/>
          </p:cNvCxnSpPr>
          <p:nvPr/>
        </p:nvCxnSpPr>
        <p:spPr>
          <a:xfrm flipH="1" flipV="1">
            <a:off x="10495628" y="4573687"/>
            <a:ext cx="750840" cy="508439"/>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8311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7B57183E-26C2-4D77-E99E-C70B7825E059}"/>
              </a:ext>
            </a:extLst>
          </p:cNvPr>
          <p:cNvSpPr>
            <a:spLocks noGrp="1"/>
          </p:cNvSpPr>
          <p:nvPr>
            <p:ph type="subTitle" idx="13"/>
          </p:nvPr>
        </p:nvSpPr>
        <p:spPr/>
        <p:txBody>
          <a:bodyPr/>
          <a:lstStyle/>
          <a:p>
            <a:r>
              <a:rPr lang="en-GB" dirty="0"/>
              <a:t>Subheading</a:t>
            </a:r>
          </a:p>
        </p:txBody>
      </p:sp>
      <p:sp>
        <p:nvSpPr>
          <p:cNvPr id="5" name="Title 4">
            <a:extLst>
              <a:ext uri="{FF2B5EF4-FFF2-40B4-BE49-F238E27FC236}">
                <a16:creationId xmlns:a16="http://schemas.microsoft.com/office/drawing/2014/main" id="{BE37D4A1-DA79-1B74-AC2B-E59053A7795A}"/>
              </a:ext>
            </a:extLst>
          </p:cNvPr>
          <p:cNvSpPr>
            <a:spLocks noGrp="1"/>
          </p:cNvSpPr>
          <p:nvPr>
            <p:ph type="title"/>
          </p:nvPr>
        </p:nvSpPr>
        <p:spPr>
          <a:xfrm>
            <a:off x="539750" y="540000"/>
            <a:ext cx="12384088" cy="543914"/>
          </a:xfrm>
        </p:spPr>
        <p:txBody>
          <a:bodyPr/>
          <a:lstStyle/>
          <a:p>
            <a:r>
              <a:rPr lang="en-GB" dirty="0"/>
              <a:t>Chevrons</a:t>
            </a:r>
          </a:p>
        </p:txBody>
      </p:sp>
      <p:sp>
        <p:nvSpPr>
          <p:cNvPr id="8" name="Text Placeholder 5">
            <a:extLst>
              <a:ext uri="{FF2B5EF4-FFF2-40B4-BE49-F238E27FC236}">
                <a16:creationId xmlns:a16="http://schemas.microsoft.com/office/drawing/2014/main" id="{2A64C0BE-DA95-4BCA-F72F-D55259543293}"/>
              </a:ext>
            </a:extLst>
          </p:cNvPr>
          <p:cNvSpPr txBox="1">
            <a:spLocks/>
          </p:cNvSpPr>
          <p:nvPr/>
        </p:nvSpPr>
        <p:spPr>
          <a:xfrm>
            <a:off x="535236" y="1800225"/>
            <a:ext cx="3949451" cy="5221288"/>
          </a:xfrm>
          <a:prstGeom prst="rect">
            <a:avLst/>
          </a:prstGeom>
          <a:noFill/>
        </p:spPr>
        <p:txBody>
          <a:bodyPr lIns="0" tIns="0" rIns="0" bIns="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dirty="0">
                <a:solidFill>
                  <a:srgbClr val="3B3482"/>
                </a:solidFill>
              </a:rPr>
              <a:t>Lorem ipsum </a:t>
            </a:r>
            <a:r>
              <a:rPr lang="en-GB" dirty="0" err="1">
                <a:solidFill>
                  <a:srgbClr val="3B3482"/>
                </a:solidFill>
              </a:rPr>
              <a:t>dolor</a:t>
            </a:r>
            <a:r>
              <a:rPr lang="en-GB" dirty="0">
                <a:solidFill>
                  <a:srgbClr val="3B3482"/>
                </a:solidFill>
              </a:rPr>
              <a:t> sit </a:t>
            </a:r>
            <a:r>
              <a:rPr lang="en-GB" dirty="0" err="1">
                <a:solidFill>
                  <a:srgbClr val="3B3482"/>
                </a:solidFill>
              </a:rPr>
              <a:t>amet</a:t>
            </a:r>
            <a:r>
              <a:rPr lang="en-GB" dirty="0">
                <a:solidFill>
                  <a:srgbClr val="3B3482"/>
                </a:solidFill>
              </a:rPr>
              <a:t>, </a:t>
            </a:r>
            <a:r>
              <a:rPr lang="en-GB" dirty="0" err="1">
                <a:solidFill>
                  <a:srgbClr val="3B3482"/>
                </a:solidFill>
              </a:rPr>
              <a:t>consectetur</a:t>
            </a:r>
            <a:r>
              <a:rPr lang="en-GB" dirty="0">
                <a:solidFill>
                  <a:srgbClr val="3B3482"/>
                </a:solidFill>
              </a:rPr>
              <a:t> </a:t>
            </a:r>
            <a:r>
              <a:rPr lang="en-GB" dirty="0" err="1">
                <a:solidFill>
                  <a:srgbClr val="3B3482"/>
                </a:solidFill>
              </a:rPr>
              <a:t>adipiscing</a:t>
            </a:r>
            <a:r>
              <a:rPr lang="en-GB" dirty="0">
                <a:solidFill>
                  <a:srgbClr val="3B3482"/>
                </a:solidFill>
              </a:rPr>
              <a:t> </a:t>
            </a:r>
            <a:r>
              <a:rPr lang="en-GB" dirty="0" err="1">
                <a:solidFill>
                  <a:srgbClr val="3B3482"/>
                </a:solidFill>
              </a:rPr>
              <a:t>elit</a:t>
            </a:r>
            <a:r>
              <a:rPr lang="en-GB" dirty="0">
                <a:solidFill>
                  <a:srgbClr val="3B3482"/>
                </a:solidFill>
              </a:rPr>
              <a:t>. </a:t>
            </a:r>
          </a:p>
          <a:p>
            <a:pPr lvl="1"/>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r>
              <a:rPr lang="en-GB" dirty="0"/>
              <a:t>. Maecenas </a:t>
            </a:r>
            <a:r>
              <a:rPr lang="en-GB" dirty="0" err="1"/>
              <a:t>ultricies</a:t>
            </a:r>
            <a:r>
              <a:rPr lang="en-GB" dirty="0"/>
              <a:t> a libero vitae </a:t>
            </a:r>
            <a:r>
              <a:rPr lang="en-GB" dirty="0" err="1"/>
              <a:t>suscipit</a:t>
            </a:r>
            <a:r>
              <a:rPr lang="en-GB" dirty="0"/>
              <a:t>. </a:t>
            </a:r>
          </a:p>
          <a:p>
            <a:pPr lvl="2"/>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a:t>
            </a:r>
            <a:r>
              <a:rPr lang="en-GB" dirty="0" err="1"/>
              <a:t>Vivamus</a:t>
            </a:r>
            <a:r>
              <a:rPr lang="en-GB" dirty="0"/>
              <a:t> </a:t>
            </a:r>
            <a:r>
              <a:rPr lang="en-GB" dirty="0" err="1"/>
              <a:t>eu</a:t>
            </a:r>
            <a:r>
              <a:rPr lang="en-GB" dirty="0"/>
              <a:t> </a:t>
            </a:r>
            <a:r>
              <a:rPr lang="en-GB" dirty="0" err="1"/>
              <a:t>tincidunt</a:t>
            </a:r>
            <a:r>
              <a:rPr lang="en-GB" dirty="0"/>
              <a:t> </a:t>
            </a:r>
            <a:r>
              <a:rPr lang="en-GB" dirty="0" err="1"/>
              <a:t>nibh</a:t>
            </a:r>
            <a:r>
              <a:rPr lang="en-GB" dirty="0"/>
              <a:t>. </a:t>
            </a:r>
            <a:r>
              <a:rPr lang="en-GB" dirty="0" err="1"/>
              <a:t>Nullam</a:t>
            </a:r>
            <a:r>
              <a:rPr lang="en-GB" dirty="0"/>
              <a:t> et auctor </a:t>
            </a:r>
            <a:r>
              <a:rPr lang="en-GB" dirty="0" err="1"/>
              <a:t>quam</a:t>
            </a:r>
            <a:r>
              <a:rPr lang="en-GB" dirty="0"/>
              <a:t>. </a:t>
            </a:r>
            <a:r>
              <a:rPr lang="en-GB" dirty="0" err="1"/>
              <a:t>Phasellus</a:t>
            </a:r>
            <a:r>
              <a:rPr lang="en-GB" dirty="0"/>
              <a:t> </a:t>
            </a:r>
            <a:r>
              <a:rPr lang="en-GB" dirty="0" err="1"/>
              <a:t>eleifend</a:t>
            </a:r>
            <a:r>
              <a:rPr lang="en-GB" dirty="0"/>
              <a:t> at ipsum </a:t>
            </a:r>
            <a:r>
              <a:rPr lang="en-GB" dirty="0" err="1"/>
              <a:t>ut</a:t>
            </a:r>
            <a:r>
              <a:rPr lang="en-GB" dirty="0"/>
              <a:t> pulvinar. </a:t>
            </a:r>
            <a:r>
              <a:rPr lang="en-GB" dirty="0" err="1"/>
              <a:t>Mauris</a:t>
            </a:r>
            <a:r>
              <a:rPr lang="en-GB" dirty="0"/>
              <a:t> ante </a:t>
            </a:r>
            <a:r>
              <a:rPr lang="en-GB" dirty="0" err="1"/>
              <a:t>odio</a:t>
            </a:r>
            <a:r>
              <a:rPr lang="en-GB" dirty="0"/>
              <a:t>, </a:t>
            </a:r>
            <a:r>
              <a:rPr lang="en-GB" dirty="0" err="1"/>
              <a:t>blandit</a:t>
            </a:r>
            <a:r>
              <a:rPr lang="en-GB" dirty="0"/>
              <a:t> at </a:t>
            </a:r>
            <a:r>
              <a:rPr lang="en-GB" dirty="0" err="1"/>
              <a:t>efficitur</a:t>
            </a:r>
            <a:r>
              <a:rPr lang="en-GB" dirty="0"/>
              <a:t> </a:t>
            </a:r>
            <a:r>
              <a:rPr lang="en-GB" dirty="0" err="1"/>
              <a:t>eu</a:t>
            </a:r>
            <a:r>
              <a:rPr lang="en-GB" dirty="0"/>
              <a:t>, </a:t>
            </a:r>
            <a:r>
              <a:rPr lang="en-GB" dirty="0" err="1"/>
              <a:t>luctus</a:t>
            </a:r>
            <a:r>
              <a:rPr lang="en-GB" dirty="0"/>
              <a:t> </a:t>
            </a:r>
            <a:r>
              <a:rPr lang="en-GB" dirty="0" err="1"/>
              <a:t>eu</a:t>
            </a:r>
            <a:r>
              <a:rPr lang="en-GB" dirty="0"/>
              <a:t> sem. Sed </a:t>
            </a:r>
            <a:r>
              <a:rPr lang="en-GB" dirty="0" err="1"/>
              <a:t>varius</a:t>
            </a:r>
            <a:r>
              <a:rPr lang="en-GB" dirty="0"/>
              <a:t> vitae </a:t>
            </a:r>
            <a:r>
              <a:rPr lang="en-GB" dirty="0" err="1"/>
              <a:t>orci</a:t>
            </a:r>
            <a:r>
              <a:rPr lang="en-GB" dirty="0"/>
              <a:t> </a:t>
            </a:r>
            <a:r>
              <a:rPr lang="en-GB" dirty="0" err="1"/>
              <a:t>viverra</a:t>
            </a:r>
            <a:r>
              <a:rPr lang="en-GB" dirty="0"/>
              <a:t> </a:t>
            </a:r>
            <a:r>
              <a:rPr lang="en-GB" dirty="0" err="1"/>
              <a:t>sollicitudin</a:t>
            </a:r>
            <a:r>
              <a:rPr lang="en-GB" dirty="0"/>
              <a:t>. Morbi </a:t>
            </a:r>
            <a:r>
              <a:rPr lang="en-GB" dirty="0" err="1"/>
              <a:t>accumsan</a:t>
            </a:r>
            <a:r>
              <a:rPr lang="en-GB" dirty="0"/>
              <a:t> </a:t>
            </a:r>
            <a:r>
              <a:rPr lang="en-GB" dirty="0" err="1"/>
              <a:t>mauris</a:t>
            </a:r>
            <a:r>
              <a:rPr lang="en-GB" dirty="0"/>
              <a:t> </a:t>
            </a:r>
            <a:r>
              <a:rPr lang="en-GB" dirty="0" err="1"/>
              <a:t>dolor</a:t>
            </a:r>
            <a:r>
              <a:rPr lang="en-GB" dirty="0"/>
              <a:t>, </a:t>
            </a:r>
            <a:r>
              <a:rPr lang="en-GB" dirty="0" err="1"/>
              <a:t>sed</a:t>
            </a:r>
            <a:r>
              <a:rPr lang="en-GB" dirty="0"/>
              <a:t> </a:t>
            </a:r>
            <a:r>
              <a:rPr lang="en-GB" dirty="0" err="1"/>
              <a:t>congue</a:t>
            </a:r>
            <a:r>
              <a:rPr lang="en-GB" dirty="0"/>
              <a:t> dui </a:t>
            </a:r>
            <a:r>
              <a:rPr lang="en-GB" dirty="0" err="1"/>
              <a:t>molestie</a:t>
            </a:r>
            <a:r>
              <a:rPr lang="en-GB" dirty="0"/>
              <a:t> sit </a:t>
            </a:r>
            <a:r>
              <a:rPr lang="en-GB" dirty="0" err="1"/>
              <a:t>amet</a:t>
            </a:r>
            <a:r>
              <a:rPr lang="en-GB" dirty="0"/>
              <a:t>. </a:t>
            </a:r>
            <a:r>
              <a:rPr lang="en-GB" dirty="0" err="1"/>
              <a:t>Pellentesque</a:t>
            </a:r>
            <a:r>
              <a:rPr lang="en-GB" dirty="0"/>
              <a:t> habitant </a:t>
            </a:r>
            <a:r>
              <a:rPr lang="en-GB" dirty="0" err="1"/>
              <a:t>morbi</a:t>
            </a:r>
            <a:r>
              <a:rPr lang="en-GB" dirty="0"/>
              <a:t> </a:t>
            </a:r>
            <a:r>
              <a:rPr lang="en-GB" dirty="0" err="1"/>
              <a:t>eu</a:t>
            </a:r>
            <a:r>
              <a:rPr lang="en-GB" dirty="0"/>
              <a:t> </a:t>
            </a:r>
            <a:r>
              <a:rPr lang="en-GB" dirty="0" err="1"/>
              <a:t>tellus</a:t>
            </a:r>
            <a:r>
              <a:rPr lang="en-GB" dirty="0"/>
              <a:t> et eros </a:t>
            </a:r>
            <a:r>
              <a:rPr lang="en-GB" dirty="0" err="1"/>
              <a:t>posuere</a:t>
            </a:r>
            <a:r>
              <a:rPr lang="en-GB" dirty="0"/>
              <a:t> </a:t>
            </a:r>
            <a:r>
              <a:rPr lang="en-GB" dirty="0" err="1"/>
              <a:t>ultrices</a:t>
            </a:r>
            <a:r>
              <a:rPr lang="en-GB" dirty="0"/>
              <a:t> at </a:t>
            </a:r>
            <a:r>
              <a:rPr lang="en-GB" dirty="0" err="1"/>
              <a:t>ut</a:t>
            </a:r>
            <a:r>
              <a:rPr lang="en-GB" dirty="0"/>
              <a:t> </a:t>
            </a:r>
            <a:r>
              <a:rPr lang="en-GB" dirty="0" err="1"/>
              <a:t>tellus</a:t>
            </a:r>
            <a:r>
              <a:rPr lang="en-GB" dirty="0"/>
              <a:t>. Donec </a:t>
            </a:r>
            <a:r>
              <a:rPr lang="en-GB" dirty="0" err="1"/>
              <a:t>ullamcorper</a:t>
            </a:r>
            <a:r>
              <a:rPr lang="en-GB" dirty="0"/>
              <a:t> </a:t>
            </a:r>
            <a:r>
              <a:rPr lang="en-GB" dirty="0" err="1"/>
              <a:t>mollis</a:t>
            </a:r>
            <a:r>
              <a:rPr lang="en-GB" dirty="0"/>
              <a:t> </a:t>
            </a:r>
            <a:r>
              <a:rPr lang="en-GB" dirty="0" err="1"/>
              <a:t>velit</a:t>
            </a:r>
            <a:r>
              <a:rPr lang="en-GB" dirty="0"/>
              <a:t> sit </a:t>
            </a:r>
            <a:r>
              <a:rPr lang="en-GB" dirty="0" err="1"/>
              <a:t>amet</a:t>
            </a:r>
            <a:r>
              <a:rPr lang="en-GB" dirty="0"/>
              <a:t>.</a:t>
            </a:r>
          </a:p>
          <a:p>
            <a:pPr lvl="3"/>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a:t>
            </a:r>
          </a:p>
          <a:p>
            <a:pPr lvl="3"/>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a:t>
            </a:r>
          </a:p>
        </p:txBody>
      </p:sp>
      <p:sp>
        <p:nvSpPr>
          <p:cNvPr id="2" name="Rectangle 1">
            <a:extLst>
              <a:ext uri="{FF2B5EF4-FFF2-40B4-BE49-F238E27FC236}">
                <a16:creationId xmlns:a16="http://schemas.microsoft.com/office/drawing/2014/main" id="{B1656AD2-21C2-7166-84D0-D429D169ABD6}"/>
              </a:ext>
            </a:extLst>
          </p:cNvPr>
          <p:cNvSpPr/>
          <p:nvPr/>
        </p:nvSpPr>
        <p:spPr>
          <a:xfrm>
            <a:off x="4752975" y="1800225"/>
            <a:ext cx="8710613" cy="5221288"/>
          </a:xfrm>
          <a:prstGeom prst="rect">
            <a:avLst/>
          </a:prstGeom>
          <a:solidFill>
            <a:srgbClr val="EDEBF4"/>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3" name="Text Placeholder 20">
            <a:extLst>
              <a:ext uri="{FF2B5EF4-FFF2-40B4-BE49-F238E27FC236}">
                <a16:creationId xmlns:a16="http://schemas.microsoft.com/office/drawing/2014/main" id="{DA8FC9DB-12C1-3CA9-39A7-33DF2A2F5F6A}"/>
              </a:ext>
            </a:extLst>
          </p:cNvPr>
          <p:cNvSpPr txBox="1">
            <a:spLocks/>
          </p:cNvSpPr>
          <p:nvPr/>
        </p:nvSpPr>
        <p:spPr bwMode="gray">
          <a:xfrm>
            <a:off x="5026025" y="2106734"/>
            <a:ext cx="2145684" cy="920696"/>
          </a:xfrm>
          <a:prstGeom prst="homePlate">
            <a:avLst>
              <a:gd name="adj" fmla="val 24619"/>
            </a:avLst>
          </a:prstGeom>
          <a:solidFill>
            <a:srgbClr val="3B3482"/>
          </a:solidFill>
        </p:spPr>
        <p:txBody>
          <a:bodyPr lIns="72000" tIns="72000" rIns="72000" bIns="7200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dirty="0"/>
              <a:t>Sae </a:t>
            </a:r>
            <a:r>
              <a:rPr lang="en-GB" sz="1600" dirty="0" err="1"/>
              <a:t>volum</a:t>
            </a:r>
            <a:r>
              <a:rPr lang="en-GB" sz="1600" dirty="0"/>
              <a:t> que </a:t>
            </a:r>
            <a:r>
              <a:rPr lang="en-GB" sz="1600" dirty="0" err="1"/>
              <a:t>consedigent</a:t>
            </a:r>
            <a:endParaRPr lang="en-GB" sz="1600" dirty="0"/>
          </a:p>
        </p:txBody>
      </p:sp>
      <p:sp>
        <p:nvSpPr>
          <p:cNvPr id="34" name="Text Placeholder 20">
            <a:extLst>
              <a:ext uri="{FF2B5EF4-FFF2-40B4-BE49-F238E27FC236}">
                <a16:creationId xmlns:a16="http://schemas.microsoft.com/office/drawing/2014/main" id="{A35838A6-48C8-0980-C0E0-47CBF27F2CEC}"/>
              </a:ext>
            </a:extLst>
          </p:cNvPr>
          <p:cNvSpPr txBox="1">
            <a:spLocks/>
          </p:cNvSpPr>
          <p:nvPr/>
        </p:nvSpPr>
        <p:spPr bwMode="gray">
          <a:xfrm>
            <a:off x="5026025" y="3339403"/>
            <a:ext cx="2145684" cy="920696"/>
          </a:xfrm>
          <a:prstGeom prst="homePlate">
            <a:avLst>
              <a:gd name="adj" fmla="val 24619"/>
            </a:avLst>
          </a:prstGeom>
          <a:solidFill>
            <a:srgbClr val="3B3482"/>
          </a:solidFill>
        </p:spPr>
        <p:txBody>
          <a:bodyPr lIns="72000" tIns="72000" rIns="72000" bIns="7200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dirty="0"/>
              <a:t>Sae </a:t>
            </a:r>
            <a:r>
              <a:rPr lang="en-GB" sz="1600" dirty="0" err="1"/>
              <a:t>volum</a:t>
            </a:r>
            <a:r>
              <a:rPr lang="en-GB" sz="1600" dirty="0"/>
              <a:t> que </a:t>
            </a:r>
            <a:r>
              <a:rPr lang="en-GB" sz="1600" dirty="0" err="1"/>
              <a:t>consedigent</a:t>
            </a:r>
            <a:endParaRPr lang="en-GB" sz="1600" dirty="0"/>
          </a:p>
        </p:txBody>
      </p:sp>
      <p:sp>
        <p:nvSpPr>
          <p:cNvPr id="35" name="Text Placeholder 20">
            <a:extLst>
              <a:ext uri="{FF2B5EF4-FFF2-40B4-BE49-F238E27FC236}">
                <a16:creationId xmlns:a16="http://schemas.microsoft.com/office/drawing/2014/main" id="{619BC508-06F9-6CD0-042B-F776BB4BB237}"/>
              </a:ext>
            </a:extLst>
          </p:cNvPr>
          <p:cNvSpPr txBox="1">
            <a:spLocks/>
          </p:cNvSpPr>
          <p:nvPr/>
        </p:nvSpPr>
        <p:spPr bwMode="gray">
          <a:xfrm>
            <a:off x="5026025" y="4572072"/>
            <a:ext cx="2145684" cy="920696"/>
          </a:xfrm>
          <a:prstGeom prst="homePlate">
            <a:avLst>
              <a:gd name="adj" fmla="val 24619"/>
            </a:avLst>
          </a:prstGeom>
          <a:solidFill>
            <a:srgbClr val="3B3482"/>
          </a:solidFill>
        </p:spPr>
        <p:txBody>
          <a:bodyPr lIns="72000" tIns="72000" rIns="72000" bIns="7200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dirty="0"/>
              <a:t>Sae </a:t>
            </a:r>
            <a:r>
              <a:rPr lang="en-GB" sz="1600" dirty="0" err="1"/>
              <a:t>volum</a:t>
            </a:r>
            <a:r>
              <a:rPr lang="en-GB" sz="1600" dirty="0"/>
              <a:t> que </a:t>
            </a:r>
            <a:r>
              <a:rPr lang="en-GB" sz="1600" dirty="0" err="1"/>
              <a:t>consedigent</a:t>
            </a:r>
            <a:endParaRPr lang="en-GB" sz="1600" dirty="0"/>
          </a:p>
        </p:txBody>
      </p:sp>
      <p:sp>
        <p:nvSpPr>
          <p:cNvPr id="37" name="Text Placeholder 20">
            <a:extLst>
              <a:ext uri="{FF2B5EF4-FFF2-40B4-BE49-F238E27FC236}">
                <a16:creationId xmlns:a16="http://schemas.microsoft.com/office/drawing/2014/main" id="{E07DA030-F54D-5CD4-FD51-907AB86FED5E}"/>
              </a:ext>
            </a:extLst>
          </p:cNvPr>
          <p:cNvSpPr txBox="1">
            <a:spLocks/>
          </p:cNvSpPr>
          <p:nvPr/>
        </p:nvSpPr>
        <p:spPr bwMode="gray">
          <a:xfrm>
            <a:off x="5026025" y="5804742"/>
            <a:ext cx="2145684" cy="920696"/>
          </a:xfrm>
          <a:prstGeom prst="homePlate">
            <a:avLst>
              <a:gd name="adj" fmla="val 24619"/>
            </a:avLst>
          </a:prstGeom>
          <a:solidFill>
            <a:srgbClr val="3B3482"/>
          </a:solidFill>
        </p:spPr>
        <p:txBody>
          <a:bodyPr lIns="72000" tIns="72000" rIns="72000" bIns="7200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dirty="0"/>
              <a:t>Sae </a:t>
            </a:r>
            <a:r>
              <a:rPr lang="en-GB" sz="1600" dirty="0" err="1"/>
              <a:t>volum</a:t>
            </a:r>
            <a:r>
              <a:rPr lang="en-GB" sz="1600" dirty="0"/>
              <a:t> que </a:t>
            </a:r>
            <a:r>
              <a:rPr lang="en-GB" sz="1600" dirty="0" err="1"/>
              <a:t>consedigent</a:t>
            </a:r>
            <a:endParaRPr lang="en-GB" sz="1600" dirty="0"/>
          </a:p>
        </p:txBody>
      </p:sp>
      <p:sp>
        <p:nvSpPr>
          <p:cNvPr id="38" name="Text Placeholder 2">
            <a:extLst>
              <a:ext uri="{FF2B5EF4-FFF2-40B4-BE49-F238E27FC236}">
                <a16:creationId xmlns:a16="http://schemas.microsoft.com/office/drawing/2014/main" id="{E415621D-54D3-75DF-F859-15CA4E91E833}"/>
              </a:ext>
            </a:extLst>
          </p:cNvPr>
          <p:cNvSpPr txBox="1">
            <a:spLocks/>
          </p:cNvSpPr>
          <p:nvPr/>
        </p:nvSpPr>
        <p:spPr>
          <a:xfrm>
            <a:off x="7383464" y="2059251"/>
            <a:ext cx="5540374" cy="1015663"/>
          </a:xfrm>
          <a:prstGeom prst="rect">
            <a:avLst/>
          </a:prstGeom>
        </p:spPr>
        <p:txBody>
          <a:bodyPr vert="horz" lIns="0" tIns="0" rIns="0" bIns="0" rtlCol="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dirty="0"/>
              <a:t>Lorem ipsum </a:t>
            </a:r>
            <a:r>
              <a:rPr lang="en-GB" dirty="0" err="1"/>
              <a:t>dolor</a:t>
            </a:r>
            <a:r>
              <a:rPr lang="en-GB" dirty="0"/>
              <a:t> sit </a:t>
            </a:r>
            <a:r>
              <a:rPr lang="en-GB" dirty="0" err="1"/>
              <a:t>amet</a:t>
            </a:r>
            <a:endParaRPr lang="en-GB" dirty="0"/>
          </a:p>
          <a:p>
            <a:pPr lvl="2"/>
            <a:r>
              <a:rPr lang="en-GB" dirty="0" err="1"/>
              <a:t>consectetur</a:t>
            </a:r>
            <a:r>
              <a:rPr lang="en-GB" dirty="0"/>
              <a:t> </a:t>
            </a:r>
            <a:r>
              <a:rPr lang="en-GB" dirty="0" err="1"/>
              <a:t>adipiscing</a:t>
            </a:r>
            <a:r>
              <a:rPr lang="en-GB" dirty="0"/>
              <a:t> </a:t>
            </a:r>
            <a:r>
              <a:rPr lang="en-GB" dirty="0" err="1"/>
              <a:t>elit</a:t>
            </a:r>
            <a:r>
              <a:rPr lang="en-GB" dirty="0"/>
              <a:t>. </a:t>
            </a:r>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endParaRPr lang="en-GB" dirty="0"/>
          </a:p>
          <a:p>
            <a:pPr lvl="2"/>
            <a:r>
              <a:rPr lang="en-GB" dirty="0"/>
              <a:t>Maecenas </a:t>
            </a:r>
            <a:r>
              <a:rPr lang="en-GB" dirty="0" err="1"/>
              <a:t>ultricies</a:t>
            </a:r>
            <a:r>
              <a:rPr lang="en-GB" dirty="0"/>
              <a:t> a libero vitae </a:t>
            </a:r>
            <a:r>
              <a:rPr lang="en-GB" dirty="0" err="1"/>
              <a:t>suscipit</a:t>
            </a:r>
            <a:r>
              <a:rPr lang="en-GB" dirty="0"/>
              <a:t>. </a:t>
            </a:r>
            <a:r>
              <a:rPr lang="en-GB" dirty="0" err="1"/>
              <a:t>Pellentesque</a:t>
            </a:r>
            <a:endParaRPr lang="en-GB" dirty="0"/>
          </a:p>
        </p:txBody>
      </p:sp>
      <p:sp>
        <p:nvSpPr>
          <p:cNvPr id="41" name="Text Placeholder 2">
            <a:extLst>
              <a:ext uri="{FF2B5EF4-FFF2-40B4-BE49-F238E27FC236}">
                <a16:creationId xmlns:a16="http://schemas.microsoft.com/office/drawing/2014/main" id="{E0F9BB70-4A23-9079-4F5A-BEA983116FED}"/>
              </a:ext>
            </a:extLst>
          </p:cNvPr>
          <p:cNvSpPr txBox="1">
            <a:spLocks/>
          </p:cNvSpPr>
          <p:nvPr/>
        </p:nvSpPr>
        <p:spPr>
          <a:xfrm>
            <a:off x="7383464" y="3291920"/>
            <a:ext cx="5540374" cy="1015663"/>
          </a:xfrm>
          <a:prstGeom prst="rect">
            <a:avLst/>
          </a:prstGeom>
        </p:spPr>
        <p:txBody>
          <a:bodyPr vert="horz" lIns="0" tIns="0" rIns="0" bIns="0" rtlCol="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dirty="0"/>
              <a:t>Lorem ipsum </a:t>
            </a:r>
            <a:r>
              <a:rPr lang="en-GB" dirty="0" err="1"/>
              <a:t>dolor</a:t>
            </a:r>
            <a:r>
              <a:rPr lang="en-GB" dirty="0"/>
              <a:t> sit </a:t>
            </a:r>
            <a:r>
              <a:rPr lang="en-GB" dirty="0" err="1"/>
              <a:t>amet</a:t>
            </a:r>
            <a:endParaRPr lang="en-GB" dirty="0"/>
          </a:p>
          <a:p>
            <a:pPr lvl="2"/>
            <a:r>
              <a:rPr lang="en-GB" dirty="0" err="1"/>
              <a:t>consectetur</a:t>
            </a:r>
            <a:r>
              <a:rPr lang="en-GB" dirty="0"/>
              <a:t> </a:t>
            </a:r>
            <a:r>
              <a:rPr lang="en-GB" dirty="0" err="1"/>
              <a:t>adipiscing</a:t>
            </a:r>
            <a:r>
              <a:rPr lang="en-GB" dirty="0"/>
              <a:t> </a:t>
            </a:r>
            <a:r>
              <a:rPr lang="en-GB" dirty="0" err="1"/>
              <a:t>elit</a:t>
            </a:r>
            <a:r>
              <a:rPr lang="en-GB" dirty="0"/>
              <a:t>. </a:t>
            </a:r>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endParaRPr lang="en-GB" dirty="0"/>
          </a:p>
          <a:p>
            <a:pPr lvl="2"/>
            <a:r>
              <a:rPr lang="en-GB" dirty="0"/>
              <a:t>Maecenas </a:t>
            </a:r>
            <a:r>
              <a:rPr lang="en-GB" dirty="0" err="1"/>
              <a:t>ultricies</a:t>
            </a:r>
            <a:r>
              <a:rPr lang="en-GB" dirty="0"/>
              <a:t> a libero vitae </a:t>
            </a:r>
            <a:r>
              <a:rPr lang="en-GB" dirty="0" err="1"/>
              <a:t>suscipit</a:t>
            </a:r>
            <a:r>
              <a:rPr lang="en-GB" dirty="0"/>
              <a:t>. </a:t>
            </a:r>
            <a:r>
              <a:rPr lang="en-GB" dirty="0" err="1"/>
              <a:t>Pellentesque</a:t>
            </a:r>
            <a:endParaRPr lang="en-GB" dirty="0"/>
          </a:p>
        </p:txBody>
      </p:sp>
      <p:sp>
        <p:nvSpPr>
          <p:cNvPr id="42" name="Text Placeholder 2">
            <a:extLst>
              <a:ext uri="{FF2B5EF4-FFF2-40B4-BE49-F238E27FC236}">
                <a16:creationId xmlns:a16="http://schemas.microsoft.com/office/drawing/2014/main" id="{C64E4866-90F8-A4CB-5B0D-1321941779CD}"/>
              </a:ext>
            </a:extLst>
          </p:cNvPr>
          <p:cNvSpPr txBox="1">
            <a:spLocks/>
          </p:cNvSpPr>
          <p:nvPr/>
        </p:nvSpPr>
        <p:spPr>
          <a:xfrm>
            <a:off x="7383464" y="4524589"/>
            <a:ext cx="5540374" cy="1015663"/>
          </a:xfrm>
          <a:prstGeom prst="rect">
            <a:avLst/>
          </a:prstGeom>
        </p:spPr>
        <p:txBody>
          <a:bodyPr vert="horz" lIns="0" tIns="0" rIns="0" bIns="0" rtlCol="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dirty="0"/>
              <a:t>Lorem ipsum </a:t>
            </a:r>
            <a:r>
              <a:rPr lang="en-GB" dirty="0" err="1"/>
              <a:t>dolor</a:t>
            </a:r>
            <a:r>
              <a:rPr lang="en-GB" dirty="0"/>
              <a:t> sit </a:t>
            </a:r>
            <a:r>
              <a:rPr lang="en-GB" dirty="0" err="1"/>
              <a:t>amet</a:t>
            </a:r>
            <a:endParaRPr lang="en-GB" dirty="0"/>
          </a:p>
          <a:p>
            <a:pPr lvl="2"/>
            <a:r>
              <a:rPr lang="en-GB" dirty="0" err="1"/>
              <a:t>consectetur</a:t>
            </a:r>
            <a:r>
              <a:rPr lang="en-GB" dirty="0"/>
              <a:t> </a:t>
            </a:r>
            <a:r>
              <a:rPr lang="en-GB" dirty="0" err="1"/>
              <a:t>adipiscing</a:t>
            </a:r>
            <a:r>
              <a:rPr lang="en-GB" dirty="0"/>
              <a:t> </a:t>
            </a:r>
            <a:r>
              <a:rPr lang="en-GB" dirty="0" err="1"/>
              <a:t>elit</a:t>
            </a:r>
            <a:r>
              <a:rPr lang="en-GB" dirty="0"/>
              <a:t>. </a:t>
            </a:r>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endParaRPr lang="en-GB" dirty="0"/>
          </a:p>
          <a:p>
            <a:pPr lvl="2"/>
            <a:r>
              <a:rPr lang="en-GB" dirty="0"/>
              <a:t>Maecenas </a:t>
            </a:r>
            <a:r>
              <a:rPr lang="en-GB" dirty="0" err="1"/>
              <a:t>ultricies</a:t>
            </a:r>
            <a:r>
              <a:rPr lang="en-GB" dirty="0"/>
              <a:t> a libero vitae </a:t>
            </a:r>
            <a:r>
              <a:rPr lang="en-GB" dirty="0" err="1"/>
              <a:t>suscipit</a:t>
            </a:r>
            <a:r>
              <a:rPr lang="en-GB" dirty="0"/>
              <a:t>. </a:t>
            </a:r>
            <a:r>
              <a:rPr lang="en-GB" dirty="0" err="1"/>
              <a:t>Pellentesque</a:t>
            </a:r>
            <a:endParaRPr lang="en-GB" dirty="0"/>
          </a:p>
        </p:txBody>
      </p:sp>
      <p:sp>
        <p:nvSpPr>
          <p:cNvPr id="43" name="Text Placeholder 2">
            <a:extLst>
              <a:ext uri="{FF2B5EF4-FFF2-40B4-BE49-F238E27FC236}">
                <a16:creationId xmlns:a16="http://schemas.microsoft.com/office/drawing/2014/main" id="{ADD5CE34-6CEA-6974-7CF2-A38B1EE1BFD9}"/>
              </a:ext>
            </a:extLst>
          </p:cNvPr>
          <p:cNvSpPr txBox="1">
            <a:spLocks/>
          </p:cNvSpPr>
          <p:nvPr/>
        </p:nvSpPr>
        <p:spPr>
          <a:xfrm>
            <a:off x="7383464" y="5757259"/>
            <a:ext cx="5540374" cy="1015663"/>
          </a:xfrm>
          <a:prstGeom prst="rect">
            <a:avLst/>
          </a:prstGeom>
        </p:spPr>
        <p:txBody>
          <a:bodyPr vert="horz" lIns="0" tIns="0" rIns="0" bIns="0" rtlCol="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dirty="0"/>
              <a:t>Lorem ipsum </a:t>
            </a:r>
            <a:r>
              <a:rPr lang="en-GB" dirty="0" err="1"/>
              <a:t>dolor</a:t>
            </a:r>
            <a:r>
              <a:rPr lang="en-GB" dirty="0"/>
              <a:t> sit </a:t>
            </a:r>
            <a:r>
              <a:rPr lang="en-GB" dirty="0" err="1"/>
              <a:t>amet</a:t>
            </a:r>
            <a:endParaRPr lang="en-GB" dirty="0"/>
          </a:p>
          <a:p>
            <a:pPr lvl="2"/>
            <a:r>
              <a:rPr lang="en-GB" dirty="0" err="1"/>
              <a:t>consectetur</a:t>
            </a:r>
            <a:r>
              <a:rPr lang="en-GB" dirty="0"/>
              <a:t> </a:t>
            </a:r>
            <a:r>
              <a:rPr lang="en-GB" dirty="0" err="1"/>
              <a:t>adipiscing</a:t>
            </a:r>
            <a:r>
              <a:rPr lang="en-GB" dirty="0"/>
              <a:t> </a:t>
            </a:r>
            <a:r>
              <a:rPr lang="en-GB" dirty="0" err="1"/>
              <a:t>elit</a:t>
            </a:r>
            <a:r>
              <a:rPr lang="en-GB" dirty="0"/>
              <a:t>. </a:t>
            </a:r>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endParaRPr lang="en-GB" dirty="0"/>
          </a:p>
          <a:p>
            <a:pPr lvl="2"/>
            <a:r>
              <a:rPr lang="en-GB" dirty="0"/>
              <a:t>Maecenas </a:t>
            </a:r>
            <a:r>
              <a:rPr lang="en-GB" dirty="0" err="1"/>
              <a:t>ultricies</a:t>
            </a:r>
            <a:r>
              <a:rPr lang="en-GB" dirty="0"/>
              <a:t> a libero vitae </a:t>
            </a:r>
            <a:r>
              <a:rPr lang="en-GB" dirty="0" err="1"/>
              <a:t>suscipit</a:t>
            </a:r>
            <a:r>
              <a:rPr lang="en-GB" dirty="0"/>
              <a:t>. </a:t>
            </a:r>
            <a:r>
              <a:rPr lang="en-GB" dirty="0" err="1"/>
              <a:t>Pellentesque</a:t>
            </a:r>
            <a:endParaRPr lang="en-GB" dirty="0"/>
          </a:p>
        </p:txBody>
      </p:sp>
    </p:spTree>
    <p:extLst>
      <p:ext uri="{BB962C8B-B14F-4D97-AF65-F5344CB8AC3E}">
        <p14:creationId xmlns:p14="http://schemas.microsoft.com/office/powerpoint/2010/main" val="1098426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D2BF470-3454-3E99-7C19-6938BF28279A}"/>
              </a:ext>
            </a:extLst>
          </p:cNvPr>
          <p:cNvSpPr>
            <a:spLocks noGrp="1"/>
          </p:cNvSpPr>
          <p:nvPr>
            <p:ph type="subTitle" idx="13"/>
          </p:nvPr>
        </p:nvSpPr>
        <p:spPr/>
        <p:txBody>
          <a:bodyPr/>
          <a:lstStyle/>
          <a:p>
            <a:r>
              <a:rPr lang="en-GB"/>
              <a:t>Subheading</a:t>
            </a:r>
          </a:p>
        </p:txBody>
      </p:sp>
      <p:sp>
        <p:nvSpPr>
          <p:cNvPr id="3" name="Title 2">
            <a:extLst>
              <a:ext uri="{FF2B5EF4-FFF2-40B4-BE49-F238E27FC236}">
                <a16:creationId xmlns:a16="http://schemas.microsoft.com/office/drawing/2014/main" id="{5EE8F7DA-DFB8-1E68-1357-D8BCD590D54C}"/>
              </a:ext>
            </a:extLst>
          </p:cNvPr>
          <p:cNvSpPr>
            <a:spLocks noGrp="1"/>
          </p:cNvSpPr>
          <p:nvPr>
            <p:ph type="title"/>
          </p:nvPr>
        </p:nvSpPr>
        <p:spPr/>
        <p:txBody>
          <a:bodyPr/>
          <a:lstStyle/>
          <a:p>
            <a:r>
              <a:rPr lang="en-GB"/>
              <a:t>Timeline</a:t>
            </a:r>
          </a:p>
        </p:txBody>
      </p:sp>
      <p:sp>
        <p:nvSpPr>
          <p:cNvPr id="5" name="Text Placeholder 7">
            <a:extLst>
              <a:ext uri="{FF2B5EF4-FFF2-40B4-BE49-F238E27FC236}">
                <a16:creationId xmlns:a16="http://schemas.microsoft.com/office/drawing/2014/main" id="{3D71BCBF-8EC9-0570-FE9C-397346942934}"/>
              </a:ext>
            </a:extLst>
          </p:cNvPr>
          <p:cNvSpPr txBox="1">
            <a:spLocks/>
          </p:cNvSpPr>
          <p:nvPr/>
        </p:nvSpPr>
        <p:spPr>
          <a:xfrm>
            <a:off x="535236" y="1800225"/>
            <a:ext cx="12388601" cy="1338828"/>
          </a:xfrm>
          <a:prstGeom prst="rect">
            <a:avLst/>
          </a:prstGeom>
        </p:spPr>
        <p:txBody>
          <a:bodyPr lIns="0" tIns="0" rIns="0" bIns="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dirty="0">
                <a:solidFill>
                  <a:srgbClr val="B22470"/>
                </a:solidFill>
              </a:rPr>
              <a:t>Lorem ipsum </a:t>
            </a:r>
            <a:r>
              <a:rPr lang="en-GB" dirty="0" err="1">
                <a:solidFill>
                  <a:srgbClr val="B22470"/>
                </a:solidFill>
              </a:rPr>
              <a:t>dolor</a:t>
            </a:r>
            <a:r>
              <a:rPr lang="en-GB" dirty="0">
                <a:solidFill>
                  <a:srgbClr val="B22470"/>
                </a:solidFill>
              </a:rPr>
              <a:t> sit </a:t>
            </a:r>
            <a:r>
              <a:rPr lang="en-GB" dirty="0" err="1">
                <a:solidFill>
                  <a:srgbClr val="B22470"/>
                </a:solidFill>
              </a:rPr>
              <a:t>amet</a:t>
            </a:r>
            <a:r>
              <a:rPr lang="en-GB" dirty="0">
                <a:solidFill>
                  <a:srgbClr val="B22470"/>
                </a:solidFill>
              </a:rPr>
              <a:t>, </a:t>
            </a:r>
            <a:r>
              <a:rPr lang="en-GB" dirty="0" err="1">
                <a:solidFill>
                  <a:srgbClr val="B22470"/>
                </a:solidFill>
              </a:rPr>
              <a:t>consectetur</a:t>
            </a:r>
            <a:r>
              <a:rPr lang="en-GB" dirty="0">
                <a:solidFill>
                  <a:srgbClr val="B22470"/>
                </a:solidFill>
              </a:rPr>
              <a:t> </a:t>
            </a:r>
            <a:r>
              <a:rPr lang="en-GB" dirty="0" err="1">
                <a:solidFill>
                  <a:srgbClr val="B22470"/>
                </a:solidFill>
              </a:rPr>
              <a:t>adipiscing</a:t>
            </a:r>
            <a:r>
              <a:rPr lang="en-GB" dirty="0">
                <a:solidFill>
                  <a:srgbClr val="B22470"/>
                </a:solidFill>
              </a:rPr>
              <a:t> </a:t>
            </a:r>
            <a:r>
              <a:rPr lang="en-GB" dirty="0" err="1">
                <a:solidFill>
                  <a:srgbClr val="B22470"/>
                </a:solidFill>
              </a:rPr>
              <a:t>elit</a:t>
            </a:r>
            <a:r>
              <a:rPr lang="en-GB" dirty="0">
                <a:solidFill>
                  <a:srgbClr val="B22470"/>
                </a:solidFill>
              </a:rPr>
              <a:t> </a:t>
            </a:r>
          </a:p>
          <a:p>
            <a:pPr lvl="1"/>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r>
              <a:rPr lang="en-GB" dirty="0"/>
              <a:t>. Maecenas </a:t>
            </a:r>
            <a:r>
              <a:rPr lang="en-GB" dirty="0" err="1"/>
              <a:t>ultricies</a:t>
            </a:r>
            <a:r>
              <a:rPr lang="en-GB" dirty="0"/>
              <a:t> a libero vitae </a:t>
            </a:r>
            <a:r>
              <a:rPr lang="en-GB" dirty="0" err="1"/>
              <a:t>suscipit</a:t>
            </a:r>
            <a:r>
              <a:rPr lang="en-GB" dirty="0"/>
              <a:t>. </a:t>
            </a:r>
          </a:p>
          <a:p>
            <a:pPr lvl="2"/>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a:t>
            </a:r>
            <a:r>
              <a:rPr lang="en-GB" dirty="0" err="1"/>
              <a:t>Vivamus</a:t>
            </a:r>
            <a:r>
              <a:rPr lang="en-GB" dirty="0"/>
              <a:t> </a:t>
            </a:r>
            <a:r>
              <a:rPr lang="en-GB" dirty="0" err="1"/>
              <a:t>eu</a:t>
            </a:r>
            <a:r>
              <a:rPr lang="en-GB" dirty="0"/>
              <a:t> </a:t>
            </a:r>
            <a:r>
              <a:rPr lang="en-GB" dirty="0" err="1"/>
              <a:t>tincidunt</a:t>
            </a:r>
            <a:r>
              <a:rPr lang="en-GB" dirty="0"/>
              <a:t> </a:t>
            </a:r>
            <a:r>
              <a:rPr lang="en-GB" dirty="0" err="1"/>
              <a:t>nibh</a:t>
            </a:r>
            <a:r>
              <a:rPr lang="en-GB" dirty="0"/>
              <a:t>. </a:t>
            </a:r>
            <a:r>
              <a:rPr lang="en-GB" dirty="0" err="1"/>
              <a:t>Nullam</a:t>
            </a:r>
            <a:r>
              <a:rPr lang="en-GB" dirty="0"/>
              <a:t> et auctor </a:t>
            </a:r>
            <a:r>
              <a:rPr lang="en-GB" dirty="0" err="1"/>
              <a:t>quam</a:t>
            </a:r>
            <a:r>
              <a:rPr lang="en-GB" dirty="0"/>
              <a:t>. </a:t>
            </a:r>
            <a:r>
              <a:rPr lang="en-GB" dirty="0" err="1"/>
              <a:t>Phasellus</a:t>
            </a:r>
            <a:r>
              <a:rPr lang="en-GB" dirty="0"/>
              <a:t> s </a:t>
            </a:r>
            <a:r>
              <a:rPr lang="en-GB" dirty="0" err="1"/>
              <a:t>posuere</a:t>
            </a:r>
            <a:r>
              <a:rPr lang="en-GB" dirty="0"/>
              <a:t> </a:t>
            </a:r>
            <a:r>
              <a:rPr lang="en-GB" dirty="0" err="1"/>
              <a:t>ultrices</a:t>
            </a:r>
            <a:r>
              <a:rPr lang="en-GB" dirty="0"/>
              <a:t> at </a:t>
            </a:r>
            <a:r>
              <a:rPr lang="en-GB" dirty="0" err="1"/>
              <a:t>ut</a:t>
            </a:r>
            <a:r>
              <a:rPr lang="en-GB" dirty="0"/>
              <a:t> </a:t>
            </a:r>
            <a:r>
              <a:rPr lang="en-GB" dirty="0" err="1"/>
              <a:t>tellus</a:t>
            </a:r>
            <a:r>
              <a:rPr lang="en-GB" dirty="0"/>
              <a:t>. Donec </a:t>
            </a:r>
            <a:r>
              <a:rPr lang="en-GB" dirty="0" err="1"/>
              <a:t>ullamcorper</a:t>
            </a:r>
            <a:r>
              <a:rPr lang="en-GB" dirty="0"/>
              <a:t> </a:t>
            </a:r>
            <a:r>
              <a:rPr lang="en-GB" dirty="0" err="1"/>
              <a:t>mollis</a:t>
            </a:r>
            <a:r>
              <a:rPr lang="en-GB" dirty="0"/>
              <a:t> </a:t>
            </a:r>
            <a:r>
              <a:rPr lang="en-GB" dirty="0" err="1"/>
              <a:t>velit</a:t>
            </a:r>
            <a:r>
              <a:rPr lang="en-GB" dirty="0"/>
              <a:t> sit </a:t>
            </a:r>
            <a:r>
              <a:rPr lang="en-GB" dirty="0" err="1"/>
              <a:t>amet</a:t>
            </a:r>
            <a:r>
              <a:rPr lang="en-GB" dirty="0"/>
              <a:t>.</a:t>
            </a:r>
          </a:p>
          <a:p>
            <a:pPr lvl="3"/>
            <a:r>
              <a:rPr lang="en-GB" dirty="0"/>
              <a:t>Ut </a:t>
            </a:r>
            <a:r>
              <a:rPr lang="en-GB" dirty="0" err="1"/>
              <a:t>quis</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a:t>
            </a:r>
          </a:p>
        </p:txBody>
      </p:sp>
      <p:sp>
        <p:nvSpPr>
          <p:cNvPr id="4" name="Rectangle 3">
            <a:extLst>
              <a:ext uri="{FF2B5EF4-FFF2-40B4-BE49-F238E27FC236}">
                <a16:creationId xmlns:a16="http://schemas.microsoft.com/office/drawing/2014/main" id="{63AF95E9-D8CA-C0B1-29F4-4E3E3432FBE8}"/>
              </a:ext>
            </a:extLst>
          </p:cNvPr>
          <p:cNvSpPr/>
          <p:nvPr/>
        </p:nvSpPr>
        <p:spPr>
          <a:xfrm>
            <a:off x="0" y="3285067"/>
            <a:ext cx="13463588" cy="3736196"/>
          </a:xfrm>
          <a:prstGeom prst="rect">
            <a:avLst/>
          </a:prstGeom>
          <a:solidFill>
            <a:srgbClr val="F9EBF2"/>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dirty="0">
              <a:solidFill>
                <a:schemeClr val="tx1"/>
              </a:solidFill>
            </a:endParaRPr>
          </a:p>
        </p:txBody>
      </p:sp>
      <p:sp>
        <p:nvSpPr>
          <p:cNvPr id="6" name="Rectangle 5">
            <a:extLst>
              <a:ext uri="{FF2B5EF4-FFF2-40B4-BE49-F238E27FC236}">
                <a16:creationId xmlns:a16="http://schemas.microsoft.com/office/drawing/2014/main" id="{A4FCBCCA-E1F9-90E2-2195-57D7BC0A9B96}"/>
              </a:ext>
            </a:extLst>
          </p:cNvPr>
          <p:cNvSpPr/>
          <p:nvPr/>
        </p:nvSpPr>
        <p:spPr>
          <a:xfrm>
            <a:off x="648143" y="3445882"/>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dirty="0">
                <a:solidFill>
                  <a:srgbClr val="B22470"/>
                </a:solidFill>
                <a:latin typeface="+mj-lt"/>
                <a:cs typeface="Times New Roman" pitchFamily="18" charset="0"/>
              </a:rPr>
              <a:t>24 January </a:t>
            </a:r>
          </a:p>
          <a:p>
            <a:pPr defTabSz="913592">
              <a:spcAft>
                <a:spcPts val="600"/>
              </a:spcAft>
              <a:defRPr/>
            </a:pPr>
            <a:r>
              <a:rPr lang="da-DK" sz="1400" dirty="0">
                <a:ea typeface="SC STKaiti"/>
                <a:cs typeface="Times New Roman" pitchFamily="18" charset="0"/>
              </a:rPr>
              <a:t>erat sit amet enim aliquet semper at nec. </a:t>
            </a:r>
            <a:endParaRPr lang="en-GB" sz="1400" dirty="0">
              <a:ea typeface="SC STKaiti"/>
              <a:cs typeface="Times New Roman" pitchFamily="18" charset="0"/>
            </a:endParaRPr>
          </a:p>
        </p:txBody>
      </p:sp>
      <p:cxnSp>
        <p:nvCxnSpPr>
          <p:cNvPr id="7" name="Straight Connector 6">
            <a:extLst>
              <a:ext uri="{FF2B5EF4-FFF2-40B4-BE49-F238E27FC236}">
                <a16:creationId xmlns:a16="http://schemas.microsoft.com/office/drawing/2014/main" id="{8148C44E-1BD2-0383-9DE9-073A0D238D64}"/>
              </a:ext>
            </a:extLst>
          </p:cNvPr>
          <p:cNvCxnSpPr>
            <a:cxnSpLocks/>
          </p:cNvCxnSpPr>
          <p:nvPr/>
        </p:nvCxnSpPr>
        <p:spPr>
          <a:xfrm flipV="1">
            <a:off x="538163" y="3445882"/>
            <a:ext cx="0" cy="2028329"/>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3DDAE8B-8CD6-20B5-3901-D48FA12C6022}"/>
              </a:ext>
            </a:extLst>
          </p:cNvPr>
          <p:cNvSpPr/>
          <p:nvPr/>
        </p:nvSpPr>
        <p:spPr>
          <a:xfrm>
            <a:off x="604965" y="4724525"/>
            <a:ext cx="749687" cy="749686"/>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dirty="0">
                <a:solidFill>
                  <a:schemeClr val="bg1"/>
                </a:solidFill>
                <a:latin typeface="+mj-lt"/>
              </a:rPr>
              <a:t>Jan</a:t>
            </a:r>
          </a:p>
        </p:txBody>
      </p:sp>
      <p:sp>
        <p:nvSpPr>
          <p:cNvPr id="19" name="Oval 18">
            <a:extLst>
              <a:ext uri="{FF2B5EF4-FFF2-40B4-BE49-F238E27FC236}">
                <a16:creationId xmlns:a16="http://schemas.microsoft.com/office/drawing/2014/main" id="{AEF6970F-A66D-BD96-4A54-AFEF5BCF9456}"/>
              </a:ext>
            </a:extLst>
          </p:cNvPr>
          <p:cNvSpPr/>
          <p:nvPr/>
        </p:nvSpPr>
        <p:spPr>
          <a:xfrm>
            <a:off x="10905670" y="4724525"/>
            <a:ext cx="749687" cy="749686"/>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dirty="0">
                <a:solidFill>
                  <a:schemeClr val="bg1"/>
                </a:solidFill>
                <a:latin typeface="+mj-lt"/>
              </a:rPr>
              <a:t>Oct</a:t>
            </a:r>
          </a:p>
        </p:txBody>
      </p:sp>
      <p:cxnSp>
        <p:nvCxnSpPr>
          <p:cNvPr id="20" name="Straight Connector 19">
            <a:extLst>
              <a:ext uri="{FF2B5EF4-FFF2-40B4-BE49-F238E27FC236}">
                <a16:creationId xmlns:a16="http://schemas.microsoft.com/office/drawing/2014/main" id="{8B89E088-F48E-F5CB-EFFB-7E706C2FA9E5}"/>
              </a:ext>
            </a:extLst>
          </p:cNvPr>
          <p:cNvCxnSpPr>
            <a:cxnSpLocks/>
          </p:cNvCxnSpPr>
          <p:nvPr/>
        </p:nvCxnSpPr>
        <p:spPr>
          <a:xfrm flipV="1">
            <a:off x="10838311" y="4724525"/>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F968242-E8B2-4D38-0953-EF2357D93B24}"/>
              </a:ext>
            </a:extLst>
          </p:cNvPr>
          <p:cNvSpPr/>
          <p:nvPr/>
        </p:nvSpPr>
        <p:spPr>
          <a:xfrm>
            <a:off x="10905669" y="5986691"/>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dirty="0">
                <a:solidFill>
                  <a:srgbClr val="B22470"/>
                </a:solidFill>
                <a:latin typeface="+mj-lt"/>
                <a:cs typeface="Times New Roman" pitchFamily="18" charset="0"/>
              </a:rPr>
              <a:t>30 October</a:t>
            </a:r>
          </a:p>
          <a:p>
            <a:pPr defTabSz="913592">
              <a:spcAft>
                <a:spcPts val="600"/>
              </a:spcAft>
              <a:defRPr/>
            </a:pPr>
            <a:r>
              <a:rPr lang="da-DK" sz="1400" dirty="0">
                <a:ea typeface="SC STKaiti"/>
                <a:cs typeface="Times New Roman" pitchFamily="18" charset="0"/>
              </a:rPr>
              <a:t>erat sit amet enim aliquet semper at nec. </a:t>
            </a:r>
            <a:endParaRPr lang="en-GB" sz="1400" dirty="0">
              <a:ea typeface="SC STKaiti"/>
              <a:cs typeface="Times New Roman" pitchFamily="18" charset="0"/>
            </a:endParaRPr>
          </a:p>
        </p:txBody>
      </p:sp>
      <p:sp>
        <p:nvSpPr>
          <p:cNvPr id="12" name="Oval 11">
            <a:extLst>
              <a:ext uri="{FF2B5EF4-FFF2-40B4-BE49-F238E27FC236}">
                <a16:creationId xmlns:a16="http://schemas.microsoft.com/office/drawing/2014/main" id="{E5183C89-B4C6-7887-E9D1-B4FFFC4E11B8}"/>
              </a:ext>
            </a:extLst>
          </p:cNvPr>
          <p:cNvSpPr/>
          <p:nvPr/>
        </p:nvSpPr>
        <p:spPr>
          <a:xfrm>
            <a:off x="2907449" y="4724525"/>
            <a:ext cx="749687" cy="749686"/>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a:solidFill>
                  <a:schemeClr val="bg1"/>
                </a:solidFill>
                <a:latin typeface="+mj-lt"/>
              </a:rPr>
              <a:t>Mar</a:t>
            </a:r>
          </a:p>
        </p:txBody>
      </p:sp>
      <p:cxnSp>
        <p:nvCxnSpPr>
          <p:cNvPr id="27" name="Straight Connector 26">
            <a:extLst>
              <a:ext uri="{FF2B5EF4-FFF2-40B4-BE49-F238E27FC236}">
                <a16:creationId xmlns:a16="http://schemas.microsoft.com/office/drawing/2014/main" id="{863FE451-CA15-1B64-03BE-DE6072118156}"/>
              </a:ext>
            </a:extLst>
          </p:cNvPr>
          <p:cNvCxnSpPr>
            <a:cxnSpLocks/>
          </p:cNvCxnSpPr>
          <p:nvPr/>
        </p:nvCxnSpPr>
        <p:spPr>
          <a:xfrm flipV="1">
            <a:off x="2847562" y="3445882"/>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1F44419-5972-2485-30AC-26F90595390B}"/>
              </a:ext>
            </a:extLst>
          </p:cNvPr>
          <p:cNvSpPr/>
          <p:nvPr/>
        </p:nvSpPr>
        <p:spPr>
          <a:xfrm>
            <a:off x="2921382" y="3445882"/>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a:solidFill>
                  <a:srgbClr val="B22470"/>
                </a:solidFill>
                <a:latin typeface="+mj-lt"/>
                <a:cs typeface="Times New Roman" pitchFamily="18" charset="0"/>
              </a:rPr>
              <a:t>2 March </a:t>
            </a:r>
          </a:p>
          <a:p>
            <a:pPr defTabSz="913592">
              <a:spcAft>
                <a:spcPts val="600"/>
              </a:spcAft>
              <a:defRPr/>
            </a:pPr>
            <a:r>
              <a:rPr lang="da-DK" sz="1400">
                <a:ea typeface="SC STKaiti"/>
                <a:cs typeface="Times New Roman" pitchFamily="18" charset="0"/>
              </a:rPr>
              <a:t>erat sit amet enim aliquet semper at nec. </a:t>
            </a:r>
            <a:endParaRPr lang="en-GB" sz="1400">
              <a:ea typeface="SC STKaiti"/>
              <a:cs typeface="Times New Roman" pitchFamily="18" charset="0"/>
            </a:endParaRPr>
          </a:p>
        </p:txBody>
      </p:sp>
      <p:sp>
        <p:nvSpPr>
          <p:cNvPr id="14" name="Oval 13">
            <a:extLst>
              <a:ext uri="{FF2B5EF4-FFF2-40B4-BE49-F238E27FC236}">
                <a16:creationId xmlns:a16="http://schemas.microsoft.com/office/drawing/2014/main" id="{10AD7023-FBEE-3FBC-C7CE-CA777479580E}"/>
              </a:ext>
            </a:extLst>
          </p:cNvPr>
          <p:cNvSpPr/>
          <p:nvPr/>
        </p:nvSpPr>
        <p:spPr>
          <a:xfrm>
            <a:off x="5173195" y="4724525"/>
            <a:ext cx="749687" cy="749686"/>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a:solidFill>
                  <a:schemeClr val="bg1"/>
                </a:solidFill>
                <a:latin typeface="+mj-lt"/>
              </a:rPr>
              <a:t>May</a:t>
            </a:r>
          </a:p>
        </p:txBody>
      </p:sp>
      <p:cxnSp>
        <p:nvCxnSpPr>
          <p:cNvPr id="25" name="Straight Connector 24">
            <a:extLst>
              <a:ext uri="{FF2B5EF4-FFF2-40B4-BE49-F238E27FC236}">
                <a16:creationId xmlns:a16="http://schemas.microsoft.com/office/drawing/2014/main" id="{74F195C4-E67D-4B2A-313E-94653401EF23}"/>
              </a:ext>
            </a:extLst>
          </p:cNvPr>
          <p:cNvCxnSpPr>
            <a:cxnSpLocks/>
          </p:cNvCxnSpPr>
          <p:nvPr/>
        </p:nvCxnSpPr>
        <p:spPr>
          <a:xfrm flipV="1">
            <a:off x="5092510" y="3445882"/>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B3DC2A8F-59BA-3C0A-72B7-9F3B901DF80E}"/>
              </a:ext>
            </a:extLst>
          </p:cNvPr>
          <p:cNvSpPr/>
          <p:nvPr/>
        </p:nvSpPr>
        <p:spPr>
          <a:xfrm>
            <a:off x="5183282" y="3445882"/>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a:solidFill>
                  <a:srgbClr val="B22470"/>
                </a:solidFill>
                <a:latin typeface="+mj-lt"/>
                <a:cs typeface="Times New Roman" pitchFamily="18" charset="0"/>
              </a:rPr>
              <a:t>12 May</a:t>
            </a:r>
          </a:p>
          <a:p>
            <a:pPr defTabSz="913592">
              <a:spcAft>
                <a:spcPts val="600"/>
              </a:spcAft>
              <a:defRPr/>
            </a:pPr>
            <a:r>
              <a:rPr lang="da-DK" sz="1400">
                <a:ea typeface="SC STKaiti"/>
                <a:cs typeface="Times New Roman" pitchFamily="18" charset="0"/>
              </a:rPr>
              <a:t>erat sit amet enim aliquet semper at nec. </a:t>
            </a:r>
            <a:endParaRPr lang="en-GB" sz="1400">
              <a:ea typeface="SC STKaiti"/>
              <a:cs typeface="Times New Roman" pitchFamily="18" charset="0"/>
            </a:endParaRPr>
          </a:p>
        </p:txBody>
      </p:sp>
      <p:sp>
        <p:nvSpPr>
          <p:cNvPr id="16" name="Oval 15">
            <a:extLst>
              <a:ext uri="{FF2B5EF4-FFF2-40B4-BE49-F238E27FC236}">
                <a16:creationId xmlns:a16="http://schemas.microsoft.com/office/drawing/2014/main" id="{5E35A06C-065C-2439-A784-1050A7C0F9EE}"/>
              </a:ext>
            </a:extLst>
          </p:cNvPr>
          <p:cNvSpPr/>
          <p:nvPr/>
        </p:nvSpPr>
        <p:spPr>
          <a:xfrm>
            <a:off x="7439687" y="4724525"/>
            <a:ext cx="749687" cy="749686"/>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dirty="0">
                <a:solidFill>
                  <a:schemeClr val="bg1"/>
                </a:solidFill>
                <a:latin typeface="+mj-lt"/>
              </a:rPr>
              <a:t>Jul</a:t>
            </a:r>
          </a:p>
        </p:txBody>
      </p:sp>
      <p:cxnSp>
        <p:nvCxnSpPr>
          <p:cNvPr id="23" name="Straight Connector 22">
            <a:extLst>
              <a:ext uri="{FF2B5EF4-FFF2-40B4-BE49-F238E27FC236}">
                <a16:creationId xmlns:a16="http://schemas.microsoft.com/office/drawing/2014/main" id="{A854C027-AF57-6E13-E14E-F1FC9252A766}"/>
              </a:ext>
            </a:extLst>
          </p:cNvPr>
          <p:cNvCxnSpPr>
            <a:cxnSpLocks/>
          </p:cNvCxnSpPr>
          <p:nvPr/>
        </p:nvCxnSpPr>
        <p:spPr>
          <a:xfrm flipV="1">
            <a:off x="7381750" y="3445882"/>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B76E828-1AEF-2B55-BDD1-70ED85D467F6}"/>
              </a:ext>
            </a:extLst>
          </p:cNvPr>
          <p:cNvSpPr/>
          <p:nvPr/>
        </p:nvSpPr>
        <p:spPr>
          <a:xfrm>
            <a:off x="7484028" y="3445882"/>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a:solidFill>
                  <a:srgbClr val="B22470"/>
                </a:solidFill>
                <a:latin typeface="+mj-lt"/>
                <a:cs typeface="Times New Roman" pitchFamily="18" charset="0"/>
              </a:rPr>
              <a:t>10 July</a:t>
            </a:r>
          </a:p>
          <a:p>
            <a:pPr defTabSz="913592">
              <a:spcAft>
                <a:spcPts val="600"/>
              </a:spcAft>
              <a:defRPr/>
            </a:pPr>
            <a:r>
              <a:rPr lang="da-DK" sz="1400">
                <a:ea typeface="SC STKaiti"/>
                <a:cs typeface="Times New Roman" pitchFamily="18" charset="0"/>
              </a:rPr>
              <a:t>erat sit amet enim aliquet semper at nec. </a:t>
            </a:r>
            <a:endParaRPr lang="en-GB" sz="1400">
              <a:ea typeface="SC STKaiti"/>
              <a:cs typeface="Times New Roman" pitchFamily="18" charset="0"/>
            </a:endParaRPr>
          </a:p>
        </p:txBody>
      </p:sp>
      <p:sp>
        <p:nvSpPr>
          <p:cNvPr id="18" name="Oval 17">
            <a:extLst>
              <a:ext uri="{FF2B5EF4-FFF2-40B4-BE49-F238E27FC236}">
                <a16:creationId xmlns:a16="http://schemas.microsoft.com/office/drawing/2014/main" id="{00A488B1-DE0F-3041-479B-3E585C4427EB}"/>
              </a:ext>
            </a:extLst>
          </p:cNvPr>
          <p:cNvSpPr/>
          <p:nvPr/>
        </p:nvSpPr>
        <p:spPr>
          <a:xfrm>
            <a:off x="9738045" y="4724525"/>
            <a:ext cx="749687" cy="749686"/>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a:solidFill>
                  <a:schemeClr val="bg1"/>
                </a:solidFill>
                <a:latin typeface="+mj-lt"/>
              </a:rPr>
              <a:t>Sep</a:t>
            </a:r>
          </a:p>
        </p:txBody>
      </p:sp>
      <p:cxnSp>
        <p:nvCxnSpPr>
          <p:cNvPr id="21" name="Straight Connector 20">
            <a:extLst>
              <a:ext uri="{FF2B5EF4-FFF2-40B4-BE49-F238E27FC236}">
                <a16:creationId xmlns:a16="http://schemas.microsoft.com/office/drawing/2014/main" id="{A96A6543-4263-BD74-E2D0-4A89B4172EFD}"/>
              </a:ext>
            </a:extLst>
          </p:cNvPr>
          <p:cNvCxnSpPr>
            <a:cxnSpLocks/>
          </p:cNvCxnSpPr>
          <p:nvPr/>
        </p:nvCxnSpPr>
        <p:spPr>
          <a:xfrm flipV="1">
            <a:off x="9679104" y="3445882"/>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58D4028-E8F0-280B-FCE7-44C42F20887B}"/>
              </a:ext>
            </a:extLst>
          </p:cNvPr>
          <p:cNvSpPr/>
          <p:nvPr/>
        </p:nvSpPr>
        <p:spPr>
          <a:xfrm>
            <a:off x="9787008" y="3445882"/>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dirty="0">
                <a:solidFill>
                  <a:srgbClr val="B22470"/>
                </a:solidFill>
                <a:latin typeface="+mj-lt"/>
                <a:cs typeface="Times New Roman" pitchFamily="18" charset="0"/>
              </a:rPr>
              <a:t>10 September</a:t>
            </a:r>
          </a:p>
          <a:p>
            <a:pPr defTabSz="913592">
              <a:spcAft>
                <a:spcPts val="600"/>
              </a:spcAft>
              <a:defRPr/>
            </a:pPr>
            <a:r>
              <a:rPr lang="da-DK" sz="1400" dirty="0">
                <a:ea typeface="SC STKaiti"/>
                <a:cs typeface="Times New Roman" pitchFamily="18" charset="0"/>
              </a:rPr>
              <a:t>erat sit amet enim aliquet semper at nec. </a:t>
            </a:r>
            <a:endParaRPr lang="en-GB" sz="1400" dirty="0">
              <a:ea typeface="SC STKaiti"/>
              <a:cs typeface="Times New Roman" pitchFamily="18" charset="0"/>
            </a:endParaRPr>
          </a:p>
        </p:txBody>
      </p:sp>
      <p:sp>
        <p:nvSpPr>
          <p:cNvPr id="17" name="Oval 16">
            <a:extLst>
              <a:ext uri="{FF2B5EF4-FFF2-40B4-BE49-F238E27FC236}">
                <a16:creationId xmlns:a16="http://schemas.microsoft.com/office/drawing/2014/main" id="{3DE450D3-3D2B-72B3-5E34-BFE9F4C4B111}"/>
              </a:ext>
            </a:extLst>
          </p:cNvPr>
          <p:cNvSpPr/>
          <p:nvPr/>
        </p:nvSpPr>
        <p:spPr>
          <a:xfrm>
            <a:off x="8585855" y="4724525"/>
            <a:ext cx="749687" cy="749686"/>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a:solidFill>
                  <a:schemeClr val="bg1"/>
                </a:solidFill>
                <a:latin typeface="+mj-lt"/>
              </a:rPr>
              <a:t>Aug</a:t>
            </a:r>
          </a:p>
        </p:txBody>
      </p:sp>
      <p:cxnSp>
        <p:nvCxnSpPr>
          <p:cNvPr id="22" name="Straight Connector 21">
            <a:extLst>
              <a:ext uri="{FF2B5EF4-FFF2-40B4-BE49-F238E27FC236}">
                <a16:creationId xmlns:a16="http://schemas.microsoft.com/office/drawing/2014/main" id="{0378171E-AE53-A9BC-64CA-33DCDDF652D0}"/>
              </a:ext>
            </a:extLst>
          </p:cNvPr>
          <p:cNvCxnSpPr>
            <a:cxnSpLocks/>
          </p:cNvCxnSpPr>
          <p:nvPr/>
        </p:nvCxnSpPr>
        <p:spPr>
          <a:xfrm flipV="1">
            <a:off x="8535334" y="4724525"/>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A1AB5AA-1C1E-A5F8-19AD-8F10E2AEF6F5}"/>
              </a:ext>
            </a:extLst>
          </p:cNvPr>
          <p:cNvSpPr/>
          <p:nvPr/>
        </p:nvSpPr>
        <p:spPr>
          <a:xfrm>
            <a:off x="8627798" y="5986691"/>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dirty="0">
                <a:solidFill>
                  <a:srgbClr val="B22470"/>
                </a:solidFill>
                <a:latin typeface="+mj-lt"/>
                <a:cs typeface="Times New Roman" pitchFamily="18" charset="0"/>
              </a:rPr>
              <a:t>5 August</a:t>
            </a:r>
          </a:p>
          <a:p>
            <a:pPr defTabSz="913592">
              <a:spcAft>
                <a:spcPts val="600"/>
              </a:spcAft>
              <a:defRPr/>
            </a:pPr>
            <a:r>
              <a:rPr lang="da-DK" sz="1400" dirty="0">
                <a:ea typeface="SC STKaiti"/>
                <a:cs typeface="Times New Roman" pitchFamily="18" charset="0"/>
              </a:rPr>
              <a:t>erat sit amet enim aliquet semper at nec. </a:t>
            </a:r>
            <a:endParaRPr lang="en-GB" sz="1400" dirty="0">
              <a:ea typeface="SC STKaiti"/>
              <a:cs typeface="Times New Roman" pitchFamily="18" charset="0"/>
            </a:endParaRPr>
          </a:p>
        </p:txBody>
      </p:sp>
      <p:sp>
        <p:nvSpPr>
          <p:cNvPr id="15" name="Oval 14">
            <a:extLst>
              <a:ext uri="{FF2B5EF4-FFF2-40B4-BE49-F238E27FC236}">
                <a16:creationId xmlns:a16="http://schemas.microsoft.com/office/drawing/2014/main" id="{CE6C975D-B198-8BF9-00DD-676B50A762E8}"/>
              </a:ext>
            </a:extLst>
          </p:cNvPr>
          <p:cNvSpPr/>
          <p:nvPr/>
        </p:nvSpPr>
        <p:spPr>
          <a:xfrm>
            <a:off x="6276189" y="4724525"/>
            <a:ext cx="749687" cy="749686"/>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a:solidFill>
                  <a:schemeClr val="bg1"/>
                </a:solidFill>
                <a:latin typeface="+mj-lt"/>
              </a:rPr>
              <a:t>Jun</a:t>
            </a:r>
          </a:p>
        </p:txBody>
      </p:sp>
      <p:cxnSp>
        <p:nvCxnSpPr>
          <p:cNvPr id="24" name="Straight Connector 23">
            <a:extLst>
              <a:ext uri="{FF2B5EF4-FFF2-40B4-BE49-F238E27FC236}">
                <a16:creationId xmlns:a16="http://schemas.microsoft.com/office/drawing/2014/main" id="{EF1D04B8-B92E-9959-D75D-25678E8E47D4}"/>
              </a:ext>
            </a:extLst>
          </p:cNvPr>
          <p:cNvCxnSpPr>
            <a:cxnSpLocks/>
          </p:cNvCxnSpPr>
          <p:nvPr/>
        </p:nvCxnSpPr>
        <p:spPr>
          <a:xfrm flipV="1">
            <a:off x="6234588" y="4724525"/>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E5418E1-3951-DBD5-AADB-A69A92DF8DB2}"/>
              </a:ext>
            </a:extLst>
          </p:cNvPr>
          <p:cNvSpPr/>
          <p:nvPr/>
        </p:nvSpPr>
        <p:spPr>
          <a:xfrm>
            <a:off x="6330444" y="5986691"/>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a:solidFill>
                  <a:srgbClr val="B22470"/>
                </a:solidFill>
                <a:latin typeface="+mj-lt"/>
                <a:cs typeface="Times New Roman" pitchFamily="18" charset="0"/>
              </a:rPr>
              <a:t>28 June</a:t>
            </a:r>
          </a:p>
          <a:p>
            <a:pPr defTabSz="913592">
              <a:spcAft>
                <a:spcPts val="600"/>
              </a:spcAft>
              <a:defRPr/>
            </a:pPr>
            <a:r>
              <a:rPr lang="da-DK" sz="1400">
                <a:ea typeface="SC STKaiti"/>
                <a:cs typeface="Times New Roman" pitchFamily="18" charset="0"/>
              </a:rPr>
              <a:t>erat sit amet enim aliquet semper at nec. </a:t>
            </a:r>
            <a:endParaRPr lang="en-GB" sz="1400">
              <a:ea typeface="SC STKaiti"/>
              <a:cs typeface="Times New Roman" pitchFamily="18" charset="0"/>
            </a:endParaRPr>
          </a:p>
        </p:txBody>
      </p:sp>
      <p:sp>
        <p:nvSpPr>
          <p:cNvPr id="13" name="Oval 12">
            <a:extLst>
              <a:ext uri="{FF2B5EF4-FFF2-40B4-BE49-F238E27FC236}">
                <a16:creationId xmlns:a16="http://schemas.microsoft.com/office/drawing/2014/main" id="{A6A3FB8F-4133-04D4-8C24-543939416E4E}"/>
              </a:ext>
            </a:extLst>
          </p:cNvPr>
          <p:cNvSpPr/>
          <p:nvPr/>
        </p:nvSpPr>
        <p:spPr>
          <a:xfrm>
            <a:off x="4021201" y="4724525"/>
            <a:ext cx="749687" cy="749686"/>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a:solidFill>
                  <a:schemeClr val="bg1"/>
                </a:solidFill>
                <a:latin typeface="+mj-lt"/>
              </a:rPr>
              <a:t>Apr</a:t>
            </a:r>
          </a:p>
        </p:txBody>
      </p:sp>
      <p:cxnSp>
        <p:nvCxnSpPr>
          <p:cNvPr id="26" name="Straight Connector 25">
            <a:extLst>
              <a:ext uri="{FF2B5EF4-FFF2-40B4-BE49-F238E27FC236}">
                <a16:creationId xmlns:a16="http://schemas.microsoft.com/office/drawing/2014/main" id="{CB7535A7-C7E7-5A1C-5A3C-205CF054ACA9}"/>
              </a:ext>
            </a:extLst>
          </p:cNvPr>
          <p:cNvCxnSpPr>
            <a:cxnSpLocks/>
          </p:cNvCxnSpPr>
          <p:nvPr/>
        </p:nvCxnSpPr>
        <p:spPr>
          <a:xfrm flipV="1">
            <a:off x="3972688" y="4724525"/>
            <a:ext cx="0" cy="2090166"/>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18AAE2AA-1580-0834-4195-09519D2A44BC}"/>
              </a:ext>
            </a:extLst>
          </p:cNvPr>
          <p:cNvSpPr/>
          <p:nvPr/>
        </p:nvSpPr>
        <p:spPr>
          <a:xfrm>
            <a:off x="4041204" y="5986691"/>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a:solidFill>
                  <a:srgbClr val="B22470"/>
                </a:solidFill>
                <a:latin typeface="+mj-lt"/>
                <a:cs typeface="Times New Roman" pitchFamily="18" charset="0"/>
              </a:rPr>
              <a:t>25 April</a:t>
            </a:r>
          </a:p>
          <a:p>
            <a:pPr defTabSz="913592">
              <a:spcAft>
                <a:spcPts val="600"/>
              </a:spcAft>
              <a:defRPr/>
            </a:pPr>
            <a:r>
              <a:rPr lang="da-DK" sz="1400">
                <a:ea typeface="SC STKaiti"/>
                <a:cs typeface="Times New Roman" pitchFamily="18" charset="0"/>
              </a:rPr>
              <a:t>erat sit amet enim aliquet semper at nec. </a:t>
            </a:r>
            <a:endParaRPr lang="en-GB" sz="1400">
              <a:ea typeface="SC STKaiti"/>
              <a:cs typeface="Times New Roman" pitchFamily="18" charset="0"/>
            </a:endParaRPr>
          </a:p>
        </p:txBody>
      </p:sp>
      <p:sp>
        <p:nvSpPr>
          <p:cNvPr id="11" name="Oval 10">
            <a:extLst>
              <a:ext uri="{FF2B5EF4-FFF2-40B4-BE49-F238E27FC236}">
                <a16:creationId xmlns:a16="http://schemas.microsoft.com/office/drawing/2014/main" id="{743AF08B-3235-6D2E-5F9E-01BC747FB8E1}"/>
              </a:ext>
            </a:extLst>
          </p:cNvPr>
          <p:cNvSpPr/>
          <p:nvPr/>
        </p:nvSpPr>
        <p:spPr>
          <a:xfrm>
            <a:off x="1734307" y="4724525"/>
            <a:ext cx="749687" cy="749686"/>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36000" tIns="72000" rIns="36000" bIns="72000" rtlCol="0" anchor="ctr"/>
          <a:lstStyle/>
          <a:p>
            <a:pPr algn="ctr">
              <a:spcAft>
                <a:spcPts val="600"/>
              </a:spcAft>
            </a:pPr>
            <a:r>
              <a:rPr lang="en-GB" sz="1800">
                <a:solidFill>
                  <a:schemeClr val="bg1"/>
                </a:solidFill>
                <a:latin typeface="+mj-lt"/>
              </a:rPr>
              <a:t>Feb</a:t>
            </a:r>
          </a:p>
        </p:txBody>
      </p:sp>
      <p:cxnSp>
        <p:nvCxnSpPr>
          <p:cNvPr id="29" name="Straight Connector 28">
            <a:extLst>
              <a:ext uri="{FF2B5EF4-FFF2-40B4-BE49-F238E27FC236}">
                <a16:creationId xmlns:a16="http://schemas.microsoft.com/office/drawing/2014/main" id="{8E9BA148-A44B-B0FE-EEBA-024FA601998B}"/>
              </a:ext>
            </a:extLst>
          </p:cNvPr>
          <p:cNvCxnSpPr>
            <a:cxnSpLocks/>
          </p:cNvCxnSpPr>
          <p:nvPr/>
        </p:nvCxnSpPr>
        <p:spPr>
          <a:xfrm flipV="1">
            <a:off x="1699449" y="4724525"/>
            <a:ext cx="0" cy="2028329"/>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CF27FA03-1A61-399F-37DE-26897BE2B105}"/>
              </a:ext>
            </a:extLst>
          </p:cNvPr>
          <p:cNvSpPr/>
          <p:nvPr/>
        </p:nvSpPr>
        <p:spPr>
          <a:xfrm>
            <a:off x="1796256" y="5986691"/>
            <a:ext cx="1992443" cy="828000"/>
          </a:xfrm>
          <a:prstGeom prst="rect">
            <a:avLst/>
          </a:prstGeom>
          <a:solidFill>
            <a:schemeClr val="bg1"/>
          </a:solidFill>
        </p:spPr>
        <p:txBody>
          <a:bodyPr wrap="square" lIns="72000" tIns="72000" rIns="72000" bIns="72000">
            <a:noAutofit/>
          </a:bodyPr>
          <a:lstStyle>
            <a:defPPr>
              <a:defRPr lang="en-US"/>
            </a:defPPr>
            <a:lvl1pPr marL="0" algn="l" defTabSz="1019007" rtl="0" eaLnBrk="1" latinLnBrk="0" hangingPunct="1">
              <a:defRPr sz="2000" kern="1200">
                <a:solidFill>
                  <a:schemeClr val="tx1"/>
                </a:solidFill>
                <a:latin typeface="+mn-lt"/>
                <a:ea typeface="+mn-ea"/>
                <a:cs typeface="+mn-cs"/>
              </a:defRPr>
            </a:lvl1pPr>
            <a:lvl2pPr marL="509504" algn="l" defTabSz="1019007" rtl="0" eaLnBrk="1" latinLnBrk="0" hangingPunct="1">
              <a:defRPr sz="2000" kern="1200">
                <a:solidFill>
                  <a:schemeClr val="tx1"/>
                </a:solidFill>
                <a:latin typeface="+mn-lt"/>
                <a:ea typeface="+mn-ea"/>
                <a:cs typeface="+mn-cs"/>
              </a:defRPr>
            </a:lvl2pPr>
            <a:lvl3pPr marL="1019007" algn="l" defTabSz="1019007" rtl="0" eaLnBrk="1" latinLnBrk="0" hangingPunct="1">
              <a:defRPr sz="2000" kern="1200">
                <a:solidFill>
                  <a:schemeClr val="tx1"/>
                </a:solidFill>
                <a:latin typeface="+mn-lt"/>
                <a:ea typeface="+mn-ea"/>
                <a:cs typeface="+mn-cs"/>
              </a:defRPr>
            </a:lvl3pPr>
            <a:lvl4pPr marL="1528511" algn="l" defTabSz="1019007" rtl="0" eaLnBrk="1" latinLnBrk="0" hangingPunct="1">
              <a:defRPr sz="2000" kern="1200">
                <a:solidFill>
                  <a:schemeClr val="tx1"/>
                </a:solidFill>
                <a:latin typeface="+mn-lt"/>
                <a:ea typeface="+mn-ea"/>
                <a:cs typeface="+mn-cs"/>
              </a:defRPr>
            </a:lvl4pPr>
            <a:lvl5pPr marL="2038015" algn="l" defTabSz="1019007" rtl="0" eaLnBrk="1" latinLnBrk="0" hangingPunct="1">
              <a:defRPr sz="2000" kern="1200">
                <a:solidFill>
                  <a:schemeClr val="tx1"/>
                </a:solidFill>
                <a:latin typeface="+mn-lt"/>
                <a:ea typeface="+mn-ea"/>
                <a:cs typeface="+mn-cs"/>
              </a:defRPr>
            </a:lvl5pPr>
            <a:lvl6pPr marL="2547518" algn="l" defTabSz="1019007" rtl="0" eaLnBrk="1" latinLnBrk="0" hangingPunct="1">
              <a:defRPr sz="2000" kern="1200">
                <a:solidFill>
                  <a:schemeClr val="tx1"/>
                </a:solidFill>
                <a:latin typeface="+mn-lt"/>
                <a:ea typeface="+mn-ea"/>
                <a:cs typeface="+mn-cs"/>
              </a:defRPr>
            </a:lvl6pPr>
            <a:lvl7pPr marL="3057022" algn="l" defTabSz="1019007" rtl="0" eaLnBrk="1" latinLnBrk="0" hangingPunct="1">
              <a:defRPr sz="2000" kern="1200">
                <a:solidFill>
                  <a:schemeClr val="tx1"/>
                </a:solidFill>
                <a:latin typeface="+mn-lt"/>
                <a:ea typeface="+mn-ea"/>
                <a:cs typeface="+mn-cs"/>
              </a:defRPr>
            </a:lvl7pPr>
            <a:lvl8pPr marL="3566526" algn="l" defTabSz="1019007" rtl="0" eaLnBrk="1" latinLnBrk="0" hangingPunct="1">
              <a:defRPr sz="2000" kern="1200">
                <a:solidFill>
                  <a:schemeClr val="tx1"/>
                </a:solidFill>
                <a:latin typeface="+mn-lt"/>
                <a:ea typeface="+mn-ea"/>
                <a:cs typeface="+mn-cs"/>
              </a:defRPr>
            </a:lvl8pPr>
            <a:lvl9pPr marL="4076029" algn="l" defTabSz="1019007" rtl="0" eaLnBrk="1" latinLnBrk="0" hangingPunct="1">
              <a:defRPr sz="2000" kern="1200">
                <a:solidFill>
                  <a:schemeClr val="tx1"/>
                </a:solidFill>
                <a:latin typeface="+mn-lt"/>
                <a:ea typeface="+mn-ea"/>
                <a:cs typeface="+mn-cs"/>
              </a:defRPr>
            </a:lvl9pPr>
          </a:lstStyle>
          <a:p>
            <a:pPr defTabSz="913592">
              <a:spcAft>
                <a:spcPts val="600"/>
              </a:spcAft>
              <a:defRPr/>
            </a:pPr>
            <a:r>
              <a:rPr lang="en-GB" sz="1000">
                <a:solidFill>
                  <a:srgbClr val="B22470"/>
                </a:solidFill>
                <a:latin typeface="+mj-lt"/>
                <a:cs typeface="Times New Roman" pitchFamily="18" charset="0"/>
              </a:rPr>
              <a:t>10 February </a:t>
            </a:r>
          </a:p>
          <a:p>
            <a:pPr defTabSz="913592">
              <a:spcAft>
                <a:spcPts val="600"/>
              </a:spcAft>
              <a:defRPr/>
            </a:pPr>
            <a:r>
              <a:rPr lang="da-DK" sz="1400">
                <a:ea typeface="SC STKaiti"/>
                <a:cs typeface="Times New Roman" pitchFamily="18" charset="0"/>
              </a:rPr>
              <a:t>erat sit amet enim aliquet semper at nec. </a:t>
            </a:r>
            <a:endParaRPr lang="en-GB" sz="1400">
              <a:ea typeface="SC STKaiti"/>
              <a:cs typeface="Times New Roman" pitchFamily="18" charset="0"/>
            </a:endParaRPr>
          </a:p>
        </p:txBody>
      </p:sp>
    </p:spTree>
    <p:extLst>
      <p:ext uri="{BB962C8B-B14F-4D97-AF65-F5344CB8AC3E}">
        <p14:creationId xmlns:p14="http://schemas.microsoft.com/office/powerpoint/2010/main" val="1674368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049272FA-1262-5613-FE64-12B7EBE90C6B}"/>
              </a:ext>
            </a:extLst>
          </p:cNvPr>
          <p:cNvSpPr>
            <a:spLocks noGrp="1"/>
          </p:cNvSpPr>
          <p:nvPr>
            <p:ph type="subTitle" idx="13"/>
          </p:nvPr>
        </p:nvSpPr>
        <p:spPr>
          <a:xfrm>
            <a:off x="539749" y="286056"/>
            <a:ext cx="12384088" cy="246221"/>
          </a:xfrm>
        </p:spPr>
        <p:txBody>
          <a:bodyPr/>
          <a:lstStyle/>
          <a:p>
            <a:r>
              <a:rPr lang="en-GB" dirty="0"/>
              <a:t>Subheading</a:t>
            </a:r>
          </a:p>
        </p:txBody>
      </p:sp>
      <p:sp>
        <p:nvSpPr>
          <p:cNvPr id="3" name="Title 2">
            <a:extLst>
              <a:ext uri="{FF2B5EF4-FFF2-40B4-BE49-F238E27FC236}">
                <a16:creationId xmlns:a16="http://schemas.microsoft.com/office/drawing/2014/main" id="{E02F54BE-9C75-3E86-842E-D4365E372EB8}"/>
              </a:ext>
            </a:extLst>
          </p:cNvPr>
          <p:cNvSpPr>
            <a:spLocks noGrp="1"/>
          </p:cNvSpPr>
          <p:nvPr>
            <p:ph type="title"/>
          </p:nvPr>
        </p:nvSpPr>
        <p:spPr>
          <a:xfrm>
            <a:off x="539750" y="540000"/>
            <a:ext cx="12384088" cy="543914"/>
          </a:xfrm>
        </p:spPr>
        <p:txBody>
          <a:bodyPr/>
          <a:lstStyle/>
          <a:p>
            <a:r>
              <a:rPr lang="en-GB"/>
              <a:t>Timeline </a:t>
            </a:r>
          </a:p>
        </p:txBody>
      </p:sp>
      <p:sp>
        <p:nvSpPr>
          <p:cNvPr id="2" name="Text Placeholder 7">
            <a:extLst>
              <a:ext uri="{FF2B5EF4-FFF2-40B4-BE49-F238E27FC236}">
                <a16:creationId xmlns:a16="http://schemas.microsoft.com/office/drawing/2014/main" id="{11DD1E16-1C4B-9EC0-A77B-44D9C4D6C3EB}"/>
              </a:ext>
            </a:extLst>
          </p:cNvPr>
          <p:cNvSpPr txBox="1">
            <a:spLocks/>
          </p:cNvSpPr>
          <p:nvPr/>
        </p:nvSpPr>
        <p:spPr>
          <a:xfrm>
            <a:off x="535237" y="1800225"/>
            <a:ext cx="12384088" cy="1338828"/>
          </a:xfrm>
          <a:prstGeom prst="rect">
            <a:avLst/>
          </a:prstGeom>
        </p:spPr>
        <p:txBody>
          <a:bodyPr lIns="0" tIns="0" rIns="0" bIns="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dirty="0">
                <a:solidFill>
                  <a:srgbClr val="E76151"/>
                </a:solidFill>
              </a:rPr>
              <a:t>Lorem ipsum </a:t>
            </a:r>
            <a:r>
              <a:rPr lang="en-GB" dirty="0" err="1">
                <a:solidFill>
                  <a:srgbClr val="E76151"/>
                </a:solidFill>
              </a:rPr>
              <a:t>dolor</a:t>
            </a:r>
            <a:r>
              <a:rPr lang="en-GB" dirty="0">
                <a:solidFill>
                  <a:srgbClr val="E76151"/>
                </a:solidFill>
              </a:rPr>
              <a:t> sit </a:t>
            </a:r>
            <a:r>
              <a:rPr lang="en-GB" dirty="0" err="1">
                <a:solidFill>
                  <a:srgbClr val="E76151"/>
                </a:solidFill>
              </a:rPr>
              <a:t>amet</a:t>
            </a:r>
            <a:r>
              <a:rPr lang="en-GB" dirty="0">
                <a:solidFill>
                  <a:srgbClr val="E76151"/>
                </a:solidFill>
              </a:rPr>
              <a:t>, </a:t>
            </a:r>
            <a:r>
              <a:rPr lang="en-GB" dirty="0" err="1">
                <a:solidFill>
                  <a:srgbClr val="E76151"/>
                </a:solidFill>
              </a:rPr>
              <a:t>consectetur</a:t>
            </a:r>
            <a:r>
              <a:rPr lang="en-GB" dirty="0">
                <a:solidFill>
                  <a:srgbClr val="E76151"/>
                </a:solidFill>
              </a:rPr>
              <a:t> </a:t>
            </a:r>
            <a:r>
              <a:rPr lang="en-GB" dirty="0" err="1">
                <a:solidFill>
                  <a:srgbClr val="E76151"/>
                </a:solidFill>
              </a:rPr>
              <a:t>adipiscing</a:t>
            </a:r>
            <a:r>
              <a:rPr lang="en-GB" dirty="0">
                <a:solidFill>
                  <a:srgbClr val="E76151"/>
                </a:solidFill>
              </a:rPr>
              <a:t> </a:t>
            </a:r>
            <a:r>
              <a:rPr lang="en-GB" dirty="0" err="1">
                <a:solidFill>
                  <a:srgbClr val="E76151"/>
                </a:solidFill>
              </a:rPr>
              <a:t>elit</a:t>
            </a:r>
            <a:r>
              <a:rPr lang="en-GB" dirty="0">
                <a:solidFill>
                  <a:srgbClr val="E76151"/>
                </a:solidFill>
              </a:rPr>
              <a:t> </a:t>
            </a:r>
          </a:p>
          <a:p>
            <a:pPr lvl="1"/>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r>
              <a:rPr lang="en-GB" dirty="0"/>
              <a:t>. Maecenas </a:t>
            </a:r>
            <a:r>
              <a:rPr lang="en-GB" dirty="0" err="1"/>
              <a:t>ultricies</a:t>
            </a:r>
            <a:r>
              <a:rPr lang="en-GB" dirty="0"/>
              <a:t> a libero vitae </a:t>
            </a:r>
            <a:r>
              <a:rPr lang="en-GB" dirty="0" err="1"/>
              <a:t>suscipit</a:t>
            </a:r>
            <a:r>
              <a:rPr lang="en-GB" dirty="0"/>
              <a:t>. </a:t>
            </a:r>
          </a:p>
          <a:p>
            <a:pPr lvl="2"/>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a:t>
            </a:r>
            <a:r>
              <a:rPr lang="en-GB" dirty="0" err="1"/>
              <a:t>Vivamus</a:t>
            </a:r>
            <a:r>
              <a:rPr lang="en-GB" dirty="0"/>
              <a:t> </a:t>
            </a:r>
            <a:r>
              <a:rPr lang="en-GB" dirty="0" err="1"/>
              <a:t>eu</a:t>
            </a:r>
            <a:r>
              <a:rPr lang="en-GB" dirty="0"/>
              <a:t> </a:t>
            </a:r>
            <a:r>
              <a:rPr lang="en-GB" dirty="0" err="1"/>
              <a:t>tincidunt</a:t>
            </a:r>
            <a:r>
              <a:rPr lang="en-GB" dirty="0"/>
              <a:t> </a:t>
            </a:r>
            <a:r>
              <a:rPr lang="en-GB" dirty="0" err="1"/>
              <a:t>nibh</a:t>
            </a:r>
            <a:r>
              <a:rPr lang="en-GB" dirty="0"/>
              <a:t>. </a:t>
            </a:r>
            <a:r>
              <a:rPr lang="en-GB" dirty="0" err="1"/>
              <a:t>Nullam</a:t>
            </a:r>
            <a:r>
              <a:rPr lang="en-GB" dirty="0"/>
              <a:t> et auctor </a:t>
            </a:r>
            <a:r>
              <a:rPr lang="en-GB" dirty="0" err="1"/>
              <a:t>quam</a:t>
            </a:r>
            <a:r>
              <a:rPr lang="en-GB" dirty="0"/>
              <a:t>. </a:t>
            </a:r>
            <a:r>
              <a:rPr lang="en-GB" dirty="0" err="1"/>
              <a:t>Phasellus</a:t>
            </a:r>
            <a:r>
              <a:rPr lang="en-GB" dirty="0"/>
              <a:t> </a:t>
            </a:r>
            <a:r>
              <a:rPr lang="en-GB" dirty="0" err="1"/>
              <a:t>eleifend</a:t>
            </a:r>
            <a:r>
              <a:rPr lang="en-GB" dirty="0"/>
              <a:t> at ipsum </a:t>
            </a:r>
            <a:r>
              <a:rPr lang="en-GB" dirty="0" err="1"/>
              <a:t>ut</a:t>
            </a:r>
            <a:r>
              <a:rPr lang="en-GB" dirty="0"/>
              <a:t> pulvinar. </a:t>
            </a:r>
            <a:r>
              <a:rPr lang="en-GB" dirty="0" err="1"/>
              <a:t>Mauris</a:t>
            </a:r>
            <a:r>
              <a:rPr lang="en-GB" dirty="0"/>
              <a:t> </a:t>
            </a:r>
            <a:r>
              <a:rPr lang="en-GB" dirty="0" err="1"/>
              <a:t>ultrices</a:t>
            </a:r>
            <a:r>
              <a:rPr lang="en-GB" dirty="0"/>
              <a:t> at </a:t>
            </a:r>
            <a:r>
              <a:rPr lang="en-GB" dirty="0" err="1"/>
              <a:t>ut</a:t>
            </a:r>
            <a:r>
              <a:rPr lang="en-GB" dirty="0"/>
              <a:t> </a:t>
            </a:r>
            <a:r>
              <a:rPr lang="en-GB" dirty="0" err="1"/>
              <a:t>tellus</a:t>
            </a:r>
            <a:r>
              <a:rPr lang="en-GB" dirty="0"/>
              <a:t>. Donec </a:t>
            </a:r>
            <a:r>
              <a:rPr lang="en-GB" dirty="0" err="1"/>
              <a:t>ullamcorper</a:t>
            </a:r>
            <a:r>
              <a:rPr lang="en-GB" dirty="0"/>
              <a:t> </a:t>
            </a:r>
            <a:r>
              <a:rPr lang="en-GB" dirty="0" err="1"/>
              <a:t>mollis</a:t>
            </a:r>
            <a:r>
              <a:rPr lang="en-GB" dirty="0"/>
              <a:t> </a:t>
            </a:r>
            <a:r>
              <a:rPr lang="en-GB" dirty="0" err="1"/>
              <a:t>velit</a:t>
            </a:r>
            <a:r>
              <a:rPr lang="en-GB" dirty="0"/>
              <a:t> sit </a:t>
            </a:r>
            <a:r>
              <a:rPr lang="en-GB" dirty="0" err="1"/>
              <a:t>amet</a:t>
            </a:r>
            <a:r>
              <a:rPr lang="en-GB" dirty="0"/>
              <a:t>.</a:t>
            </a:r>
          </a:p>
          <a:p>
            <a:pPr lvl="3"/>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a:t>
            </a:r>
          </a:p>
        </p:txBody>
      </p:sp>
      <p:sp>
        <p:nvSpPr>
          <p:cNvPr id="90" name="Arrow: Chevron 89">
            <a:extLst>
              <a:ext uri="{FF2B5EF4-FFF2-40B4-BE49-F238E27FC236}">
                <a16:creationId xmlns:a16="http://schemas.microsoft.com/office/drawing/2014/main" id="{14E75D6F-315B-14E5-07F8-E7AEB182133D}"/>
              </a:ext>
            </a:extLst>
          </p:cNvPr>
          <p:cNvSpPr/>
          <p:nvPr/>
        </p:nvSpPr>
        <p:spPr>
          <a:xfrm>
            <a:off x="538163" y="4958505"/>
            <a:ext cx="12381162" cy="429658"/>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2" name="Oval 91">
            <a:extLst>
              <a:ext uri="{FF2B5EF4-FFF2-40B4-BE49-F238E27FC236}">
                <a16:creationId xmlns:a16="http://schemas.microsoft.com/office/drawing/2014/main" id="{0EB56EE5-947E-2CD3-EEF0-AFCB329259CF}"/>
              </a:ext>
            </a:extLst>
          </p:cNvPr>
          <p:cNvSpPr/>
          <p:nvPr/>
        </p:nvSpPr>
        <p:spPr>
          <a:xfrm>
            <a:off x="2739716" y="5083334"/>
            <a:ext cx="180000" cy="180000"/>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3" name="Oval 92">
            <a:extLst>
              <a:ext uri="{FF2B5EF4-FFF2-40B4-BE49-F238E27FC236}">
                <a16:creationId xmlns:a16="http://schemas.microsoft.com/office/drawing/2014/main" id="{283C8D2F-6004-D6BB-AD79-5AD76FBC6B14}"/>
              </a:ext>
            </a:extLst>
          </p:cNvPr>
          <p:cNvSpPr/>
          <p:nvPr/>
        </p:nvSpPr>
        <p:spPr>
          <a:xfrm>
            <a:off x="4283786" y="5083334"/>
            <a:ext cx="180000" cy="180000"/>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4" name="Oval 93">
            <a:extLst>
              <a:ext uri="{FF2B5EF4-FFF2-40B4-BE49-F238E27FC236}">
                <a16:creationId xmlns:a16="http://schemas.microsoft.com/office/drawing/2014/main" id="{D27FB950-F5FC-C69A-BBAB-8FB48AFB7103}"/>
              </a:ext>
            </a:extLst>
          </p:cNvPr>
          <p:cNvSpPr/>
          <p:nvPr/>
        </p:nvSpPr>
        <p:spPr>
          <a:xfrm>
            <a:off x="5819393" y="5083334"/>
            <a:ext cx="180000" cy="180000"/>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5" name="Oval 94">
            <a:extLst>
              <a:ext uri="{FF2B5EF4-FFF2-40B4-BE49-F238E27FC236}">
                <a16:creationId xmlns:a16="http://schemas.microsoft.com/office/drawing/2014/main" id="{FE9F9BE1-B6B7-7C67-87BA-4C2A6D28A4A5}"/>
              </a:ext>
            </a:extLst>
          </p:cNvPr>
          <p:cNvSpPr/>
          <p:nvPr/>
        </p:nvSpPr>
        <p:spPr>
          <a:xfrm>
            <a:off x="7331720" y="5083334"/>
            <a:ext cx="180000" cy="180000"/>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6" name="Oval 95">
            <a:extLst>
              <a:ext uri="{FF2B5EF4-FFF2-40B4-BE49-F238E27FC236}">
                <a16:creationId xmlns:a16="http://schemas.microsoft.com/office/drawing/2014/main" id="{B3DA2579-3941-5FC5-BF82-F77979729958}"/>
              </a:ext>
            </a:extLst>
          </p:cNvPr>
          <p:cNvSpPr/>
          <p:nvPr/>
        </p:nvSpPr>
        <p:spPr>
          <a:xfrm>
            <a:off x="8891301" y="5083334"/>
            <a:ext cx="180000" cy="180000"/>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7" name="Oval 96">
            <a:extLst>
              <a:ext uri="{FF2B5EF4-FFF2-40B4-BE49-F238E27FC236}">
                <a16:creationId xmlns:a16="http://schemas.microsoft.com/office/drawing/2014/main" id="{4327AC0B-DDD6-C5B4-E4B8-9F0F6F4D57F2}"/>
              </a:ext>
            </a:extLst>
          </p:cNvPr>
          <p:cNvSpPr/>
          <p:nvPr/>
        </p:nvSpPr>
        <p:spPr>
          <a:xfrm>
            <a:off x="10400663" y="5083334"/>
            <a:ext cx="180000" cy="180000"/>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1" name="Oval 90">
            <a:extLst>
              <a:ext uri="{FF2B5EF4-FFF2-40B4-BE49-F238E27FC236}">
                <a16:creationId xmlns:a16="http://schemas.microsoft.com/office/drawing/2014/main" id="{9F875818-48FB-E838-A7F7-4185B5AF86CE}"/>
              </a:ext>
            </a:extLst>
          </p:cNvPr>
          <p:cNvSpPr/>
          <p:nvPr/>
        </p:nvSpPr>
        <p:spPr>
          <a:xfrm>
            <a:off x="1224971" y="5083334"/>
            <a:ext cx="180000" cy="180000"/>
          </a:xfrm>
          <a:prstGeom prst="ellipse">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cxnSp>
        <p:nvCxnSpPr>
          <p:cNvPr id="98" name="Straight Connector 97">
            <a:extLst>
              <a:ext uri="{FF2B5EF4-FFF2-40B4-BE49-F238E27FC236}">
                <a16:creationId xmlns:a16="http://schemas.microsoft.com/office/drawing/2014/main" id="{FFEF2E89-D86E-0228-9ABF-43302EBE11B1}"/>
              </a:ext>
            </a:extLst>
          </p:cNvPr>
          <p:cNvCxnSpPr>
            <a:cxnSpLocks/>
            <a:stCxn id="91" idx="0"/>
            <a:endCxn id="136" idx="4"/>
          </p:cNvCxnSpPr>
          <p:nvPr/>
        </p:nvCxnSpPr>
        <p:spPr>
          <a:xfrm flipV="1">
            <a:off x="1314971" y="3931725"/>
            <a:ext cx="0" cy="1151609"/>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9313C23D-3780-0112-900F-83A9944F1F78}"/>
              </a:ext>
            </a:extLst>
          </p:cNvPr>
          <p:cNvSpPr txBox="1"/>
          <p:nvPr/>
        </p:nvSpPr>
        <p:spPr>
          <a:xfrm>
            <a:off x="1710481" y="3544152"/>
            <a:ext cx="1914927" cy="1154162"/>
          </a:xfrm>
          <a:prstGeom prst="rect">
            <a:avLst/>
          </a:prstGeom>
          <a:noFill/>
        </p:spPr>
        <p:txBody>
          <a:bodyPr wrap="square" lIns="0" tIns="0" rIns="0" bIns="0" rtlCol="0">
            <a:spAutoFit/>
          </a:bodyPr>
          <a:lstStyle/>
          <a:p>
            <a:pPr marL="0" algn="l">
              <a:spcAft>
                <a:spcPts val="600"/>
              </a:spcAft>
            </a:pPr>
            <a:r>
              <a:rPr lang="en-GB" sz="1400" dirty="0">
                <a:latin typeface="+mj-lt"/>
              </a:rPr>
              <a:t>January 2024</a:t>
            </a:r>
          </a:p>
          <a:p>
            <a:pPr marL="0" algn="l">
              <a:spcAft>
                <a:spcPts val="600"/>
              </a:spcAft>
            </a:pPr>
            <a:r>
              <a:rPr lang="en-GB" sz="1400" b="1" dirty="0"/>
              <a:t>Lorem ipsum </a:t>
            </a:r>
            <a:r>
              <a:rPr lang="en-GB" sz="1400" b="1" dirty="0" err="1"/>
              <a:t>dolor</a:t>
            </a:r>
            <a:r>
              <a:rPr lang="en-GB" sz="1400" b="1" dirty="0"/>
              <a:t> sit </a:t>
            </a:r>
            <a:r>
              <a:rPr lang="en-GB" sz="1400" b="1" dirty="0" err="1"/>
              <a:t>amet</a:t>
            </a:r>
            <a:r>
              <a:rPr lang="en-GB" sz="1400" b="1" dirty="0"/>
              <a:t>, </a:t>
            </a:r>
            <a:r>
              <a:rPr lang="en-GB" sz="1400" b="1" dirty="0" err="1"/>
              <a:t>consectetur</a:t>
            </a:r>
            <a:r>
              <a:rPr lang="en-GB" sz="1400" b="1" dirty="0"/>
              <a:t> </a:t>
            </a:r>
            <a:r>
              <a:rPr lang="en-GB" sz="1400" b="1" dirty="0" err="1"/>
              <a:t>adipiscing</a:t>
            </a:r>
            <a:r>
              <a:rPr lang="en-GB" sz="1400" b="1" dirty="0"/>
              <a:t> </a:t>
            </a:r>
            <a:r>
              <a:rPr lang="en-GB" sz="1400" b="1" dirty="0" err="1"/>
              <a:t>elit</a:t>
            </a:r>
            <a:r>
              <a:rPr lang="en-GB" sz="1400" b="1" dirty="0"/>
              <a:t>. </a:t>
            </a:r>
            <a:r>
              <a:rPr lang="en-GB" sz="1400" b="1" dirty="0" err="1"/>
              <a:t>varius</a:t>
            </a:r>
            <a:r>
              <a:rPr lang="en-GB" sz="1400" b="1" dirty="0"/>
              <a:t> </a:t>
            </a:r>
            <a:r>
              <a:rPr lang="en-GB" sz="1400" b="1" dirty="0" err="1"/>
              <a:t>varius</a:t>
            </a:r>
            <a:r>
              <a:rPr lang="en-GB" sz="1400" b="1" dirty="0"/>
              <a:t> </a:t>
            </a:r>
            <a:r>
              <a:rPr lang="en-GB" sz="1400" b="1" dirty="0" err="1"/>
              <a:t>felis</a:t>
            </a:r>
            <a:endParaRPr lang="en-GB" sz="1400" b="1" dirty="0"/>
          </a:p>
        </p:txBody>
      </p:sp>
      <p:cxnSp>
        <p:nvCxnSpPr>
          <p:cNvPr id="100" name="Straight Connector 99">
            <a:extLst>
              <a:ext uri="{FF2B5EF4-FFF2-40B4-BE49-F238E27FC236}">
                <a16:creationId xmlns:a16="http://schemas.microsoft.com/office/drawing/2014/main" id="{1FEC19C1-9E05-9F17-0F99-0B90F8A1CE0A}"/>
              </a:ext>
            </a:extLst>
          </p:cNvPr>
          <p:cNvCxnSpPr>
            <a:cxnSpLocks/>
            <a:stCxn id="129" idx="0"/>
            <a:endCxn id="92" idx="4"/>
          </p:cNvCxnSpPr>
          <p:nvPr/>
        </p:nvCxnSpPr>
        <p:spPr>
          <a:xfrm flipV="1">
            <a:off x="2829716" y="5263334"/>
            <a:ext cx="0" cy="1228042"/>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C9190521-DC20-882D-DC91-1709D54905BF}"/>
              </a:ext>
            </a:extLst>
          </p:cNvPr>
          <p:cNvSpPr txBox="1"/>
          <p:nvPr/>
        </p:nvSpPr>
        <p:spPr>
          <a:xfrm>
            <a:off x="3228400" y="5583993"/>
            <a:ext cx="1914927" cy="1154162"/>
          </a:xfrm>
          <a:prstGeom prst="rect">
            <a:avLst/>
          </a:prstGeom>
          <a:noFill/>
        </p:spPr>
        <p:txBody>
          <a:bodyPr wrap="square" lIns="0" tIns="0" rIns="0" bIns="0" rtlCol="0" anchor="b">
            <a:spAutoFit/>
          </a:bodyPr>
          <a:lstStyle/>
          <a:p>
            <a:pPr marL="0" algn="l">
              <a:spcAft>
                <a:spcPts val="600"/>
              </a:spcAft>
            </a:pPr>
            <a:r>
              <a:rPr lang="en-GB" sz="1400" b="1"/>
              <a:t>Lorem ipsum </a:t>
            </a:r>
            <a:r>
              <a:rPr lang="en-GB" sz="1400" b="1" err="1"/>
              <a:t>dolor</a:t>
            </a:r>
            <a:r>
              <a:rPr lang="en-GB" sz="1400" b="1"/>
              <a:t> sit </a:t>
            </a:r>
            <a:r>
              <a:rPr lang="en-GB" sz="1400" b="1" err="1"/>
              <a:t>amet</a:t>
            </a:r>
            <a:r>
              <a:rPr lang="en-GB" sz="1400" b="1"/>
              <a:t>, </a:t>
            </a:r>
            <a:r>
              <a:rPr lang="en-GB" sz="1400" b="1" err="1"/>
              <a:t>consectetur</a:t>
            </a:r>
            <a:r>
              <a:rPr lang="en-GB" sz="1400" b="1"/>
              <a:t> </a:t>
            </a:r>
            <a:r>
              <a:rPr lang="en-GB" sz="1400" b="1" err="1"/>
              <a:t>adipiscing</a:t>
            </a:r>
            <a:r>
              <a:rPr lang="en-GB" sz="1400" b="1"/>
              <a:t> </a:t>
            </a:r>
            <a:r>
              <a:rPr lang="en-GB" sz="1400" b="1" err="1"/>
              <a:t>elit</a:t>
            </a:r>
            <a:r>
              <a:rPr lang="en-GB" sz="1400" b="1"/>
              <a:t>. </a:t>
            </a:r>
            <a:r>
              <a:rPr lang="en-GB" sz="1400" b="1" err="1"/>
              <a:t>varius</a:t>
            </a:r>
            <a:r>
              <a:rPr lang="en-GB" sz="1400" b="1"/>
              <a:t> </a:t>
            </a:r>
            <a:r>
              <a:rPr lang="en-GB" sz="1400" b="1" err="1"/>
              <a:t>varius</a:t>
            </a:r>
            <a:r>
              <a:rPr lang="en-GB" sz="1400" b="1"/>
              <a:t> </a:t>
            </a:r>
            <a:r>
              <a:rPr lang="en-GB" sz="1400" b="1" err="1"/>
              <a:t>felis</a:t>
            </a:r>
            <a:endParaRPr lang="en-GB" sz="1400" b="1"/>
          </a:p>
          <a:p>
            <a:pPr>
              <a:spcAft>
                <a:spcPts val="600"/>
              </a:spcAft>
            </a:pPr>
            <a:r>
              <a:rPr lang="en-GB" sz="1400">
                <a:latin typeface="+mj-lt"/>
              </a:rPr>
              <a:t>February 2024</a:t>
            </a:r>
          </a:p>
        </p:txBody>
      </p:sp>
      <p:cxnSp>
        <p:nvCxnSpPr>
          <p:cNvPr id="102" name="Straight Connector 101">
            <a:extLst>
              <a:ext uri="{FF2B5EF4-FFF2-40B4-BE49-F238E27FC236}">
                <a16:creationId xmlns:a16="http://schemas.microsoft.com/office/drawing/2014/main" id="{F6898F3F-FF9D-8E15-D3F4-E03E4E9575AF}"/>
              </a:ext>
            </a:extLst>
          </p:cNvPr>
          <p:cNvCxnSpPr>
            <a:cxnSpLocks/>
            <a:stCxn id="93" idx="0"/>
            <a:endCxn id="125" idx="4"/>
          </p:cNvCxnSpPr>
          <p:nvPr/>
        </p:nvCxnSpPr>
        <p:spPr>
          <a:xfrm flipV="1">
            <a:off x="4373786" y="3931725"/>
            <a:ext cx="0" cy="1151609"/>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F95704CF-0914-B081-66CC-FD4914A7E715}"/>
              </a:ext>
            </a:extLst>
          </p:cNvPr>
          <p:cNvSpPr txBox="1"/>
          <p:nvPr/>
        </p:nvSpPr>
        <p:spPr>
          <a:xfrm>
            <a:off x="4772471" y="3544152"/>
            <a:ext cx="1914927" cy="1154162"/>
          </a:xfrm>
          <a:prstGeom prst="rect">
            <a:avLst/>
          </a:prstGeom>
          <a:noFill/>
        </p:spPr>
        <p:txBody>
          <a:bodyPr wrap="square" lIns="0" tIns="0" rIns="0" bIns="0" rtlCol="0">
            <a:spAutoFit/>
          </a:bodyPr>
          <a:lstStyle/>
          <a:p>
            <a:pPr marL="0" algn="l">
              <a:spcAft>
                <a:spcPts val="600"/>
              </a:spcAft>
            </a:pPr>
            <a:r>
              <a:rPr lang="en-GB" sz="1400">
                <a:latin typeface="+mj-lt"/>
              </a:rPr>
              <a:t>March 2024</a:t>
            </a:r>
          </a:p>
          <a:p>
            <a:pPr marL="0" algn="l">
              <a:spcAft>
                <a:spcPts val="600"/>
              </a:spcAft>
            </a:pPr>
            <a:r>
              <a:rPr lang="en-GB" sz="1400" b="1"/>
              <a:t>Lorem ipsum </a:t>
            </a:r>
            <a:r>
              <a:rPr lang="en-GB" sz="1400" b="1" err="1"/>
              <a:t>dolor</a:t>
            </a:r>
            <a:r>
              <a:rPr lang="en-GB" sz="1400" b="1"/>
              <a:t> sit </a:t>
            </a:r>
            <a:r>
              <a:rPr lang="en-GB" sz="1400" b="1" err="1"/>
              <a:t>amet</a:t>
            </a:r>
            <a:r>
              <a:rPr lang="en-GB" sz="1400" b="1"/>
              <a:t>, </a:t>
            </a:r>
            <a:r>
              <a:rPr lang="en-GB" sz="1400" b="1" err="1"/>
              <a:t>consectetur</a:t>
            </a:r>
            <a:r>
              <a:rPr lang="en-GB" sz="1400" b="1"/>
              <a:t> </a:t>
            </a:r>
            <a:r>
              <a:rPr lang="en-GB" sz="1400" b="1" err="1"/>
              <a:t>adipiscing</a:t>
            </a:r>
            <a:r>
              <a:rPr lang="en-GB" sz="1400" b="1"/>
              <a:t> </a:t>
            </a:r>
            <a:r>
              <a:rPr lang="en-GB" sz="1400" b="1" err="1"/>
              <a:t>elit</a:t>
            </a:r>
            <a:r>
              <a:rPr lang="en-GB" sz="1400" b="1"/>
              <a:t>. </a:t>
            </a:r>
            <a:r>
              <a:rPr lang="en-GB" sz="1400" b="1" err="1"/>
              <a:t>varius</a:t>
            </a:r>
            <a:r>
              <a:rPr lang="en-GB" sz="1400" b="1"/>
              <a:t> </a:t>
            </a:r>
            <a:r>
              <a:rPr lang="en-GB" sz="1400" b="1" err="1"/>
              <a:t>varius</a:t>
            </a:r>
            <a:r>
              <a:rPr lang="en-GB" sz="1400" b="1"/>
              <a:t> </a:t>
            </a:r>
            <a:r>
              <a:rPr lang="en-GB" sz="1400" b="1" err="1"/>
              <a:t>felis</a:t>
            </a:r>
            <a:endParaRPr lang="en-GB" sz="1400" b="1"/>
          </a:p>
        </p:txBody>
      </p:sp>
      <p:cxnSp>
        <p:nvCxnSpPr>
          <p:cNvPr id="104" name="Straight Connector 103">
            <a:extLst>
              <a:ext uri="{FF2B5EF4-FFF2-40B4-BE49-F238E27FC236}">
                <a16:creationId xmlns:a16="http://schemas.microsoft.com/office/drawing/2014/main" id="{E894A3F5-FE9E-DFAA-7FB3-236CDA2C453E}"/>
              </a:ext>
            </a:extLst>
          </p:cNvPr>
          <p:cNvCxnSpPr>
            <a:cxnSpLocks/>
            <a:stCxn id="95" idx="0"/>
            <a:endCxn id="131" idx="4"/>
          </p:cNvCxnSpPr>
          <p:nvPr/>
        </p:nvCxnSpPr>
        <p:spPr>
          <a:xfrm flipV="1">
            <a:off x="7421720" y="3931725"/>
            <a:ext cx="0" cy="1151609"/>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BC3BC426-1247-1158-A73A-8DC50FE493C3}"/>
              </a:ext>
            </a:extLst>
          </p:cNvPr>
          <p:cNvSpPr txBox="1"/>
          <p:nvPr/>
        </p:nvSpPr>
        <p:spPr>
          <a:xfrm>
            <a:off x="7820404" y="3544152"/>
            <a:ext cx="1914927" cy="1154162"/>
          </a:xfrm>
          <a:prstGeom prst="rect">
            <a:avLst/>
          </a:prstGeom>
          <a:noFill/>
        </p:spPr>
        <p:txBody>
          <a:bodyPr wrap="square" lIns="0" tIns="0" rIns="0" bIns="0" rtlCol="0">
            <a:spAutoFit/>
          </a:bodyPr>
          <a:lstStyle/>
          <a:p>
            <a:pPr marL="0" algn="l">
              <a:spcAft>
                <a:spcPts val="600"/>
              </a:spcAft>
            </a:pPr>
            <a:r>
              <a:rPr lang="en-GB" sz="1400">
                <a:latin typeface="+mj-lt"/>
              </a:rPr>
              <a:t>May 2024</a:t>
            </a:r>
          </a:p>
          <a:p>
            <a:pPr marL="0" algn="l">
              <a:spcAft>
                <a:spcPts val="600"/>
              </a:spcAft>
            </a:pPr>
            <a:r>
              <a:rPr lang="en-GB" sz="1400" b="1"/>
              <a:t>Lorem ipsum </a:t>
            </a:r>
            <a:r>
              <a:rPr lang="en-GB" sz="1400" b="1" err="1"/>
              <a:t>dolor</a:t>
            </a:r>
            <a:r>
              <a:rPr lang="en-GB" sz="1400" b="1"/>
              <a:t> sit </a:t>
            </a:r>
            <a:r>
              <a:rPr lang="en-GB" sz="1400" b="1" err="1"/>
              <a:t>amet</a:t>
            </a:r>
            <a:r>
              <a:rPr lang="en-GB" sz="1400" b="1"/>
              <a:t>, </a:t>
            </a:r>
            <a:r>
              <a:rPr lang="en-GB" sz="1400" b="1" err="1"/>
              <a:t>consectetur</a:t>
            </a:r>
            <a:r>
              <a:rPr lang="en-GB" sz="1400" b="1"/>
              <a:t> </a:t>
            </a:r>
            <a:r>
              <a:rPr lang="en-GB" sz="1400" b="1" err="1"/>
              <a:t>adipiscing</a:t>
            </a:r>
            <a:r>
              <a:rPr lang="en-GB" sz="1400" b="1"/>
              <a:t> </a:t>
            </a:r>
            <a:r>
              <a:rPr lang="en-GB" sz="1400" b="1" err="1"/>
              <a:t>elit</a:t>
            </a:r>
            <a:r>
              <a:rPr lang="en-GB" sz="1400" b="1"/>
              <a:t>. </a:t>
            </a:r>
            <a:r>
              <a:rPr lang="en-GB" sz="1400" b="1" err="1"/>
              <a:t>varius</a:t>
            </a:r>
            <a:r>
              <a:rPr lang="en-GB" sz="1400" b="1"/>
              <a:t> </a:t>
            </a:r>
            <a:r>
              <a:rPr lang="en-GB" sz="1400" b="1" err="1"/>
              <a:t>varius</a:t>
            </a:r>
            <a:r>
              <a:rPr lang="en-GB" sz="1400" b="1"/>
              <a:t> </a:t>
            </a:r>
            <a:r>
              <a:rPr lang="en-GB" sz="1400" b="1" err="1"/>
              <a:t>felis</a:t>
            </a:r>
            <a:endParaRPr lang="en-GB" sz="1400" b="1"/>
          </a:p>
        </p:txBody>
      </p:sp>
      <p:cxnSp>
        <p:nvCxnSpPr>
          <p:cNvPr id="106" name="Straight Connector 105">
            <a:extLst>
              <a:ext uri="{FF2B5EF4-FFF2-40B4-BE49-F238E27FC236}">
                <a16:creationId xmlns:a16="http://schemas.microsoft.com/office/drawing/2014/main" id="{CBC2F11D-0B7C-0234-4AB6-EAF715F6D5CF}"/>
              </a:ext>
            </a:extLst>
          </p:cNvPr>
          <p:cNvCxnSpPr>
            <a:cxnSpLocks/>
            <a:stCxn id="97" idx="0"/>
            <a:endCxn id="123" idx="4"/>
          </p:cNvCxnSpPr>
          <p:nvPr/>
        </p:nvCxnSpPr>
        <p:spPr>
          <a:xfrm flipV="1">
            <a:off x="10490663" y="3931725"/>
            <a:ext cx="0" cy="1151609"/>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7A0B819F-E5FD-DC8D-3904-0AB789C641D3}"/>
              </a:ext>
            </a:extLst>
          </p:cNvPr>
          <p:cNvSpPr txBox="1"/>
          <p:nvPr/>
        </p:nvSpPr>
        <p:spPr>
          <a:xfrm>
            <a:off x="10889347" y="3544152"/>
            <a:ext cx="1914927" cy="1154162"/>
          </a:xfrm>
          <a:prstGeom prst="rect">
            <a:avLst/>
          </a:prstGeom>
          <a:noFill/>
        </p:spPr>
        <p:txBody>
          <a:bodyPr wrap="square" lIns="0" tIns="0" rIns="0" bIns="0" rtlCol="0">
            <a:spAutoFit/>
          </a:bodyPr>
          <a:lstStyle/>
          <a:p>
            <a:pPr marL="0" algn="l">
              <a:spcAft>
                <a:spcPts val="600"/>
              </a:spcAft>
            </a:pPr>
            <a:r>
              <a:rPr lang="en-GB" sz="1400" dirty="0">
                <a:latin typeface="+mj-lt"/>
              </a:rPr>
              <a:t>July 2024</a:t>
            </a:r>
          </a:p>
          <a:p>
            <a:pPr marL="0" algn="l">
              <a:spcAft>
                <a:spcPts val="600"/>
              </a:spcAft>
            </a:pPr>
            <a:r>
              <a:rPr lang="en-GB" sz="1400" b="1" dirty="0"/>
              <a:t>Lorem ipsum </a:t>
            </a:r>
            <a:r>
              <a:rPr lang="en-GB" sz="1400" b="1" dirty="0" err="1"/>
              <a:t>dolor</a:t>
            </a:r>
            <a:r>
              <a:rPr lang="en-GB" sz="1400" b="1" dirty="0"/>
              <a:t> sit </a:t>
            </a:r>
            <a:r>
              <a:rPr lang="en-GB" sz="1400" b="1" dirty="0" err="1"/>
              <a:t>amet</a:t>
            </a:r>
            <a:r>
              <a:rPr lang="en-GB" sz="1400" b="1" dirty="0"/>
              <a:t>, </a:t>
            </a:r>
            <a:r>
              <a:rPr lang="en-GB" sz="1400" b="1" dirty="0" err="1"/>
              <a:t>consectetur</a:t>
            </a:r>
            <a:r>
              <a:rPr lang="en-GB" sz="1400" b="1" dirty="0"/>
              <a:t> </a:t>
            </a:r>
            <a:r>
              <a:rPr lang="en-GB" sz="1400" b="1" dirty="0" err="1"/>
              <a:t>adipiscing</a:t>
            </a:r>
            <a:r>
              <a:rPr lang="en-GB" sz="1400" b="1" dirty="0"/>
              <a:t> </a:t>
            </a:r>
            <a:r>
              <a:rPr lang="en-GB" sz="1400" b="1" dirty="0" err="1"/>
              <a:t>elit</a:t>
            </a:r>
            <a:r>
              <a:rPr lang="en-GB" sz="1400" b="1" dirty="0"/>
              <a:t>. </a:t>
            </a:r>
            <a:r>
              <a:rPr lang="en-GB" sz="1400" b="1" dirty="0" err="1"/>
              <a:t>varius</a:t>
            </a:r>
            <a:r>
              <a:rPr lang="en-GB" sz="1400" b="1" dirty="0"/>
              <a:t> </a:t>
            </a:r>
            <a:r>
              <a:rPr lang="en-GB" sz="1400" b="1" dirty="0" err="1"/>
              <a:t>varius</a:t>
            </a:r>
            <a:r>
              <a:rPr lang="en-GB" sz="1400" b="1" dirty="0"/>
              <a:t> </a:t>
            </a:r>
            <a:r>
              <a:rPr lang="en-GB" sz="1400" b="1" dirty="0" err="1"/>
              <a:t>felis</a:t>
            </a:r>
            <a:endParaRPr lang="en-GB" sz="1400" b="1" dirty="0"/>
          </a:p>
        </p:txBody>
      </p:sp>
      <p:cxnSp>
        <p:nvCxnSpPr>
          <p:cNvPr id="108" name="Straight Connector 107">
            <a:extLst>
              <a:ext uri="{FF2B5EF4-FFF2-40B4-BE49-F238E27FC236}">
                <a16:creationId xmlns:a16="http://schemas.microsoft.com/office/drawing/2014/main" id="{211FE82C-8B94-D992-2E79-C33AD15EF561}"/>
              </a:ext>
            </a:extLst>
          </p:cNvPr>
          <p:cNvCxnSpPr>
            <a:cxnSpLocks/>
            <a:stCxn id="121" idx="0"/>
            <a:endCxn id="94" idx="4"/>
          </p:cNvCxnSpPr>
          <p:nvPr/>
        </p:nvCxnSpPr>
        <p:spPr>
          <a:xfrm flipV="1">
            <a:off x="5909393" y="5263334"/>
            <a:ext cx="0" cy="1228042"/>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8A62FFBC-FDEB-4FC5-84F7-66DEA34BDD52}"/>
              </a:ext>
            </a:extLst>
          </p:cNvPr>
          <p:cNvSpPr txBox="1"/>
          <p:nvPr/>
        </p:nvSpPr>
        <p:spPr>
          <a:xfrm>
            <a:off x="6308077" y="5583993"/>
            <a:ext cx="1914927" cy="1154162"/>
          </a:xfrm>
          <a:prstGeom prst="rect">
            <a:avLst/>
          </a:prstGeom>
          <a:noFill/>
        </p:spPr>
        <p:txBody>
          <a:bodyPr wrap="square" lIns="0" tIns="0" rIns="0" bIns="0" rtlCol="0" anchor="b">
            <a:spAutoFit/>
          </a:bodyPr>
          <a:lstStyle/>
          <a:p>
            <a:pPr marL="0" algn="l">
              <a:spcAft>
                <a:spcPts val="600"/>
              </a:spcAft>
            </a:pPr>
            <a:r>
              <a:rPr lang="en-GB" sz="1400" b="1"/>
              <a:t>Lorem ipsum </a:t>
            </a:r>
            <a:r>
              <a:rPr lang="en-GB" sz="1400" b="1" err="1"/>
              <a:t>dolor</a:t>
            </a:r>
            <a:r>
              <a:rPr lang="en-GB" sz="1400" b="1"/>
              <a:t> sit </a:t>
            </a:r>
            <a:r>
              <a:rPr lang="en-GB" sz="1400" b="1" err="1"/>
              <a:t>amet</a:t>
            </a:r>
            <a:r>
              <a:rPr lang="en-GB" sz="1400" b="1"/>
              <a:t>, </a:t>
            </a:r>
            <a:r>
              <a:rPr lang="en-GB" sz="1400" b="1" err="1"/>
              <a:t>consectetur</a:t>
            </a:r>
            <a:r>
              <a:rPr lang="en-GB" sz="1400" b="1"/>
              <a:t> </a:t>
            </a:r>
            <a:r>
              <a:rPr lang="en-GB" sz="1400" b="1" err="1"/>
              <a:t>adipiscing</a:t>
            </a:r>
            <a:r>
              <a:rPr lang="en-GB" sz="1400" b="1"/>
              <a:t> </a:t>
            </a:r>
            <a:r>
              <a:rPr lang="en-GB" sz="1400" b="1" err="1"/>
              <a:t>elit</a:t>
            </a:r>
            <a:r>
              <a:rPr lang="en-GB" sz="1400" b="1"/>
              <a:t>. </a:t>
            </a:r>
            <a:r>
              <a:rPr lang="en-GB" sz="1400" b="1" err="1"/>
              <a:t>varius</a:t>
            </a:r>
            <a:r>
              <a:rPr lang="en-GB" sz="1400" b="1"/>
              <a:t> </a:t>
            </a:r>
            <a:r>
              <a:rPr lang="en-GB" sz="1400" b="1" err="1"/>
              <a:t>varius</a:t>
            </a:r>
            <a:r>
              <a:rPr lang="en-GB" sz="1400" b="1"/>
              <a:t> </a:t>
            </a:r>
            <a:r>
              <a:rPr lang="en-GB" sz="1400" b="1" err="1"/>
              <a:t>felis</a:t>
            </a:r>
            <a:endParaRPr lang="en-GB" sz="1400" b="1"/>
          </a:p>
          <a:p>
            <a:pPr>
              <a:spcAft>
                <a:spcPts val="600"/>
              </a:spcAft>
            </a:pPr>
            <a:r>
              <a:rPr lang="en-GB" sz="1400">
                <a:latin typeface="+mj-lt"/>
              </a:rPr>
              <a:t>April 2024</a:t>
            </a:r>
          </a:p>
        </p:txBody>
      </p:sp>
      <p:cxnSp>
        <p:nvCxnSpPr>
          <p:cNvPr id="110" name="Straight Connector 109">
            <a:extLst>
              <a:ext uri="{FF2B5EF4-FFF2-40B4-BE49-F238E27FC236}">
                <a16:creationId xmlns:a16="http://schemas.microsoft.com/office/drawing/2014/main" id="{DE5245E7-5CDC-BD18-4175-4D54AD23FAB1}"/>
              </a:ext>
            </a:extLst>
          </p:cNvPr>
          <p:cNvCxnSpPr>
            <a:cxnSpLocks/>
            <a:stCxn id="127" idx="0"/>
            <a:endCxn id="96" idx="4"/>
          </p:cNvCxnSpPr>
          <p:nvPr/>
        </p:nvCxnSpPr>
        <p:spPr>
          <a:xfrm flipV="1">
            <a:off x="8981301" y="5263334"/>
            <a:ext cx="0" cy="1228042"/>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E1D14BF4-3437-CF9A-A6DD-ABBE886604D8}"/>
              </a:ext>
            </a:extLst>
          </p:cNvPr>
          <p:cNvSpPr txBox="1"/>
          <p:nvPr/>
        </p:nvSpPr>
        <p:spPr>
          <a:xfrm>
            <a:off x="9379985" y="5583993"/>
            <a:ext cx="1914927" cy="1154162"/>
          </a:xfrm>
          <a:prstGeom prst="rect">
            <a:avLst/>
          </a:prstGeom>
          <a:noFill/>
        </p:spPr>
        <p:txBody>
          <a:bodyPr wrap="square" lIns="0" tIns="0" rIns="0" bIns="0" rtlCol="0" anchor="b">
            <a:spAutoFit/>
          </a:bodyPr>
          <a:lstStyle/>
          <a:p>
            <a:pPr marL="0" algn="l">
              <a:spcAft>
                <a:spcPts val="600"/>
              </a:spcAft>
            </a:pPr>
            <a:r>
              <a:rPr lang="en-GB" sz="1400" b="1" dirty="0"/>
              <a:t>Lorem ipsum </a:t>
            </a:r>
            <a:r>
              <a:rPr lang="en-GB" sz="1400" b="1" dirty="0" err="1"/>
              <a:t>dolor</a:t>
            </a:r>
            <a:r>
              <a:rPr lang="en-GB" sz="1400" b="1" dirty="0"/>
              <a:t> sit </a:t>
            </a:r>
            <a:r>
              <a:rPr lang="en-GB" sz="1400" b="1" dirty="0" err="1"/>
              <a:t>amet</a:t>
            </a:r>
            <a:r>
              <a:rPr lang="en-GB" sz="1400" b="1" dirty="0"/>
              <a:t>, </a:t>
            </a:r>
            <a:r>
              <a:rPr lang="en-GB" sz="1400" b="1" dirty="0" err="1"/>
              <a:t>consectetur</a:t>
            </a:r>
            <a:r>
              <a:rPr lang="en-GB" sz="1400" b="1" dirty="0"/>
              <a:t> </a:t>
            </a:r>
            <a:r>
              <a:rPr lang="en-GB" sz="1400" b="1" dirty="0" err="1"/>
              <a:t>adipiscing</a:t>
            </a:r>
            <a:r>
              <a:rPr lang="en-GB" sz="1400" b="1" dirty="0"/>
              <a:t> </a:t>
            </a:r>
            <a:r>
              <a:rPr lang="en-GB" sz="1400" b="1" dirty="0" err="1"/>
              <a:t>elit</a:t>
            </a:r>
            <a:r>
              <a:rPr lang="en-GB" sz="1400" b="1" dirty="0"/>
              <a:t>. </a:t>
            </a:r>
            <a:r>
              <a:rPr lang="en-GB" sz="1400" b="1" dirty="0" err="1"/>
              <a:t>varius</a:t>
            </a:r>
            <a:r>
              <a:rPr lang="en-GB" sz="1400" b="1" dirty="0"/>
              <a:t> </a:t>
            </a:r>
            <a:r>
              <a:rPr lang="en-GB" sz="1400" b="1" dirty="0" err="1"/>
              <a:t>varius</a:t>
            </a:r>
            <a:r>
              <a:rPr lang="en-GB" sz="1400" b="1" dirty="0"/>
              <a:t> </a:t>
            </a:r>
            <a:r>
              <a:rPr lang="en-GB" sz="1400" b="1" dirty="0" err="1"/>
              <a:t>felis</a:t>
            </a:r>
            <a:endParaRPr lang="en-GB" sz="1400" b="1" dirty="0"/>
          </a:p>
          <a:p>
            <a:pPr>
              <a:spcAft>
                <a:spcPts val="600"/>
              </a:spcAft>
            </a:pPr>
            <a:r>
              <a:rPr lang="en-GB" sz="1400" dirty="0">
                <a:latin typeface="+mj-lt"/>
              </a:rPr>
              <a:t>June 2024</a:t>
            </a:r>
          </a:p>
        </p:txBody>
      </p:sp>
      <p:pic>
        <p:nvPicPr>
          <p:cNvPr id="112" name="Graphic 111">
            <a:extLst>
              <a:ext uri="{FF2B5EF4-FFF2-40B4-BE49-F238E27FC236}">
                <a16:creationId xmlns:a16="http://schemas.microsoft.com/office/drawing/2014/main" id="{C69EBF05-159F-F203-F5E0-EBFA9D6C42E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7581" y="3504676"/>
            <a:ext cx="281001" cy="275756"/>
          </a:xfrm>
          <a:prstGeom prst="rect">
            <a:avLst/>
          </a:prstGeom>
        </p:spPr>
      </p:pic>
      <p:pic>
        <p:nvPicPr>
          <p:cNvPr id="113" name="Graphic 112">
            <a:extLst>
              <a:ext uri="{FF2B5EF4-FFF2-40B4-BE49-F238E27FC236}">
                <a16:creationId xmlns:a16="http://schemas.microsoft.com/office/drawing/2014/main" id="{C6CFD24A-C41A-EFF2-6A46-57F38D2EA3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56844" y="3517502"/>
            <a:ext cx="322324" cy="250104"/>
          </a:xfrm>
          <a:prstGeom prst="rect">
            <a:avLst/>
          </a:prstGeom>
        </p:spPr>
      </p:pic>
      <p:grpSp>
        <p:nvGrpSpPr>
          <p:cNvPr id="115" name="Group 114">
            <a:extLst>
              <a:ext uri="{FF2B5EF4-FFF2-40B4-BE49-F238E27FC236}">
                <a16:creationId xmlns:a16="http://schemas.microsoft.com/office/drawing/2014/main" id="{FE50C94F-232D-D990-5FDF-A72A709142A9}"/>
              </a:ext>
            </a:extLst>
          </p:cNvPr>
          <p:cNvGrpSpPr/>
          <p:nvPr/>
        </p:nvGrpSpPr>
        <p:grpSpPr>
          <a:xfrm>
            <a:off x="7169720" y="3427725"/>
            <a:ext cx="504000" cy="504000"/>
            <a:chOff x="551332" y="2634499"/>
            <a:chExt cx="736600" cy="736600"/>
          </a:xfrm>
        </p:grpSpPr>
        <p:sp>
          <p:nvSpPr>
            <p:cNvPr id="131" name="Oval 130">
              <a:extLst>
                <a:ext uri="{FF2B5EF4-FFF2-40B4-BE49-F238E27FC236}">
                  <a16:creationId xmlns:a16="http://schemas.microsoft.com/office/drawing/2014/main" id="{F3814DF2-C66B-689C-3214-534C76E73F24}"/>
                </a:ext>
              </a:extLst>
            </p:cNvPr>
            <p:cNvSpPr/>
            <p:nvPr/>
          </p:nvSpPr>
          <p:spPr>
            <a:xfrm>
              <a:off x="551332" y="2634499"/>
              <a:ext cx="736600" cy="736600"/>
            </a:xfrm>
            <a:prstGeom prst="ellipse">
              <a:avLst/>
            </a:prstGeom>
            <a:solidFill>
              <a:srgbClr val="F8C1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2" name="Graphic 131">
              <a:extLst>
                <a:ext uri="{FF2B5EF4-FFF2-40B4-BE49-F238E27FC236}">
                  <a16:creationId xmlns:a16="http://schemas.microsoft.com/office/drawing/2014/main" id="{45A8E216-B10E-7136-A86D-69C2C49FD3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4268" y="2812286"/>
              <a:ext cx="370728" cy="381026"/>
            </a:xfrm>
            <a:prstGeom prst="rect">
              <a:avLst/>
            </a:prstGeom>
          </p:spPr>
        </p:pic>
      </p:grpSp>
      <p:grpSp>
        <p:nvGrpSpPr>
          <p:cNvPr id="116" name="Group 115">
            <a:extLst>
              <a:ext uri="{FF2B5EF4-FFF2-40B4-BE49-F238E27FC236}">
                <a16:creationId xmlns:a16="http://schemas.microsoft.com/office/drawing/2014/main" id="{E1A0A9F7-E648-2D0B-0EBF-74DEF36F3E00}"/>
              </a:ext>
            </a:extLst>
          </p:cNvPr>
          <p:cNvGrpSpPr/>
          <p:nvPr/>
        </p:nvGrpSpPr>
        <p:grpSpPr>
          <a:xfrm>
            <a:off x="2577716" y="6491376"/>
            <a:ext cx="504000" cy="504000"/>
            <a:chOff x="551332" y="2634499"/>
            <a:chExt cx="736600" cy="736600"/>
          </a:xfrm>
        </p:grpSpPr>
        <p:sp>
          <p:nvSpPr>
            <p:cNvPr id="129" name="Oval 128">
              <a:extLst>
                <a:ext uri="{FF2B5EF4-FFF2-40B4-BE49-F238E27FC236}">
                  <a16:creationId xmlns:a16="http://schemas.microsoft.com/office/drawing/2014/main" id="{BD8BA7A5-E75B-7D69-7DD8-8A08D436BC24}"/>
                </a:ext>
              </a:extLst>
            </p:cNvPr>
            <p:cNvSpPr/>
            <p:nvPr/>
          </p:nvSpPr>
          <p:spPr>
            <a:xfrm>
              <a:off x="551332" y="2634499"/>
              <a:ext cx="736600" cy="736600"/>
            </a:xfrm>
            <a:prstGeom prst="ellipse">
              <a:avLst/>
            </a:prstGeom>
            <a:solidFill>
              <a:srgbClr val="F8C1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0" name="Graphic 129">
              <a:extLst>
                <a:ext uri="{FF2B5EF4-FFF2-40B4-BE49-F238E27FC236}">
                  <a16:creationId xmlns:a16="http://schemas.microsoft.com/office/drawing/2014/main" id="{CAD56B78-31E9-28C5-0004-8D8840A86C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4268" y="2812286"/>
              <a:ext cx="370728" cy="381026"/>
            </a:xfrm>
            <a:prstGeom prst="rect">
              <a:avLst/>
            </a:prstGeom>
          </p:spPr>
        </p:pic>
      </p:grpSp>
      <p:grpSp>
        <p:nvGrpSpPr>
          <p:cNvPr id="117" name="Group 116">
            <a:extLst>
              <a:ext uri="{FF2B5EF4-FFF2-40B4-BE49-F238E27FC236}">
                <a16:creationId xmlns:a16="http://schemas.microsoft.com/office/drawing/2014/main" id="{8154CD7D-ABC2-7952-8B06-7C02F484DDA6}"/>
              </a:ext>
            </a:extLst>
          </p:cNvPr>
          <p:cNvGrpSpPr/>
          <p:nvPr/>
        </p:nvGrpSpPr>
        <p:grpSpPr>
          <a:xfrm>
            <a:off x="8729301" y="6491376"/>
            <a:ext cx="504000" cy="504000"/>
            <a:chOff x="551332" y="2634499"/>
            <a:chExt cx="736600" cy="736600"/>
          </a:xfrm>
        </p:grpSpPr>
        <p:sp>
          <p:nvSpPr>
            <p:cNvPr id="127" name="Oval 126">
              <a:extLst>
                <a:ext uri="{FF2B5EF4-FFF2-40B4-BE49-F238E27FC236}">
                  <a16:creationId xmlns:a16="http://schemas.microsoft.com/office/drawing/2014/main" id="{B10CBA62-19E1-745C-FF4B-524DD76D61E7}"/>
                </a:ext>
              </a:extLst>
            </p:cNvPr>
            <p:cNvSpPr/>
            <p:nvPr/>
          </p:nvSpPr>
          <p:spPr>
            <a:xfrm>
              <a:off x="551332" y="2634499"/>
              <a:ext cx="736600" cy="736600"/>
            </a:xfrm>
            <a:prstGeom prst="ellipse">
              <a:avLst/>
            </a:prstGeom>
            <a:solidFill>
              <a:srgbClr val="F8C1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8" name="Graphic 127">
              <a:extLst>
                <a:ext uri="{FF2B5EF4-FFF2-40B4-BE49-F238E27FC236}">
                  <a16:creationId xmlns:a16="http://schemas.microsoft.com/office/drawing/2014/main" id="{F08EB62D-5A75-AFB8-CF0D-39AC2E44B81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4268" y="2812286"/>
              <a:ext cx="370728" cy="381026"/>
            </a:xfrm>
            <a:prstGeom prst="rect">
              <a:avLst/>
            </a:prstGeom>
          </p:spPr>
        </p:pic>
      </p:grpSp>
      <p:grpSp>
        <p:nvGrpSpPr>
          <p:cNvPr id="118" name="Group 117">
            <a:extLst>
              <a:ext uri="{FF2B5EF4-FFF2-40B4-BE49-F238E27FC236}">
                <a16:creationId xmlns:a16="http://schemas.microsoft.com/office/drawing/2014/main" id="{BE7FFA19-58E4-B6B5-0341-7694AE048875}"/>
              </a:ext>
            </a:extLst>
          </p:cNvPr>
          <p:cNvGrpSpPr/>
          <p:nvPr/>
        </p:nvGrpSpPr>
        <p:grpSpPr>
          <a:xfrm>
            <a:off x="4121786" y="3427725"/>
            <a:ext cx="504000" cy="504000"/>
            <a:chOff x="-227322" y="3974694"/>
            <a:chExt cx="429658" cy="429658"/>
          </a:xfrm>
        </p:grpSpPr>
        <p:sp>
          <p:nvSpPr>
            <p:cNvPr id="125" name="Oval 124">
              <a:extLst>
                <a:ext uri="{FF2B5EF4-FFF2-40B4-BE49-F238E27FC236}">
                  <a16:creationId xmlns:a16="http://schemas.microsoft.com/office/drawing/2014/main" id="{875D5A7E-AFDA-24A8-2203-15B1CA44ED14}"/>
                </a:ext>
              </a:extLst>
            </p:cNvPr>
            <p:cNvSpPr/>
            <p:nvPr/>
          </p:nvSpPr>
          <p:spPr>
            <a:xfrm>
              <a:off x="-227322" y="3974694"/>
              <a:ext cx="429658" cy="429658"/>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6" name="Graphic 125">
              <a:extLst>
                <a:ext uri="{FF2B5EF4-FFF2-40B4-BE49-F238E27FC236}">
                  <a16:creationId xmlns:a16="http://schemas.microsoft.com/office/drawing/2014/main" id="{3360934D-3D46-64EB-B1BC-C170825A054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0616" y="4078397"/>
              <a:ext cx="216245" cy="222252"/>
            </a:xfrm>
            <a:prstGeom prst="rect">
              <a:avLst/>
            </a:prstGeom>
          </p:spPr>
        </p:pic>
      </p:grpSp>
      <p:grpSp>
        <p:nvGrpSpPr>
          <p:cNvPr id="119" name="Group 118">
            <a:extLst>
              <a:ext uri="{FF2B5EF4-FFF2-40B4-BE49-F238E27FC236}">
                <a16:creationId xmlns:a16="http://schemas.microsoft.com/office/drawing/2014/main" id="{EB6DE2FA-E0B0-384F-1E63-365592101950}"/>
              </a:ext>
            </a:extLst>
          </p:cNvPr>
          <p:cNvGrpSpPr/>
          <p:nvPr/>
        </p:nvGrpSpPr>
        <p:grpSpPr>
          <a:xfrm>
            <a:off x="10238663" y="3427725"/>
            <a:ext cx="504000" cy="504000"/>
            <a:chOff x="-227322" y="3974694"/>
            <a:chExt cx="429658" cy="429658"/>
          </a:xfrm>
        </p:grpSpPr>
        <p:sp>
          <p:nvSpPr>
            <p:cNvPr id="123" name="Oval 122">
              <a:extLst>
                <a:ext uri="{FF2B5EF4-FFF2-40B4-BE49-F238E27FC236}">
                  <a16:creationId xmlns:a16="http://schemas.microsoft.com/office/drawing/2014/main" id="{0C03E493-D3DA-F8A1-3900-882D4960D5C1}"/>
                </a:ext>
              </a:extLst>
            </p:cNvPr>
            <p:cNvSpPr/>
            <p:nvPr/>
          </p:nvSpPr>
          <p:spPr>
            <a:xfrm>
              <a:off x="-227322" y="3974694"/>
              <a:ext cx="429658" cy="429658"/>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4" name="Graphic 123">
              <a:extLst>
                <a:ext uri="{FF2B5EF4-FFF2-40B4-BE49-F238E27FC236}">
                  <a16:creationId xmlns:a16="http://schemas.microsoft.com/office/drawing/2014/main" id="{E67450AC-2FD3-BEF5-8525-32264EC4C21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0616" y="4078397"/>
              <a:ext cx="216245" cy="222252"/>
            </a:xfrm>
            <a:prstGeom prst="rect">
              <a:avLst/>
            </a:prstGeom>
          </p:spPr>
        </p:pic>
      </p:grpSp>
      <p:grpSp>
        <p:nvGrpSpPr>
          <p:cNvPr id="120" name="Group 119">
            <a:extLst>
              <a:ext uri="{FF2B5EF4-FFF2-40B4-BE49-F238E27FC236}">
                <a16:creationId xmlns:a16="http://schemas.microsoft.com/office/drawing/2014/main" id="{D627F806-675E-69C2-E05D-43D392A7F13E}"/>
              </a:ext>
            </a:extLst>
          </p:cNvPr>
          <p:cNvGrpSpPr/>
          <p:nvPr/>
        </p:nvGrpSpPr>
        <p:grpSpPr>
          <a:xfrm>
            <a:off x="5657393" y="6491376"/>
            <a:ext cx="504000" cy="504000"/>
            <a:chOff x="-227322" y="3974694"/>
            <a:chExt cx="429658" cy="429658"/>
          </a:xfrm>
        </p:grpSpPr>
        <p:sp>
          <p:nvSpPr>
            <p:cNvPr id="121" name="Oval 120">
              <a:extLst>
                <a:ext uri="{FF2B5EF4-FFF2-40B4-BE49-F238E27FC236}">
                  <a16:creationId xmlns:a16="http://schemas.microsoft.com/office/drawing/2014/main" id="{9A5BB3B5-F720-8298-D967-7D18A3C4872B}"/>
                </a:ext>
              </a:extLst>
            </p:cNvPr>
            <p:cNvSpPr/>
            <p:nvPr/>
          </p:nvSpPr>
          <p:spPr>
            <a:xfrm>
              <a:off x="-227322" y="3974694"/>
              <a:ext cx="429658" cy="429658"/>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2" name="Graphic 121">
              <a:extLst>
                <a:ext uri="{FF2B5EF4-FFF2-40B4-BE49-F238E27FC236}">
                  <a16:creationId xmlns:a16="http://schemas.microsoft.com/office/drawing/2014/main" id="{F0129440-E8EA-CEE2-018E-F495AAC360E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0616" y="4078397"/>
              <a:ext cx="216245" cy="222252"/>
            </a:xfrm>
            <a:prstGeom prst="rect">
              <a:avLst/>
            </a:prstGeom>
          </p:spPr>
        </p:pic>
      </p:grpSp>
      <p:grpSp>
        <p:nvGrpSpPr>
          <p:cNvPr id="135" name="Group 134">
            <a:extLst>
              <a:ext uri="{FF2B5EF4-FFF2-40B4-BE49-F238E27FC236}">
                <a16:creationId xmlns:a16="http://schemas.microsoft.com/office/drawing/2014/main" id="{5D440C99-4FBC-1BB7-D2FD-878BB9146000}"/>
              </a:ext>
            </a:extLst>
          </p:cNvPr>
          <p:cNvGrpSpPr/>
          <p:nvPr/>
        </p:nvGrpSpPr>
        <p:grpSpPr>
          <a:xfrm>
            <a:off x="1062971" y="3427725"/>
            <a:ext cx="504000" cy="504000"/>
            <a:chOff x="551332" y="2634499"/>
            <a:chExt cx="736600" cy="736600"/>
          </a:xfrm>
        </p:grpSpPr>
        <p:sp>
          <p:nvSpPr>
            <p:cNvPr id="136" name="Oval 135">
              <a:extLst>
                <a:ext uri="{FF2B5EF4-FFF2-40B4-BE49-F238E27FC236}">
                  <a16:creationId xmlns:a16="http://schemas.microsoft.com/office/drawing/2014/main" id="{941D5F2C-795C-59A0-BC84-2C5051F643B3}"/>
                </a:ext>
              </a:extLst>
            </p:cNvPr>
            <p:cNvSpPr/>
            <p:nvPr/>
          </p:nvSpPr>
          <p:spPr>
            <a:xfrm>
              <a:off x="551332" y="2634499"/>
              <a:ext cx="736600" cy="736600"/>
            </a:xfrm>
            <a:prstGeom prst="ellipse">
              <a:avLst/>
            </a:prstGeom>
            <a:solidFill>
              <a:srgbClr val="F8C1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7" name="Graphic 136">
              <a:extLst>
                <a:ext uri="{FF2B5EF4-FFF2-40B4-BE49-F238E27FC236}">
                  <a16:creationId xmlns:a16="http://schemas.microsoft.com/office/drawing/2014/main" id="{9B01922B-E106-C582-D06A-FDBD6B72B2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4268" y="2812286"/>
              <a:ext cx="370728" cy="381026"/>
            </a:xfrm>
            <a:prstGeom prst="rect">
              <a:avLst/>
            </a:prstGeom>
          </p:spPr>
        </p:pic>
      </p:grpSp>
    </p:spTree>
    <p:extLst>
      <p:ext uri="{BB962C8B-B14F-4D97-AF65-F5344CB8AC3E}">
        <p14:creationId xmlns:p14="http://schemas.microsoft.com/office/powerpoint/2010/main" val="3824885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BCB14242-84D8-233F-27B5-20DD66B28C69}"/>
              </a:ext>
            </a:extLst>
          </p:cNvPr>
          <p:cNvCxnSpPr>
            <a:cxnSpLocks/>
          </p:cNvCxnSpPr>
          <p:nvPr/>
        </p:nvCxnSpPr>
        <p:spPr>
          <a:xfrm>
            <a:off x="3222809" y="1849972"/>
            <a:ext cx="0" cy="5715487"/>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2" name="Subtitle 1">
            <a:extLst>
              <a:ext uri="{FF2B5EF4-FFF2-40B4-BE49-F238E27FC236}">
                <a16:creationId xmlns:a16="http://schemas.microsoft.com/office/drawing/2014/main" id="{8D2BF470-3454-3E99-7C19-6938BF28279A}"/>
              </a:ext>
            </a:extLst>
          </p:cNvPr>
          <p:cNvSpPr>
            <a:spLocks noGrp="1"/>
          </p:cNvSpPr>
          <p:nvPr>
            <p:ph type="subTitle" idx="13"/>
          </p:nvPr>
        </p:nvSpPr>
        <p:spPr>
          <a:xfrm>
            <a:off x="539749" y="286056"/>
            <a:ext cx="12384088" cy="246221"/>
          </a:xfrm>
        </p:spPr>
        <p:txBody>
          <a:bodyPr/>
          <a:lstStyle/>
          <a:p>
            <a:r>
              <a:rPr lang="en-GB"/>
              <a:t>Subheading</a:t>
            </a:r>
          </a:p>
        </p:txBody>
      </p:sp>
      <p:sp>
        <p:nvSpPr>
          <p:cNvPr id="3" name="Title 2">
            <a:extLst>
              <a:ext uri="{FF2B5EF4-FFF2-40B4-BE49-F238E27FC236}">
                <a16:creationId xmlns:a16="http://schemas.microsoft.com/office/drawing/2014/main" id="{5EE8F7DA-DFB8-1E68-1357-D8BCD590D54C}"/>
              </a:ext>
            </a:extLst>
          </p:cNvPr>
          <p:cNvSpPr>
            <a:spLocks noGrp="1"/>
          </p:cNvSpPr>
          <p:nvPr>
            <p:ph type="title"/>
          </p:nvPr>
        </p:nvSpPr>
        <p:spPr>
          <a:xfrm>
            <a:off x="539750" y="540000"/>
            <a:ext cx="12384088" cy="543914"/>
          </a:xfrm>
        </p:spPr>
        <p:txBody>
          <a:bodyPr/>
          <a:lstStyle/>
          <a:p>
            <a:r>
              <a:rPr lang="en-GB"/>
              <a:t>Timeline</a:t>
            </a:r>
          </a:p>
        </p:txBody>
      </p:sp>
      <p:sp>
        <p:nvSpPr>
          <p:cNvPr id="4" name="Oval 3">
            <a:extLst>
              <a:ext uri="{FF2B5EF4-FFF2-40B4-BE49-F238E27FC236}">
                <a16:creationId xmlns:a16="http://schemas.microsoft.com/office/drawing/2014/main" id="{1A880F7D-9634-E6D7-4952-17AC4B7C6E00}"/>
              </a:ext>
            </a:extLst>
          </p:cNvPr>
          <p:cNvSpPr/>
          <p:nvPr/>
        </p:nvSpPr>
        <p:spPr>
          <a:xfrm>
            <a:off x="3156459" y="2103333"/>
            <a:ext cx="126953" cy="126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err="1">
              <a:solidFill>
                <a:schemeClr val="tx1"/>
              </a:solidFill>
              <a:latin typeface="Helvetica Now Text" panose="020B0504030202020204" pitchFamily="34" charset="0"/>
            </a:endParaRPr>
          </a:p>
        </p:txBody>
      </p:sp>
      <p:sp>
        <p:nvSpPr>
          <p:cNvPr id="11" name="TextBox 10">
            <a:extLst>
              <a:ext uri="{FF2B5EF4-FFF2-40B4-BE49-F238E27FC236}">
                <a16:creationId xmlns:a16="http://schemas.microsoft.com/office/drawing/2014/main" id="{F0D8C992-D593-2802-AC39-332C0EF76FE4}"/>
              </a:ext>
            </a:extLst>
          </p:cNvPr>
          <p:cNvSpPr txBox="1"/>
          <p:nvPr/>
        </p:nvSpPr>
        <p:spPr>
          <a:xfrm>
            <a:off x="5128050" y="2052164"/>
            <a:ext cx="7795786" cy="571535"/>
          </a:xfrm>
          <a:prstGeom prst="rect">
            <a:avLst/>
          </a:prstGeom>
        </p:spPr>
        <p:txBody>
          <a:bodyPr lIns="0" tIns="0" rIns="0" bIns="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Sed </a:t>
            </a:r>
            <a:r>
              <a:rPr lang="en-GB" sz="1400" err="1"/>
              <a:t>bibendum</a:t>
            </a:r>
            <a:r>
              <a:rPr lang="en-GB" sz="1400"/>
              <a:t> at libero at </a:t>
            </a:r>
            <a:r>
              <a:rPr lang="en-GB" sz="1400" err="1"/>
              <a:t>hendrerit</a:t>
            </a:r>
            <a:r>
              <a:rPr lang="en-GB" sz="1400"/>
              <a:t>. </a:t>
            </a:r>
            <a:r>
              <a:rPr lang="en-GB" sz="1400" err="1"/>
              <a:t>Quisque</a:t>
            </a:r>
            <a:r>
              <a:rPr lang="en-GB" sz="1400"/>
              <a:t> </a:t>
            </a:r>
            <a:r>
              <a:rPr lang="en-GB" sz="1400" err="1"/>
              <a:t>elit</a:t>
            </a:r>
            <a:r>
              <a:rPr lang="en-GB" sz="1400"/>
              <a:t> </a:t>
            </a:r>
            <a:r>
              <a:rPr lang="en-GB" sz="1400" err="1"/>
              <a:t>diam</a:t>
            </a:r>
            <a:r>
              <a:rPr lang="en-GB" sz="1400"/>
              <a:t>, </a:t>
            </a:r>
            <a:r>
              <a:rPr lang="en-GB" sz="1400" err="1"/>
              <a:t>eleifend</a:t>
            </a:r>
            <a:r>
              <a:rPr lang="en-GB" sz="1400"/>
              <a:t> id </a:t>
            </a:r>
            <a:r>
              <a:rPr lang="en-GB" sz="1400" err="1"/>
              <a:t>dignissim</a:t>
            </a:r>
            <a:r>
              <a:rPr lang="en-GB" sz="1400"/>
              <a:t> </a:t>
            </a:r>
            <a:r>
              <a:rPr lang="en-GB" sz="1400" err="1"/>
              <a:t>nec</a:t>
            </a:r>
            <a:r>
              <a:rPr lang="en-GB" sz="1400"/>
              <a:t>, </a:t>
            </a:r>
            <a:r>
              <a:rPr lang="en-GB" sz="1400" err="1"/>
              <a:t>tempor</a:t>
            </a:r>
            <a:r>
              <a:rPr lang="en-GB" sz="1400"/>
              <a:t> </a:t>
            </a:r>
            <a:r>
              <a:rPr lang="en-GB" sz="1400" err="1"/>
              <a:t>elementum</a:t>
            </a:r>
            <a:r>
              <a:rPr lang="en-GB" sz="1400"/>
              <a:t> lorem. </a:t>
            </a:r>
            <a:r>
              <a:rPr lang="en-GB" sz="1400" err="1"/>
              <a:t>Fusce</a:t>
            </a:r>
            <a:r>
              <a:rPr lang="en-GB" sz="1400"/>
              <a:t> </a:t>
            </a:r>
            <a:r>
              <a:rPr lang="en-GB" sz="1400" err="1"/>
              <a:t>vel</a:t>
            </a:r>
            <a:r>
              <a:rPr lang="en-GB" sz="1400"/>
              <a:t> </a:t>
            </a:r>
            <a:r>
              <a:rPr lang="en-GB" sz="1400" err="1"/>
              <a:t>ultrices</a:t>
            </a:r>
            <a:r>
              <a:rPr lang="en-GB" sz="1400"/>
              <a:t> </a:t>
            </a:r>
            <a:r>
              <a:rPr lang="en-GB" sz="1400" err="1"/>
              <a:t>leo</a:t>
            </a:r>
            <a:r>
              <a:rPr lang="en-GB" sz="1400"/>
              <a:t>. </a:t>
            </a:r>
            <a:r>
              <a:rPr lang="en-GB" sz="1400" err="1"/>
              <a:t>Mauris</a:t>
            </a:r>
            <a:r>
              <a:rPr lang="en-GB" sz="1400"/>
              <a:t> </a:t>
            </a:r>
            <a:r>
              <a:rPr lang="en-GB" sz="1400" err="1"/>
              <a:t>pretium</a:t>
            </a:r>
            <a:r>
              <a:rPr lang="en-GB" sz="1400"/>
              <a:t> </a:t>
            </a:r>
            <a:r>
              <a:rPr lang="en-GB" sz="1400" err="1"/>
              <a:t>ornare</a:t>
            </a:r>
            <a:r>
              <a:rPr lang="en-GB" sz="1400"/>
              <a:t> </a:t>
            </a:r>
            <a:r>
              <a:rPr lang="en-GB" sz="1400" err="1"/>
              <a:t>sapien</a:t>
            </a:r>
            <a:r>
              <a:rPr lang="en-GB" sz="1400"/>
              <a:t> vitae </a:t>
            </a:r>
            <a:r>
              <a:rPr lang="en-GB" sz="1400" err="1"/>
              <a:t>volutpat</a:t>
            </a:r>
            <a:r>
              <a:rPr lang="en-GB" sz="1400"/>
              <a:t>. Aenean </a:t>
            </a:r>
            <a:r>
              <a:rPr lang="en-GB" sz="1400" err="1"/>
              <a:t>imperdiet</a:t>
            </a:r>
            <a:r>
              <a:rPr lang="en-GB" sz="1400"/>
              <a:t>, </a:t>
            </a:r>
            <a:r>
              <a:rPr lang="en-GB" sz="1400" err="1"/>
              <a:t>sapien</a:t>
            </a:r>
            <a:r>
              <a:rPr lang="en-GB" sz="1400"/>
              <a:t> in </a:t>
            </a:r>
            <a:r>
              <a:rPr lang="en-GB" sz="1400" err="1"/>
              <a:t>feugiat</a:t>
            </a:r>
            <a:r>
              <a:rPr lang="en-GB" sz="1400"/>
              <a:t> </a:t>
            </a:r>
            <a:r>
              <a:rPr lang="en-GB" sz="1400" err="1"/>
              <a:t>faucibus</a:t>
            </a:r>
            <a:r>
              <a:rPr lang="en-GB" sz="1400"/>
              <a:t>, </a:t>
            </a:r>
            <a:r>
              <a:rPr lang="en-GB" sz="1400" err="1"/>
              <a:t>sapien</a:t>
            </a:r>
            <a:r>
              <a:rPr lang="en-GB" sz="1400"/>
              <a:t> dui </a:t>
            </a:r>
            <a:r>
              <a:rPr lang="en-GB" sz="1400" err="1"/>
              <a:t>ultricies</a:t>
            </a:r>
            <a:r>
              <a:rPr lang="en-GB" sz="1400"/>
              <a:t> magna.</a:t>
            </a:r>
          </a:p>
        </p:txBody>
      </p:sp>
      <p:sp>
        <p:nvSpPr>
          <p:cNvPr id="16" name="TextBox 15">
            <a:extLst>
              <a:ext uri="{FF2B5EF4-FFF2-40B4-BE49-F238E27FC236}">
                <a16:creationId xmlns:a16="http://schemas.microsoft.com/office/drawing/2014/main" id="{6C9D23BA-5B5B-D553-7A33-574F3B9B3E17}"/>
              </a:ext>
            </a:extLst>
          </p:cNvPr>
          <p:cNvSpPr txBox="1"/>
          <p:nvPr/>
        </p:nvSpPr>
        <p:spPr>
          <a:xfrm>
            <a:off x="3607032" y="2052163"/>
            <a:ext cx="1237491" cy="215444"/>
          </a:xfrm>
          <a:prstGeom prst="rect">
            <a:avLst/>
          </a:prstGeom>
          <a:noFill/>
        </p:spPr>
        <p:txBody>
          <a:bodyPr wrap="square" lIns="0" tIns="0" rIns="0" bIns="0">
            <a:spAutoFit/>
          </a:bodyPr>
          <a:lstStyle/>
          <a:p>
            <a:pPr defTabSz="876114">
              <a:spcAft>
                <a:spcPts val="600"/>
              </a:spcAft>
              <a:defRPr/>
            </a:pPr>
            <a:r>
              <a:rPr lang="en-GB" sz="1400" b="1">
                <a:solidFill>
                  <a:schemeClr val="accent2"/>
                </a:solidFill>
                <a:latin typeface="+mj-lt"/>
              </a:rPr>
              <a:t>[Title]</a:t>
            </a:r>
          </a:p>
        </p:txBody>
      </p:sp>
      <p:sp>
        <p:nvSpPr>
          <p:cNvPr id="5" name="Oval 4">
            <a:extLst>
              <a:ext uri="{FF2B5EF4-FFF2-40B4-BE49-F238E27FC236}">
                <a16:creationId xmlns:a16="http://schemas.microsoft.com/office/drawing/2014/main" id="{96ABCB23-7949-6876-F568-7602F9F00191}"/>
              </a:ext>
            </a:extLst>
          </p:cNvPr>
          <p:cNvSpPr/>
          <p:nvPr/>
        </p:nvSpPr>
        <p:spPr>
          <a:xfrm>
            <a:off x="3156459" y="3154807"/>
            <a:ext cx="126953" cy="126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err="1">
              <a:solidFill>
                <a:schemeClr val="tx1"/>
              </a:solidFill>
              <a:latin typeface="Helvetica Now Text" panose="020B0504030202020204" pitchFamily="34" charset="0"/>
            </a:endParaRPr>
          </a:p>
        </p:txBody>
      </p:sp>
      <p:sp>
        <p:nvSpPr>
          <p:cNvPr id="12" name="TextBox 11">
            <a:extLst>
              <a:ext uri="{FF2B5EF4-FFF2-40B4-BE49-F238E27FC236}">
                <a16:creationId xmlns:a16="http://schemas.microsoft.com/office/drawing/2014/main" id="{01609CD8-A02F-B721-8742-A65AA8011899}"/>
              </a:ext>
            </a:extLst>
          </p:cNvPr>
          <p:cNvSpPr txBox="1"/>
          <p:nvPr/>
        </p:nvSpPr>
        <p:spPr>
          <a:xfrm>
            <a:off x="5128050" y="3103639"/>
            <a:ext cx="7795786" cy="571535"/>
          </a:xfrm>
          <a:prstGeom prst="rect">
            <a:avLst/>
          </a:prstGeom>
        </p:spPr>
        <p:txBody>
          <a:bodyPr lIns="0" tIns="0" rIns="0" bIns="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a:t>
            </a:r>
            <a:r>
              <a:rPr lang="en-GB" sz="1400" err="1"/>
              <a:t>Sed</a:t>
            </a:r>
            <a:r>
              <a:rPr lang="en-GB" sz="1400"/>
              <a:t> </a:t>
            </a:r>
            <a:r>
              <a:rPr lang="en-GB" sz="1400" err="1"/>
              <a:t>bibendum</a:t>
            </a:r>
            <a:r>
              <a:rPr lang="en-GB" sz="1400"/>
              <a:t> at libero at </a:t>
            </a:r>
            <a:r>
              <a:rPr lang="en-GB" sz="1400" err="1"/>
              <a:t>hendrerit</a:t>
            </a:r>
            <a:r>
              <a:rPr lang="en-GB" sz="1400"/>
              <a:t>. </a:t>
            </a:r>
            <a:r>
              <a:rPr lang="en-GB" sz="1400" err="1"/>
              <a:t>Quisque</a:t>
            </a:r>
            <a:r>
              <a:rPr lang="en-GB" sz="1400"/>
              <a:t> </a:t>
            </a:r>
            <a:r>
              <a:rPr lang="en-GB" sz="1400" err="1"/>
              <a:t>elit</a:t>
            </a:r>
            <a:r>
              <a:rPr lang="en-GB" sz="1400"/>
              <a:t> </a:t>
            </a:r>
            <a:r>
              <a:rPr lang="en-GB" sz="1400" err="1"/>
              <a:t>diam</a:t>
            </a:r>
            <a:r>
              <a:rPr lang="en-GB" sz="1400"/>
              <a:t>, </a:t>
            </a:r>
            <a:r>
              <a:rPr lang="en-GB" sz="1400" err="1"/>
              <a:t>eleifend</a:t>
            </a:r>
            <a:r>
              <a:rPr lang="en-GB" sz="1400"/>
              <a:t> id </a:t>
            </a:r>
            <a:r>
              <a:rPr lang="en-GB" sz="1400" err="1"/>
              <a:t>dignissim</a:t>
            </a:r>
            <a:r>
              <a:rPr lang="en-GB" sz="1400"/>
              <a:t> </a:t>
            </a:r>
            <a:r>
              <a:rPr lang="en-GB" sz="1400" err="1"/>
              <a:t>nec</a:t>
            </a:r>
            <a:r>
              <a:rPr lang="en-GB" sz="1400"/>
              <a:t>, </a:t>
            </a:r>
            <a:r>
              <a:rPr lang="en-GB" sz="1400" err="1"/>
              <a:t>tempor</a:t>
            </a:r>
            <a:r>
              <a:rPr lang="en-GB" sz="1400"/>
              <a:t> </a:t>
            </a:r>
            <a:r>
              <a:rPr lang="en-GB" sz="1400" err="1"/>
              <a:t>elementum</a:t>
            </a:r>
            <a:r>
              <a:rPr lang="en-GB" sz="1400"/>
              <a:t> lorem. </a:t>
            </a:r>
            <a:r>
              <a:rPr lang="en-GB" sz="1400" err="1"/>
              <a:t>Fusce</a:t>
            </a:r>
            <a:r>
              <a:rPr lang="en-GB" sz="1400"/>
              <a:t> </a:t>
            </a:r>
            <a:r>
              <a:rPr lang="en-GB" sz="1400" err="1"/>
              <a:t>vel</a:t>
            </a:r>
            <a:r>
              <a:rPr lang="en-GB" sz="1400"/>
              <a:t> </a:t>
            </a:r>
            <a:r>
              <a:rPr lang="en-GB" sz="1400" err="1"/>
              <a:t>ultrices</a:t>
            </a:r>
            <a:r>
              <a:rPr lang="en-GB" sz="1400"/>
              <a:t> </a:t>
            </a:r>
            <a:r>
              <a:rPr lang="en-GB" sz="1400" err="1"/>
              <a:t>leo</a:t>
            </a:r>
            <a:r>
              <a:rPr lang="en-GB" sz="1400"/>
              <a:t>. </a:t>
            </a:r>
            <a:r>
              <a:rPr lang="en-GB" sz="1400" err="1"/>
              <a:t>Mauris</a:t>
            </a:r>
            <a:r>
              <a:rPr lang="en-GB" sz="1400"/>
              <a:t> </a:t>
            </a:r>
            <a:r>
              <a:rPr lang="en-GB" sz="1400" err="1"/>
              <a:t>pretium</a:t>
            </a:r>
            <a:r>
              <a:rPr lang="en-GB" sz="1400"/>
              <a:t> </a:t>
            </a:r>
            <a:r>
              <a:rPr lang="en-GB" sz="1400" err="1"/>
              <a:t>ornare</a:t>
            </a:r>
            <a:r>
              <a:rPr lang="en-GB" sz="1400"/>
              <a:t> </a:t>
            </a:r>
            <a:r>
              <a:rPr lang="en-GB" sz="1400" err="1"/>
              <a:t>sapien</a:t>
            </a:r>
            <a:r>
              <a:rPr lang="en-GB" sz="1400"/>
              <a:t> vitae </a:t>
            </a:r>
            <a:r>
              <a:rPr lang="en-GB" sz="1400" err="1"/>
              <a:t>volutpat</a:t>
            </a:r>
            <a:r>
              <a:rPr lang="en-GB" sz="1400"/>
              <a:t>. Aenean </a:t>
            </a:r>
            <a:r>
              <a:rPr lang="en-GB" sz="1400" err="1"/>
              <a:t>imperdiet</a:t>
            </a:r>
            <a:r>
              <a:rPr lang="en-GB" sz="1400"/>
              <a:t>, </a:t>
            </a:r>
            <a:r>
              <a:rPr lang="en-GB" sz="1400" err="1"/>
              <a:t>sapien</a:t>
            </a:r>
            <a:r>
              <a:rPr lang="en-GB" sz="1400"/>
              <a:t> in </a:t>
            </a:r>
            <a:r>
              <a:rPr lang="en-GB" sz="1400" err="1"/>
              <a:t>feugiat</a:t>
            </a:r>
            <a:r>
              <a:rPr lang="en-GB" sz="1400"/>
              <a:t> </a:t>
            </a:r>
            <a:r>
              <a:rPr lang="en-GB" sz="1400" err="1"/>
              <a:t>faucibus</a:t>
            </a:r>
            <a:r>
              <a:rPr lang="en-GB" sz="1400"/>
              <a:t>, </a:t>
            </a:r>
            <a:r>
              <a:rPr lang="en-GB" sz="1400" err="1"/>
              <a:t>sapien</a:t>
            </a:r>
            <a:r>
              <a:rPr lang="en-GB" sz="1400"/>
              <a:t> dui </a:t>
            </a:r>
            <a:r>
              <a:rPr lang="en-GB" sz="1400" err="1"/>
              <a:t>ultricies</a:t>
            </a:r>
            <a:r>
              <a:rPr lang="en-GB" sz="1400"/>
              <a:t> magna.</a:t>
            </a:r>
          </a:p>
        </p:txBody>
      </p:sp>
      <p:sp>
        <p:nvSpPr>
          <p:cNvPr id="17" name="TextBox 16">
            <a:extLst>
              <a:ext uri="{FF2B5EF4-FFF2-40B4-BE49-F238E27FC236}">
                <a16:creationId xmlns:a16="http://schemas.microsoft.com/office/drawing/2014/main" id="{C9B99CAB-0B73-39D1-CF71-CE71FD4A769C}"/>
              </a:ext>
            </a:extLst>
          </p:cNvPr>
          <p:cNvSpPr txBox="1"/>
          <p:nvPr/>
        </p:nvSpPr>
        <p:spPr>
          <a:xfrm>
            <a:off x="3607032" y="3103638"/>
            <a:ext cx="1237491" cy="215444"/>
          </a:xfrm>
          <a:prstGeom prst="rect">
            <a:avLst/>
          </a:prstGeom>
          <a:noFill/>
        </p:spPr>
        <p:txBody>
          <a:bodyPr wrap="square" lIns="0" tIns="0" rIns="0" bIns="0">
            <a:spAutoFit/>
          </a:bodyPr>
          <a:lstStyle/>
          <a:p>
            <a:pPr defTabSz="876114">
              <a:spcAft>
                <a:spcPts val="600"/>
              </a:spcAft>
              <a:defRPr/>
            </a:pPr>
            <a:r>
              <a:rPr lang="en-GB" sz="1400" b="1">
                <a:solidFill>
                  <a:schemeClr val="accent2"/>
                </a:solidFill>
                <a:latin typeface="+mj-lt"/>
              </a:rPr>
              <a:t>[Title]</a:t>
            </a:r>
          </a:p>
        </p:txBody>
      </p:sp>
      <p:sp>
        <p:nvSpPr>
          <p:cNvPr id="6" name="Oval 5">
            <a:extLst>
              <a:ext uri="{FF2B5EF4-FFF2-40B4-BE49-F238E27FC236}">
                <a16:creationId xmlns:a16="http://schemas.microsoft.com/office/drawing/2014/main" id="{B61F2A69-BD93-079A-C4E0-9C6D5475F387}"/>
              </a:ext>
            </a:extLst>
          </p:cNvPr>
          <p:cNvSpPr/>
          <p:nvPr/>
        </p:nvSpPr>
        <p:spPr>
          <a:xfrm>
            <a:off x="3156459" y="4206281"/>
            <a:ext cx="126953" cy="126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err="1">
              <a:solidFill>
                <a:schemeClr val="tx1"/>
              </a:solidFill>
              <a:latin typeface="Helvetica Now Text" panose="020B0504030202020204" pitchFamily="34" charset="0"/>
            </a:endParaRPr>
          </a:p>
        </p:txBody>
      </p:sp>
      <p:sp>
        <p:nvSpPr>
          <p:cNvPr id="13" name="TextBox 12">
            <a:extLst>
              <a:ext uri="{FF2B5EF4-FFF2-40B4-BE49-F238E27FC236}">
                <a16:creationId xmlns:a16="http://schemas.microsoft.com/office/drawing/2014/main" id="{D01A3B9B-3D1A-5E93-E50C-DFE4A174AFAC}"/>
              </a:ext>
            </a:extLst>
          </p:cNvPr>
          <p:cNvSpPr txBox="1"/>
          <p:nvPr/>
        </p:nvSpPr>
        <p:spPr>
          <a:xfrm>
            <a:off x="5128050" y="4155114"/>
            <a:ext cx="7795786" cy="571535"/>
          </a:xfrm>
          <a:prstGeom prst="rect">
            <a:avLst/>
          </a:prstGeom>
        </p:spPr>
        <p:txBody>
          <a:bodyPr lIns="0" tIns="0" rIns="0" bIns="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a:t>
            </a:r>
            <a:r>
              <a:rPr lang="en-GB" sz="1400" err="1"/>
              <a:t>Sed</a:t>
            </a:r>
            <a:r>
              <a:rPr lang="en-GB" sz="1400"/>
              <a:t> </a:t>
            </a:r>
            <a:r>
              <a:rPr lang="en-GB" sz="1400" err="1"/>
              <a:t>bibendum</a:t>
            </a:r>
            <a:r>
              <a:rPr lang="en-GB" sz="1400"/>
              <a:t> at libero at </a:t>
            </a:r>
            <a:r>
              <a:rPr lang="en-GB" sz="1400" err="1"/>
              <a:t>hendrerit</a:t>
            </a:r>
            <a:r>
              <a:rPr lang="en-GB" sz="1400"/>
              <a:t>. </a:t>
            </a:r>
            <a:r>
              <a:rPr lang="en-GB" sz="1400" err="1"/>
              <a:t>Quisque</a:t>
            </a:r>
            <a:r>
              <a:rPr lang="en-GB" sz="1400"/>
              <a:t> </a:t>
            </a:r>
            <a:r>
              <a:rPr lang="en-GB" sz="1400" err="1"/>
              <a:t>elit</a:t>
            </a:r>
            <a:r>
              <a:rPr lang="en-GB" sz="1400"/>
              <a:t> </a:t>
            </a:r>
            <a:r>
              <a:rPr lang="en-GB" sz="1400" err="1"/>
              <a:t>diam</a:t>
            </a:r>
            <a:r>
              <a:rPr lang="en-GB" sz="1400"/>
              <a:t>, </a:t>
            </a:r>
            <a:r>
              <a:rPr lang="en-GB" sz="1400" err="1"/>
              <a:t>eleifend</a:t>
            </a:r>
            <a:r>
              <a:rPr lang="en-GB" sz="1400"/>
              <a:t> id </a:t>
            </a:r>
            <a:r>
              <a:rPr lang="en-GB" sz="1400" err="1"/>
              <a:t>dignissim</a:t>
            </a:r>
            <a:r>
              <a:rPr lang="en-GB" sz="1400"/>
              <a:t> </a:t>
            </a:r>
            <a:r>
              <a:rPr lang="en-GB" sz="1400" err="1"/>
              <a:t>nec</a:t>
            </a:r>
            <a:r>
              <a:rPr lang="en-GB" sz="1400"/>
              <a:t>, </a:t>
            </a:r>
            <a:r>
              <a:rPr lang="en-GB" sz="1400" err="1"/>
              <a:t>tempor</a:t>
            </a:r>
            <a:r>
              <a:rPr lang="en-GB" sz="1400"/>
              <a:t> </a:t>
            </a:r>
            <a:r>
              <a:rPr lang="en-GB" sz="1400" err="1"/>
              <a:t>elementum</a:t>
            </a:r>
            <a:r>
              <a:rPr lang="en-GB" sz="1400"/>
              <a:t> lorem. </a:t>
            </a:r>
            <a:r>
              <a:rPr lang="en-GB" sz="1400" err="1"/>
              <a:t>Fusce</a:t>
            </a:r>
            <a:r>
              <a:rPr lang="en-GB" sz="1400"/>
              <a:t> </a:t>
            </a:r>
            <a:r>
              <a:rPr lang="en-GB" sz="1400" err="1"/>
              <a:t>vel</a:t>
            </a:r>
            <a:r>
              <a:rPr lang="en-GB" sz="1400"/>
              <a:t> </a:t>
            </a:r>
            <a:r>
              <a:rPr lang="en-GB" sz="1400" err="1"/>
              <a:t>ultrices</a:t>
            </a:r>
            <a:r>
              <a:rPr lang="en-GB" sz="1400"/>
              <a:t> </a:t>
            </a:r>
            <a:r>
              <a:rPr lang="en-GB" sz="1400" err="1"/>
              <a:t>leo</a:t>
            </a:r>
            <a:r>
              <a:rPr lang="en-GB" sz="1400"/>
              <a:t>. </a:t>
            </a:r>
            <a:r>
              <a:rPr lang="en-GB" sz="1400" err="1"/>
              <a:t>Mauris</a:t>
            </a:r>
            <a:r>
              <a:rPr lang="en-GB" sz="1400"/>
              <a:t> </a:t>
            </a:r>
            <a:r>
              <a:rPr lang="en-GB" sz="1400" err="1"/>
              <a:t>pretium</a:t>
            </a:r>
            <a:r>
              <a:rPr lang="en-GB" sz="1400"/>
              <a:t> </a:t>
            </a:r>
            <a:r>
              <a:rPr lang="en-GB" sz="1400" err="1"/>
              <a:t>ornare</a:t>
            </a:r>
            <a:r>
              <a:rPr lang="en-GB" sz="1400"/>
              <a:t> </a:t>
            </a:r>
            <a:r>
              <a:rPr lang="en-GB" sz="1400" err="1"/>
              <a:t>sapien</a:t>
            </a:r>
            <a:r>
              <a:rPr lang="en-GB" sz="1400"/>
              <a:t> vitae </a:t>
            </a:r>
            <a:r>
              <a:rPr lang="en-GB" sz="1400" err="1"/>
              <a:t>volutpat</a:t>
            </a:r>
            <a:r>
              <a:rPr lang="en-GB" sz="1400"/>
              <a:t>. Aenean </a:t>
            </a:r>
            <a:r>
              <a:rPr lang="en-GB" sz="1400" err="1"/>
              <a:t>imperdiet</a:t>
            </a:r>
            <a:r>
              <a:rPr lang="en-GB" sz="1400"/>
              <a:t>, </a:t>
            </a:r>
            <a:r>
              <a:rPr lang="en-GB" sz="1400" err="1"/>
              <a:t>sapien</a:t>
            </a:r>
            <a:r>
              <a:rPr lang="en-GB" sz="1400"/>
              <a:t> in </a:t>
            </a:r>
            <a:r>
              <a:rPr lang="en-GB" sz="1400" err="1"/>
              <a:t>feugiat</a:t>
            </a:r>
            <a:r>
              <a:rPr lang="en-GB" sz="1400"/>
              <a:t> </a:t>
            </a:r>
            <a:r>
              <a:rPr lang="en-GB" sz="1400" err="1"/>
              <a:t>faucibus</a:t>
            </a:r>
            <a:r>
              <a:rPr lang="en-GB" sz="1400"/>
              <a:t>, </a:t>
            </a:r>
            <a:r>
              <a:rPr lang="en-GB" sz="1400" err="1"/>
              <a:t>sapien</a:t>
            </a:r>
            <a:r>
              <a:rPr lang="en-GB" sz="1400"/>
              <a:t> dui </a:t>
            </a:r>
            <a:r>
              <a:rPr lang="en-GB" sz="1400" err="1"/>
              <a:t>ultricies</a:t>
            </a:r>
            <a:r>
              <a:rPr lang="en-GB" sz="1400"/>
              <a:t> magna.</a:t>
            </a:r>
          </a:p>
        </p:txBody>
      </p:sp>
      <p:sp>
        <p:nvSpPr>
          <p:cNvPr id="18" name="TextBox 17">
            <a:extLst>
              <a:ext uri="{FF2B5EF4-FFF2-40B4-BE49-F238E27FC236}">
                <a16:creationId xmlns:a16="http://schemas.microsoft.com/office/drawing/2014/main" id="{6D4934FB-D8EB-544E-3979-5ABDA110864E}"/>
              </a:ext>
            </a:extLst>
          </p:cNvPr>
          <p:cNvSpPr txBox="1"/>
          <p:nvPr/>
        </p:nvSpPr>
        <p:spPr>
          <a:xfrm>
            <a:off x="3607032" y="4155113"/>
            <a:ext cx="1237491" cy="215444"/>
          </a:xfrm>
          <a:prstGeom prst="rect">
            <a:avLst/>
          </a:prstGeom>
          <a:noFill/>
        </p:spPr>
        <p:txBody>
          <a:bodyPr wrap="square" lIns="0" tIns="0" rIns="0" bIns="0">
            <a:spAutoFit/>
          </a:bodyPr>
          <a:lstStyle/>
          <a:p>
            <a:pPr defTabSz="876114">
              <a:spcAft>
                <a:spcPts val="600"/>
              </a:spcAft>
              <a:defRPr/>
            </a:pPr>
            <a:r>
              <a:rPr lang="en-GB" sz="1400" b="1">
                <a:solidFill>
                  <a:schemeClr val="accent2"/>
                </a:solidFill>
                <a:latin typeface="+mj-lt"/>
              </a:rPr>
              <a:t>[Title]</a:t>
            </a:r>
          </a:p>
        </p:txBody>
      </p:sp>
      <p:sp>
        <p:nvSpPr>
          <p:cNvPr id="7" name="Oval 6">
            <a:extLst>
              <a:ext uri="{FF2B5EF4-FFF2-40B4-BE49-F238E27FC236}">
                <a16:creationId xmlns:a16="http://schemas.microsoft.com/office/drawing/2014/main" id="{30970240-3EB6-4C26-52F1-737CE9185469}"/>
              </a:ext>
            </a:extLst>
          </p:cNvPr>
          <p:cNvSpPr/>
          <p:nvPr/>
        </p:nvSpPr>
        <p:spPr>
          <a:xfrm>
            <a:off x="3156459" y="5257758"/>
            <a:ext cx="126953" cy="126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err="1">
              <a:solidFill>
                <a:schemeClr val="tx1"/>
              </a:solidFill>
              <a:latin typeface="Helvetica Now Text" panose="020B0504030202020204" pitchFamily="34" charset="0"/>
            </a:endParaRPr>
          </a:p>
        </p:txBody>
      </p:sp>
      <p:sp>
        <p:nvSpPr>
          <p:cNvPr id="14" name="TextBox 13">
            <a:extLst>
              <a:ext uri="{FF2B5EF4-FFF2-40B4-BE49-F238E27FC236}">
                <a16:creationId xmlns:a16="http://schemas.microsoft.com/office/drawing/2014/main" id="{C776AF6B-CB97-6235-114C-84F2196DEC95}"/>
              </a:ext>
            </a:extLst>
          </p:cNvPr>
          <p:cNvSpPr txBox="1"/>
          <p:nvPr/>
        </p:nvSpPr>
        <p:spPr>
          <a:xfrm>
            <a:off x="5128050" y="5206590"/>
            <a:ext cx="7795786" cy="571535"/>
          </a:xfrm>
          <a:prstGeom prst="rect">
            <a:avLst/>
          </a:prstGeom>
        </p:spPr>
        <p:txBody>
          <a:bodyPr lIns="0" tIns="0" rIns="0" bIns="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a:t>
            </a:r>
            <a:r>
              <a:rPr lang="en-GB" sz="1400" err="1"/>
              <a:t>Sed</a:t>
            </a:r>
            <a:r>
              <a:rPr lang="en-GB" sz="1400"/>
              <a:t> </a:t>
            </a:r>
            <a:r>
              <a:rPr lang="en-GB" sz="1400" err="1"/>
              <a:t>bibendum</a:t>
            </a:r>
            <a:r>
              <a:rPr lang="en-GB" sz="1400"/>
              <a:t> at libero at </a:t>
            </a:r>
            <a:r>
              <a:rPr lang="en-GB" sz="1400" err="1"/>
              <a:t>hendrerit</a:t>
            </a:r>
            <a:r>
              <a:rPr lang="en-GB" sz="1400"/>
              <a:t>. </a:t>
            </a:r>
            <a:r>
              <a:rPr lang="en-GB" sz="1400" err="1"/>
              <a:t>Quisque</a:t>
            </a:r>
            <a:r>
              <a:rPr lang="en-GB" sz="1400"/>
              <a:t> </a:t>
            </a:r>
            <a:r>
              <a:rPr lang="en-GB" sz="1400" err="1"/>
              <a:t>elit</a:t>
            </a:r>
            <a:r>
              <a:rPr lang="en-GB" sz="1400"/>
              <a:t> </a:t>
            </a:r>
            <a:r>
              <a:rPr lang="en-GB" sz="1400" err="1"/>
              <a:t>diam</a:t>
            </a:r>
            <a:r>
              <a:rPr lang="en-GB" sz="1400"/>
              <a:t>, </a:t>
            </a:r>
            <a:r>
              <a:rPr lang="en-GB" sz="1400" err="1"/>
              <a:t>eleifend</a:t>
            </a:r>
            <a:r>
              <a:rPr lang="en-GB" sz="1400"/>
              <a:t> id </a:t>
            </a:r>
            <a:r>
              <a:rPr lang="en-GB" sz="1400" err="1"/>
              <a:t>dignissim</a:t>
            </a:r>
            <a:r>
              <a:rPr lang="en-GB" sz="1400"/>
              <a:t> </a:t>
            </a:r>
            <a:r>
              <a:rPr lang="en-GB" sz="1400" err="1"/>
              <a:t>nec</a:t>
            </a:r>
            <a:r>
              <a:rPr lang="en-GB" sz="1400"/>
              <a:t>, </a:t>
            </a:r>
            <a:r>
              <a:rPr lang="en-GB" sz="1400" err="1"/>
              <a:t>tempor</a:t>
            </a:r>
            <a:r>
              <a:rPr lang="en-GB" sz="1400"/>
              <a:t> </a:t>
            </a:r>
            <a:r>
              <a:rPr lang="en-GB" sz="1400" err="1"/>
              <a:t>elementum</a:t>
            </a:r>
            <a:r>
              <a:rPr lang="en-GB" sz="1400"/>
              <a:t> lorem. </a:t>
            </a:r>
            <a:r>
              <a:rPr lang="en-GB" sz="1400" err="1"/>
              <a:t>Fusce</a:t>
            </a:r>
            <a:r>
              <a:rPr lang="en-GB" sz="1400"/>
              <a:t> </a:t>
            </a:r>
            <a:r>
              <a:rPr lang="en-GB" sz="1400" err="1"/>
              <a:t>vel</a:t>
            </a:r>
            <a:r>
              <a:rPr lang="en-GB" sz="1400"/>
              <a:t> </a:t>
            </a:r>
            <a:r>
              <a:rPr lang="en-GB" sz="1400" err="1"/>
              <a:t>ultrices</a:t>
            </a:r>
            <a:r>
              <a:rPr lang="en-GB" sz="1400"/>
              <a:t> </a:t>
            </a:r>
            <a:r>
              <a:rPr lang="en-GB" sz="1400" err="1"/>
              <a:t>leo</a:t>
            </a:r>
            <a:r>
              <a:rPr lang="en-GB" sz="1400"/>
              <a:t>. </a:t>
            </a:r>
            <a:r>
              <a:rPr lang="en-GB" sz="1400" err="1"/>
              <a:t>Mauris</a:t>
            </a:r>
            <a:r>
              <a:rPr lang="en-GB" sz="1400"/>
              <a:t> </a:t>
            </a:r>
            <a:r>
              <a:rPr lang="en-GB" sz="1400" err="1"/>
              <a:t>pretium</a:t>
            </a:r>
            <a:r>
              <a:rPr lang="en-GB" sz="1400"/>
              <a:t> </a:t>
            </a:r>
            <a:r>
              <a:rPr lang="en-GB" sz="1400" err="1"/>
              <a:t>ornare</a:t>
            </a:r>
            <a:r>
              <a:rPr lang="en-GB" sz="1400"/>
              <a:t> </a:t>
            </a:r>
            <a:r>
              <a:rPr lang="en-GB" sz="1400" err="1"/>
              <a:t>sapien</a:t>
            </a:r>
            <a:r>
              <a:rPr lang="en-GB" sz="1400"/>
              <a:t> vitae </a:t>
            </a:r>
            <a:r>
              <a:rPr lang="en-GB" sz="1400" err="1"/>
              <a:t>volutpat</a:t>
            </a:r>
            <a:r>
              <a:rPr lang="en-GB" sz="1400"/>
              <a:t>. Aenean </a:t>
            </a:r>
            <a:r>
              <a:rPr lang="en-GB" sz="1400" err="1"/>
              <a:t>imperdiet</a:t>
            </a:r>
            <a:r>
              <a:rPr lang="en-GB" sz="1400"/>
              <a:t>, </a:t>
            </a:r>
            <a:r>
              <a:rPr lang="en-GB" sz="1400" err="1"/>
              <a:t>sapien</a:t>
            </a:r>
            <a:r>
              <a:rPr lang="en-GB" sz="1400"/>
              <a:t> in </a:t>
            </a:r>
            <a:r>
              <a:rPr lang="en-GB" sz="1400" err="1"/>
              <a:t>feugiat</a:t>
            </a:r>
            <a:r>
              <a:rPr lang="en-GB" sz="1400"/>
              <a:t> </a:t>
            </a:r>
            <a:r>
              <a:rPr lang="en-GB" sz="1400" err="1"/>
              <a:t>faucibus</a:t>
            </a:r>
            <a:r>
              <a:rPr lang="en-GB" sz="1400"/>
              <a:t>, </a:t>
            </a:r>
            <a:r>
              <a:rPr lang="en-GB" sz="1400" err="1"/>
              <a:t>sapien</a:t>
            </a:r>
            <a:r>
              <a:rPr lang="en-GB" sz="1400"/>
              <a:t> dui </a:t>
            </a:r>
            <a:r>
              <a:rPr lang="en-GB" sz="1400" err="1"/>
              <a:t>ultricies</a:t>
            </a:r>
            <a:r>
              <a:rPr lang="en-GB" sz="1400"/>
              <a:t> magna.</a:t>
            </a:r>
          </a:p>
        </p:txBody>
      </p:sp>
      <p:sp>
        <p:nvSpPr>
          <p:cNvPr id="19" name="TextBox 18">
            <a:extLst>
              <a:ext uri="{FF2B5EF4-FFF2-40B4-BE49-F238E27FC236}">
                <a16:creationId xmlns:a16="http://schemas.microsoft.com/office/drawing/2014/main" id="{793BF888-A5F5-E4D8-7F57-BE9B4263E9DA}"/>
              </a:ext>
            </a:extLst>
          </p:cNvPr>
          <p:cNvSpPr txBox="1"/>
          <p:nvPr/>
        </p:nvSpPr>
        <p:spPr>
          <a:xfrm>
            <a:off x="3607032" y="5206588"/>
            <a:ext cx="1237491" cy="215444"/>
          </a:xfrm>
          <a:prstGeom prst="rect">
            <a:avLst/>
          </a:prstGeom>
          <a:noFill/>
        </p:spPr>
        <p:txBody>
          <a:bodyPr wrap="square" lIns="0" tIns="0" rIns="0" bIns="0">
            <a:spAutoFit/>
          </a:bodyPr>
          <a:lstStyle/>
          <a:p>
            <a:pPr defTabSz="876114">
              <a:spcAft>
                <a:spcPts val="600"/>
              </a:spcAft>
              <a:defRPr/>
            </a:pPr>
            <a:r>
              <a:rPr lang="en-GB" sz="1400" b="1">
                <a:solidFill>
                  <a:schemeClr val="accent2"/>
                </a:solidFill>
                <a:latin typeface="+mj-lt"/>
              </a:rPr>
              <a:t>[Title]</a:t>
            </a:r>
          </a:p>
        </p:txBody>
      </p:sp>
      <p:sp>
        <p:nvSpPr>
          <p:cNvPr id="8" name="Oval 7">
            <a:extLst>
              <a:ext uri="{FF2B5EF4-FFF2-40B4-BE49-F238E27FC236}">
                <a16:creationId xmlns:a16="http://schemas.microsoft.com/office/drawing/2014/main" id="{E503A318-098E-9454-0D54-71D53143E683}"/>
              </a:ext>
            </a:extLst>
          </p:cNvPr>
          <p:cNvSpPr/>
          <p:nvPr/>
        </p:nvSpPr>
        <p:spPr>
          <a:xfrm>
            <a:off x="3156459" y="6309233"/>
            <a:ext cx="126953" cy="1269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err="1">
              <a:solidFill>
                <a:schemeClr val="tx1"/>
              </a:solidFill>
              <a:latin typeface="Helvetica Now Text" panose="020B0504030202020204" pitchFamily="34" charset="0"/>
            </a:endParaRPr>
          </a:p>
        </p:txBody>
      </p:sp>
      <p:sp>
        <p:nvSpPr>
          <p:cNvPr id="15" name="TextBox 14">
            <a:extLst>
              <a:ext uri="{FF2B5EF4-FFF2-40B4-BE49-F238E27FC236}">
                <a16:creationId xmlns:a16="http://schemas.microsoft.com/office/drawing/2014/main" id="{87428147-5F24-E836-7B10-031E08341CD3}"/>
              </a:ext>
            </a:extLst>
          </p:cNvPr>
          <p:cNvSpPr txBox="1"/>
          <p:nvPr/>
        </p:nvSpPr>
        <p:spPr>
          <a:xfrm>
            <a:off x="5128050" y="6258065"/>
            <a:ext cx="7795786" cy="571535"/>
          </a:xfrm>
          <a:prstGeom prst="rect">
            <a:avLst/>
          </a:prstGeom>
        </p:spPr>
        <p:txBody>
          <a:bodyPr lIns="0" tIns="0" rIns="0" bIns="0" anchor="ct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Sed </a:t>
            </a:r>
            <a:r>
              <a:rPr lang="en-GB" sz="1400" err="1"/>
              <a:t>bibendum</a:t>
            </a:r>
            <a:r>
              <a:rPr lang="en-GB" sz="1400"/>
              <a:t> at libero at </a:t>
            </a:r>
            <a:r>
              <a:rPr lang="en-GB" sz="1400" err="1"/>
              <a:t>hendrerit</a:t>
            </a:r>
            <a:r>
              <a:rPr lang="en-GB" sz="1400"/>
              <a:t>. </a:t>
            </a:r>
            <a:r>
              <a:rPr lang="en-GB" sz="1400" err="1"/>
              <a:t>Quisque</a:t>
            </a:r>
            <a:r>
              <a:rPr lang="en-GB" sz="1400"/>
              <a:t> </a:t>
            </a:r>
            <a:r>
              <a:rPr lang="en-GB" sz="1400" err="1"/>
              <a:t>elit</a:t>
            </a:r>
            <a:r>
              <a:rPr lang="en-GB" sz="1400"/>
              <a:t> </a:t>
            </a:r>
            <a:r>
              <a:rPr lang="en-GB" sz="1400" err="1"/>
              <a:t>diam</a:t>
            </a:r>
            <a:r>
              <a:rPr lang="en-GB" sz="1400"/>
              <a:t>, </a:t>
            </a:r>
            <a:r>
              <a:rPr lang="en-GB" sz="1400" err="1"/>
              <a:t>eleifend</a:t>
            </a:r>
            <a:r>
              <a:rPr lang="en-GB" sz="1400"/>
              <a:t> id </a:t>
            </a:r>
            <a:r>
              <a:rPr lang="en-GB" sz="1400" err="1"/>
              <a:t>dignissim</a:t>
            </a:r>
            <a:r>
              <a:rPr lang="en-GB" sz="1400"/>
              <a:t> </a:t>
            </a:r>
            <a:r>
              <a:rPr lang="en-GB" sz="1400" err="1"/>
              <a:t>nec</a:t>
            </a:r>
            <a:r>
              <a:rPr lang="en-GB" sz="1400"/>
              <a:t>, </a:t>
            </a:r>
            <a:r>
              <a:rPr lang="en-GB" sz="1400" err="1"/>
              <a:t>tempor</a:t>
            </a:r>
            <a:r>
              <a:rPr lang="en-GB" sz="1400"/>
              <a:t> </a:t>
            </a:r>
            <a:r>
              <a:rPr lang="en-GB" sz="1400" err="1"/>
              <a:t>elementum</a:t>
            </a:r>
            <a:r>
              <a:rPr lang="en-GB" sz="1400"/>
              <a:t> lorem. </a:t>
            </a:r>
            <a:r>
              <a:rPr lang="en-GB" sz="1400" err="1"/>
              <a:t>Fusce</a:t>
            </a:r>
            <a:r>
              <a:rPr lang="en-GB" sz="1400"/>
              <a:t> </a:t>
            </a:r>
            <a:r>
              <a:rPr lang="en-GB" sz="1400" err="1"/>
              <a:t>vel</a:t>
            </a:r>
            <a:r>
              <a:rPr lang="en-GB" sz="1400"/>
              <a:t> </a:t>
            </a:r>
            <a:r>
              <a:rPr lang="en-GB" sz="1400" err="1"/>
              <a:t>ultrices</a:t>
            </a:r>
            <a:r>
              <a:rPr lang="en-GB" sz="1400"/>
              <a:t> </a:t>
            </a:r>
            <a:r>
              <a:rPr lang="en-GB" sz="1400" err="1"/>
              <a:t>leo</a:t>
            </a:r>
            <a:r>
              <a:rPr lang="en-GB" sz="1400"/>
              <a:t>. </a:t>
            </a:r>
            <a:r>
              <a:rPr lang="en-GB" sz="1400" err="1"/>
              <a:t>Mauris</a:t>
            </a:r>
            <a:r>
              <a:rPr lang="en-GB" sz="1400"/>
              <a:t> </a:t>
            </a:r>
            <a:r>
              <a:rPr lang="en-GB" sz="1400" err="1"/>
              <a:t>pretium</a:t>
            </a:r>
            <a:r>
              <a:rPr lang="en-GB" sz="1400"/>
              <a:t> </a:t>
            </a:r>
            <a:r>
              <a:rPr lang="en-GB" sz="1400" err="1"/>
              <a:t>ornare</a:t>
            </a:r>
            <a:r>
              <a:rPr lang="en-GB" sz="1400"/>
              <a:t> </a:t>
            </a:r>
            <a:r>
              <a:rPr lang="en-GB" sz="1400" err="1"/>
              <a:t>sapien</a:t>
            </a:r>
            <a:r>
              <a:rPr lang="en-GB" sz="1400"/>
              <a:t> vitae </a:t>
            </a:r>
            <a:r>
              <a:rPr lang="en-GB" sz="1400" err="1"/>
              <a:t>volutpat</a:t>
            </a:r>
            <a:r>
              <a:rPr lang="en-GB" sz="1400"/>
              <a:t>. Aenean </a:t>
            </a:r>
            <a:r>
              <a:rPr lang="en-GB" sz="1400" err="1"/>
              <a:t>imperdiet</a:t>
            </a:r>
            <a:r>
              <a:rPr lang="en-GB" sz="1400"/>
              <a:t>, </a:t>
            </a:r>
            <a:r>
              <a:rPr lang="en-GB" sz="1400" err="1"/>
              <a:t>sapien</a:t>
            </a:r>
            <a:r>
              <a:rPr lang="en-GB" sz="1400"/>
              <a:t> in </a:t>
            </a:r>
            <a:r>
              <a:rPr lang="en-GB" sz="1400" err="1"/>
              <a:t>feugiat</a:t>
            </a:r>
            <a:r>
              <a:rPr lang="en-GB" sz="1400"/>
              <a:t> </a:t>
            </a:r>
            <a:r>
              <a:rPr lang="en-GB" sz="1400" err="1"/>
              <a:t>faucibus</a:t>
            </a:r>
            <a:r>
              <a:rPr lang="en-GB" sz="1400"/>
              <a:t>, </a:t>
            </a:r>
            <a:r>
              <a:rPr lang="en-GB" sz="1400" err="1"/>
              <a:t>sapien</a:t>
            </a:r>
            <a:r>
              <a:rPr lang="en-GB" sz="1400"/>
              <a:t> dui </a:t>
            </a:r>
            <a:r>
              <a:rPr lang="en-GB" sz="1400" err="1"/>
              <a:t>ultricies</a:t>
            </a:r>
            <a:r>
              <a:rPr lang="en-GB" sz="1400"/>
              <a:t> magna.</a:t>
            </a:r>
          </a:p>
        </p:txBody>
      </p:sp>
      <p:sp>
        <p:nvSpPr>
          <p:cNvPr id="20" name="TextBox 19">
            <a:extLst>
              <a:ext uri="{FF2B5EF4-FFF2-40B4-BE49-F238E27FC236}">
                <a16:creationId xmlns:a16="http://schemas.microsoft.com/office/drawing/2014/main" id="{84F552D9-DA2F-CB4C-93E5-07B999B0B8F5}"/>
              </a:ext>
            </a:extLst>
          </p:cNvPr>
          <p:cNvSpPr txBox="1"/>
          <p:nvPr/>
        </p:nvSpPr>
        <p:spPr>
          <a:xfrm>
            <a:off x="3607032" y="6258064"/>
            <a:ext cx="1237491" cy="215444"/>
          </a:xfrm>
          <a:prstGeom prst="rect">
            <a:avLst/>
          </a:prstGeom>
          <a:noFill/>
        </p:spPr>
        <p:txBody>
          <a:bodyPr wrap="square" lIns="0" tIns="0" rIns="0" bIns="0">
            <a:spAutoFit/>
          </a:bodyPr>
          <a:lstStyle/>
          <a:p>
            <a:pPr defTabSz="876114">
              <a:spcAft>
                <a:spcPts val="600"/>
              </a:spcAft>
              <a:defRPr/>
            </a:pPr>
            <a:r>
              <a:rPr lang="en-GB" sz="1400" b="1">
                <a:solidFill>
                  <a:schemeClr val="accent2"/>
                </a:solidFill>
                <a:latin typeface="+mj-lt"/>
              </a:rPr>
              <a:t>[Title]</a:t>
            </a:r>
          </a:p>
        </p:txBody>
      </p:sp>
      <p:sp>
        <p:nvSpPr>
          <p:cNvPr id="9" name="Text Placeholder 7">
            <a:extLst>
              <a:ext uri="{FF2B5EF4-FFF2-40B4-BE49-F238E27FC236}">
                <a16:creationId xmlns:a16="http://schemas.microsoft.com/office/drawing/2014/main" id="{61B71D77-2E7B-E023-FDB3-DEDB4C4CF623}"/>
              </a:ext>
            </a:extLst>
          </p:cNvPr>
          <p:cNvSpPr txBox="1">
            <a:spLocks/>
          </p:cNvSpPr>
          <p:nvPr/>
        </p:nvSpPr>
        <p:spPr>
          <a:xfrm>
            <a:off x="535237" y="1800225"/>
            <a:ext cx="2149216" cy="5221038"/>
          </a:xfrm>
          <a:prstGeom prst="rect">
            <a:avLst/>
          </a:prstGeom>
        </p:spPr>
        <p:txBody>
          <a:bodyPr lIns="0" tIns="0" rIns="0" bIns="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a:t>
            </a:r>
            <a:r>
              <a:rPr lang="en-GB" err="1"/>
              <a:t>bibendum</a:t>
            </a:r>
            <a:r>
              <a:rPr lang="en-GB"/>
              <a:t> at libero at </a:t>
            </a:r>
            <a:r>
              <a:rPr lang="en-GB" err="1"/>
              <a:t>hendrerit</a:t>
            </a:r>
            <a:r>
              <a:rPr lang="en-GB"/>
              <a:t>. </a:t>
            </a:r>
            <a:r>
              <a:rPr lang="en-GB" err="1"/>
              <a:t>Quisque</a:t>
            </a:r>
            <a:r>
              <a:rPr lang="en-GB"/>
              <a:t> </a:t>
            </a:r>
            <a:r>
              <a:rPr lang="en-GB" err="1"/>
              <a:t>elit</a:t>
            </a:r>
            <a:r>
              <a:rPr lang="en-GB"/>
              <a:t> </a:t>
            </a:r>
            <a:r>
              <a:rPr lang="en-GB" err="1"/>
              <a:t>diam</a:t>
            </a:r>
            <a:r>
              <a:rPr lang="en-GB"/>
              <a:t>, </a:t>
            </a:r>
            <a:r>
              <a:rPr lang="en-GB" err="1"/>
              <a:t>eleifend</a:t>
            </a:r>
            <a:r>
              <a:rPr lang="en-GB"/>
              <a:t> id </a:t>
            </a:r>
            <a:r>
              <a:rPr lang="en-GB" err="1"/>
              <a:t>dignissim</a:t>
            </a:r>
            <a:r>
              <a:rPr lang="en-GB"/>
              <a:t> </a:t>
            </a:r>
            <a:r>
              <a:rPr lang="en-GB" err="1"/>
              <a:t>nec</a:t>
            </a:r>
            <a:r>
              <a:rPr lang="en-GB"/>
              <a:t>, </a:t>
            </a:r>
            <a:r>
              <a:rPr lang="en-GB" err="1"/>
              <a:t>tempor</a:t>
            </a:r>
            <a:r>
              <a:rPr lang="en-GB"/>
              <a:t> </a:t>
            </a:r>
            <a:r>
              <a:rPr lang="en-GB" err="1"/>
              <a:t>elementum</a:t>
            </a:r>
            <a:r>
              <a:rPr lang="en-GB"/>
              <a:t> lorem. </a:t>
            </a:r>
            <a:r>
              <a:rPr lang="en-GB" err="1"/>
              <a:t>Fusce</a:t>
            </a:r>
            <a:r>
              <a:rPr lang="en-GB"/>
              <a:t> </a:t>
            </a:r>
            <a:r>
              <a:rPr lang="en-GB" err="1"/>
              <a:t>vel</a:t>
            </a:r>
            <a:r>
              <a:rPr lang="en-GB"/>
              <a:t> </a:t>
            </a:r>
            <a:r>
              <a:rPr lang="en-GB" err="1"/>
              <a:t>ultrices</a:t>
            </a:r>
            <a:r>
              <a:rPr lang="en-GB"/>
              <a:t> </a:t>
            </a:r>
            <a:r>
              <a:rPr lang="en-GB" err="1"/>
              <a:t>leo</a:t>
            </a:r>
            <a:r>
              <a:rPr lang="en-GB"/>
              <a:t>. </a:t>
            </a:r>
            <a:r>
              <a:rPr lang="en-GB" err="1"/>
              <a:t>Mauris</a:t>
            </a:r>
            <a:r>
              <a:rPr lang="en-GB"/>
              <a:t> </a:t>
            </a:r>
            <a:r>
              <a:rPr lang="en-GB" err="1"/>
              <a:t>pretium</a:t>
            </a:r>
            <a:r>
              <a:rPr lang="en-GB"/>
              <a:t> </a:t>
            </a:r>
            <a:r>
              <a:rPr lang="en-GB" err="1"/>
              <a:t>ornare</a:t>
            </a:r>
            <a:r>
              <a:rPr lang="en-GB"/>
              <a:t> </a:t>
            </a:r>
            <a:r>
              <a:rPr lang="en-GB" err="1"/>
              <a:t>sapien</a:t>
            </a:r>
            <a:r>
              <a:rPr lang="en-GB"/>
              <a:t> vitae </a:t>
            </a:r>
            <a:r>
              <a:rPr lang="en-GB" err="1"/>
              <a:t>volutpat</a:t>
            </a:r>
            <a:r>
              <a:rPr lang="en-GB"/>
              <a:t>. Aenean </a:t>
            </a:r>
            <a:r>
              <a:rPr lang="en-GB" err="1"/>
              <a:t>imperdiet</a:t>
            </a:r>
            <a:r>
              <a:rPr lang="en-GB"/>
              <a:t>, </a:t>
            </a:r>
            <a:r>
              <a:rPr lang="en-GB" err="1"/>
              <a:t>sapien</a:t>
            </a:r>
            <a:r>
              <a:rPr lang="en-GB"/>
              <a:t> in </a:t>
            </a:r>
            <a:r>
              <a:rPr lang="en-GB" err="1"/>
              <a:t>feugiat</a:t>
            </a:r>
            <a:r>
              <a:rPr lang="en-GB"/>
              <a:t> </a:t>
            </a:r>
            <a:r>
              <a:rPr lang="en-GB" err="1"/>
              <a:t>faucibus</a:t>
            </a:r>
            <a:r>
              <a:rPr lang="en-GB"/>
              <a:t>, </a:t>
            </a:r>
            <a:r>
              <a:rPr lang="en-GB" err="1"/>
              <a:t>sapien</a:t>
            </a:r>
            <a:r>
              <a:rPr lang="en-GB"/>
              <a:t> dui </a:t>
            </a:r>
            <a:r>
              <a:rPr lang="en-GB" err="1"/>
              <a:t>ultricies</a:t>
            </a:r>
            <a:r>
              <a:rPr lang="en-GB"/>
              <a:t> magna.</a:t>
            </a:r>
          </a:p>
        </p:txBody>
      </p:sp>
    </p:spTree>
    <p:extLst>
      <p:ext uri="{BB962C8B-B14F-4D97-AF65-F5344CB8AC3E}">
        <p14:creationId xmlns:p14="http://schemas.microsoft.com/office/powerpoint/2010/main" val="1647879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D2BF470-3454-3E99-7C19-6938BF28279A}"/>
              </a:ext>
            </a:extLst>
          </p:cNvPr>
          <p:cNvSpPr>
            <a:spLocks noGrp="1"/>
          </p:cNvSpPr>
          <p:nvPr>
            <p:ph type="subTitle" idx="13"/>
          </p:nvPr>
        </p:nvSpPr>
        <p:spPr>
          <a:xfrm>
            <a:off x="539749" y="286056"/>
            <a:ext cx="12384088" cy="246221"/>
          </a:xfrm>
        </p:spPr>
        <p:txBody>
          <a:bodyPr/>
          <a:lstStyle/>
          <a:p>
            <a:r>
              <a:rPr lang="en-GB"/>
              <a:t>Subheading</a:t>
            </a:r>
          </a:p>
        </p:txBody>
      </p:sp>
      <p:sp>
        <p:nvSpPr>
          <p:cNvPr id="3" name="Title 2">
            <a:extLst>
              <a:ext uri="{FF2B5EF4-FFF2-40B4-BE49-F238E27FC236}">
                <a16:creationId xmlns:a16="http://schemas.microsoft.com/office/drawing/2014/main" id="{5EE8F7DA-DFB8-1E68-1357-D8BCD590D54C}"/>
              </a:ext>
            </a:extLst>
          </p:cNvPr>
          <p:cNvSpPr>
            <a:spLocks noGrp="1"/>
          </p:cNvSpPr>
          <p:nvPr>
            <p:ph type="title"/>
          </p:nvPr>
        </p:nvSpPr>
        <p:spPr>
          <a:xfrm>
            <a:off x="539750" y="540000"/>
            <a:ext cx="12384088" cy="543914"/>
          </a:xfrm>
        </p:spPr>
        <p:txBody>
          <a:bodyPr/>
          <a:lstStyle/>
          <a:p>
            <a:r>
              <a:rPr lang="en-GB"/>
              <a:t>Timeline</a:t>
            </a:r>
          </a:p>
        </p:txBody>
      </p:sp>
      <p:sp>
        <p:nvSpPr>
          <p:cNvPr id="5" name="Text Placeholder 5">
            <a:extLst>
              <a:ext uri="{FF2B5EF4-FFF2-40B4-BE49-F238E27FC236}">
                <a16:creationId xmlns:a16="http://schemas.microsoft.com/office/drawing/2014/main" id="{CAC9BE37-E669-774D-01D9-F26C11C6F0E9}"/>
              </a:ext>
            </a:extLst>
          </p:cNvPr>
          <p:cNvSpPr txBox="1">
            <a:spLocks/>
          </p:cNvSpPr>
          <p:nvPr/>
        </p:nvSpPr>
        <p:spPr>
          <a:xfrm>
            <a:off x="538161" y="1808463"/>
            <a:ext cx="2887835" cy="4685111"/>
          </a:xfrm>
          <a:prstGeom prst="rect">
            <a:avLst/>
          </a:prstGeom>
          <a:solidFill>
            <a:srgbClr val="FDEFED"/>
          </a:solidFill>
        </p:spPr>
        <p:txBody>
          <a:bodyPr wrap="square" lIns="72000" tIns="72000" rIns="72000" bIns="7200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solidFill>
                  <a:srgbClr val="E76151"/>
                </a:solidFill>
              </a:rPr>
              <a:t>Lorem ipsum </a:t>
            </a:r>
            <a:r>
              <a:rPr lang="en-GB" dirty="0" err="1">
                <a:solidFill>
                  <a:srgbClr val="E76151"/>
                </a:solidFill>
              </a:rPr>
              <a:t>dolor</a:t>
            </a:r>
            <a:r>
              <a:rPr lang="en-GB" dirty="0">
                <a:solidFill>
                  <a:srgbClr val="E76151"/>
                </a:solidFill>
              </a:rPr>
              <a:t> sit </a:t>
            </a:r>
            <a:r>
              <a:rPr lang="en-GB" dirty="0" err="1">
                <a:solidFill>
                  <a:srgbClr val="E76151"/>
                </a:solidFill>
              </a:rPr>
              <a:t>amet</a:t>
            </a:r>
            <a:r>
              <a:rPr lang="en-GB" dirty="0">
                <a:solidFill>
                  <a:srgbClr val="E76151"/>
                </a:solidFill>
              </a:rPr>
              <a:t>, </a:t>
            </a:r>
            <a:r>
              <a:rPr lang="en-GB" dirty="0" err="1">
                <a:solidFill>
                  <a:srgbClr val="E76151"/>
                </a:solidFill>
              </a:rPr>
              <a:t>adipiscing</a:t>
            </a:r>
            <a:r>
              <a:rPr lang="en-GB" dirty="0">
                <a:solidFill>
                  <a:srgbClr val="E76151"/>
                </a:solidFill>
              </a:rPr>
              <a:t> </a:t>
            </a:r>
            <a:r>
              <a:rPr lang="en-GB" dirty="0" err="1">
                <a:solidFill>
                  <a:srgbClr val="E76151"/>
                </a:solidFill>
              </a:rPr>
              <a:t>elit</a:t>
            </a:r>
            <a:r>
              <a:rPr lang="en-GB" dirty="0">
                <a:solidFill>
                  <a:srgbClr val="E76151"/>
                </a:solidFill>
              </a:rPr>
              <a:t> </a:t>
            </a:r>
            <a:r>
              <a:rPr lang="en-GB" dirty="0" err="1">
                <a:solidFill>
                  <a:srgbClr val="E76151"/>
                </a:solidFill>
              </a:rPr>
              <a:t>dolor</a:t>
            </a:r>
            <a:endParaRPr lang="en-GB" dirty="0">
              <a:solidFill>
                <a:srgbClr val="E76151"/>
              </a:solidFill>
            </a:endParaRPr>
          </a:p>
          <a:p>
            <a:pPr lvl="1"/>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r>
              <a:rPr lang="en-GB" dirty="0"/>
              <a:t>. Maecenas </a:t>
            </a:r>
            <a:r>
              <a:rPr lang="en-GB" dirty="0" err="1"/>
              <a:t>ultricies</a:t>
            </a:r>
            <a:r>
              <a:rPr lang="en-GB" dirty="0"/>
              <a:t> a libero vitae </a:t>
            </a:r>
            <a:r>
              <a:rPr lang="en-GB" dirty="0" err="1"/>
              <a:t>suscipit</a:t>
            </a:r>
            <a:r>
              <a:rPr lang="en-GB" dirty="0"/>
              <a:t>. </a:t>
            </a:r>
          </a:p>
          <a:p>
            <a:pPr lvl="2"/>
            <a:r>
              <a:rPr lang="en-GB" dirty="0" err="1"/>
              <a:t>Pellentesque</a:t>
            </a:r>
            <a:r>
              <a:rPr lang="en-GB" dirty="0"/>
              <a:t> habitant </a:t>
            </a:r>
            <a:r>
              <a:rPr lang="en-GB" dirty="0" err="1"/>
              <a:t>tristique</a:t>
            </a:r>
            <a:r>
              <a:rPr lang="en-GB" dirty="0"/>
              <a:t> </a:t>
            </a:r>
            <a:r>
              <a:rPr lang="en-GB" dirty="0" err="1"/>
              <a:t>senectus</a:t>
            </a:r>
            <a:r>
              <a:rPr lang="en-GB" dirty="0"/>
              <a:t> et </a:t>
            </a:r>
            <a:r>
              <a:rPr lang="en-GB" dirty="0" err="1"/>
              <a:t>et</a:t>
            </a:r>
            <a:r>
              <a:rPr lang="en-GB" dirty="0"/>
              <a:t> </a:t>
            </a:r>
            <a:r>
              <a:rPr lang="en-GB" dirty="0" err="1"/>
              <a:t>malesuada</a:t>
            </a:r>
            <a:r>
              <a:rPr lang="en-GB" dirty="0"/>
              <a:t> fames ac </a:t>
            </a:r>
            <a:r>
              <a:rPr lang="en-GB" dirty="0" err="1"/>
              <a:t>turpis</a:t>
            </a:r>
            <a:r>
              <a:rPr lang="en-GB" dirty="0"/>
              <a:t> </a:t>
            </a:r>
            <a:r>
              <a:rPr lang="en-GB" dirty="0" err="1"/>
              <a:t>egestante</a:t>
            </a:r>
            <a:r>
              <a:rPr lang="en-GB" dirty="0"/>
              <a:t> </a:t>
            </a:r>
            <a:r>
              <a:rPr lang="en-GB" dirty="0" err="1"/>
              <a:t>sed</a:t>
            </a:r>
            <a:r>
              <a:rPr lang="en-GB" dirty="0"/>
              <a:t> libero pharetra, non </a:t>
            </a:r>
            <a:r>
              <a:rPr lang="en-GB" dirty="0" err="1"/>
              <a:t>eu</a:t>
            </a:r>
            <a:r>
              <a:rPr lang="en-GB" dirty="0"/>
              <a:t>. in </a:t>
            </a:r>
            <a:r>
              <a:rPr lang="en-GB" dirty="0" err="1"/>
              <a:t>elit</a:t>
            </a:r>
            <a:r>
              <a:rPr lang="en-GB" dirty="0"/>
              <a:t> </a:t>
            </a:r>
            <a:r>
              <a:rPr lang="en-GB" dirty="0" err="1"/>
              <a:t>mauris</a:t>
            </a:r>
            <a:r>
              <a:rPr lang="en-GB" dirty="0"/>
              <a:t>. </a:t>
            </a:r>
            <a:r>
              <a:rPr lang="en-GB" dirty="0" err="1"/>
              <a:t>Pellentesque</a:t>
            </a:r>
            <a:r>
              <a:rPr lang="en-GB" dirty="0"/>
              <a:t> </a:t>
            </a:r>
            <a:r>
              <a:rPr lang="en-GB" dirty="0" err="1"/>
              <a:t>eu</a:t>
            </a:r>
            <a:r>
              <a:rPr lang="en-GB" dirty="0"/>
              <a:t> </a:t>
            </a:r>
            <a:r>
              <a:rPr lang="en-GB" dirty="0" err="1"/>
              <a:t>tellus</a:t>
            </a:r>
            <a:r>
              <a:rPr lang="en-GB" dirty="0"/>
              <a:t> et eros </a:t>
            </a:r>
            <a:r>
              <a:rPr lang="en-GB" dirty="0" err="1"/>
              <a:t>posuere</a:t>
            </a:r>
            <a:r>
              <a:rPr lang="en-GB" dirty="0"/>
              <a:t> </a:t>
            </a:r>
            <a:r>
              <a:rPr lang="en-GB" dirty="0" err="1"/>
              <a:t>ultrices</a:t>
            </a:r>
            <a:r>
              <a:rPr lang="en-GB" dirty="0"/>
              <a:t> at </a:t>
            </a:r>
            <a:r>
              <a:rPr lang="en-GB" dirty="0" err="1"/>
              <a:t>ut</a:t>
            </a:r>
            <a:r>
              <a:rPr lang="en-GB" dirty="0"/>
              <a:t> </a:t>
            </a:r>
            <a:r>
              <a:rPr lang="en-GB" dirty="0" err="1"/>
              <a:t>tellus</a:t>
            </a:r>
            <a:r>
              <a:rPr lang="en-GB" dirty="0"/>
              <a:t>. Donec </a:t>
            </a:r>
            <a:r>
              <a:rPr lang="en-GB" dirty="0" err="1"/>
              <a:t>ullamcorper</a:t>
            </a:r>
            <a:r>
              <a:rPr lang="en-GB" dirty="0"/>
              <a:t> </a:t>
            </a:r>
            <a:r>
              <a:rPr lang="en-GB" dirty="0" err="1"/>
              <a:t>mollis</a:t>
            </a:r>
            <a:r>
              <a:rPr lang="en-GB" dirty="0"/>
              <a:t> </a:t>
            </a:r>
            <a:r>
              <a:rPr lang="en-GB" dirty="0" err="1"/>
              <a:t>velit</a:t>
            </a:r>
            <a:r>
              <a:rPr lang="en-GB" dirty="0"/>
              <a:t> sit.</a:t>
            </a:r>
          </a:p>
          <a:p>
            <a:pPr lvl="3"/>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p>
          <a:p>
            <a:pPr lvl="3"/>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a:t>
            </a:r>
          </a:p>
          <a:p>
            <a:pPr lvl="3"/>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a:t>
            </a:r>
          </a:p>
        </p:txBody>
      </p:sp>
      <p:cxnSp>
        <p:nvCxnSpPr>
          <p:cNvPr id="13" name="Straight Connector 12">
            <a:extLst>
              <a:ext uri="{FF2B5EF4-FFF2-40B4-BE49-F238E27FC236}">
                <a16:creationId xmlns:a16="http://schemas.microsoft.com/office/drawing/2014/main" id="{21156310-EE84-1363-72D5-DB383EFE81BD}"/>
              </a:ext>
            </a:extLst>
          </p:cNvPr>
          <p:cNvCxnSpPr/>
          <p:nvPr/>
        </p:nvCxnSpPr>
        <p:spPr bwMode="auto">
          <a:xfrm>
            <a:off x="3725784" y="5320721"/>
            <a:ext cx="9084683" cy="0"/>
          </a:xfrm>
          <a:prstGeom prst="line">
            <a:avLst/>
          </a:prstGeom>
          <a:ln w="19050">
            <a:solidFill>
              <a:schemeClr val="tx2"/>
            </a:solidFill>
            <a:headEnd type="oval"/>
            <a:tailEnd type="oval" w="lg" len="lg"/>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323D539C-A731-7442-6C98-3F2296CF0E8F}"/>
              </a:ext>
            </a:extLst>
          </p:cNvPr>
          <p:cNvGrpSpPr/>
          <p:nvPr/>
        </p:nvGrpSpPr>
        <p:grpSpPr>
          <a:xfrm>
            <a:off x="4115255" y="3217602"/>
            <a:ext cx="1772983" cy="2873366"/>
            <a:chOff x="4115255" y="3217602"/>
            <a:chExt cx="1772983" cy="2873366"/>
          </a:xfrm>
        </p:grpSpPr>
        <p:sp>
          <p:nvSpPr>
            <p:cNvPr id="12" name="Content Placeholder 5">
              <a:extLst>
                <a:ext uri="{FF2B5EF4-FFF2-40B4-BE49-F238E27FC236}">
                  <a16:creationId xmlns:a16="http://schemas.microsoft.com/office/drawing/2014/main" id="{50D6AABE-2D41-3B8E-0CE0-32761B268DC7}"/>
                </a:ext>
              </a:extLst>
            </p:cNvPr>
            <p:cNvSpPr txBox="1">
              <a:spLocks/>
            </p:cNvSpPr>
            <p:nvPr/>
          </p:nvSpPr>
          <p:spPr>
            <a:xfrm>
              <a:off x="4433685" y="3217602"/>
              <a:ext cx="1454553" cy="1105408"/>
            </a:xfrm>
            <a:prstGeom prst="rect">
              <a:avLst/>
            </a:prstGeom>
          </p:spPr>
          <p:txBody>
            <a:bodyPr lIns="7200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200" dirty="0">
                  <a:solidFill>
                    <a:srgbClr val="E76151"/>
                  </a:solidFill>
                  <a:latin typeface="+mj-lt"/>
                </a:rPr>
                <a:t>Title goes here</a:t>
              </a:r>
            </a:p>
            <a:p>
              <a:pPr lvl="1"/>
              <a:r>
                <a:rPr lang="fr-FR" sz="1200" dirty="0">
                  <a:latin typeface="+mn-lt"/>
                </a:rPr>
                <a:t>Lorem ipsum </a:t>
              </a:r>
              <a:r>
                <a:rPr lang="fr-FR" sz="1200" dirty="0" err="1">
                  <a:latin typeface="+mn-lt"/>
                </a:rPr>
                <a:t>dolor</a:t>
              </a:r>
              <a:r>
                <a:rPr lang="fr-FR" sz="1200" dirty="0">
                  <a:latin typeface="+mn-lt"/>
                </a:rPr>
                <a:t> </a:t>
              </a:r>
              <a:r>
                <a:rPr lang="fr-FR" sz="1200" dirty="0" err="1">
                  <a:latin typeface="+mn-lt"/>
                </a:rPr>
                <a:t>sit</a:t>
              </a:r>
              <a:r>
                <a:rPr lang="fr-FR" sz="1200" dirty="0">
                  <a:latin typeface="+mn-lt"/>
                </a:rPr>
                <a:t> </a:t>
              </a:r>
              <a:r>
                <a:rPr lang="fr-FR" sz="1200" dirty="0" err="1">
                  <a:latin typeface="+mn-lt"/>
                </a:rPr>
                <a:t>amet</a:t>
              </a:r>
              <a:r>
                <a:rPr lang="fr-FR" sz="1200" dirty="0">
                  <a:latin typeface="+mn-lt"/>
                </a:rPr>
                <a:t>, pro ut </a:t>
              </a:r>
              <a:r>
                <a:rPr lang="fr-FR" sz="1200" dirty="0" err="1">
                  <a:latin typeface="+mn-lt"/>
                </a:rPr>
                <a:t>omnesque</a:t>
              </a:r>
              <a:r>
                <a:rPr lang="fr-FR" sz="1200" dirty="0">
                  <a:latin typeface="+mn-lt"/>
                </a:rPr>
                <a:t> </a:t>
              </a:r>
              <a:r>
                <a:rPr lang="fr-FR" sz="1200" dirty="0" err="1">
                  <a:latin typeface="+mn-lt"/>
                </a:rPr>
                <a:t>detraxit</a:t>
              </a:r>
              <a:r>
                <a:rPr lang="fr-FR" sz="1200" dirty="0">
                  <a:latin typeface="+mn-lt"/>
                </a:rPr>
                <a:t>, eu </a:t>
              </a:r>
              <a:r>
                <a:rPr lang="fr-FR" sz="1200" dirty="0" err="1">
                  <a:latin typeface="+mn-lt"/>
                </a:rPr>
                <a:t>affert</a:t>
              </a:r>
              <a:r>
                <a:rPr lang="fr-FR" sz="1200" dirty="0">
                  <a:latin typeface="+mn-lt"/>
                </a:rPr>
                <a:t> </a:t>
              </a:r>
              <a:r>
                <a:rPr lang="fr-FR" sz="1200" dirty="0" err="1">
                  <a:latin typeface="+mn-lt"/>
                </a:rPr>
                <a:t>euripidis</a:t>
              </a:r>
              <a:r>
                <a:rPr lang="fr-FR" sz="1200" dirty="0">
                  <a:latin typeface="+mn-lt"/>
                </a:rPr>
                <a:t> </a:t>
              </a:r>
              <a:r>
                <a:rPr lang="fr-FR" sz="1200" dirty="0" err="1">
                  <a:latin typeface="+mn-lt"/>
                </a:rPr>
                <a:t>prodesset</a:t>
              </a:r>
              <a:r>
                <a:rPr lang="fr-FR" sz="1200" dirty="0">
                  <a:latin typeface="+mn-lt"/>
                </a:rPr>
                <a:t> per. Quo in dictas </a:t>
              </a:r>
              <a:r>
                <a:rPr lang="fr-FR" sz="1200" dirty="0" err="1">
                  <a:latin typeface="+mn-lt"/>
                </a:rPr>
                <a:t>facilisi</a:t>
              </a:r>
              <a:r>
                <a:rPr lang="fr-FR" sz="1200" dirty="0">
                  <a:latin typeface="+mn-lt"/>
                </a:rPr>
                <a:t>.</a:t>
              </a:r>
            </a:p>
          </p:txBody>
        </p:sp>
        <p:sp>
          <p:nvSpPr>
            <p:cNvPr id="14" name="Rectangle 13">
              <a:extLst>
                <a:ext uri="{FF2B5EF4-FFF2-40B4-BE49-F238E27FC236}">
                  <a16:creationId xmlns:a16="http://schemas.microsoft.com/office/drawing/2014/main" id="{01A3AD80-BF11-1435-97C3-310038FEE457}"/>
                </a:ext>
              </a:extLst>
            </p:cNvPr>
            <p:cNvSpPr/>
            <p:nvPr/>
          </p:nvSpPr>
          <p:spPr bwMode="auto">
            <a:xfrm>
              <a:off x="4115255" y="5787322"/>
              <a:ext cx="636860" cy="303646"/>
            </a:xfrm>
            <a:prstGeom prst="rect">
              <a:avLst/>
            </a:prstGeom>
            <a:noFill/>
            <a:ln w="63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a:ln>
                    <a:noFill/>
                  </a:ln>
                  <a:solidFill>
                    <a:schemeClr val="accent1"/>
                  </a:solidFill>
                  <a:effectLst/>
                  <a:uLnTx/>
                  <a:uFillTx/>
                  <a:ea typeface="ＭＳ Ｐゴシック" pitchFamily="108" charset="-128"/>
                </a:rPr>
                <a:t>2015</a:t>
              </a:r>
            </a:p>
          </p:txBody>
        </p:sp>
        <p:cxnSp>
          <p:nvCxnSpPr>
            <p:cNvPr id="15" name="Straight Connector 14">
              <a:extLst>
                <a:ext uri="{FF2B5EF4-FFF2-40B4-BE49-F238E27FC236}">
                  <a16:creationId xmlns:a16="http://schemas.microsoft.com/office/drawing/2014/main" id="{E3C16036-7D1D-5AB0-5518-061F64E5FDC7}"/>
                </a:ext>
              </a:extLst>
            </p:cNvPr>
            <p:cNvCxnSpPr>
              <a:cxnSpLocks/>
            </p:cNvCxnSpPr>
            <p:nvPr/>
          </p:nvCxnSpPr>
          <p:spPr bwMode="auto">
            <a:xfrm>
              <a:off x="4433686" y="3770307"/>
              <a:ext cx="0" cy="1928301"/>
            </a:xfrm>
            <a:prstGeom prst="line">
              <a:avLst/>
            </a:prstGeom>
            <a:solidFill>
              <a:schemeClr val="accent1"/>
            </a:solidFill>
            <a:ln w="9525" cap="flat" cmpd="sng" algn="ctr">
              <a:solidFill>
                <a:schemeClr val="accent6"/>
              </a:solidFill>
              <a:prstDash val="dash"/>
              <a:round/>
              <a:headEnd type="oval" w="med" len="med"/>
              <a:tailEnd type="oval" w="med" len="med"/>
            </a:ln>
            <a:effectLst/>
          </p:spPr>
        </p:cxnSp>
        <p:sp>
          <p:nvSpPr>
            <p:cNvPr id="16" name="Oval 15">
              <a:extLst>
                <a:ext uri="{FF2B5EF4-FFF2-40B4-BE49-F238E27FC236}">
                  <a16:creationId xmlns:a16="http://schemas.microsoft.com/office/drawing/2014/main" id="{211C4998-84ED-EC9C-0FFF-E8BBEDCCD377}"/>
                </a:ext>
              </a:extLst>
            </p:cNvPr>
            <p:cNvSpPr/>
            <p:nvPr/>
          </p:nvSpPr>
          <p:spPr bwMode="auto">
            <a:xfrm>
              <a:off x="4337381" y="5215455"/>
              <a:ext cx="192608" cy="192608"/>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000000"/>
                </a:solidFill>
                <a:effectLst/>
                <a:uLnTx/>
                <a:uFillTx/>
                <a:ea typeface="ＭＳ Ｐゴシック" pitchFamily="108" charset="-128"/>
              </a:endParaRPr>
            </a:p>
          </p:txBody>
        </p:sp>
      </p:grpSp>
      <p:grpSp>
        <p:nvGrpSpPr>
          <p:cNvPr id="60" name="Group 59">
            <a:extLst>
              <a:ext uri="{FF2B5EF4-FFF2-40B4-BE49-F238E27FC236}">
                <a16:creationId xmlns:a16="http://schemas.microsoft.com/office/drawing/2014/main" id="{78CC3023-D81A-7D84-559E-82BA0628E681}"/>
              </a:ext>
            </a:extLst>
          </p:cNvPr>
          <p:cNvGrpSpPr/>
          <p:nvPr/>
        </p:nvGrpSpPr>
        <p:grpSpPr>
          <a:xfrm>
            <a:off x="7600445" y="3217602"/>
            <a:ext cx="1772982" cy="2873366"/>
            <a:chOff x="7024370" y="3217602"/>
            <a:chExt cx="1772982" cy="2873366"/>
          </a:xfrm>
        </p:grpSpPr>
        <p:sp>
          <p:nvSpPr>
            <p:cNvPr id="6" name="Content Placeholder 5">
              <a:extLst>
                <a:ext uri="{FF2B5EF4-FFF2-40B4-BE49-F238E27FC236}">
                  <a16:creationId xmlns:a16="http://schemas.microsoft.com/office/drawing/2014/main" id="{A14FE6CC-1678-F624-443B-919C2B4BB2E5}"/>
                </a:ext>
              </a:extLst>
            </p:cNvPr>
            <p:cNvSpPr txBox="1">
              <a:spLocks/>
            </p:cNvSpPr>
            <p:nvPr/>
          </p:nvSpPr>
          <p:spPr>
            <a:xfrm>
              <a:off x="7342799" y="3217602"/>
              <a:ext cx="1454553" cy="1105408"/>
            </a:xfrm>
            <a:prstGeom prst="rect">
              <a:avLst/>
            </a:prstGeom>
          </p:spPr>
          <p:txBody>
            <a:bodyPr lIns="7200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200">
                  <a:solidFill>
                    <a:srgbClr val="E76151"/>
                  </a:solidFill>
                  <a:latin typeface="+mj-lt"/>
                </a:rPr>
                <a:t>Title goes here</a:t>
              </a:r>
            </a:p>
            <a:p>
              <a:pPr lvl="1"/>
              <a:r>
                <a:rPr lang="fr-FR" sz="1200">
                  <a:latin typeface="+mn-lt"/>
                </a:rPr>
                <a:t>Lorem ipsum </a:t>
              </a:r>
              <a:r>
                <a:rPr lang="fr-FR" sz="1200" err="1">
                  <a:latin typeface="+mn-lt"/>
                </a:rPr>
                <a:t>dolor</a:t>
              </a:r>
              <a:r>
                <a:rPr lang="fr-FR" sz="1200">
                  <a:latin typeface="+mn-lt"/>
                </a:rPr>
                <a:t> </a:t>
              </a:r>
              <a:r>
                <a:rPr lang="fr-FR" sz="1200" err="1">
                  <a:latin typeface="+mn-lt"/>
                </a:rPr>
                <a:t>sit</a:t>
              </a:r>
              <a:r>
                <a:rPr lang="fr-FR" sz="1200">
                  <a:latin typeface="+mn-lt"/>
                </a:rPr>
                <a:t> </a:t>
              </a:r>
              <a:r>
                <a:rPr lang="fr-FR" sz="1200" err="1">
                  <a:latin typeface="+mn-lt"/>
                </a:rPr>
                <a:t>amet</a:t>
              </a:r>
              <a:r>
                <a:rPr lang="fr-FR" sz="1200">
                  <a:latin typeface="+mn-lt"/>
                </a:rPr>
                <a:t>, pro ut </a:t>
              </a:r>
              <a:r>
                <a:rPr lang="fr-FR" sz="1200" err="1">
                  <a:latin typeface="+mn-lt"/>
                </a:rPr>
                <a:t>omnesque</a:t>
              </a:r>
              <a:r>
                <a:rPr lang="fr-FR" sz="1200">
                  <a:latin typeface="+mn-lt"/>
                </a:rPr>
                <a:t> </a:t>
              </a:r>
              <a:r>
                <a:rPr lang="fr-FR" sz="1200" err="1">
                  <a:latin typeface="+mn-lt"/>
                </a:rPr>
                <a:t>detraxit</a:t>
              </a:r>
              <a:r>
                <a:rPr lang="fr-FR" sz="1200">
                  <a:latin typeface="+mn-lt"/>
                </a:rPr>
                <a:t>, eu </a:t>
              </a:r>
              <a:r>
                <a:rPr lang="fr-FR" sz="1200" err="1">
                  <a:latin typeface="+mn-lt"/>
                </a:rPr>
                <a:t>affert</a:t>
              </a:r>
              <a:r>
                <a:rPr lang="fr-FR" sz="1200">
                  <a:latin typeface="+mn-lt"/>
                </a:rPr>
                <a:t> </a:t>
              </a:r>
              <a:r>
                <a:rPr lang="fr-FR" sz="1200" err="1">
                  <a:latin typeface="+mn-lt"/>
                </a:rPr>
                <a:t>euripidis</a:t>
              </a:r>
              <a:r>
                <a:rPr lang="fr-FR" sz="1200">
                  <a:latin typeface="+mn-lt"/>
                </a:rPr>
                <a:t> </a:t>
              </a:r>
              <a:r>
                <a:rPr lang="fr-FR" sz="1200" err="1">
                  <a:latin typeface="+mn-lt"/>
                </a:rPr>
                <a:t>prodesset</a:t>
              </a:r>
              <a:r>
                <a:rPr lang="fr-FR" sz="1200">
                  <a:latin typeface="+mn-lt"/>
                </a:rPr>
                <a:t> per. Quo in dictas </a:t>
              </a:r>
              <a:r>
                <a:rPr lang="fr-FR" sz="1200" err="1">
                  <a:latin typeface="+mn-lt"/>
                </a:rPr>
                <a:t>facilisi</a:t>
              </a:r>
              <a:r>
                <a:rPr lang="fr-FR" sz="1200">
                  <a:latin typeface="+mn-lt"/>
                </a:rPr>
                <a:t>.</a:t>
              </a:r>
            </a:p>
          </p:txBody>
        </p:sp>
        <p:sp>
          <p:nvSpPr>
            <p:cNvPr id="20" name="Rectangle 19">
              <a:extLst>
                <a:ext uri="{FF2B5EF4-FFF2-40B4-BE49-F238E27FC236}">
                  <a16:creationId xmlns:a16="http://schemas.microsoft.com/office/drawing/2014/main" id="{35F533F0-1724-4F1F-ACF5-E1100ADB006C}"/>
                </a:ext>
              </a:extLst>
            </p:cNvPr>
            <p:cNvSpPr/>
            <p:nvPr/>
          </p:nvSpPr>
          <p:spPr bwMode="auto">
            <a:xfrm>
              <a:off x="7024370" y="5787322"/>
              <a:ext cx="636860" cy="303646"/>
            </a:xfrm>
            <a:prstGeom prst="rect">
              <a:avLst/>
            </a:prstGeom>
            <a:noFill/>
            <a:ln w="63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a:ln>
                    <a:noFill/>
                  </a:ln>
                  <a:solidFill>
                    <a:schemeClr val="accent1"/>
                  </a:solidFill>
                  <a:effectLst/>
                  <a:uLnTx/>
                  <a:uFillTx/>
                  <a:ea typeface="ＭＳ Ｐゴシック" pitchFamily="108" charset="-128"/>
                </a:rPr>
                <a:t>2017</a:t>
              </a:r>
            </a:p>
          </p:txBody>
        </p:sp>
        <p:cxnSp>
          <p:nvCxnSpPr>
            <p:cNvPr id="21" name="Straight Connector 20">
              <a:extLst>
                <a:ext uri="{FF2B5EF4-FFF2-40B4-BE49-F238E27FC236}">
                  <a16:creationId xmlns:a16="http://schemas.microsoft.com/office/drawing/2014/main" id="{9F5B3BF1-E5CE-4055-3B41-691DE9B634EB}"/>
                </a:ext>
              </a:extLst>
            </p:cNvPr>
            <p:cNvCxnSpPr>
              <a:cxnSpLocks/>
            </p:cNvCxnSpPr>
            <p:nvPr/>
          </p:nvCxnSpPr>
          <p:spPr bwMode="auto">
            <a:xfrm>
              <a:off x="7342800" y="3681593"/>
              <a:ext cx="0" cy="2017016"/>
            </a:xfrm>
            <a:prstGeom prst="line">
              <a:avLst/>
            </a:prstGeom>
            <a:solidFill>
              <a:schemeClr val="accent1"/>
            </a:solidFill>
            <a:ln w="9525" cap="flat" cmpd="sng" algn="ctr">
              <a:solidFill>
                <a:schemeClr val="accent6"/>
              </a:solidFill>
              <a:prstDash val="dash"/>
              <a:round/>
              <a:headEnd type="oval" w="med" len="med"/>
              <a:tailEnd type="oval" w="med" len="med"/>
            </a:ln>
            <a:effectLst/>
          </p:spPr>
        </p:cxnSp>
        <p:sp>
          <p:nvSpPr>
            <p:cNvPr id="22" name="Oval 21">
              <a:extLst>
                <a:ext uri="{FF2B5EF4-FFF2-40B4-BE49-F238E27FC236}">
                  <a16:creationId xmlns:a16="http://schemas.microsoft.com/office/drawing/2014/main" id="{5915B604-4EE2-2333-04F8-AE9D7D0C55B8}"/>
                </a:ext>
              </a:extLst>
            </p:cNvPr>
            <p:cNvSpPr/>
            <p:nvPr/>
          </p:nvSpPr>
          <p:spPr bwMode="auto">
            <a:xfrm>
              <a:off x="7246495" y="5215455"/>
              <a:ext cx="192608" cy="192608"/>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000000"/>
                </a:solidFill>
                <a:effectLst/>
                <a:uLnTx/>
                <a:uFillTx/>
                <a:ea typeface="ＭＳ Ｐゴシック" pitchFamily="108" charset="-128"/>
              </a:endParaRPr>
            </a:p>
          </p:txBody>
        </p:sp>
      </p:grpSp>
      <p:grpSp>
        <p:nvGrpSpPr>
          <p:cNvPr id="59" name="Group 58">
            <a:extLst>
              <a:ext uri="{FF2B5EF4-FFF2-40B4-BE49-F238E27FC236}">
                <a16:creationId xmlns:a16="http://schemas.microsoft.com/office/drawing/2014/main" id="{9265FFFD-F324-B2D8-787F-7113E2107C10}"/>
              </a:ext>
            </a:extLst>
          </p:cNvPr>
          <p:cNvGrpSpPr/>
          <p:nvPr/>
        </p:nvGrpSpPr>
        <p:grpSpPr>
          <a:xfrm>
            <a:off x="9343039" y="2049147"/>
            <a:ext cx="1772982" cy="4041821"/>
            <a:chOff x="8478928" y="2049147"/>
            <a:chExt cx="1772982" cy="4041821"/>
          </a:xfrm>
        </p:grpSpPr>
        <p:sp>
          <p:nvSpPr>
            <p:cNvPr id="7" name="Content Placeholder 5">
              <a:extLst>
                <a:ext uri="{FF2B5EF4-FFF2-40B4-BE49-F238E27FC236}">
                  <a16:creationId xmlns:a16="http://schemas.microsoft.com/office/drawing/2014/main" id="{166B836B-4FC8-1E86-9B6C-BEE58A61B8A9}"/>
                </a:ext>
              </a:extLst>
            </p:cNvPr>
            <p:cNvSpPr txBox="1">
              <a:spLocks/>
            </p:cNvSpPr>
            <p:nvPr/>
          </p:nvSpPr>
          <p:spPr>
            <a:xfrm>
              <a:off x="8797357" y="2049147"/>
              <a:ext cx="1454553" cy="1105408"/>
            </a:xfrm>
            <a:prstGeom prst="rect">
              <a:avLst/>
            </a:prstGeom>
          </p:spPr>
          <p:txBody>
            <a:bodyPr lIns="7200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200">
                  <a:solidFill>
                    <a:srgbClr val="E76151"/>
                  </a:solidFill>
                  <a:latin typeface="+mj-lt"/>
                </a:rPr>
                <a:t>Title goes here</a:t>
              </a:r>
            </a:p>
            <a:p>
              <a:pPr lvl="1"/>
              <a:r>
                <a:rPr lang="fr-FR" sz="1200">
                  <a:latin typeface="+mn-lt"/>
                </a:rPr>
                <a:t>Lorem ipsum </a:t>
              </a:r>
              <a:r>
                <a:rPr lang="fr-FR" sz="1200" err="1">
                  <a:latin typeface="+mn-lt"/>
                </a:rPr>
                <a:t>dolor</a:t>
              </a:r>
              <a:r>
                <a:rPr lang="fr-FR" sz="1200">
                  <a:latin typeface="+mn-lt"/>
                </a:rPr>
                <a:t> </a:t>
              </a:r>
              <a:r>
                <a:rPr lang="fr-FR" sz="1200" err="1">
                  <a:latin typeface="+mn-lt"/>
                </a:rPr>
                <a:t>sit</a:t>
              </a:r>
              <a:r>
                <a:rPr lang="fr-FR" sz="1200">
                  <a:latin typeface="+mn-lt"/>
                </a:rPr>
                <a:t> </a:t>
              </a:r>
              <a:r>
                <a:rPr lang="fr-FR" sz="1200" err="1">
                  <a:latin typeface="+mn-lt"/>
                </a:rPr>
                <a:t>amet</a:t>
              </a:r>
              <a:r>
                <a:rPr lang="fr-FR" sz="1200">
                  <a:latin typeface="+mn-lt"/>
                </a:rPr>
                <a:t>, pro ut </a:t>
              </a:r>
              <a:r>
                <a:rPr lang="fr-FR" sz="1200" err="1">
                  <a:latin typeface="+mn-lt"/>
                </a:rPr>
                <a:t>omnesque</a:t>
              </a:r>
              <a:r>
                <a:rPr lang="fr-FR" sz="1200">
                  <a:latin typeface="+mn-lt"/>
                </a:rPr>
                <a:t> </a:t>
              </a:r>
              <a:r>
                <a:rPr lang="fr-FR" sz="1200" err="1">
                  <a:latin typeface="+mn-lt"/>
                </a:rPr>
                <a:t>detraxit</a:t>
              </a:r>
              <a:r>
                <a:rPr lang="fr-FR" sz="1200">
                  <a:latin typeface="+mn-lt"/>
                </a:rPr>
                <a:t>, eu </a:t>
              </a:r>
              <a:r>
                <a:rPr lang="fr-FR" sz="1200" err="1">
                  <a:latin typeface="+mn-lt"/>
                </a:rPr>
                <a:t>affert</a:t>
              </a:r>
              <a:r>
                <a:rPr lang="fr-FR" sz="1200">
                  <a:latin typeface="+mn-lt"/>
                </a:rPr>
                <a:t> </a:t>
              </a:r>
              <a:r>
                <a:rPr lang="fr-FR" sz="1200" err="1">
                  <a:latin typeface="+mn-lt"/>
                </a:rPr>
                <a:t>euripidis</a:t>
              </a:r>
              <a:r>
                <a:rPr lang="fr-FR" sz="1200">
                  <a:latin typeface="+mn-lt"/>
                </a:rPr>
                <a:t> </a:t>
              </a:r>
              <a:r>
                <a:rPr lang="fr-FR" sz="1200" err="1">
                  <a:latin typeface="+mn-lt"/>
                </a:rPr>
                <a:t>prodesset</a:t>
              </a:r>
              <a:r>
                <a:rPr lang="fr-FR" sz="1200">
                  <a:latin typeface="+mn-lt"/>
                </a:rPr>
                <a:t> per. Quo in dictas </a:t>
              </a:r>
              <a:r>
                <a:rPr lang="fr-FR" sz="1200" err="1">
                  <a:latin typeface="+mn-lt"/>
                </a:rPr>
                <a:t>facilisi</a:t>
              </a:r>
              <a:r>
                <a:rPr lang="fr-FR" sz="1200">
                  <a:latin typeface="+mn-lt"/>
                </a:rPr>
                <a:t>.</a:t>
              </a:r>
            </a:p>
          </p:txBody>
        </p:sp>
        <p:cxnSp>
          <p:nvCxnSpPr>
            <p:cNvPr id="46" name="Straight Connector 45">
              <a:extLst>
                <a:ext uri="{FF2B5EF4-FFF2-40B4-BE49-F238E27FC236}">
                  <a16:creationId xmlns:a16="http://schemas.microsoft.com/office/drawing/2014/main" id="{3F89B015-4368-14A4-0A81-60136F5F5700}"/>
                </a:ext>
              </a:extLst>
            </p:cNvPr>
            <p:cNvCxnSpPr>
              <a:cxnSpLocks/>
            </p:cNvCxnSpPr>
            <p:nvPr/>
          </p:nvCxnSpPr>
          <p:spPr bwMode="auto">
            <a:xfrm>
              <a:off x="8797358" y="2513138"/>
              <a:ext cx="0" cy="3185471"/>
            </a:xfrm>
            <a:prstGeom prst="line">
              <a:avLst/>
            </a:prstGeom>
            <a:solidFill>
              <a:schemeClr val="accent1"/>
            </a:solidFill>
            <a:ln w="9525" cap="flat" cmpd="sng" algn="ctr">
              <a:solidFill>
                <a:schemeClr val="accent6"/>
              </a:solidFill>
              <a:prstDash val="dash"/>
              <a:round/>
              <a:headEnd type="oval" w="med" len="med"/>
              <a:tailEnd type="oval" w="med" len="med"/>
            </a:ln>
            <a:effectLst/>
          </p:spPr>
        </p:cxnSp>
        <p:sp>
          <p:nvSpPr>
            <p:cNvPr id="47" name="Rectangle 46">
              <a:extLst>
                <a:ext uri="{FF2B5EF4-FFF2-40B4-BE49-F238E27FC236}">
                  <a16:creationId xmlns:a16="http://schemas.microsoft.com/office/drawing/2014/main" id="{48969C69-3CFB-BB25-889C-3BCEA32DA5E9}"/>
                </a:ext>
              </a:extLst>
            </p:cNvPr>
            <p:cNvSpPr/>
            <p:nvPr/>
          </p:nvSpPr>
          <p:spPr bwMode="auto">
            <a:xfrm>
              <a:off x="8478928" y="5787322"/>
              <a:ext cx="636860" cy="303646"/>
            </a:xfrm>
            <a:prstGeom prst="rect">
              <a:avLst/>
            </a:prstGeom>
            <a:noFill/>
            <a:ln w="63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a:ln>
                    <a:noFill/>
                  </a:ln>
                  <a:solidFill>
                    <a:schemeClr val="accent1"/>
                  </a:solidFill>
                  <a:effectLst/>
                  <a:uLnTx/>
                  <a:uFillTx/>
                  <a:ea typeface="ＭＳ Ｐゴシック" pitchFamily="108" charset="-128"/>
                </a:rPr>
                <a:t>2018</a:t>
              </a:r>
            </a:p>
          </p:txBody>
        </p:sp>
        <p:sp>
          <p:nvSpPr>
            <p:cNvPr id="48" name="Oval 47">
              <a:extLst>
                <a:ext uri="{FF2B5EF4-FFF2-40B4-BE49-F238E27FC236}">
                  <a16:creationId xmlns:a16="http://schemas.microsoft.com/office/drawing/2014/main" id="{F524D136-1297-39B1-A293-B58583A1BA9D}"/>
                </a:ext>
              </a:extLst>
            </p:cNvPr>
            <p:cNvSpPr/>
            <p:nvPr/>
          </p:nvSpPr>
          <p:spPr bwMode="auto">
            <a:xfrm>
              <a:off x="8701053" y="5215455"/>
              <a:ext cx="192608" cy="192608"/>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000000"/>
                </a:solidFill>
                <a:effectLst/>
                <a:uLnTx/>
                <a:uFillTx/>
                <a:ea typeface="ＭＳ Ｐゴシック" pitchFamily="108" charset="-128"/>
              </a:endParaRPr>
            </a:p>
          </p:txBody>
        </p:sp>
      </p:grpSp>
      <p:grpSp>
        <p:nvGrpSpPr>
          <p:cNvPr id="58" name="Group 57">
            <a:extLst>
              <a:ext uri="{FF2B5EF4-FFF2-40B4-BE49-F238E27FC236}">
                <a16:creationId xmlns:a16="http://schemas.microsoft.com/office/drawing/2014/main" id="{9FB00B15-A744-0696-F6A0-13A5DB4DA18E}"/>
              </a:ext>
            </a:extLst>
          </p:cNvPr>
          <p:cNvGrpSpPr/>
          <p:nvPr/>
        </p:nvGrpSpPr>
        <p:grpSpPr>
          <a:xfrm>
            <a:off x="11085634" y="3217602"/>
            <a:ext cx="1772984" cy="2873366"/>
            <a:chOff x="9933484" y="3217602"/>
            <a:chExt cx="1772984" cy="2873366"/>
          </a:xfrm>
        </p:grpSpPr>
        <p:sp>
          <p:nvSpPr>
            <p:cNvPr id="8" name="Content Placeholder 5">
              <a:extLst>
                <a:ext uri="{FF2B5EF4-FFF2-40B4-BE49-F238E27FC236}">
                  <a16:creationId xmlns:a16="http://schemas.microsoft.com/office/drawing/2014/main" id="{0622CA6A-23DA-B92A-0FA1-6FC200CF01E5}"/>
                </a:ext>
              </a:extLst>
            </p:cNvPr>
            <p:cNvSpPr txBox="1">
              <a:spLocks/>
            </p:cNvSpPr>
            <p:nvPr/>
          </p:nvSpPr>
          <p:spPr>
            <a:xfrm>
              <a:off x="10251915" y="3217602"/>
              <a:ext cx="1454553" cy="1105408"/>
            </a:xfrm>
            <a:prstGeom prst="rect">
              <a:avLst/>
            </a:prstGeom>
          </p:spPr>
          <p:txBody>
            <a:bodyPr lIns="7200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200">
                  <a:solidFill>
                    <a:srgbClr val="E76151"/>
                  </a:solidFill>
                  <a:latin typeface="+mj-lt"/>
                </a:rPr>
                <a:t>Title goes here</a:t>
              </a:r>
            </a:p>
            <a:p>
              <a:pPr lvl="1"/>
              <a:r>
                <a:rPr lang="fr-FR" sz="1200">
                  <a:latin typeface="+mn-lt"/>
                </a:rPr>
                <a:t>Lorem ipsum </a:t>
              </a:r>
              <a:r>
                <a:rPr lang="fr-FR" sz="1200" err="1">
                  <a:latin typeface="+mn-lt"/>
                </a:rPr>
                <a:t>dolor</a:t>
              </a:r>
              <a:r>
                <a:rPr lang="fr-FR" sz="1200">
                  <a:latin typeface="+mn-lt"/>
                </a:rPr>
                <a:t> </a:t>
              </a:r>
              <a:r>
                <a:rPr lang="fr-FR" sz="1200" err="1">
                  <a:latin typeface="+mn-lt"/>
                </a:rPr>
                <a:t>sit</a:t>
              </a:r>
              <a:r>
                <a:rPr lang="fr-FR" sz="1200">
                  <a:latin typeface="+mn-lt"/>
                </a:rPr>
                <a:t> </a:t>
              </a:r>
              <a:r>
                <a:rPr lang="fr-FR" sz="1200" err="1">
                  <a:latin typeface="+mn-lt"/>
                </a:rPr>
                <a:t>amet</a:t>
              </a:r>
              <a:r>
                <a:rPr lang="fr-FR" sz="1200">
                  <a:latin typeface="+mn-lt"/>
                </a:rPr>
                <a:t>, pro ut </a:t>
              </a:r>
              <a:r>
                <a:rPr lang="fr-FR" sz="1200" err="1">
                  <a:latin typeface="+mn-lt"/>
                </a:rPr>
                <a:t>omnesque</a:t>
              </a:r>
              <a:r>
                <a:rPr lang="fr-FR" sz="1200">
                  <a:latin typeface="+mn-lt"/>
                </a:rPr>
                <a:t> </a:t>
              </a:r>
              <a:r>
                <a:rPr lang="fr-FR" sz="1200" err="1">
                  <a:latin typeface="+mn-lt"/>
                </a:rPr>
                <a:t>detraxit</a:t>
              </a:r>
              <a:r>
                <a:rPr lang="fr-FR" sz="1200">
                  <a:latin typeface="+mn-lt"/>
                </a:rPr>
                <a:t>, eu </a:t>
              </a:r>
              <a:r>
                <a:rPr lang="fr-FR" sz="1200" err="1">
                  <a:latin typeface="+mn-lt"/>
                </a:rPr>
                <a:t>affert</a:t>
              </a:r>
              <a:r>
                <a:rPr lang="fr-FR" sz="1200">
                  <a:latin typeface="+mn-lt"/>
                </a:rPr>
                <a:t> </a:t>
              </a:r>
              <a:r>
                <a:rPr lang="fr-FR" sz="1200" err="1">
                  <a:latin typeface="+mn-lt"/>
                </a:rPr>
                <a:t>euripidis</a:t>
              </a:r>
              <a:r>
                <a:rPr lang="fr-FR" sz="1200">
                  <a:latin typeface="+mn-lt"/>
                </a:rPr>
                <a:t> </a:t>
              </a:r>
              <a:r>
                <a:rPr lang="fr-FR" sz="1200" err="1">
                  <a:latin typeface="+mn-lt"/>
                </a:rPr>
                <a:t>prodesset</a:t>
              </a:r>
              <a:r>
                <a:rPr lang="fr-FR" sz="1200">
                  <a:latin typeface="+mn-lt"/>
                </a:rPr>
                <a:t> per. Quo in dictas </a:t>
              </a:r>
              <a:r>
                <a:rPr lang="fr-FR" sz="1200" err="1">
                  <a:latin typeface="+mn-lt"/>
                </a:rPr>
                <a:t>facilisi</a:t>
              </a:r>
              <a:r>
                <a:rPr lang="fr-FR" sz="1200">
                  <a:latin typeface="+mn-lt"/>
                </a:rPr>
                <a:t>.</a:t>
              </a:r>
            </a:p>
          </p:txBody>
        </p:sp>
        <p:sp>
          <p:nvSpPr>
            <p:cNvPr id="49" name="Rectangle 48">
              <a:extLst>
                <a:ext uri="{FF2B5EF4-FFF2-40B4-BE49-F238E27FC236}">
                  <a16:creationId xmlns:a16="http://schemas.microsoft.com/office/drawing/2014/main" id="{C5DB7C8D-9DA1-FF41-C953-240EABF297A7}"/>
                </a:ext>
              </a:extLst>
            </p:cNvPr>
            <p:cNvSpPr/>
            <p:nvPr/>
          </p:nvSpPr>
          <p:spPr bwMode="auto">
            <a:xfrm>
              <a:off x="9933484" y="5787322"/>
              <a:ext cx="636860" cy="303646"/>
            </a:xfrm>
            <a:prstGeom prst="rect">
              <a:avLst/>
            </a:prstGeom>
            <a:noFill/>
            <a:ln w="63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a:ln>
                    <a:noFill/>
                  </a:ln>
                  <a:solidFill>
                    <a:schemeClr val="accent1"/>
                  </a:solidFill>
                  <a:effectLst/>
                  <a:uLnTx/>
                  <a:uFillTx/>
                  <a:ea typeface="ＭＳ Ｐゴシック" pitchFamily="108" charset="-128"/>
                </a:rPr>
                <a:t>2019</a:t>
              </a:r>
            </a:p>
          </p:txBody>
        </p:sp>
        <p:cxnSp>
          <p:nvCxnSpPr>
            <p:cNvPr id="50" name="Straight Connector 49">
              <a:extLst>
                <a:ext uri="{FF2B5EF4-FFF2-40B4-BE49-F238E27FC236}">
                  <a16:creationId xmlns:a16="http://schemas.microsoft.com/office/drawing/2014/main" id="{E7D4D867-970E-45EF-8260-74DBE9E4D847}"/>
                </a:ext>
              </a:extLst>
            </p:cNvPr>
            <p:cNvCxnSpPr>
              <a:cxnSpLocks/>
            </p:cNvCxnSpPr>
            <p:nvPr/>
          </p:nvCxnSpPr>
          <p:spPr bwMode="auto">
            <a:xfrm flipH="1">
              <a:off x="10251914" y="3681593"/>
              <a:ext cx="1" cy="2017016"/>
            </a:xfrm>
            <a:prstGeom prst="line">
              <a:avLst/>
            </a:prstGeom>
            <a:solidFill>
              <a:schemeClr val="accent1"/>
            </a:solidFill>
            <a:ln w="9525" cap="flat" cmpd="sng" algn="ctr">
              <a:solidFill>
                <a:schemeClr val="accent6"/>
              </a:solidFill>
              <a:prstDash val="dash"/>
              <a:round/>
              <a:headEnd type="oval" w="med" len="med"/>
              <a:tailEnd type="oval" w="med" len="med"/>
            </a:ln>
            <a:effectLst/>
          </p:spPr>
        </p:cxnSp>
        <p:sp>
          <p:nvSpPr>
            <p:cNvPr id="51" name="Oval 50">
              <a:extLst>
                <a:ext uri="{FF2B5EF4-FFF2-40B4-BE49-F238E27FC236}">
                  <a16:creationId xmlns:a16="http://schemas.microsoft.com/office/drawing/2014/main" id="{0E016AC0-F769-35B5-0D0F-86680381CC85}"/>
                </a:ext>
              </a:extLst>
            </p:cNvPr>
            <p:cNvSpPr/>
            <p:nvPr/>
          </p:nvSpPr>
          <p:spPr bwMode="auto">
            <a:xfrm>
              <a:off x="10155611" y="5215455"/>
              <a:ext cx="192608" cy="192608"/>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000000"/>
                </a:solidFill>
                <a:effectLst/>
                <a:uLnTx/>
                <a:uFillTx/>
                <a:ea typeface="ＭＳ Ｐゴシック" pitchFamily="108" charset="-128"/>
              </a:endParaRPr>
            </a:p>
          </p:txBody>
        </p:sp>
      </p:grpSp>
      <p:grpSp>
        <p:nvGrpSpPr>
          <p:cNvPr id="61" name="Group 60">
            <a:extLst>
              <a:ext uri="{FF2B5EF4-FFF2-40B4-BE49-F238E27FC236}">
                <a16:creationId xmlns:a16="http://schemas.microsoft.com/office/drawing/2014/main" id="{360D9F8C-65C7-3F58-BF47-4D277D2917D6}"/>
              </a:ext>
            </a:extLst>
          </p:cNvPr>
          <p:cNvGrpSpPr/>
          <p:nvPr/>
        </p:nvGrpSpPr>
        <p:grpSpPr>
          <a:xfrm>
            <a:off x="5857850" y="2049147"/>
            <a:ext cx="1772983" cy="4041821"/>
            <a:chOff x="5569813" y="2049147"/>
            <a:chExt cx="1772983" cy="4041821"/>
          </a:xfrm>
        </p:grpSpPr>
        <p:sp>
          <p:nvSpPr>
            <p:cNvPr id="17" name="Rectangle 16">
              <a:extLst>
                <a:ext uri="{FF2B5EF4-FFF2-40B4-BE49-F238E27FC236}">
                  <a16:creationId xmlns:a16="http://schemas.microsoft.com/office/drawing/2014/main" id="{64B8F019-2019-1E59-8BEC-AF948E3AD490}"/>
                </a:ext>
              </a:extLst>
            </p:cNvPr>
            <p:cNvSpPr/>
            <p:nvPr/>
          </p:nvSpPr>
          <p:spPr bwMode="auto">
            <a:xfrm>
              <a:off x="5569813" y="5787322"/>
              <a:ext cx="636860" cy="303646"/>
            </a:xfrm>
            <a:prstGeom prst="rect">
              <a:avLst/>
            </a:prstGeom>
            <a:noFill/>
            <a:ln w="635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a:ln>
                    <a:noFill/>
                  </a:ln>
                  <a:solidFill>
                    <a:schemeClr val="accent1"/>
                  </a:solidFill>
                  <a:effectLst/>
                  <a:uLnTx/>
                  <a:uFillTx/>
                  <a:ea typeface="ＭＳ Ｐゴシック" pitchFamily="108" charset="-128"/>
                </a:rPr>
                <a:t>2016</a:t>
              </a:r>
            </a:p>
          </p:txBody>
        </p:sp>
        <p:cxnSp>
          <p:nvCxnSpPr>
            <p:cNvPr id="18" name="Straight Connector 17">
              <a:extLst>
                <a:ext uri="{FF2B5EF4-FFF2-40B4-BE49-F238E27FC236}">
                  <a16:creationId xmlns:a16="http://schemas.microsoft.com/office/drawing/2014/main" id="{F9D4CE7D-BF62-A026-4AFF-2D37BB746BE4}"/>
                </a:ext>
              </a:extLst>
            </p:cNvPr>
            <p:cNvCxnSpPr>
              <a:cxnSpLocks/>
            </p:cNvCxnSpPr>
            <p:nvPr/>
          </p:nvCxnSpPr>
          <p:spPr bwMode="auto">
            <a:xfrm flipH="1">
              <a:off x="5888243" y="2513138"/>
              <a:ext cx="1" cy="3185471"/>
            </a:xfrm>
            <a:prstGeom prst="line">
              <a:avLst/>
            </a:prstGeom>
            <a:solidFill>
              <a:schemeClr val="accent1"/>
            </a:solidFill>
            <a:ln w="9525" cap="flat" cmpd="sng" algn="ctr">
              <a:solidFill>
                <a:schemeClr val="accent6"/>
              </a:solidFill>
              <a:prstDash val="dash"/>
              <a:round/>
              <a:headEnd type="oval" w="med" len="med"/>
              <a:tailEnd type="oval" w="med" len="med"/>
            </a:ln>
            <a:effectLst/>
          </p:spPr>
        </p:cxnSp>
        <p:sp>
          <p:nvSpPr>
            <p:cNvPr id="19" name="Oval 18">
              <a:extLst>
                <a:ext uri="{FF2B5EF4-FFF2-40B4-BE49-F238E27FC236}">
                  <a16:creationId xmlns:a16="http://schemas.microsoft.com/office/drawing/2014/main" id="{B45805B8-90FE-D6BA-4C26-7BCDD251E485}"/>
                </a:ext>
              </a:extLst>
            </p:cNvPr>
            <p:cNvSpPr/>
            <p:nvPr/>
          </p:nvSpPr>
          <p:spPr bwMode="auto">
            <a:xfrm>
              <a:off x="5791939" y="5215455"/>
              <a:ext cx="192608" cy="192608"/>
            </a:xfrm>
            <a:prstGeom prst="ellips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000000"/>
                </a:solidFill>
                <a:effectLst/>
                <a:uLnTx/>
                <a:uFillTx/>
                <a:ea typeface="ＭＳ Ｐゴシック" pitchFamily="108" charset="-128"/>
              </a:endParaRPr>
            </a:p>
          </p:txBody>
        </p:sp>
        <p:sp>
          <p:nvSpPr>
            <p:cNvPr id="55" name="Content Placeholder 5">
              <a:extLst>
                <a:ext uri="{FF2B5EF4-FFF2-40B4-BE49-F238E27FC236}">
                  <a16:creationId xmlns:a16="http://schemas.microsoft.com/office/drawing/2014/main" id="{257E5E6E-0CA8-BF01-23C4-FDFBD48C1D32}"/>
                </a:ext>
              </a:extLst>
            </p:cNvPr>
            <p:cNvSpPr txBox="1">
              <a:spLocks/>
            </p:cNvSpPr>
            <p:nvPr/>
          </p:nvSpPr>
          <p:spPr>
            <a:xfrm>
              <a:off x="5888243" y="2049147"/>
              <a:ext cx="1454553" cy="1105408"/>
            </a:xfrm>
            <a:prstGeom prst="rect">
              <a:avLst/>
            </a:prstGeom>
          </p:spPr>
          <p:txBody>
            <a:bodyPr lIns="7200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200" dirty="0">
                  <a:solidFill>
                    <a:srgbClr val="E76151"/>
                  </a:solidFill>
                  <a:latin typeface="+mj-lt"/>
                </a:rPr>
                <a:t>Title goes here</a:t>
              </a:r>
            </a:p>
            <a:p>
              <a:pPr lvl="1"/>
              <a:r>
                <a:rPr lang="fr-FR" sz="1200" dirty="0">
                  <a:latin typeface="+mn-lt"/>
                </a:rPr>
                <a:t>Lorem ipsum </a:t>
              </a:r>
              <a:r>
                <a:rPr lang="fr-FR" sz="1200" dirty="0" err="1">
                  <a:latin typeface="+mn-lt"/>
                </a:rPr>
                <a:t>dolor</a:t>
              </a:r>
              <a:r>
                <a:rPr lang="fr-FR" sz="1200" dirty="0">
                  <a:latin typeface="+mn-lt"/>
                </a:rPr>
                <a:t> </a:t>
              </a:r>
              <a:r>
                <a:rPr lang="fr-FR" sz="1200" dirty="0" err="1">
                  <a:latin typeface="+mn-lt"/>
                </a:rPr>
                <a:t>sit</a:t>
              </a:r>
              <a:r>
                <a:rPr lang="fr-FR" sz="1200" dirty="0">
                  <a:latin typeface="+mn-lt"/>
                </a:rPr>
                <a:t> </a:t>
              </a:r>
              <a:r>
                <a:rPr lang="fr-FR" sz="1200" dirty="0" err="1">
                  <a:latin typeface="+mn-lt"/>
                </a:rPr>
                <a:t>amet</a:t>
              </a:r>
              <a:r>
                <a:rPr lang="fr-FR" sz="1200" dirty="0">
                  <a:latin typeface="+mn-lt"/>
                </a:rPr>
                <a:t>, pro ut </a:t>
              </a:r>
              <a:r>
                <a:rPr lang="fr-FR" sz="1200" dirty="0" err="1">
                  <a:latin typeface="+mn-lt"/>
                </a:rPr>
                <a:t>omnesque</a:t>
              </a:r>
              <a:r>
                <a:rPr lang="fr-FR" sz="1200" dirty="0">
                  <a:latin typeface="+mn-lt"/>
                </a:rPr>
                <a:t> </a:t>
              </a:r>
              <a:r>
                <a:rPr lang="fr-FR" sz="1200" dirty="0" err="1">
                  <a:latin typeface="+mn-lt"/>
                </a:rPr>
                <a:t>detraxit</a:t>
              </a:r>
              <a:r>
                <a:rPr lang="fr-FR" sz="1200" dirty="0">
                  <a:latin typeface="+mn-lt"/>
                </a:rPr>
                <a:t>, eu </a:t>
              </a:r>
              <a:r>
                <a:rPr lang="fr-FR" sz="1200" dirty="0" err="1">
                  <a:latin typeface="+mn-lt"/>
                </a:rPr>
                <a:t>affert</a:t>
              </a:r>
              <a:r>
                <a:rPr lang="fr-FR" sz="1200" dirty="0">
                  <a:latin typeface="+mn-lt"/>
                </a:rPr>
                <a:t> </a:t>
              </a:r>
              <a:r>
                <a:rPr lang="fr-FR" sz="1200" dirty="0" err="1">
                  <a:latin typeface="+mn-lt"/>
                </a:rPr>
                <a:t>euripidis</a:t>
              </a:r>
              <a:r>
                <a:rPr lang="fr-FR" sz="1200" dirty="0">
                  <a:latin typeface="+mn-lt"/>
                </a:rPr>
                <a:t> </a:t>
              </a:r>
              <a:r>
                <a:rPr lang="fr-FR" sz="1200" dirty="0" err="1">
                  <a:latin typeface="+mn-lt"/>
                </a:rPr>
                <a:t>prodesset</a:t>
              </a:r>
              <a:r>
                <a:rPr lang="fr-FR" sz="1200" dirty="0">
                  <a:latin typeface="+mn-lt"/>
                </a:rPr>
                <a:t> per. Quo in dictas </a:t>
              </a:r>
              <a:r>
                <a:rPr lang="fr-FR" sz="1200" dirty="0" err="1">
                  <a:latin typeface="+mn-lt"/>
                </a:rPr>
                <a:t>facilisi</a:t>
              </a:r>
              <a:r>
                <a:rPr lang="fr-FR" sz="1200" dirty="0">
                  <a:latin typeface="+mn-lt"/>
                </a:rPr>
                <a:t>.</a:t>
              </a:r>
            </a:p>
          </p:txBody>
        </p:sp>
      </p:grpSp>
    </p:spTree>
    <p:extLst>
      <p:ext uri="{BB962C8B-B14F-4D97-AF65-F5344CB8AC3E}">
        <p14:creationId xmlns:p14="http://schemas.microsoft.com/office/powerpoint/2010/main" val="1350208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8D6313A-B3FB-CD0F-E7BA-AF55ABA3200E}"/>
              </a:ext>
            </a:extLst>
          </p:cNvPr>
          <p:cNvSpPr>
            <a:spLocks noGrp="1"/>
          </p:cNvSpPr>
          <p:nvPr>
            <p:ph type="subTitle" idx="13"/>
          </p:nvPr>
        </p:nvSpPr>
        <p:spPr>
          <a:xfrm>
            <a:off x="539749" y="286056"/>
            <a:ext cx="12384088" cy="246221"/>
          </a:xfrm>
        </p:spPr>
        <p:txBody>
          <a:bodyPr/>
          <a:lstStyle/>
          <a:p>
            <a:r>
              <a:rPr lang="en-US"/>
              <a:t>Subheading</a:t>
            </a:r>
            <a:endParaRPr lang="en-GB"/>
          </a:p>
        </p:txBody>
      </p:sp>
      <p:sp>
        <p:nvSpPr>
          <p:cNvPr id="3" name="Title 2">
            <a:extLst>
              <a:ext uri="{FF2B5EF4-FFF2-40B4-BE49-F238E27FC236}">
                <a16:creationId xmlns:a16="http://schemas.microsoft.com/office/drawing/2014/main" id="{523C6027-8629-410C-98E3-DC62CA87D226}"/>
              </a:ext>
            </a:extLst>
          </p:cNvPr>
          <p:cNvSpPr>
            <a:spLocks noGrp="1"/>
          </p:cNvSpPr>
          <p:nvPr>
            <p:ph type="title"/>
          </p:nvPr>
        </p:nvSpPr>
        <p:spPr>
          <a:xfrm>
            <a:off x="539750" y="540000"/>
            <a:ext cx="12384088" cy="543914"/>
          </a:xfrm>
        </p:spPr>
        <p:txBody>
          <a:bodyPr/>
          <a:lstStyle/>
          <a:p>
            <a:r>
              <a:rPr lang="en-GB"/>
              <a:t>Timeline</a:t>
            </a:r>
          </a:p>
        </p:txBody>
      </p:sp>
      <p:grpSp>
        <p:nvGrpSpPr>
          <p:cNvPr id="31" name="Group 30">
            <a:extLst>
              <a:ext uri="{FF2B5EF4-FFF2-40B4-BE49-F238E27FC236}">
                <a16:creationId xmlns:a16="http://schemas.microsoft.com/office/drawing/2014/main" id="{ADC6336E-15A9-CA55-3D5A-9A47E3FCF50F}"/>
              </a:ext>
            </a:extLst>
          </p:cNvPr>
          <p:cNvGrpSpPr/>
          <p:nvPr/>
        </p:nvGrpSpPr>
        <p:grpSpPr>
          <a:xfrm>
            <a:off x="4755310" y="1796841"/>
            <a:ext cx="8186457" cy="5023059"/>
            <a:chOff x="1644372" y="1796841"/>
            <a:chExt cx="9886005" cy="4451559"/>
          </a:xfrm>
        </p:grpSpPr>
        <p:sp>
          <p:nvSpPr>
            <p:cNvPr id="4" name="TextBox 3">
              <a:extLst>
                <a:ext uri="{FF2B5EF4-FFF2-40B4-BE49-F238E27FC236}">
                  <a16:creationId xmlns:a16="http://schemas.microsoft.com/office/drawing/2014/main" id="{93F39F4C-3797-25D6-FA34-32716EBB4B63}"/>
                </a:ext>
              </a:extLst>
            </p:cNvPr>
            <p:cNvSpPr txBox="1"/>
            <p:nvPr/>
          </p:nvSpPr>
          <p:spPr>
            <a:xfrm>
              <a:off x="4819013" y="1796841"/>
              <a:ext cx="332250" cy="215444"/>
            </a:xfrm>
            <a:prstGeom prst="rect">
              <a:avLst/>
            </a:prstGeom>
            <a:noFill/>
          </p:spPr>
          <p:txBody>
            <a:bodyPr wrap="square" lIns="0" tIns="0" rIns="0" bIns="0" rtlCol="0" anchor="b">
              <a:spAutoFit/>
            </a:bodyPr>
            <a:lstStyle/>
            <a:p>
              <a:pPr algn="ctr">
                <a:spcAft>
                  <a:spcPts val="526"/>
                </a:spcAft>
              </a:pPr>
              <a:r>
                <a:rPr lang="en-GB" sz="1400" b="1">
                  <a:latin typeface="+mj-lt"/>
                </a:rPr>
                <a:t>Q1</a:t>
              </a:r>
            </a:p>
          </p:txBody>
        </p:sp>
        <p:sp>
          <p:nvSpPr>
            <p:cNvPr id="5" name="TextBox 4">
              <a:extLst>
                <a:ext uri="{FF2B5EF4-FFF2-40B4-BE49-F238E27FC236}">
                  <a16:creationId xmlns:a16="http://schemas.microsoft.com/office/drawing/2014/main" id="{2418541F-3EBE-683A-9D33-571A1A086A16}"/>
                </a:ext>
              </a:extLst>
            </p:cNvPr>
            <p:cNvSpPr txBox="1"/>
            <p:nvPr/>
          </p:nvSpPr>
          <p:spPr>
            <a:xfrm>
              <a:off x="6546299" y="1796841"/>
              <a:ext cx="389281" cy="215444"/>
            </a:xfrm>
            <a:prstGeom prst="rect">
              <a:avLst/>
            </a:prstGeom>
            <a:noFill/>
          </p:spPr>
          <p:txBody>
            <a:bodyPr wrap="square" lIns="0" tIns="0" rIns="0" bIns="0" rtlCol="0" anchor="b">
              <a:spAutoFit/>
            </a:bodyPr>
            <a:lstStyle/>
            <a:p>
              <a:pPr algn="ctr">
                <a:spcAft>
                  <a:spcPts val="526"/>
                </a:spcAft>
              </a:pPr>
              <a:r>
                <a:rPr lang="en-GB" sz="1400" b="1">
                  <a:latin typeface="+mj-lt"/>
                </a:rPr>
                <a:t>Q2</a:t>
              </a:r>
            </a:p>
          </p:txBody>
        </p:sp>
        <p:sp>
          <p:nvSpPr>
            <p:cNvPr id="6" name="TextBox 5">
              <a:extLst>
                <a:ext uri="{FF2B5EF4-FFF2-40B4-BE49-F238E27FC236}">
                  <a16:creationId xmlns:a16="http://schemas.microsoft.com/office/drawing/2014/main" id="{F95F07BC-2534-8577-0DEA-A4B299D80E8E}"/>
                </a:ext>
              </a:extLst>
            </p:cNvPr>
            <p:cNvSpPr txBox="1"/>
            <p:nvPr/>
          </p:nvSpPr>
          <p:spPr>
            <a:xfrm>
              <a:off x="8330613" y="1796841"/>
              <a:ext cx="389281" cy="215444"/>
            </a:xfrm>
            <a:prstGeom prst="rect">
              <a:avLst/>
            </a:prstGeom>
            <a:noFill/>
          </p:spPr>
          <p:txBody>
            <a:bodyPr wrap="square" lIns="0" tIns="0" rIns="0" bIns="0" rtlCol="0" anchor="b">
              <a:spAutoFit/>
            </a:bodyPr>
            <a:lstStyle/>
            <a:p>
              <a:pPr algn="ctr">
                <a:spcAft>
                  <a:spcPts val="526"/>
                </a:spcAft>
              </a:pPr>
              <a:r>
                <a:rPr lang="en-GB" sz="1400" b="1">
                  <a:latin typeface="+mj-lt"/>
                </a:rPr>
                <a:t>Q3</a:t>
              </a:r>
            </a:p>
          </p:txBody>
        </p:sp>
        <p:sp>
          <p:nvSpPr>
            <p:cNvPr id="7" name="TextBox 6">
              <a:extLst>
                <a:ext uri="{FF2B5EF4-FFF2-40B4-BE49-F238E27FC236}">
                  <a16:creationId xmlns:a16="http://schemas.microsoft.com/office/drawing/2014/main" id="{2DB8EB64-C8DE-8BD8-BC46-00CFAC2227DB}"/>
                </a:ext>
              </a:extLst>
            </p:cNvPr>
            <p:cNvSpPr txBox="1"/>
            <p:nvPr/>
          </p:nvSpPr>
          <p:spPr>
            <a:xfrm>
              <a:off x="10114927" y="1796841"/>
              <a:ext cx="389281" cy="215444"/>
            </a:xfrm>
            <a:prstGeom prst="rect">
              <a:avLst/>
            </a:prstGeom>
            <a:noFill/>
          </p:spPr>
          <p:txBody>
            <a:bodyPr wrap="square" lIns="0" tIns="0" rIns="0" bIns="0" rtlCol="0" anchor="b">
              <a:spAutoFit/>
            </a:bodyPr>
            <a:lstStyle/>
            <a:p>
              <a:pPr algn="ctr">
                <a:spcAft>
                  <a:spcPts val="526"/>
                </a:spcAft>
              </a:pPr>
              <a:r>
                <a:rPr lang="en-GB" sz="1400" b="1">
                  <a:latin typeface="+mj-lt"/>
                </a:rPr>
                <a:t>Q4</a:t>
              </a:r>
            </a:p>
          </p:txBody>
        </p:sp>
        <p:sp>
          <p:nvSpPr>
            <p:cNvPr id="8" name="Rectangle: Rounded Corners 7">
              <a:extLst>
                <a:ext uri="{FF2B5EF4-FFF2-40B4-BE49-F238E27FC236}">
                  <a16:creationId xmlns:a16="http://schemas.microsoft.com/office/drawing/2014/main" id="{CB3DACB7-C985-6322-27DE-6F7F9A37FB80}"/>
                </a:ext>
              </a:extLst>
            </p:cNvPr>
            <p:cNvSpPr/>
            <p:nvPr/>
          </p:nvSpPr>
          <p:spPr>
            <a:xfrm>
              <a:off x="3768118" y="2162517"/>
              <a:ext cx="7762259" cy="492891"/>
            </a:xfrm>
            <a:prstGeom prst="roundRect">
              <a:avLst>
                <a:gd name="adj" fmla="val 50000"/>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9" name="Rectangle: Rounded Corners 8">
              <a:extLst>
                <a:ext uri="{FF2B5EF4-FFF2-40B4-BE49-F238E27FC236}">
                  <a16:creationId xmlns:a16="http://schemas.microsoft.com/office/drawing/2014/main" id="{5DDB29F0-36B2-E1E6-0AEB-A3195ED8B952}"/>
                </a:ext>
              </a:extLst>
            </p:cNvPr>
            <p:cNvSpPr/>
            <p:nvPr/>
          </p:nvSpPr>
          <p:spPr>
            <a:xfrm>
              <a:off x="3768118" y="2861460"/>
              <a:ext cx="7762259" cy="492891"/>
            </a:xfrm>
            <a:prstGeom prst="roundRect">
              <a:avLst>
                <a:gd name="adj" fmla="val 50000"/>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10" name="Rectangle: Rounded Corners 9">
              <a:extLst>
                <a:ext uri="{FF2B5EF4-FFF2-40B4-BE49-F238E27FC236}">
                  <a16:creationId xmlns:a16="http://schemas.microsoft.com/office/drawing/2014/main" id="{7E2A376D-EB9A-0B3A-6A69-6B13D95F6A9E}"/>
                </a:ext>
              </a:extLst>
            </p:cNvPr>
            <p:cNvSpPr/>
            <p:nvPr/>
          </p:nvSpPr>
          <p:spPr>
            <a:xfrm>
              <a:off x="3768118" y="3571201"/>
              <a:ext cx="7762259" cy="492891"/>
            </a:xfrm>
            <a:prstGeom prst="roundRect">
              <a:avLst>
                <a:gd name="adj" fmla="val 50000"/>
              </a:avLst>
            </a:prstGeom>
            <a:solidFill>
              <a:srgbClr val="F9EBF2"/>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11" name="Rectangle: Rounded Corners 10">
              <a:extLst>
                <a:ext uri="{FF2B5EF4-FFF2-40B4-BE49-F238E27FC236}">
                  <a16:creationId xmlns:a16="http://schemas.microsoft.com/office/drawing/2014/main" id="{911DBDF5-0874-AD5E-95DC-358D79DB53D3}"/>
                </a:ext>
              </a:extLst>
            </p:cNvPr>
            <p:cNvSpPr/>
            <p:nvPr/>
          </p:nvSpPr>
          <p:spPr>
            <a:xfrm>
              <a:off x="3768118" y="4278524"/>
              <a:ext cx="7762259" cy="492891"/>
            </a:xfrm>
            <a:prstGeom prst="roundRect">
              <a:avLst>
                <a:gd name="adj" fmla="val 50000"/>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12" name="Rectangle: Rounded Corners 11">
              <a:extLst>
                <a:ext uri="{FF2B5EF4-FFF2-40B4-BE49-F238E27FC236}">
                  <a16:creationId xmlns:a16="http://schemas.microsoft.com/office/drawing/2014/main" id="{1DEB976E-1C3C-2769-1D82-710E5CBFF51A}"/>
                </a:ext>
              </a:extLst>
            </p:cNvPr>
            <p:cNvSpPr/>
            <p:nvPr/>
          </p:nvSpPr>
          <p:spPr>
            <a:xfrm>
              <a:off x="3768118" y="4979884"/>
              <a:ext cx="7762259" cy="492891"/>
            </a:xfrm>
            <a:prstGeom prst="roundRect">
              <a:avLst>
                <a:gd name="adj" fmla="val 50000"/>
              </a:avLst>
            </a:prstGeom>
            <a:solidFill>
              <a:srgbClr val="FFF6EB"/>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13" name="Rectangle: Rounded Corners 12">
              <a:extLst>
                <a:ext uri="{FF2B5EF4-FFF2-40B4-BE49-F238E27FC236}">
                  <a16:creationId xmlns:a16="http://schemas.microsoft.com/office/drawing/2014/main" id="{7783C45D-37A4-1D31-5AEA-30178EB87210}"/>
                </a:ext>
              </a:extLst>
            </p:cNvPr>
            <p:cNvSpPr/>
            <p:nvPr/>
          </p:nvSpPr>
          <p:spPr>
            <a:xfrm>
              <a:off x="3768118" y="5681247"/>
              <a:ext cx="7762259" cy="492891"/>
            </a:xfrm>
            <a:prstGeom prst="roundRect">
              <a:avLst>
                <a:gd name="adj" fmla="val 50000"/>
              </a:avLst>
            </a:pr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14" name="Rectangle 13">
              <a:extLst>
                <a:ext uri="{FF2B5EF4-FFF2-40B4-BE49-F238E27FC236}">
                  <a16:creationId xmlns:a16="http://schemas.microsoft.com/office/drawing/2014/main" id="{1C2ACA4E-4F6C-D9ED-CFFF-088190B818AE}"/>
                </a:ext>
              </a:extLst>
            </p:cNvPr>
            <p:cNvSpPr/>
            <p:nvPr/>
          </p:nvSpPr>
          <p:spPr>
            <a:xfrm>
              <a:off x="1644372" y="2790179"/>
              <a:ext cx="2034895" cy="635452"/>
            </a:xfrm>
            <a:prstGeom prst="rect">
              <a:avLst/>
            </a:prstGeom>
            <a:solidFill>
              <a:srgbClr val="F8C1BA"/>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r>
                <a:rPr lang="en-GB" sz="1200">
                  <a:solidFill>
                    <a:schemeClr val="tx1"/>
                  </a:solidFill>
                  <a:latin typeface="+mj-lt"/>
                </a:rPr>
                <a:t>[Point]</a:t>
              </a:r>
            </a:p>
          </p:txBody>
        </p:sp>
        <p:sp>
          <p:nvSpPr>
            <p:cNvPr id="15" name="Rectangle 14">
              <a:extLst>
                <a:ext uri="{FF2B5EF4-FFF2-40B4-BE49-F238E27FC236}">
                  <a16:creationId xmlns:a16="http://schemas.microsoft.com/office/drawing/2014/main" id="{D822AF24-DBD4-3342-2CD5-CFECB7B7716F}"/>
                </a:ext>
              </a:extLst>
            </p:cNvPr>
            <p:cNvSpPr/>
            <p:nvPr/>
          </p:nvSpPr>
          <p:spPr>
            <a:xfrm>
              <a:off x="1644372" y="3499920"/>
              <a:ext cx="2034895" cy="635452"/>
            </a:xfrm>
            <a:prstGeom prst="rect">
              <a:avLst/>
            </a:prstGeom>
            <a:solidFill>
              <a:srgbClr val="E4ABC7"/>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r>
                <a:rPr lang="en-GB" sz="1200">
                  <a:solidFill>
                    <a:schemeClr val="tx1"/>
                  </a:solidFill>
                  <a:latin typeface="+mj-lt"/>
                </a:rPr>
                <a:t>[Point]</a:t>
              </a:r>
            </a:p>
          </p:txBody>
        </p:sp>
        <p:sp>
          <p:nvSpPr>
            <p:cNvPr id="16" name="Rectangle 15">
              <a:extLst>
                <a:ext uri="{FF2B5EF4-FFF2-40B4-BE49-F238E27FC236}">
                  <a16:creationId xmlns:a16="http://schemas.microsoft.com/office/drawing/2014/main" id="{BA31C273-1053-6462-793A-D285F0A2E0E6}"/>
                </a:ext>
              </a:extLst>
            </p:cNvPr>
            <p:cNvSpPr/>
            <p:nvPr/>
          </p:nvSpPr>
          <p:spPr>
            <a:xfrm>
              <a:off x="1644372" y="4207243"/>
              <a:ext cx="2034895" cy="635452"/>
            </a:xfrm>
            <a:prstGeom prst="rect">
              <a:avLst/>
            </a:prstGeom>
            <a:solidFill>
              <a:srgbClr val="B2AECE"/>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r>
                <a:rPr lang="en-GB" sz="1200">
                  <a:solidFill>
                    <a:schemeClr val="tx1"/>
                  </a:solidFill>
                  <a:latin typeface="+mj-lt"/>
                </a:rPr>
                <a:t>[Point]</a:t>
              </a:r>
            </a:p>
          </p:txBody>
        </p:sp>
        <p:sp>
          <p:nvSpPr>
            <p:cNvPr id="17" name="Rectangle 16">
              <a:extLst>
                <a:ext uri="{FF2B5EF4-FFF2-40B4-BE49-F238E27FC236}">
                  <a16:creationId xmlns:a16="http://schemas.microsoft.com/office/drawing/2014/main" id="{FE4D35D2-BBE9-7F62-421B-F41A6D36A4CF}"/>
                </a:ext>
              </a:extLst>
            </p:cNvPr>
            <p:cNvSpPr/>
            <p:nvPr/>
          </p:nvSpPr>
          <p:spPr>
            <a:xfrm>
              <a:off x="1644372" y="4908604"/>
              <a:ext cx="2034895" cy="635452"/>
            </a:xfrm>
            <a:prstGeom prst="rect">
              <a:avLst/>
            </a:prstGeom>
            <a:solidFill>
              <a:srgbClr val="FFDAAA"/>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r>
                <a:rPr lang="en-GB" sz="1200">
                  <a:solidFill>
                    <a:schemeClr val="tx1"/>
                  </a:solidFill>
                  <a:latin typeface="+mj-lt"/>
                </a:rPr>
                <a:t>[Point]</a:t>
              </a:r>
            </a:p>
          </p:txBody>
        </p:sp>
        <p:sp>
          <p:nvSpPr>
            <p:cNvPr id="18" name="Rectangle 17">
              <a:extLst>
                <a:ext uri="{FF2B5EF4-FFF2-40B4-BE49-F238E27FC236}">
                  <a16:creationId xmlns:a16="http://schemas.microsoft.com/office/drawing/2014/main" id="{798A9922-1FDC-E9C2-1E6A-DE52D8BDEB4E}"/>
                </a:ext>
              </a:extLst>
            </p:cNvPr>
            <p:cNvSpPr/>
            <p:nvPr/>
          </p:nvSpPr>
          <p:spPr>
            <a:xfrm>
              <a:off x="1644372" y="2091236"/>
              <a:ext cx="2034895" cy="635452"/>
            </a:xfrm>
            <a:prstGeom prst="rect">
              <a:avLst/>
            </a:prstGeom>
            <a:solidFill>
              <a:srgbClr val="AFE4D1"/>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r>
                <a:rPr lang="en-GB" sz="1200">
                  <a:solidFill>
                    <a:schemeClr val="tx1"/>
                  </a:solidFill>
                  <a:latin typeface="+mj-lt"/>
                </a:rPr>
                <a:t>[Point]</a:t>
              </a:r>
            </a:p>
          </p:txBody>
        </p:sp>
        <p:sp>
          <p:nvSpPr>
            <p:cNvPr id="19" name="Rectangle 18">
              <a:extLst>
                <a:ext uri="{FF2B5EF4-FFF2-40B4-BE49-F238E27FC236}">
                  <a16:creationId xmlns:a16="http://schemas.microsoft.com/office/drawing/2014/main" id="{C8775153-9F54-6565-41FB-70BC5B650379}"/>
                </a:ext>
              </a:extLst>
            </p:cNvPr>
            <p:cNvSpPr/>
            <p:nvPr/>
          </p:nvSpPr>
          <p:spPr>
            <a:xfrm>
              <a:off x="1644372" y="5609965"/>
              <a:ext cx="2034895" cy="635452"/>
            </a:xfrm>
            <a:prstGeom prst="rect">
              <a:avLst/>
            </a:prstGeom>
            <a:solidFill>
              <a:srgbClr val="B9BABA"/>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r>
                <a:rPr lang="en-GB" sz="1200">
                  <a:solidFill>
                    <a:schemeClr val="tx1"/>
                  </a:solidFill>
                  <a:latin typeface="+mj-lt"/>
                </a:rPr>
                <a:t>[Point]</a:t>
              </a:r>
            </a:p>
          </p:txBody>
        </p:sp>
        <p:cxnSp>
          <p:nvCxnSpPr>
            <p:cNvPr id="20" name="Straight Connector 19">
              <a:extLst>
                <a:ext uri="{FF2B5EF4-FFF2-40B4-BE49-F238E27FC236}">
                  <a16:creationId xmlns:a16="http://schemas.microsoft.com/office/drawing/2014/main" id="{7FD0E85C-FCB6-F960-A9E5-1190C069B39B}"/>
                </a:ext>
              </a:extLst>
            </p:cNvPr>
            <p:cNvCxnSpPr>
              <a:cxnSpLocks/>
            </p:cNvCxnSpPr>
            <p:nvPr/>
          </p:nvCxnSpPr>
          <p:spPr>
            <a:xfrm>
              <a:off x="4121497" y="2091237"/>
              <a:ext cx="0" cy="4157163"/>
            </a:xfrm>
            <a:prstGeom prst="line">
              <a:avLst/>
            </a:prstGeom>
            <a:ln w="12700" cap="rnd">
              <a:solidFill>
                <a:schemeClr val="accent3"/>
              </a:solidFill>
              <a:prstDash val="sysDot"/>
              <a:round/>
              <a:tailEnd type="none" w="lg" len="lg"/>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670745-7FDF-699C-F57A-039F9D92E175}"/>
                </a:ext>
              </a:extLst>
            </p:cNvPr>
            <p:cNvCxnSpPr>
              <a:cxnSpLocks/>
            </p:cNvCxnSpPr>
            <p:nvPr/>
          </p:nvCxnSpPr>
          <p:spPr>
            <a:xfrm>
              <a:off x="5848780" y="2091237"/>
              <a:ext cx="0" cy="4157163"/>
            </a:xfrm>
            <a:prstGeom prst="line">
              <a:avLst/>
            </a:prstGeom>
            <a:ln w="12700" cap="rnd">
              <a:solidFill>
                <a:schemeClr val="accent3"/>
              </a:solidFill>
              <a:prstDash val="sysDot"/>
              <a:round/>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BB0D37-8800-C005-96FA-439A4B8E39FC}"/>
                </a:ext>
              </a:extLst>
            </p:cNvPr>
            <p:cNvCxnSpPr>
              <a:cxnSpLocks/>
            </p:cNvCxnSpPr>
            <p:nvPr/>
          </p:nvCxnSpPr>
          <p:spPr>
            <a:xfrm>
              <a:off x="7633094" y="2091237"/>
              <a:ext cx="0" cy="4157163"/>
            </a:xfrm>
            <a:prstGeom prst="line">
              <a:avLst/>
            </a:prstGeom>
            <a:ln w="12700" cap="rnd">
              <a:solidFill>
                <a:schemeClr val="accent3"/>
              </a:solidFill>
              <a:prstDash val="sysDot"/>
              <a:round/>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D25F1A-9774-ACC6-BB10-0F58365EB204}"/>
                </a:ext>
              </a:extLst>
            </p:cNvPr>
            <p:cNvCxnSpPr>
              <a:cxnSpLocks/>
            </p:cNvCxnSpPr>
            <p:nvPr/>
          </p:nvCxnSpPr>
          <p:spPr>
            <a:xfrm>
              <a:off x="9417408" y="2091237"/>
              <a:ext cx="0" cy="4157163"/>
            </a:xfrm>
            <a:prstGeom prst="line">
              <a:avLst/>
            </a:prstGeom>
            <a:ln w="12700" cap="rnd">
              <a:solidFill>
                <a:schemeClr val="accent3"/>
              </a:solidFill>
              <a:prstDash val="sysDot"/>
              <a:round/>
              <a:tailEnd type="none" w="lg" len="lg"/>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E86FF33B-BC4B-D646-CE28-60E08477D41A}"/>
                </a:ext>
              </a:extLst>
            </p:cNvPr>
            <p:cNvSpPr/>
            <p:nvPr/>
          </p:nvSpPr>
          <p:spPr>
            <a:xfrm>
              <a:off x="4230677" y="2280826"/>
              <a:ext cx="6861871" cy="256275"/>
            </a:xfrm>
            <a:prstGeom prst="roundRect">
              <a:avLst>
                <a:gd name="adj" fmla="val 50000"/>
              </a:avLst>
            </a:prstGeom>
            <a:solidFill>
              <a:srgbClr val="00BA8D"/>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25" name="Rectangle: Rounded Corners 24">
              <a:extLst>
                <a:ext uri="{FF2B5EF4-FFF2-40B4-BE49-F238E27FC236}">
                  <a16:creationId xmlns:a16="http://schemas.microsoft.com/office/drawing/2014/main" id="{7FDEC97E-07B0-70CF-80B8-85CB28A52C53}"/>
                </a:ext>
              </a:extLst>
            </p:cNvPr>
            <p:cNvSpPr/>
            <p:nvPr/>
          </p:nvSpPr>
          <p:spPr>
            <a:xfrm>
              <a:off x="4230673" y="2979768"/>
              <a:ext cx="6861870" cy="256275"/>
            </a:xfrm>
            <a:prstGeom prst="roundRect">
              <a:avLst>
                <a:gd name="adj" fmla="val 50000"/>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26" name="Rectangle: Rounded Corners 25">
              <a:extLst>
                <a:ext uri="{FF2B5EF4-FFF2-40B4-BE49-F238E27FC236}">
                  <a16:creationId xmlns:a16="http://schemas.microsoft.com/office/drawing/2014/main" id="{D29F2FC9-C722-639B-27B3-DA9DD7E0BEC0}"/>
                </a:ext>
              </a:extLst>
            </p:cNvPr>
            <p:cNvSpPr/>
            <p:nvPr/>
          </p:nvSpPr>
          <p:spPr>
            <a:xfrm>
              <a:off x="5954613" y="5098194"/>
              <a:ext cx="3382342" cy="256275"/>
            </a:xfrm>
            <a:prstGeom prst="roundRect">
              <a:avLst>
                <a:gd name="adj" fmla="val 50000"/>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27" name="Rectangle: Rounded Corners 26">
              <a:extLst>
                <a:ext uri="{FF2B5EF4-FFF2-40B4-BE49-F238E27FC236}">
                  <a16:creationId xmlns:a16="http://schemas.microsoft.com/office/drawing/2014/main" id="{8705B09A-5719-BCF8-7F75-DB9C2C40ECFB}"/>
                </a:ext>
              </a:extLst>
            </p:cNvPr>
            <p:cNvSpPr/>
            <p:nvPr/>
          </p:nvSpPr>
          <p:spPr>
            <a:xfrm>
              <a:off x="5957238" y="3689509"/>
              <a:ext cx="1595696" cy="256275"/>
            </a:xfrm>
            <a:prstGeom prst="roundRect">
              <a:avLst>
                <a:gd name="adj" fmla="val 50000"/>
              </a:avLst>
            </a:prstGeom>
            <a:solidFill>
              <a:srgbClr val="B22470"/>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28" name="Rectangle: Rounded Corners 27">
              <a:extLst>
                <a:ext uri="{FF2B5EF4-FFF2-40B4-BE49-F238E27FC236}">
                  <a16:creationId xmlns:a16="http://schemas.microsoft.com/office/drawing/2014/main" id="{449B25BA-34AF-E6E6-B2C2-EEB928C01E96}"/>
                </a:ext>
              </a:extLst>
            </p:cNvPr>
            <p:cNvSpPr/>
            <p:nvPr/>
          </p:nvSpPr>
          <p:spPr>
            <a:xfrm>
              <a:off x="5957238" y="4396834"/>
              <a:ext cx="1595696" cy="256275"/>
            </a:xfrm>
            <a:prstGeom prst="roundRect">
              <a:avLst>
                <a:gd name="adj" fmla="val 50000"/>
              </a:avLst>
            </a:prstGeom>
            <a:solidFill>
              <a:srgbClr val="3B3482"/>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sp>
          <p:nvSpPr>
            <p:cNvPr id="29" name="Rectangle: Rounded Corners 28">
              <a:extLst>
                <a:ext uri="{FF2B5EF4-FFF2-40B4-BE49-F238E27FC236}">
                  <a16:creationId xmlns:a16="http://schemas.microsoft.com/office/drawing/2014/main" id="{B5D0A843-F7CA-C3F7-7A63-EEA8B5EB4E9C}"/>
                </a:ext>
              </a:extLst>
            </p:cNvPr>
            <p:cNvSpPr/>
            <p:nvPr/>
          </p:nvSpPr>
          <p:spPr>
            <a:xfrm>
              <a:off x="9532241" y="5799554"/>
              <a:ext cx="1560300" cy="256275"/>
            </a:xfrm>
            <a:prstGeom prst="roundRect">
              <a:avLst>
                <a:gd name="adj" fmla="val 50000"/>
              </a:avLst>
            </a:prstGeom>
            <a:solidFill>
              <a:srgbClr val="4F5353"/>
            </a:solidFill>
            <a:ln>
              <a:noFill/>
            </a:ln>
          </p:spPr>
          <p:style>
            <a:lnRef idx="2">
              <a:schemeClr val="accent1">
                <a:shade val="50000"/>
              </a:schemeClr>
            </a:lnRef>
            <a:fillRef idx="1">
              <a:schemeClr val="accent1"/>
            </a:fillRef>
            <a:effectRef idx="0">
              <a:schemeClr val="accent1"/>
            </a:effectRef>
            <a:fontRef idx="minor">
              <a:schemeClr val="lt1"/>
            </a:fontRef>
          </p:style>
          <p:txBody>
            <a:bodyPr lIns="63134" tIns="63134" rIns="63134" bIns="63134" rtlCol="0" anchor="t"/>
            <a:lstStyle/>
            <a:p>
              <a:pPr>
                <a:spcAft>
                  <a:spcPts val="526"/>
                </a:spcAft>
              </a:pPr>
              <a:endParaRPr lang="en-GB" sz="965" err="1">
                <a:solidFill>
                  <a:schemeClr val="tx1"/>
                </a:solidFill>
                <a:latin typeface="Helvetica Now Text" panose="020B0504030202020204" pitchFamily="34" charset="0"/>
              </a:endParaRPr>
            </a:p>
          </p:txBody>
        </p:sp>
        <p:cxnSp>
          <p:nvCxnSpPr>
            <p:cNvPr id="30" name="Straight Connector 29">
              <a:extLst>
                <a:ext uri="{FF2B5EF4-FFF2-40B4-BE49-F238E27FC236}">
                  <a16:creationId xmlns:a16="http://schemas.microsoft.com/office/drawing/2014/main" id="{0D45C6F4-96B4-928E-14B0-26913ACFE4B7}"/>
                </a:ext>
              </a:extLst>
            </p:cNvPr>
            <p:cNvCxnSpPr>
              <a:cxnSpLocks/>
            </p:cNvCxnSpPr>
            <p:nvPr/>
          </p:nvCxnSpPr>
          <p:spPr>
            <a:xfrm>
              <a:off x="11201720" y="2091237"/>
              <a:ext cx="0" cy="4157163"/>
            </a:xfrm>
            <a:prstGeom prst="line">
              <a:avLst/>
            </a:prstGeom>
            <a:ln w="12700" cap="rnd">
              <a:solidFill>
                <a:schemeClr val="accent3"/>
              </a:solidFill>
              <a:prstDash val="sysDot"/>
              <a:round/>
              <a:tailEnd type="none" w="lg" len="lg"/>
            </a:ln>
          </p:spPr>
          <p:style>
            <a:lnRef idx="1">
              <a:schemeClr val="accent1"/>
            </a:lnRef>
            <a:fillRef idx="0">
              <a:schemeClr val="accent1"/>
            </a:fillRef>
            <a:effectRef idx="0">
              <a:schemeClr val="accent1"/>
            </a:effectRef>
            <a:fontRef idx="minor">
              <a:schemeClr val="tx1"/>
            </a:fontRef>
          </p:style>
        </p:cxnSp>
      </p:grpSp>
      <p:sp>
        <p:nvSpPr>
          <p:cNvPr id="33" name="Text Placeholder 31">
            <a:extLst>
              <a:ext uri="{FF2B5EF4-FFF2-40B4-BE49-F238E27FC236}">
                <a16:creationId xmlns:a16="http://schemas.microsoft.com/office/drawing/2014/main" id="{135EB329-1396-A188-ACEC-D1592DD2DBD0}"/>
              </a:ext>
            </a:extLst>
          </p:cNvPr>
          <p:cNvSpPr txBox="1">
            <a:spLocks/>
          </p:cNvSpPr>
          <p:nvPr/>
        </p:nvSpPr>
        <p:spPr>
          <a:xfrm>
            <a:off x="0" y="1800224"/>
            <a:ext cx="4484688" cy="5221289"/>
          </a:xfrm>
          <a:prstGeom prst="rect">
            <a:avLst/>
          </a:prstGeom>
          <a:solidFill>
            <a:srgbClr val="ECF9F4"/>
          </a:solidFill>
        </p:spPr>
        <p:txBody>
          <a:bodyPr lIns="540000" tIns="72000" rIns="144000" bIns="72000" anchor="t"/>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t>Lorem ipsum </a:t>
            </a:r>
            <a:r>
              <a:rPr lang="en-GB" sz="1600" dirty="0" err="1"/>
              <a:t>dolor</a:t>
            </a:r>
            <a:r>
              <a:rPr lang="en-GB" sz="1600" dirty="0"/>
              <a:t> sit </a:t>
            </a:r>
            <a:r>
              <a:rPr lang="en-GB" sz="1600" dirty="0" err="1"/>
              <a:t>amet</a:t>
            </a:r>
            <a:r>
              <a:rPr lang="en-GB" sz="1600" dirty="0"/>
              <a:t>, </a:t>
            </a:r>
            <a:r>
              <a:rPr lang="en-GB" sz="1600" dirty="0" err="1"/>
              <a:t>consectetur</a:t>
            </a:r>
            <a:r>
              <a:rPr lang="en-GB" sz="1600" dirty="0"/>
              <a:t> </a:t>
            </a:r>
            <a:r>
              <a:rPr lang="en-GB" sz="1600" dirty="0" err="1"/>
              <a:t>adipiscing</a:t>
            </a:r>
            <a:r>
              <a:rPr lang="en-GB" sz="1600" dirty="0"/>
              <a:t> </a:t>
            </a:r>
            <a:r>
              <a:rPr lang="en-GB" sz="1600" dirty="0" err="1"/>
              <a:t>elit</a:t>
            </a:r>
            <a:r>
              <a:rPr lang="en-GB" sz="1600" dirty="0"/>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endParaRPr lang="en-GB" sz="1400" dirty="0"/>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p>
        </p:txBody>
      </p:sp>
    </p:spTree>
    <p:extLst>
      <p:ext uri="{BB962C8B-B14F-4D97-AF65-F5344CB8AC3E}">
        <p14:creationId xmlns:p14="http://schemas.microsoft.com/office/powerpoint/2010/main" val="2795945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8D6313A-B3FB-CD0F-E7BA-AF55ABA3200E}"/>
              </a:ext>
            </a:extLst>
          </p:cNvPr>
          <p:cNvSpPr>
            <a:spLocks noGrp="1"/>
          </p:cNvSpPr>
          <p:nvPr>
            <p:ph type="subTitle" idx="13"/>
          </p:nvPr>
        </p:nvSpPr>
        <p:spPr>
          <a:xfrm>
            <a:off x="539749" y="286056"/>
            <a:ext cx="12384088" cy="246221"/>
          </a:xfrm>
        </p:spPr>
        <p:txBody>
          <a:bodyPr/>
          <a:lstStyle/>
          <a:p>
            <a:r>
              <a:rPr lang="en-US"/>
              <a:t>Subheading</a:t>
            </a:r>
            <a:endParaRPr lang="en-GB"/>
          </a:p>
        </p:txBody>
      </p:sp>
      <p:sp>
        <p:nvSpPr>
          <p:cNvPr id="3" name="Title 2">
            <a:extLst>
              <a:ext uri="{FF2B5EF4-FFF2-40B4-BE49-F238E27FC236}">
                <a16:creationId xmlns:a16="http://schemas.microsoft.com/office/drawing/2014/main" id="{523C6027-8629-410C-98E3-DC62CA87D226}"/>
              </a:ext>
            </a:extLst>
          </p:cNvPr>
          <p:cNvSpPr>
            <a:spLocks noGrp="1"/>
          </p:cNvSpPr>
          <p:nvPr>
            <p:ph type="title"/>
          </p:nvPr>
        </p:nvSpPr>
        <p:spPr>
          <a:xfrm>
            <a:off x="539750" y="540000"/>
            <a:ext cx="12384088" cy="543914"/>
          </a:xfrm>
        </p:spPr>
        <p:txBody>
          <a:bodyPr/>
          <a:lstStyle/>
          <a:p>
            <a:r>
              <a:rPr lang="en-GB"/>
              <a:t>Timeline</a:t>
            </a:r>
          </a:p>
        </p:txBody>
      </p:sp>
      <p:sp>
        <p:nvSpPr>
          <p:cNvPr id="10" name="Text Placeholder 24">
            <a:extLst>
              <a:ext uri="{FF2B5EF4-FFF2-40B4-BE49-F238E27FC236}">
                <a16:creationId xmlns:a16="http://schemas.microsoft.com/office/drawing/2014/main" id="{4ED0364B-6A0F-1971-FB26-8E53261001D0}"/>
              </a:ext>
            </a:extLst>
          </p:cNvPr>
          <p:cNvSpPr txBox="1">
            <a:spLocks/>
          </p:cNvSpPr>
          <p:nvPr/>
        </p:nvSpPr>
        <p:spPr bwMode="gray">
          <a:xfrm>
            <a:off x="2733260" y="3996028"/>
            <a:ext cx="1898108" cy="3067041"/>
          </a:xfrm>
          <a:prstGeom prst="rect">
            <a:avLst/>
          </a:prstGeom>
          <a:solidFill>
            <a:srgbClr val="F9EBF2"/>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400" b="0" i="0"/>
            </a:lvl5pPr>
            <a:lvl6pPr marL="540000" lvl="5" indent="-180000" defTabSz="802072">
              <a:lnSpc>
                <a:spcPct val="100000"/>
              </a:lnSpc>
              <a:spcBef>
                <a:spcPts val="0"/>
              </a:spcBef>
              <a:spcAft>
                <a:spcPts val="600"/>
              </a:spcAft>
              <a:buClrTx/>
              <a:buFont typeface="Arial" panose="020B0604020202020204" pitchFamily="34" charset="0"/>
              <a:buChar char="•"/>
              <a:tabLst/>
              <a:defRPr sz="14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rgbClr val="B22470"/>
                </a:solidFill>
              </a:rPr>
              <a:t>[Heading]</a:t>
            </a:r>
          </a:p>
          <a:p>
            <a:pPr lvl="1"/>
            <a:r>
              <a:rPr lang="en-GB" dirty="0"/>
              <a:t>Second level</a:t>
            </a: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endParaRPr lang="en-GB" sz="1200" dirty="0"/>
          </a:p>
        </p:txBody>
      </p:sp>
      <p:sp>
        <p:nvSpPr>
          <p:cNvPr id="11" name="Text Placeholder 24">
            <a:extLst>
              <a:ext uri="{FF2B5EF4-FFF2-40B4-BE49-F238E27FC236}">
                <a16:creationId xmlns:a16="http://schemas.microsoft.com/office/drawing/2014/main" id="{5EB13A91-9CA2-81EE-9396-C66788314654}"/>
              </a:ext>
            </a:extLst>
          </p:cNvPr>
          <p:cNvSpPr txBox="1">
            <a:spLocks/>
          </p:cNvSpPr>
          <p:nvPr/>
        </p:nvSpPr>
        <p:spPr bwMode="gray">
          <a:xfrm>
            <a:off x="4777329" y="3996028"/>
            <a:ext cx="1898108" cy="3067041"/>
          </a:xfrm>
          <a:prstGeom prst="rect">
            <a:avLst/>
          </a:prstGeom>
          <a:solidFill>
            <a:srgbClr val="F9EBF2"/>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400" b="0" i="0"/>
            </a:lvl5pPr>
            <a:lvl6pPr marL="540000" lvl="5" indent="-180000" defTabSz="802072">
              <a:lnSpc>
                <a:spcPct val="100000"/>
              </a:lnSpc>
              <a:spcBef>
                <a:spcPts val="0"/>
              </a:spcBef>
              <a:spcAft>
                <a:spcPts val="600"/>
              </a:spcAft>
              <a:buClrTx/>
              <a:buFont typeface="Arial" panose="020B0604020202020204" pitchFamily="34" charset="0"/>
              <a:buChar char="•"/>
              <a:tabLst/>
              <a:defRPr sz="14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rgbClr val="B22470"/>
                </a:solidFill>
              </a:rPr>
              <a:t>[Heading]</a:t>
            </a:r>
          </a:p>
          <a:p>
            <a:pPr lvl="1"/>
            <a:r>
              <a:rPr lang="en-GB" dirty="0"/>
              <a:t>Second level</a:t>
            </a: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endParaRPr lang="en-GB" sz="1200" dirty="0"/>
          </a:p>
        </p:txBody>
      </p:sp>
      <p:sp>
        <p:nvSpPr>
          <p:cNvPr id="12" name="Text Placeholder 24">
            <a:extLst>
              <a:ext uri="{FF2B5EF4-FFF2-40B4-BE49-F238E27FC236}">
                <a16:creationId xmlns:a16="http://schemas.microsoft.com/office/drawing/2014/main" id="{9C4B275F-1D1D-C2B9-552C-D3362A83FB0F}"/>
              </a:ext>
            </a:extLst>
          </p:cNvPr>
          <p:cNvSpPr txBox="1">
            <a:spLocks/>
          </p:cNvSpPr>
          <p:nvPr/>
        </p:nvSpPr>
        <p:spPr bwMode="gray">
          <a:xfrm>
            <a:off x="6821396" y="3996028"/>
            <a:ext cx="1898108" cy="3067041"/>
          </a:xfrm>
          <a:prstGeom prst="rect">
            <a:avLst/>
          </a:prstGeom>
          <a:solidFill>
            <a:srgbClr val="F9EBF2"/>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400" b="0" i="0"/>
            </a:lvl5pPr>
            <a:lvl6pPr marL="540000" lvl="5" indent="-180000" defTabSz="802072">
              <a:lnSpc>
                <a:spcPct val="100000"/>
              </a:lnSpc>
              <a:spcBef>
                <a:spcPts val="0"/>
              </a:spcBef>
              <a:spcAft>
                <a:spcPts val="600"/>
              </a:spcAft>
              <a:buClrTx/>
              <a:buFont typeface="Arial" panose="020B0604020202020204" pitchFamily="34" charset="0"/>
              <a:buChar char="•"/>
              <a:tabLst/>
              <a:defRPr sz="14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rgbClr val="B22470"/>
                </a:solidFill>
              </a:rPr>
              <a:t>[Heading]</a:t>
            </a:r>
          </a:p>
          <a:p>
            <a:pPr lvl="1"/>
            <a:r>
              <a:rPr lang="en-GB" dirty="0"/>
              <a:t>Second level</a:t>
            </a: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endParaRPr lang="en-GB" sz="1200" dirty="0"/>
          </a:p>
        </p:txBody>
      </p:sp>
      <p:sp>
        <p:nvSpPr>
          <p:cNvPr id="13" name="Text Placeholder 24">
            <a:extLst>
              <a:ext uri="{FF2B5EF4-FFF2-40B4-BE49-F238E27FC236}">
                <a16:creationId xmlns:a16="http://schemas.microsoft.com/office/drawing/2014/main" id="{26529525-21B8-6117-0A3C-A0BA9454F199}"/>
              </a:ext>
            </a:extLst>
          </p:cNvPr>
          <p:cNvSpPr txBox="1">
            <a:spLocks/>
          </p:cNvSpPr>
          <p:nvPr/>
        </p:nvSpPr>
        <p:spPr bwMode="gray">
          <a:xfrm>
            <a:off x="8865465" y="3996028"/>
            <a:ext cx="1898108" cy="3067041"/>
          </a:xfrm>
          <a:prstGeom prst="rect">
            <a:avLst/>
          </a:prstGeom>
          <a:solidFill>
            <a:srgbClr val="F9EBF2"/>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400" b="0" i="0"/>
            </a:lvl5pPr>
            <a:lvl6pPr marL="540000" lvl="5" indent="-180000" defTabSz="802072">
              <a:lnSpc>
                <a:spcPct val="100000"/>
              </a:lnSpc>
              <a:spcBef>
                <a:spcPts val="0"/>
              </a:spcBef>
              <a:spcAft>
                <a:spcPts val="600"/>
              </a:spcAft>
              <a:buClrTx/>
              <a:buFont typeface="Arial" panose="020B0604020202020204" pitchFamily="34" charset="0"/>
              <a:buChar char="•"/>
              <a:tabLst/>
              <a:defRPr sz="14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rgbClr val="B22470"/>
                </a:solidFill>
              </a:rPr>
              <a:t>[Heading]</a:t>
            </a:r>
          </a:p>
          <a:p>
            <a:pPr lvl="1"/>
            <a:r>
              <a:rPr lang="en-GB" dirty="0"/>
              <a:t>Second level</a:t>
            </a: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endParaRPr lang="en-GB" sz="1200" dirty="0"/>
          </a:p>
        </p:txBody>
      </p:sp>
      <p:sp>
        <p:nvSpPr>
          <p:cNvPr id="14" name="Text Placeholder 24">
            <a:extLst>
              <a:ext uri="{FF2B5EF4-FFF2-40B4-BE49-F238E27FC236}">
                <a16:creationId xmlns:a16="http://schemas.microsoft.com/office/drawing/2014/main" id="{A2C52F2E-304C-6759-D4E9-47DA121D8F58}"/>
              </a:ext>
            </a:extLst>
          </p:cNvPr>
          <p:cNvSpPr txBox="1">
            <a:spLocks/>
          </p:cNvSpPr>
          <p:nvPr/>
        </p:nvSpPr>
        <p:spPr bwMode="gray">
          <a:xfrm>
            <a:off x="10909529" y="3996028"/>
            <a:ext cx="1898108" cy="3067041"/>
          </a:xfrm>
          <a:prstGeom prst="rect">
            <a:avLst/>
          </a:prstGeom>
          <a:solidFill>
            <a:srgbClr val="F9EBF2"/>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400" b="0" i="0"/>
            </a:lvl5pPr>
            <a:lvl6pPr marL="540000" lvl="5" indent="-180000" defTabSz="802072">
              <a:lnSpc>
                <a:spcPct val="100000"/>
              </a:lnSpc>
              <a:spcBef>
                <a:spcPts val="0"/>
              </a:spcBef>
              <a:spcAft>
                <a:spcPts val="600"/>
              </a:spcAft>
              <a:buClrTx/>
              <a:buFont typeface="Arial" panose="020B0604020202020204" pitchFamily="34" charset="0"/>
              <a:buChar char="•"/>
              <a:tabLst/>
              <a:defRPr sz="14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rgbClr val="B22470"/>
                </a:solidFill>
              </a:rPr>
              <a:t>[Heading]</a:t>
            </a:r>
          </a:p>
          <a:p>
            <a:pPr lvl="1"/>
            <a:r>
              <a:rPr lang="en-GB" dirty="0"/>
              <a:t>Second level</a:t>
            </a: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endParaRPr lang="en-GB" sz="1200" dirty="0"/>
          </a:p>
        </p:txBody>
      </p:sp>
      <p:sp>
        <p:nvSpPr>
          <p:cNvPr id="19" name="Text Placeholder 24">
            <a:extLst>
              <a:ext uri="{FF2B5EF4-FFF2-40B4-BE49-F238E27FC236}">
                <a16:creationId xmlns:a16="http://schemas.microsoft.com/office/drawing/2014/main" id="{A2B0BFDF-96AB-0A76-AD20-DD9C3BA412FC}"/>
              </a:ext>
            </a:extLst>
          </p:cNvPr>
          <p:cNvSpPr txBox="1">
            <a:spLocks/>
          </p:cNvSpPr>
          <p:nvPr/>
        </p:nvSpPr>
        <p:spPr bwMode="gray">
          <a:xfrm>
            <a:off x="689193" y="3996028"/>
            <a:ext cx="1898108" cy="3067041"/>
          </a:xfrm>
          <a:prstGeom prst="rect">
            <a:avLst/>
          </a:prstGeom>
          <a:solidFill>
            <a:srgbClr val="F9EBF2"/>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400" b="0" i="0"/>
            </a:lvl5pPr>
            <a:lvl6pPr marL="540000" lvl="5" indent="-180000" defTabSz="802072">
              <a:lnSpc>
                <a:spcPct val="100000"/>
              </a:lnSpc>
              <a:spcBef>
                <a:spcPts val="0"/>
              </a:spcBef>
              <a:spcAft>
                <a:spcPts val="600"/>
              </a:spcAft>
              <a:buClrTx/>
              <a:buFont typeface="Arial" panose="020B0604020202020204" pitchFamily="34" charset="0"/>
              <a:buChar char="•"/>
              <a:tabLst/>
              <a:defRPr sz="14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rgbClr val="B22470"/>
                </a:solidFill>
              </a:rPr>
              <a:t>[Heading]</a:t>
            </a:r>
          </a:p>
          <a:p>
            <a:pPr lvl="1"/>
            <a:r>
              <a:rPr lang="en-GB" dirty="0"/>
              <a:t>Second level</a:t>
            </a: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endParaRPr lang="en-GB" sz="1200" dirty="0"/>
          </a:p>
        </p:txBody>
      </p:sp>
      <p:grpSp>
        <p:nvGrpSpPr>
          <p:cNvPr id="25" name="Group 24">
            <a:extLst>
              <a:ext uri="{FF2B5EF4-FFF2-40B4-BE49-F238E27FC236}">
                <a16:creationId xmlns:a16="http://schemas.microsoft.com/office/drawing/2014/main" id="{23D1E54E-6CCF-E2BC-02B5-B543A1CD56B0}"/>
              </a:ext>
            </a:extLst>
          </p:cNvPr>
          <p:cNvGrpSpPr/>
          <p:nvPr/>
        </p:nvGrpSpPr>
        <p:grpSpPr>
          <a:xfrm>
            <a:off x="572988" y="3432176"/>
            <a:ext cx="12350849" cy="563852"/>
            <a:chOff x="525828" y="1331913"/>
            <a:chExt cx="9646872" cy="412168"/>
          </a:xfrm>
        </p:grpSpPr>
        <p:sp>
          <p:nvSpPr>
            <p:cNvPr id="26" name="Text Placeholder 6">
              <a:extLst>
                <a:ext uri="{FF2B5EF4-FFF2-40B4-BE49-F238E27FC236}">
                  <a16:creationId xmlns:a16="http://schemas.microsoft.com/office/drawing/2014/main" id="{121D5BE2-083B-BA88-810A-8909E05CA552}"/>
                </a:ext>
              </a:extLst>
            </p:cNvPr>
            <p:cNvSpPr txBox="1">
              <a:spLocks/>
            </p:cNvSpPr>
            <p:nvPr/>
          </p:nvSpPr>
          <p:spPr>
            <a:xfrm>
              <a:off x="525828" y="1331913"/>
              <a:ext cx="9646871" cy="235057"/>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GB" sz="1600" b="1">
                  <a:solidFill>
                    <a:schemeClr val="tx1"/>
                  </a:solidFill>
                  <a:latin typeface="+mj-lt"/>
                </a:rPr>
                <a:t>[xxx]</a:t>
              </a:r>
            </a:p>
          </p:txBody>
        </p:sp>
        <p:sp>
          <p:nvSpPr>
            <p:cNvPr id="27" name="Freeform: Shape 26">
              <a:extLst>
                <a:ext uri="{FF2B5EF4-FFF2-40B4-BE49-F238E27FC236}">
                  <a16:creationId xmlns:a16="http://schemas.microsoft.com/office/drawing/2014/main" id="{C7527DDA-7350-DDC0-4CF4-34274B015472}"/>
                </a:ext>
              </a:extLst>
            </p:cNvPr>
            <p:cNvSpPr/>
            <p:nvPr/>
          </p:nvSpPr>
          <p:spPr>
            <a:xfrm flipV="1">
              <a:off x="533773" y="1594063"/>
              <a:ext cx="9638927" cy="150018"/>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8" name="Freeform 6">
            <a:extLst>
              <a:ext uri="{FF2B5EF4-FFF2-40B4-BE49-F238E27FC236}">
                <a16:creationId xmlns:a16="http://schemas.microsoft.com/office/drawing/2014/main" id="{1F1AB817-7544-6C6A-787E-912B37B49920}"/>
              </a:ext>
            </a:extLst>
          </p:cNvPr>
          <p:cNvSpPr>
            <a:spLocks/>
          </p:cNvSpPr>
          <p:nvPr/>
        </p:nvSpPr>
        <p:spPr bwMode="auto">
          <a:xfrm>
            <a:off x="12408530" y="6655164"/>
            <a:ext cx="299961" cy="299960"/>
          </a:xfrm>
          <a:prstGeom prst="ellipse">
            <a:avLst/>
          </a:prstGeom>
          <a:solidFill>
            <a:schemeClr val="accent2"/>
          </a:solidFill>
          <a:ln>
            <a:noFill/>
          </a:ln>
        </p:spPr>
        <p:txBody>
          <a:bodyPr vert="horz" wrap="square" lIns="35015" tIns="35015" rIns="35015" bIns="35015" numCol="1" anchor="ctr" anchorCtr="1" compatLnSpc="1">
            <a:prstTxWarp prst="textNoShape">
              <a:avLst/>
            </a:prstTxWarp>
          </a:bodyPr>
          <a:lstStyle/>
          <a:p>
            <a:pPr algn="ctr" defTabSz="967874">
              <a:defRPr/>
            </a:pPr>
            <a:r>
              <a:rPr lang="en-GB" sz="1100">
                <a:solidFill>
                  <a:srgbClr val="FFFFFF"/>
                </a:solidFill>
              </a:rPr>
              <a:t>6</a:t>
            </a:r>
          </a:p>
        </p:txBody>
      </p:sp>
      <p:sp>
        <p:nvSpPr>
          <p:cNvPr id="29" name="Freeform 6">
            <a:extLst>
              <a:ext uri="{FF2B5EF4-FFF2-40B4-BE49-F238E27FC236}">
                <a16:creationId xmlns:a16="http://schemas.microsoft.com/office/drawing/2014/main" id="{8B2278B1-2C5E-9C0A-BEF4-8A4A38C7C927}"/>
              </a:ext>
            </a:extLst>
          </p:cNvPr>
          <p:cNvSpPr>
            <a:spLocks/>
          </p:cNvSpPr>
          <p:nvPr/>
        </p:nvSpPr>
        <p:spPr bwMode="auto">
          <a:xfrm>
            <a:off x="10364463" y="6655164"/>
            <a:ext cx="299961" cy="299960"/>
          </a:xfrm>
          <a:prstGeom prst="ellipse">
            <a:avLst/>
          </a:prstGeom>
          <a:solidFill>
            <a:schemeClr val="accent2"/>
          </a:solidFill>
          <a:ln>
            <a:noFill/>
          </a:ln>
        </p:spPr>
        <p:txBody>
          <a:bodyPr vert="horz" wrap="square" lIns="35015" tIns="35015" rIns="35015" bIns="35015" numCol="1" anchor="ctr" anchorCtr="1" compatLnSpc="1">
            <a:prstTxWarp prst="textNoShape">
              <a:avLst/>
            </a:prstTxWarp>
          </a:bodyPr>
          <a:lstStyle/>
          <a:p>
            <a:pPr algn="ctr" defTabSz="967874">
              <a:defRPr/>
            </a:pPr>
            <a:r>
              <a:rPr lang="en-GB" sz="1100">
                <a:solidFill>
                  <a:srgbClr val="FFFFFF"/>
                </a:solidFill>
              </a:rPr>
              <a:t>5</a:t>
            </a:r>
          </a:p>
        </p:txBody>
      </p:sp>
      <p:sp>
        <p:nvSpPr>
          <p:cNvPr id="30" name="Freeform 6">
            <a:extLst>
              <a:ext uri="{FF2B5EF4-FFF2-40B4-BE49-F238E27FC236}">
                <a16:creationId xmlns:a16="http://schemas.microsoft.com/office/drawing/2014/main" id="{AE87A277-E742-7A58-3AC8-B6DB2A73D34E}"/>
              </a:ext>
            </a:extLst>
          </p:cNvPr>
          <p:cNvSpPr>
            <a:spLocks/>
          </p:cNvSpPr>
          <p:nvPr/>
        </p:nvSpPr>
        <p:spPr bwMode="auto">
          <a:xfrm>
            <a:off x="8320395" y="6655164"/>
            <a:ext cx="299961" cy="299960"/>
          </a:xfrm>
          <a:prstGeom prst="ellipse">
            <a:avLst/>
          </a:prstGeom>
          <a:solidFill>
            <a:schemeClr val="accent2"/>
          </a:solidFill>
          <a:ln>
            <a:noFill/>
          </a:ln>
        </p:spPr>
        <p:txBody>
          <a:bodyPr vert="horz" wrap="square" lIns="35015" tIns="35015" rIns="35015" bIns="35015" numCol="1" anchor="ctr" anchorCtr="1" compatLnSpc="1">
            <a:prstTxWarp prst="textNoShape">
              <a:avLst/>
            </a:prstTxWarp>
          </a:bodyPr>
          <a:lstStyle/>
          <a:p>
            <a:pPr algn="ctr" defTabSz="967874">
              <a:defRPr/>
            </a:pPr>
            <a:r>
              <a:rPr lang="en-GB" sz="1100">
                <a:solidFill>
                  <a:srgbClr val="FFFFFF"/>
                </a:solidFill>
              </a:rPr>
              <a:t>4</a:t>
            </a:r>
          </a:p>
        </p:txBody>
      </p:sp>
      <p:sp>
        <p:nvSpPr>
          <p:cNvPr id="31" name="Freeform 6">
            <a:extLst>
              <a:ext uri="{FF2B5EF4-FFF2-40B4-BE49-F238E27FC236}">
                <a16:creationId xmlns:a16="http://schemas.microsoft.com/office/drawing/2014/main" id="{E40DD49F-26B2-A834-F685-FA2563B63A2C}"/>
              </a:ext>
            </a:extLst>
          </p:cNvPr>
          <p:cNvSpPr>
            <a:spLocks/>
          </p:cNvSpPr>
          <p:nvPr/>
        </p:nvSpPr>
        <p:spPr bwMode="auto">
          <a:xfrm>
            <a:off x="6276328" y="6655164"/>
            <a:ext cx="299961" cy="299960"/>
          </a:xfrm>
          <a:prstGeom prst="ellipse">
            <a:avLst/>
          </a:prstGeom>
          <a:solidFill>
            <a:schemeClr val="accent2"/>
          </a:solidFill>
          <a:ln>
            <a:noFill/>
          </a:ln>
        </p:spPr>
        <p:txBody>
          <a:bodyPr vert="horz" wrap="square" lIns="35015" tIns="35015" rIns="35015" bIns="35015" numCol="1" anchor="ctr" anchorCtr="1" compatLnSpc="1">
            <a:prstTxWarp prst="textNoShape">
              <a:avLst/>
            </a:prstTxWarp>
          </a:bodyPr>
          <a:lstStyle/>
          <a:p>
            <a:pPr algn="ctr" defTabSz="967874">
              <a:defRPr/>
            </a:pPr>
            <a:r>
              <a:rPr lang="en-GB" sz="1100">
                <a:solidFill>
                  <a:srgbClr val="FFFFFF"/>
                </a:solidFill>
              </a:rPr>
              <a:t>3</a:t>
            </a:r>
          </a:p>
        </p:txBody>
      </p:sp>
      <p:sp>
        <p:nvSpPr>
          <p:cNvPr id="32" name="Freeform 6">
            <a:extLst>
              <a:ext uri="{FF2B5EF4-FFF2-40B4-BE49-F238E27FC236}">
                <a16:creationId xmlns:a16="http://schemas.microsoft.com/office/drawing/2014/main" id="{A40389E8-8A17-05E0-8E1A-00ECB99731DD}"/>
              </a:ext>
            </a:extLst>
          </p:cNvPr>
          <p:cNvSpPr>
            <a:spLocks/>
          </p:cNvSpPr>
          <p:nvPr/>
        </p:nvSpPr>
        <p:spPr bwMode="auto">
          <a:xfrm>
            <a:off x="4232260" y="6655164"/>
            <a:ext cx="299961" cy="299960"/>
          </a:xfrm>
          <a:prstGeom prst="ellipse">
            <a:avLst/>
          </a:prstGeom>
          <a:solidFill>
            <a:schemeClr val="accent2"/>
          </a:solidFill>
          <a:ln>
            <a:noFill/>
          </a:ln>
        </p:spPr>
        <p:txBody>
          <a:bodyPr vert="horz" wrap="square" lIns="35015" tIns="35015" rIns="35015" bIns="35015" numCol="1" anchor="ctr" anchorCtr="1" compatLnSpc="1">
            <a:prstTxWarp prst="textNoShape">
              <a:avLst/>
            </a:prstTxWarp>
          </a:bodyPr>
          <a:lstStyle/>
          <a:p>
            <a:pPr algn="ctr" defTabSz="967874">
              <a:defRPr/>
            </a:pPr>
            <a:r>
              <a:rPr lang="en-GB" sz="1100">
                <a:solidFill>
                  <a:srgbClr val="FFFFFF"/>
                </a:solidFill>
              </a:rPr>
              <a:t>2</a:t>
            </a:r>
          </a:p>
        </p:txBody>
      </p:sp>
      <p:sp>
        <p:nvSpPr>
          <p:cNvPr id="33" name="Freeform 6">
            <a:extLst>
              <a:ext uri="{FF2B5EF4-FFF2-40B4-BE49-F238E27FC236}">
                <a16:creationId xmlns:a16="http://schemas.microsoft.com/office/drawing/2014/main" id="{CDCA394E-7E71-9B11-4152-493982D1173A}"/>
              </a:ext>
            </a:extLst>
          </p:cNvPr>
          <p:cNvSpPr>
            <a:spLocks/>
          </p:cNvSpPr>
          <p:nvPr/>
        </p:nvSpPr>
        <p:spPr bwMode="auto">
          <a:xfrm>
            <a:off x="2188194" y="6655164"/>
            <a:ext cx="299961" cy="299960"/>
          </a:xfrm>
          <a:prstGeom prst="ellipse">
            <a:avLst/>
          </a:prstGeom>
          <a:solidFill>
            <a:schemeClr val="accent2"/>
          </a:solidFill>
          <a:ln>
            <a:noFill/>
          </a:ln>
        </p:spPr>
        <p:txBody>
          <a:bodyPr vert="horz" wrap="square" lIns="35015" tIns="35015" rIns="35015" bIns="35015" numCol="1" anchor="ctr" anchorCtr="1" compatLnSpc="1">
            <a:prstTxWarp prst="textNoShape">
              <a:avLst/>
            </a:prstTxWarp>
          </a:bodyPr>
          <a:lstStyle/>
          <a:p>
            <a:pPr algn="ctr" defTabSz="967874">
              <a:defRPr/>
            </a:pPr>
            <a:r>
              <a:rPr lang="en-GB" sz="1100">
                <a:solidFill>
                  <a:srgbClr val="FFFFFF"/>
                </a:solidFill>
              </a:rPr>
              <a:t>1</a:t>
            </a:r>
          </a:p>
        </p:txBody>
      </p:sp>
      <p:sp>
        <p:nvSpPr>
          <p:cNvPr id="4" name="Text Placeholder 7">
            <a:extLst>
              <a:ext uri="{FF2B5EF4-FFF2-40B4-BE49-F238E27FC236}">
                <a16:creationId xmlns:a16="http://schemas.microsoft.com/office/drawing/2014/main" id="{11DD1E16-1C4B-9EC0-A77B-44D9C4D6C3EB}"/>
              </a:ext>
            </a:extLst>
          </p:cNvPr>
          <p:cNvSpPr txBox="1">
            <a:spLocks/>
          </p:cNvSpPr>
          <p:nvPr/>
        </p:nvSpPr>
        <p:spPr>
          <a:xfrm>
            <a:off x="535237" y="1800225"/>
            <a:ext cx="12384088" cy="1338828"/>
          </a:xfrm>
          <a:prstGeom prst="rect">
            <a:avLst/>
          </a:prstGeom>
        </p:spPr>
        <p:txBody>
          <a:bodyPr lIns="0" tIns="0" rIns="0" bIns="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dirty="0">
                <a:solidFill>
                  <a:schemeClr val="accent2"/>
                </a:solidFill>
              </a:rPr>
              <a:t>Lorem ipsum </a:t>
            </a:r>
            <a:r>
              <a:rPr lang="en-GB" dirty="0" err="1">
                <a:solidFill>
                  <a:schemeClr val="accent2"/>
                </a:solidFill>
              </a:rPr>
              <a:t>dolor</a:t>
            </a:r>
            <a:r>
              <a:rPr lang="en-GB" dirty="0">
                <a:solidFill>
                  <a:schemeClr val="accent2"/>
                </a:solidFill>
              </a:rPr>
              <a:t> sit </a:t>
            </a:r>
            <a:r>
              <a:rPr lang="en-GB" dirty="0" err="1">
                <a:solidFill>
                  <a:schemeClr val="accent2"/>
                </a:solidFill>
              </a:rPr>
              <a:t>amet</a:t>
            </a:r>
            <a:r>
              <a:rPr lang="en-GB" dirty="0">
                <a:solidFill>
                  <a:schemeClr val="accent2"/>
                </a:solidFill>
              </a:rPr>
              <a:t>, </a:t>
            </a:r>
            <a:r>
              <a:rPr lang="en-GB" dirty="0" err="1">
                <a:solidFill>
                  <a:schemeClr val="accent2"/>
                </a:solidFill>
              </a:rPr>
              <a:t>consectetur</a:t>
            </a:r>
            <a:r>
              <a:rPr lang="en-GB" dirty="0">
                <a:solidFill>
                  <a:schemeClr val="accent2"/>
                </a:solidFill>
              </a:rPr>
              <a:t> </a:t>
            </a:r>
            <a:r>
              <a:rPr lang="en-GB" dirty="0" err="1">
                <a:solidFill>
                  <a:schemeClr val="accent2"/>
                </a:solidFill>
              </a:rPr>
              <a:t>adipiscing</a:t>
            </a:r>
            <a:r>
              <a:rPr lang="en-GB" dirty="0">
                <a:solidFill>
                  <a:schemeClr val="accent2"/>
                </a:solidFill>
              </a:rPr>
              <a:t> </a:t>
            </a:r>
            <a:r>
              <a:rPr lang="en-GB" dirty="0" err="1">
                <a:solidFill>
                  <a:schemeClr val="accent2"/>
                </a:solidFill>
              </a:rPr>
              <a:t>elit</a:t>
            </a:r>
            <a:r>
              <a:rPr lang="en-GB" dirty="0">
                <a:solidFill>
                  <a:schemeClr val="accent2"/>
                </a:solidFill>
              </a:rPr>
              <a:t> </a:t>
            </a:r>
          </a:p>
          <a:p>
            <a:pPr lvl="1"/>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r>
              <a:rPr lang="en-GB" dirty="0"/>
              <a:t>. Maecenas </a:t>
            </a:r>
            <a:r>
              <a:rPr lang="en-GB" dirty="0" err="1"/>
              <a:t>ultricies</a:t>
            </a:r>
            <a:r>
              <a:rPr lang="en-GB" dirty="0"/>
              <a:t> a libero vitae </a:t>
            </a:r>
            <a:r>
              <a:rPr lang="en-GB" dirty="0" err="1"/>
              <a:t>suscipit</a:t>
            </a:r>
            <a:r>
              <a:rPr lang="en-GB" dirty="0"/>
              <a:t>. </a:t>
            </a:r>
          </a:p>
          <a:p>
            <a:pPr lvl="2"/>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a:t>
            </a:r>
            <a:r>
              <a:rPr lang="en-GB" dirty="0" err="1"/>
              <a:t>Vivamus</a:t>
            </a:r>
            <a:r>
              <a:rPr lang="en-GB" dirty="0"/>
              <a:t> </a:t>
            </a:r>
            <a:r>
              <a:rPr lang="en-GB" dirty="0" err="1"/>
              <a:t>eu</a:t>
            </a:r>
            <a:r>
              <a:rPr lang="en-GB" dirty="0"/>
              <a:t> </a:t>
            </a:r>
            <a:r>
              <a:rPr lang="en-GB" dirty="0" err="1"/>
              <a:t>tincidunt</a:t>
            </a:r>
            <a:r>
              <a:rPr lang="en-GB" dirty="0"/>
              <a:t> </a:t>
            </a:r>
            <a:r>
              <a:rPr lang="en-GB" dirty="0" err="1"/>
              <a:t>nibh</a:t>
            </a:r>
            <a:r>
              <a:rPr lang="en-GB" dirty="0"/>
              <a:t>. </a:t>
            </a:r>
            <a:r>
              <a:rPr lang="en-GB" dirty="0" err="1"/>
              <a:t>Nullam</a:t>
            </a:r>
            <a:r>
              <a:rPr lang="en-GB" dirty="0"/>
              <a:t> et auctor </a:t>
            </a:r>
            <a:r>
              <a:rPr lang="en-GB" dirty="0" err="1"/>
              <a:t>quam</a:t>
            </a:r>
            <a:r>
              <a:rPr lang="en-GB" dirty="0"/>
              <a:t>. </a:t>
            </a:r>
            <a:r>
              <a:rPr lang="en-GB" dirty="0" err="1"/>
              <a:t>Phasellus</a:t>
            </a:r>
            <a:r>
              <a:rPr lang="en-GB" dirty="0"/>
              <a:t> </a:t>
            </a:r>
            <a:r>
              <a:rPr lang="en-GB" dirty="0" err="1"/>
              <a:t>eleifend</a:t>
            </a:r>
            <a:r>
              <a:rPr lang="en-GB" dirty="0"/>
              <a:t> at ipsum </a:t>
            </a:r>
            <a:r>
              <a:rPr lang="en-GB" dirty="0" err="1"/>
              <a:t>ut</a:t>
            </a:r>
            <a:r>
              <a:rPr lang="en-GB" dirty="0"/>
              <a:t> pulvinar. </a:t>
            </a:r>
            <a:r>
              <a:rPr lang="en-GB" dirty="0" err="1"/>
              <a:t>Mauris</a:t>
            </a:r>
            <a:r>
              <a:rPr lang="en-GB" dirty="0"/>
              <a:t> </a:t>
            </a:r>
            <a:r>
              <a:rPr lang="en-GB" dirty="0" err="1"/>
              <a:t>ultrices</a:t>
            </a:r>
            <a:r>
              <a:rPr lang="en-GB" dirty="0"/>
              <a:t> at </a:t>
            </a:r>
            <a:r>
              <a:rPr lang="en-GB" dirty="0" err="1"/>
              <a:t>ut</a:t>
            </a:r>
            <a:r>
              <a:rPr lang="en-GB" dirty="0"/>
              <a:t> </a:t>
            </a:r>
            <a:r>
              <a:rPr lang="en-GB" dirty="0" err="1"/>
              <a:t>tellus</a:t>
            </a:r>
            <a:r>
              <a:rPr lang="en-GB" dirty="0"/>
              <a:t>. Donec </a:t>
            </a:r>
            <a:r>
              <a:rPr lang="en-GB" dirty="0" err="1"/>
              <a:t>ullamcorper</a:t>
            </a:r>
            <a:r>
              <a:rPr lang="en-GB" dirty="0"/>
              <a:t> </a:t>
            </a:r>
            <a:r>
              <a:rPr lang="en-GB" dirty="0" err="1"/>
              <a:t>mollis</a:t>
            </a:r>
            <a:r>
              <a:rPr lang="en-GB" dirty="0"/>
              <a:t> </a:t>
            </a:r>
            <a:r>
              <a:rPr lang="en-GB" dirty="0" err="1"/>
              <a:t>velit</a:t>
            </a:r>
            <a:r>
              <a:rPr lang="en-GB" dirty="0"/>
              <a:t> sit </a:t>
            </a:r>
            <a:r>
              <a:rPr lang="en-GB" dirty="0" err="1"/>
              <a:t>amet</a:t>
            </a:r>
            <a:r>
              <a:rPr lang="en-GB" dirty="0"/>
              <a:t>.</a:t>
            </a:r>
          </a:p>
          <a:p>
            <a:pPr lvl="3"/>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a:t>
            </a:r>
          </a:p>
        </p:txBody>
      </p:sp>
    </p:spTree>
    <p:extLst>
      <p:ext uri="{BB962C8B-B14F-4D97-AF65-F5344CB8AC3E}">
        <p14:creationId xmlns:p14="http://schemas.microsoft.com/office/powerpoint/2010/main" val="1995386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B6D6DA0-44F2-A542-585F-A4BFC9497F9A}"/>
              </a:ext>
            </a:extLst>
          </p:cNvPr>
          <p:cNvSpPr>
            <a:spLocks noGrp="1"/>
          </p:cNvSpPr>
          <p:nvPr>
            <p:ph type="subTitle" idx="13"/>
          </p:nvPr>
        </p:nvSpPr>
        <p:spPr>
          <a:xfrm>
            <a:off x="539749" y="286056"/>
            <a:ext cx="12384088" cy="246221"/>
          </a:xfrm>
        </p:spPr>
        <p:txBody>
          <a:bodyPr/>
          <a:lstStyle/>
          <a:p>
            <a:r>
              <a:rPr lang="en-GB" dirty="0"/>
              <a:t>Subheading</a:t>
            </a:r>
          </a:p>
        </p:txBody>
      </p:sp>
      <p:sp>
        <p:nvSpPr>
          <p:cNvPr id="3" name="Title 2">
            <a:extLst>
              <a:ext uri="{FF2B5EF4-FFF2-40B4-BE49-F238E27FC236}">
                <a16:creationId xmlns:a16="http://schemas.microsoft.com/office/drawing/2014/main" id="{223C4D59-56A9-E9ED-1F1B-693B3B9BFEC3}"/>
              </a:ext>
            </a:extLst>
          </p:cNvPr>
          <p:cNvSpPr>
            <a:spLocks noGrp="1"/>
          </p:cNvSpPr>
          <p:nvPr>
            <p:ph type="title"/>
          </p:nvPr>
        </p:nvSpPr>
        <p:spPr/>
        <p:txBody>
          <a:bodyPr/>
          <a:lstStyle/>
          <a:p>
            <a:r>
              <a:rPr lang="en-GB" dirty="0"/>
              <a:t>Next Steps</a:t>
            </a:r>
          </a:p>
        </p:txBody>
      </p:sp>
      <p:grpSp>
        <p:nvGrpSpPr>
          <p:cNvPr id="19" name="Group 18">
            <a:extLst>
              <a:ext uri="{FF2B5EF4-FFF2-40B4-BE49-F238E27FC236}">
                <a16:creationId xmlns:a16="http://schemas.microsoft.com/office/drawing/2014/main" id="{4D8C4ACF-9D51-13D6-4BFF-05DBC145DDEF}"/>
              </a:ext>
            </a:extLst>
          </p:cNvPr>
          <p:cNvGrpSpPr/>
          <p:nvPr/>
        </p:nvGrpSpPr>
        <p:grpSpPr>
          <a:xfrm>
            <a:off x="538163" y="3588763"/>
            <a:ext cx="12381162" cy="2816158"/>
            <a:chOff x="538163" y="3588763"/>
            <a:chExt cx="9615485" cy="2816158"/>
          </a:xfrm>
        </p:grpSpPr>
        <p:grpSp>
          <p:nvGrpSpPr>
            <p:cNvPr id="5" name="Group 4">
              <a:extLst>
                <a:ext uri="{FF2B5EF4-FFF2-40B4-BE49-F238E27FC236}">
                  <a16:creationId xmlns:a16="http://schemas.microsoft.com/office/drawing/2014/main" id="{5FE6C11E-47B5-59F4-80C3-D95D0C5201AF}"/>
                </a:ext>
              </a:extLst>
            </p:cNvPr>
            <p:cNvGrpSpPr/>
            <p:nvPr/>
          </p:nvGrpSpPr>
          <p:grpSpPr>
            <a:xfrm>
              <a:off x="538163" y="4723584"/>
              <a:ext cx="9615485" cy="500349"/>
              <a:chOff x="538163" y="3690651"/>
              <a:chExt cx="8157128" cy="500349"/>
            </a:xfrm>
          </p:grpSpPr>
          <p:sp>
            <p:nvSpPr>
              <p:cNvPr id="6" name="Arrow: Chevron 5">
                <a:extLst>
                  <a:ext uri="{FF2B5EF4-FFF2-40B4-BE49-F238E27FC236}">
                    <a16:creationId xmlns:a16="http://schemas.microsoft.com/office/drawing/2014/main" id="{41333DD8-1DB0-C8CC-C61F-8860118B9F90}"/>
                  </a:ext>
                </a:extLst>
              </p:cNvPr>
              <p:cNvSpPr/>
              <p:nvPr/>
            </p:nvSpPr>
            <p:spPr>
              <a:xfrm>
                <a:off x="538163" y="3690651"/>
                <a:ext cx="2088000" cy="500349"/>
              </a:xfrm>
              <a:prstGeom prst="chevron">
                <a:avLst/>
              </a:prstGeom>
              <a:solidFill>
                <a:srgbClr val="ECF9F4"/>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lstStyle/>
              <a:p>
                <a:pPr algn="ctr" defTabSz="802072">
                  <a:spcBef>
                    <a:spcPts val="600"/>
                  </a:spcBef>
                  <a:spcAft>
                    <a:spcPts val="600"/>
                  </a:spcAft>
                </a:pPr>
                <a:r>
                  <a:rPr lang="en-GB" sz="1800" b="1">
                    <a:solidFill>
                      <a:schemeClr val="bg2"/>
                    </a:solidFill>
                    <a:latin typeface="+mj-lt"/>
                  </a:rPr>
                  <a:t>Step 1 </a:t>
                </a:r>
              </a:p>
            </p:txBody>
          </p:sp>
          <p:sp>
            <p:nvSpPr>
              <p:cNvPr id="7" name="Arrow: Chevron 6">
                <a:extLst>
                  <a:ext uri="{FF2B5EF4-FFF2-40B4-BE49-F238E27FC236}">
                    <a16:creationId xmlns:a16="http://schemas.microsoft.com/office/drawing/2014/main" id="{1E0AAD78-B546-E9C9-5845-305C6040A0F0}"/>
                  </a:ext>
                </a:extLst>
              </p:cNvPr>
              <p:cNvSpPr/>
              <p:nvPr/>
            </p:nvSpPr>
            <p:spPr>
              <a:xfrm>
                <a:off x="2561206" y="3690651"/>
                <a:ext cx="2088000" cy="500349"/>
              </a:xfrm>
              <a:prstGeom prst="chevron">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lstStyle/>
              <a:p>
                <a:pPr algn="ctr" defTabSz="802072">
                  <a:spcBef>
                    <a:spcPts val="600"/>
                  </a:spcBef>
                  <a:spcAft>
                    <a:spcPts val="600"/>
                  </a:spcAft>
                </a:pPr>
                <a:r>
                  <a:rPr lang="en-GB" sz="1800" b="1">
                    <a:solidFill>
                      <a:schemeClr val="bg1"/>
                    </a:solidFill>
                    <a:latin typeface="+mj-lt"/>
                  </a:rPr>
                  <a:t>Step 2</a:t>
                </a:r>
              </a:p>
            </p:txBody>
          </p:sp>
          <p:sp>
            <p:nvSpPr>
              <p:cNvPr id="8" name="Arrow: Chevron 7">
                <a:extLst>
                  <a:ext uri="{FF2B5EF4-FFF2-40B4-BE49-F238E27FC236}">
                    <a16:creationId xmlns:a16="http://schemas.microsoft.com/office/drawing/2014/main" id="{3FC5ED7A-24D3-8D51-B6CA-6E918D1FF211}"/>
                  </a:ext>
                </a:extLst>
              </p:cNvPr>
              <p:cNvSpPr/>
              <p:nvPr/>
            </p:nvSpPr>
            <p:spPr>
              <a:xfrm>
                <a:off x="4584249" y="3690651"/>
                <a:ext cx="2088000" cy="500349"/>
              </a:xfrm>
              <a:prstGeom prst="chevron">
                <a:avLst/>
              </a:prstGeom>
              <a:solidFill>
                <a:srgbClr val="66D6BB"/>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lstStyle/>
              <a:p>
                <a:pPr algn="ctr" defTabSz="802072">
                  <a:spcBef>
                    <a:spcPts val="600"/>
                  </a:spcBef>
                  <a:spcAft>
                    <a:spcPts val="600"/>
                  </a:spcAft>
                </a:pPr>
                <a:r>
                  <a:rPr lang="en-GB" sz="1800" b="1">
                    <a:solidFill>
                      <a:schemeClr val="bg1"/>
                    </a:solidFill>
                    <a:latin typeface="+mj-lt"/>
                  </a:rPr>
                  <a:t>Step 3 </a:t>
                </a:r>
              </a:p>
            </p:txBody>
          </p:sp>
          <p:sp>
            <p:nvSpPr>
              <p:cNvPr id="9" name="Arrow: Chevron 8">
                <a:extLst>
                  <a:ext uri="{FF2B5EF4-FFF2-40B4-BE49-F238E27FC236}">
                    <a16:creationId xmlns:a16="http://schemas.microsoft.com/office/drawing/2014/main" id="{CF3E8509-7DAE-189D-8597-426153FCE3F4}"/>
                  </a:ext>
                </a:extLst>
              </p:cNvPr>
              <p:cNvSpPr/>
              <p:nvPr/>
            </p:nvSpPr>
            <p:spPr>
              <a:xfrm>
                <a:off x="6607291" y="3690651"/>
                <a:ext cx="2088000" cy="500349"/>
              </a:xfrm>
              <a:prstGeom prst="chevron">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lstStyle/>
              <a:p>
                <a:pPr algn="ctr" defTabSz="802072">
                  <a:spcBef>
                    <a:spcPts val="600"/>
                  </a:spcBef>
                  <a:spcAft>
                    <a:spcPts val="600"/>
                  </a:spcAft>
                </a:pPr>
                <a:r>
                  <a:rPr lang="en-GB" sz="1800" b="1">
                    <a:solidFill>
                      <a:schemeClr val="bg1"/>
                    </a:solidFill>
                    <a:latin typeface="+mj-lt"/>
                  </a:rPr>
                  <a:t>Step 4 </a:t>
                </a:r>
              </a:p>
            </p:txBody>
          </p:sp>
        </p:grpSp>
        <p:cxnSp>
          <p:nvCxnSpPr>
            <p:cNvPr id="10" name="Straight Connector 9">
              <a:extLst>
                <a:ext uri="{FF2B5EF4-FFF2-40B4-BE49-F238E27FC236}">
                  <a16:creationId xmlns:a16="http://schemas.microsoft.com/office/drawing/2014/main" id="{AF6F0FB0-8FCF-E593-2D47-530D38005F99}"/>
                </a:ext>
              </a:extLst>
            </p:cNvPr>
            <p:cNvCxnSpPr/>
            <p:nvPr/>
          </p:nvCxnSpPr>
          <p:spPr>
            <a:xfrm flipV="1">
              <a:off x="829733" y="3615267"/>
              <a:ext cx="0" cy="1108317"/>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11" name="Text Placeholder 31">
              <a:extLst>
                <a:ext uri="{FF2B5EF4-FFF2-40B4-BE49-F238E27FC236}">
                  <a16:creationId xmlns:a16="http://schemas.microsoft.com/office/drawing/2014/main" id="{265232E6-B098-3DF8-FB1F-A19CED10F0F7}"/>
                </a:ext>
              </a:extLst>
            </p:cNvPr>
            <p:cNvSpPr txBox="1">
              <a:spLocks/>
            </p:cNvSpPr>
            <p:nvPr/>
          </p:nvSpPr>
          <p:spPr>
            <a:xfrm>
              <a:off x="952050" y="3588763"/>
              <a:ext cx="1970839" cy="1000274"/>
            </a:xfrm>
            <a:prstGeom prst="rect">
              <a:avLst/>
            </a:prstGeom>
            <a:solidFill>
              <a:schemeClr val="bg1"/>
            </a:solidFill>
          </p:spPr>
          <p:txBody>
            <a:bodyPr wrap="square" lIns="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sz="1600" dirty="0"/>
                <a:t>Ut </a:t>
              </a:r>
              <a:r>
                <a:rPr lang="en-GB" sz="1600" dirty="0" err="1"/>
                <a:t>quis</a:t>
              </a:r>
              <a:r>
                <a:rPr lang="en-GB" sz="1600" dirty="0"/>
                <a:t> </a:t>
              </a:r>
              <a:r>
                <a:rPr lang="en-GB" sz="1600" dirty="0" err="1"/>
                <a:t>erat</a:t>
              </a:r>
              <a:r>
                <a:rPr lang="en-GB" sz="1600" dirty="0"/>
                <a:t> sit </a:t>
              </a:r>
              <a:r>
                <a:rPr lang="en-GB" sz="1600" dirty="0" err="1"/>
                <a:t>amet</a:t>
              </a:r>
              <a:r>
                <a:rPr lang="en-GB" sz="1600" dirty="0"/>
                <a:t> </a:t>
              </a:r>
              <a:r>
                <a:rPr lang="en-GB" sz="1600" dirty="0" err="1"/>
                <a:t>enim</a:t>
              </a:r>
              <a:r>
                <a:rPr lang="en-GB" sz="1600" dirty="0"/>
                <a:t> </a:t>
              </a:r>
              <a:r>
                <a:rPr lang="en-GB" sz="1600" dirty="0" err="1"/>
                <a:t>aliquet</a:t>
              </a:r>
              <a:r>
                <a:rPr lang="en-GB" sz="1600" dirty="0"/>
                <a:t> semper at </a:t>
              </a:r>
              <a:r>
                <a:rPr lang="en-GB" sz="1600" dirty="0" err="1"/>
                <a:t>nec</a:t>
              </a:r>
              <a:r>
                <a:rPr lang="en-GB" sz="1600" dirty="0"/>
                <a:t> </a:t>
              </a:r>
              <a:r>
                <a:rPr lang="en-GB" sz="1600" dirty="0" err="1"/>
                <a:t>nisl</a:t>
              </a:r>
              <a:r>
                <a:rPr lang="en-GB" sz="16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a:t>
              </a:r>
            </a:p>
          </p:txBody>
        </p:sp>
        <p:cxnSp>
          <p:nvCxnSpPr>
            <p:cNvPr id="12" name="Straight Connector 11">
              <a:extLst>
                <a:ext uri="{FF2B5EF4-FFF2-40B4-BE49-F238E27FC236}">
                  <a16:creationId xmlns:a16="http://schemas.microsoft.com/office/drawing/2014/main" id="{1CAD4A5F-43DB-F02A-42B2-C925FFA9BB17}"/>
                </a:ext>
              </a:extLst>
            </p:cNvPr>
            <p:cNvCxnSpPr>
              <a:cxnSpLocks/>
            </p:cNvCxnSpPr>
            <p:nvPr/>
          </p:nvCxnSpPr>
          <p:spPr>
            <a:xfrm flipV="1">
              <a:off x="3214465" y="5250437"/>
              <a:ext cx="0" cy="1108317"/>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13" name="Text Placeholder 31">
              <a:extLst>
                <a:ext uri="{FF2B5EF4-FFF2-40B4-BE49-F238E27FC236}">
                  <a16:creationId xmlns:a16="http://schemas.microsoft.com/office/drawing/2014/main" id="{CFA0A4A7-A07D-FA40-FFB4-D110129BE541}"/>
                </a:ext>
              </a:extLst>
            </p:cNvPr>
            <p:cNvSpPr txBox="1">
              <a:spLocks/>
            </p:cNvSpPr>
            <p:nvPr/>
          </p:nvSpPr>
          <p:spPr>
            <a:xfrm>
              <a:off x="3336782" y="5404647"/>
              <a:ext cx="1970839" cy="1000274"/>
            </a:xfrm>
            <a:prstGeom prst="rect">
              <a:avLst/>
            </a:prstGeom>
            <a:solidFill>
              <a:schemeClr val="bg1"/>
            </a:solidFill>
          </p:spPr>
          <p:txBody>
            <a:bodyPr wrap="square" lIns="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sz="1600" dirty="0"/>
                <a:t>Ut </a:t>
              </a:r>
              <a:r>
                <a:rPr lang="en-GB" sz="1600" dirty="0" err="1"/>
                <a:t>quis</a:t>
              </a:r>
              <a:r>
                <a:rPr lang="en-GB" sz="1600" dirty="0"/>
                <a:t> </a:t>
              </a:r>
              <a:r>
                <a:rPr lang="en-GB" sz="1600" dirty="0" err="1"/>
                <a:t>erat</a:t>
              </a:r>
              <a:r>
                <a:rPr lang="en-GB" sz="1600" dirty="0"/>
                <a:t> sit </a:t>
              </a:r>
              <a:r>
                <a:rPr lang="en-GB" sz="1600" dirty="0" err="1"/>
                <a:t>amet</a:t>
              </a:r>
              <a:r>
                <a:rPr lang="en-GB" sz="1600" dirty="0"/>
                <a:t> </a:t>
              </a:r>
              <a:r>
                <a:rPr lang="en-GB" sz="1600" dirty="0" err="1"/>
                <a:t>enim</a:t>
              </a:r>
              <a:r>
                <a:rPr lang="en-GB" sz="1600" dirty="0"/>
                <a:t> </a:t>
              </a:r>
              <a:r>
                <a:rPr lang="en-GB" sz="1600" dirty="0" err="1"/>
                <a:t>aliquet</a:t>
              </a:r>
              <a:r>
                <a:rPr lang="en-GB" sz="1600" dirty="0"/>
                <a:t> semper at </a:t>
              </a:r>
              <a:r>
                <a:rPr lang="en-GB" sz="1600" dirty="0" err="1"/>
                <a:t>nec</a:t>
              </a:r>
              <a:r>
                <a:rPr lang="en-GB" sz="1600" dirty="0"/>
                <a:t> </a:t>
              </a:r>
              <a:r>
                <a:rPr lang="en-GB" sz="1600" dirty="0" err="1"/>
                <a:t>nisl</a:t>
              </a:r>
              <a:r>
                <a:rPr lang="en-GB" sz="16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a:t>
              </a:r>
            </a:p>
          </p:txBody>
        </p:sp>
        <p:cxnSp>
          <p:nvCxnSpPr>
            <p:cNvPr id="14" name="Straight Connector 13">
              <a:extLst>
                <a:ext uri="{FF2B5EF4-FFF2-40B4-BE49-F238E27FC236}">
                  <a16:creationId xmlns:a16="http://schemas.microsoft.com/office/drawing/2014/main" id="{CA302FE7-A46A-4FC6-D8FE-5961C7A50E48}"/>
                </a:ext>
              </a:extLst>
            </p:cNvPr>
            <p:cNvCxnSpPr>
              <a:cxnSpLocks/>
            </p:cNvCxnSpPr>
            <p:nvPr/>
          </p:nvCxnSpPr>
          <p:spPr>
            <a:xfrm flipV="1">
              <a:off x="7969345" y="5250437"/>
              <a:ext cx="0" cy="1108317"/>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15" name="Text Placeholder 31">
              <a:extLst>
                <a:ext uri="{FF2B5EF4-FFF2-40B4-BE49-F238E27FC236}">
                  <a16:creationId xmlns:a16="http://schemas.microsoft.com/office/drawing/2014/main" id="{D709DA8B-4232-BD06-F3C6-C19EC76640CD}"/>
                </a:ext>
              </a:extLst>
            </p:cNvPr>
            <p:cNvSpPr txBox="1">
              <a:spLocks/>
            </p:cNvSpPr>
            <p:nvPr/>
          </p:nvSpPr>
          <p:spPr>
            <a:xfrm>
              <a:off x="8091662" y="5404647"/>
              <a:ext cx="1970839" cy="1000274"/>
            </a:xfrm>
            <a:prstGeom prst="rect">
              <a:avLst/>
            </a:prstGeom>
            <a:solidFill>
              <a:schemeClr val="bg1"/>
            </a:solidFill>
          </p:spPr>
          <p:txBody>
            <a:bodyPr wrap="square" lIns="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sz="1600" dirty="0"/>
                <a:t>Ut </a:t>
              </a:r>
              <a:r>
                <a:rPr lang="en-GB" sz="1600" dirty="0" err="1"/>
                <a:t>quis</a:t>
              </a:r>
              <a:r>
                <a:rPr lang="en-GB" sz="1600" dirty="0"/>
                <a:t> </a:t>
              </a:r>
              <a:r>
                <a:rPr lang="en-GB" sz="1600" dirty="0" err="1"/>
                <a:t>erat</a:t>
              </a:r>
              <a:r>
                <a:rPr lang="en-GB" sz="1600" dirty="0"/>
                <a:t> sit </a:t>
              </a:r>
              <a:r>
                <a:rPr lang="en-GB" sz="1600" dirty="0" err="1"/>
                <a:t>amet</a:t>
              </a:r>
              <a:r>
                <a:rPr lang="en-GB" sz="1600" dirty="0"/>
                <a:t> </a:t>
              </a:r>
              <a:r>
                <a:rPr lang="en-GB" sz="1600" dirty="0" err="1"/>
                <a:t>enim</a:t>
              </a:r>
              <a:r>
                <a:rPr lang="en-GB" sz="1600" dirty="0"/>
                <a:t> </a:t>
              </a:r>
              <a:r>
                <a:rPr lang="en-GB" sz="1600" dirty="0" err="1"/>
                <a:t>aliquet</a:t>
              </a:r>
              <a:r>
                <a:rPr lang="en-GB" sz="1600" dirty="0"/>
                <a:t> semper at </a:t>
              </a:r>
              <a:r>
                <a:rPr lang="en-GB" sz="1600" dirty="0" err="1"/>
                <a:t>nec</a:t>
              </a:r>
              <a:r>
                <a:rPr lang="en-GB" sz="1600" dirty="0"/>
                <a:t> </a:t>
              </a:r>
              <a:r>
                <a:rPr lang="en-GB" sz="1600" dirty="0" err="1"/>
                <a:t>nisl</a:t>
              </a:r>
              <a:r>
                <a:rPr lang="en-GB" sz="16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a:t>
              </a:r>
            </a:p>
          </p:txBody>
        </p:sp>
        <p:cxnSp>
          <p:nvCxnSpPr>
            <p:cNvPr id="16" name="Straight Connector 15">
              <a:extLst>
                <a:ext uri="{FF2B5EF4-FFF2-40B4-BE49-F238E27FC236}">
                  <a16:creationId xmlns:a16="http://schemas.microsoft.com/office/drawing/2014/main" id="{6ED1E553-39F5-F3A9-9A28-D55348470B8D}"/>
                </a:ext>
              </a:extLst>
            </p:cNvPr>
            <p:cNvCxnSpPr/>
            <p:nvPr/>
          </p:nvCxnSpPr>
          <p:spPr>
            <a:xfrm flipV="1">
              <a:off x="5565361" y="3615267"/>
              <a:ext cx="0" cy="1108317"/>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17" name="Text Placeholder 31">
              <a:extLst>
                <a:ext uri="{FF2B5EF4-FFF2-40B4-BE49-F238E27FC236}">
                  <a16:creationId xmlns:a16="http://schemas.microsoft.com/office/drawing/2014/main" id="{2F53909A-FE7C-5A2B-C130-A685D46AE2C4}"/>
                </a:ext>
              </a:extLst>
            </p:cNvPr>
            <p:cNvSpPr txBox="1">
              <a:spLocks/>
            </p:cNvSpPr>
            <p:nvPr/>
          </p:nvSpPr>
          <p:spPr>
            <a:xfrm>
              <a:off x="5687678" y="3588763"/>
              <a:ext cx="1970839" cy="1000274"/>
            </a:xfrm>
            <a:prstGeom prst="rect">
              <a:avLst/>
            </a:prstGeom>
            <a:solidFill>
              <a:schemeClr val="bg1"/>
            </a:solidFill>
          </p:spPr>
          <p:txBody>
            <a:bodyPr wrap="square" lIns="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sz="1600" dirty="0"/>
                <a:t>Ut </a:t>
              </a:r>
              <a:r>
                <a:rPr lang="en-GB" sz="1600" dirty="0" err="1"/>
                <a:t>quis</a:t>
              </a:r>
              <a:r>
                <a:rPr lang="en-GB" sz="1600" dirty="0"/>
                <a:t> </a:t>
              </a:r>
              <a:r>
                <a:rPr lang="en-GB" sz="1600" dirty="0" err="1"/>
                <a:t>erat</a:t>
              </a:r>
              <a:r>
                <a:rPr lang="en-GB" sz="1600" dirty="0"/>
                <a:t> sit </a:t>
              </a:r>
              <a:r>
                <a:rPr lang="en-GB" sz="1600" dirty="0" err="1"/>
                <a:t>amet</a:t>
              </a:r>
              <a:r>
                <a:rPr lang="en-GB" sz="1600" dirty="0"/>
                <a:t> </a:t>
              </a:r>
              <a:r>
                <a:rPr lang="en-GB" sz="1600" dirty="0" err="1"/>
                <a:t>enim</a:t>
              </a:r>
              <a:r>
                <a:rPr lang="en-GB" sz="1600" dirty="0"/>
                <a:t> </a:t>
              </a:r>
              <a:r>
                <a:rPr lang="en-GB" sz="1600" dirty="0" err="1"/>
                <a:t>aliquet</a:t>
              </a:r>
              <a:r>
                <a:rPr lang="en-GB" sz="1600" dirty="0"/>
                <a:t> semper at </a:t>
              </a:r>
              <a:r>
                <a:rPr lang="en-GB" sz="1600" dirty="0" err="1"/>
                <a:t>nec</a:t>
              </a:r>
              <a:r>
                <a:rPr lang="en-GB" sz="1600" dirty="0"/>
                <a:t> </a:t>
              </a:r>
              <a:r>
                <a:rPr lang="en-GB" sz="1600" dirty="0" err="1"/>
                <a:t>nisl</a:t>
              </a:r>
              <a:r>
                <a:rPr lang="en-GB" sz="16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a:t>
              </a:r>
            </a:p>
          </p:txBody>
        </p:sp>
      </p:grpSp>
      <p:sp>
        <p:nvSpPr>
          <p:cNvPr id="18" name="Text Placeholder 7">
            <a:extLst>
              <a:ext uri="{FF2B5EF4-FFF2-40B4-BE49-F238E27FC236}">
                <a16:creationId xmlns:a16="http://schemas.microsoft.com/office/drawing/2014/main" id="{62828283-AD41-0DC5-0178-6C45A4166CB7}"/>
              </a:ext>
            </a:extLst>
          </p:cNvPr>
          <p:cNvSpPr txBox="1">
            <a:spLocks/>
          </p:cNvSpPr>
          <p:nvPr/>
        </p:nvSpPr>
        <p:spPr>
          <a:xfrm>
            <a:off x="535237" y="1800225"/>
            <a:ext cx="12384088" cy="1338828"/>
          </a:xfrm>
          <a:prstGeom prst="rect">
            <a:avLst/>
          </a:prstGeom>
        </p:spPr>
        <p:txBody>
          <a:bodyPr lIns="0" tIns="0" rIns="0" bIns="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err="1"/>
              <a:t>Mauris</a:t>
            </a:r>
            <a:r>
              <a:rPr lang="en-GB" dirty="0"/>
              <a:t> </a:t>
            </a:r>
            <a:r>
              <a:rPr lang="en-GB" dirty="0" err="1"/>
              <a:t>sed</a:t>
            </a:r>
            <a:r>
              <a:rPr lang="en-GB" dirty="0"/>
              <a:t> </a:t>
            </a:r>
            <a:r>
              <a:rPr lang="en-GB" dirty="0" err="1"/>
              <a:t>nunc</a:t>
            </a:r>
            <a:r>
              <a:rPr lang="en-GB" dirty="0"/>
              <a:t> </a:t>
            </a:r>
            <a:r>
              <a:rPr lang="en-GB" dirty="0" err="1"/>
              <a:t>arcu</a:t>
            </a:r>
            <a:r>
              <a:rPr lang="en-GB" dirty="0"/>
              <a:t>. Donec </a:t>
            </a:r>
            <a:r>
              <a:rPr lang="en-GB" dirty="0" err="1"/>
              <a:t>sollicitudin</a:t>
            </a:r>
            <a:r>
              <a:rPr lang="en-GB" dirty="0"/>
              <a:t> a ex </a:t>
            </a:r>
            <a:r>
              <a:rPr lang="en-GB" dirty="0" err="1"/>
              <a:t>fringilla</a:t>
            </a:r>
            <a:r>
              <a:rPr lang="en-GB" dirty="0"/>
              <a:t> </a:t>
            </a:r>
            <a:r>
              <a:rPr lang="en-GB" dirty="0" err="1"/>
              <a:t>porttitor</a:t>
            </a:r>
            <a:r>
              <a:rPr lang="en-GB" dirty="0"/>
              <a:t>. Maecenas </a:t>
            </a:r>
            <a:r>
              <a:rPr lang="en-GB" dirty="0" err="1"/>
              <a:t>ultricies</a:t>
            </a:r>
            <a:r>
              <a:rPr lang="en-GB" dirty="0"/>
              <a:t> a libero vitae </a:t>
            </a:r>
            <a:r>
              <a:rPr lang="en-GB" dirty="0" err="1"/>
              <a:t>suscipit</a:t>
            </a:r>
            <a:r>
              <a:rPr lang="en-GB" dirty="0"/>
              <a:t>. </a:t>
            </a:r>
          </a:p>
          <a:p>
            <a:pPr lvl="2"/>
            <a:r>
              <a:rPr lang="en-GB" dirty="0" err="1"/>
              <a:t>Pellentesque</a:t>
            </a:r>
            <a:r>
              <a:rPr lang="en-GB" dirty="0"/>
              <a:t> habitant </a:t>
            </a:r>
            <a:r>
              <a:rPr lang="en-GB" dirty="0" err="1"/>
              <a:t>morbi</a:t>
            </a:r>
            <a:r>
              <a:rPr lang="en-GB" dirty="0"/>
              <a:t> </a:t>
            </a:r>
            <a:r>
              <a:rPr lang="en-GB" dirty="0" err="1"/>
              <a:t>tristique</a:t>
            </a:r>
            <a:r>
              <a:rPr lang="en-GB" dirty="0"/>
              <a:t> </a:t>
            </a:r>
            <a:r>
              <a:rPr lang="en-GB" dirty="0" err="1"/>
              <a:t>senectus</a:t>
            </a:r>
            <a:r>
              <a:rPr lang="en-GB" dirty="0"/>
              <a:t> et </a:t>
            </a:r>
            <a:r>
              <a:rPr lang="en-GB" dirty="0" err="1"/>
              <a:t>netus</a:t>
            </a:r>
            <a:r>
              <a:rPr lang="en-GB" dirty="0"/>
              <a:t> et </a:t>
            </a:r>
            <a:r>
              <a:rPr lang="en-GB" dirty="0" err="1"/>
              <a:t>malesuada</a:t>
            </a:r>
            <a:r>
              <a:rPr lang="en-GB" dirty="0"/>
              <a:t> fames ac </a:t>
            </a:r>
            <a:r>
              <a:rPr lang="en-GB" dirty="0" err="1"/>
              <a:t>turpis</a:t>
            </a:r>
            <a:r>
              <a:rPr lang="en-GB" dirty="0"/>
              <a:t> </a:t>
            </a:r>
            <a:r>
              <a:rPr lang="en-GB" dirty="0" err="1"/>
              <a:t>egestas</a:t>
            </a:r>
            <a:r>
              <a:rPr lang="en-GB" dirty="0"/>
              <a:t>. </a:t>
            </a:r>
            <a:r>
              <a:rPr lang="en-GB" dirty="0" err="1"/>
              <a:t>Vivamus</a:t>
            </a:r>
            <a:r>
              <a:rPr lang="en-GB" dirty="0"/>
              <a:t> </a:t>
            </a:r>
            <a:r>
              <a:rPr lang="en-GB" dirty="0" err="1"/>
              <a:t>eu</a:t>
            </a:r>
            <a:r>
              <a:rPr lang="en-GB" dirty="0"/>
              <a:t> </a:t>
            </a:r>
            <a:r>
              <a:rPr lang="en-GB" dirty="0" err="1"/>
              <a:t>tincidunt</a:t>
            </a:r>
            <a:r>
              <a:rPr lang="en-GB" dirty="0"/>
              <a:t> </a:t>
            </a:r>
            <a:r>
              <a:rPr lang="en-GB" dirty="0" err="1"/>
              <a:t>nibh</a:t>
            </a:r>
            <a:r>
              <a:rPr lang="en-GB" dirty="0"/>
              <a:t>. </a:t>
            </a:r>
            <a:r>
              <a:rPr lang="en-GB" dirty="0" err="1"/>
              <a:t>Nullam</a:t>
            </a:r>
            <a:r>
              <a:rPr lang="en-GB" dirty="0"/>
              <a:t> et auctor </a:t>
            </a:r>
            <a:r>
              <a:rPr lang="en-GB" dirty="0" err="1"/>
              <a:t>quam</a:t>
            </a:r>
            <a:r>
              <a:rPr lang="en-GB" dirty="0"/>
              <a:t>. </a:t>
            </a:r>
            <a:r>
              <a:rPr lang="en-GB" dirty="0" err="1"/>
              <a:t>Phasellus</a:t>
            </a:r>
            <a:r>
              <a:rPr lang="en-GB" dirty="0"/>
              <a:t> </a:t>
            </a:r>
            <a:r>
              <a:rPr lang="en-GB" dirty="0" err="1"/>
              <a:t>eleifend</a:t>
            </a:r>
            <a:r>
              <a:rPr lang="en-GB" dirty="0"/>
              <a:t> at ipsum </a:t>
            </a:r>
            <a:r>
              <a:rPr lang="en-GB" dirty="0" err="1"/>
              <a:t>ut</a:t>
            </a:r>
            <a:r>
              <a:rPr lang="en-GB" dirty="0"/>
              <a:t> pulvinar. </a:t>
            </a:r>
            <a:r>
              <a:rPr lang="en-GB" dirty="0" err="1"/>
              <a:t>Mauris</a:t>
            </a:r>
            <a:r>
              <a:rPr lang="en-GB" dirty="0"/>
              <a:t> </a:t>
            </a:r>
            <a:r>
              <a:rPr lang="en-GB" dirty="0" err="1"/>
              <a:t>ultrices</a:t>
            </a:r>
            <a:r>
              <a:rPr lang="en-GB" dirty="0"/>
              <a:t> at </a:t>
            </a:r>
            <a:r>
              <a:rPr lang="en-GB" dirty="0" err="1"/>
              <a:t>ut</a:t>
            </a:r>
            <a:r>
              <a:rPr lang="en-GB" dirty="0"/>
              <a:t> </a:t>
            </a:r>
            <a:r>
              <a:rPr lang="en-GB" dirty="0" err="1"/>
              <a:t>tellus</a:t>
            </a:r>
            <a:r>
              <a:rPr lang="en-GB" dirty="0"/>
              <a:t>. Donec </a:t>
            </a:r>
            <a:r>
              <a:rPr lang="en-GB" dirty="0" err="1"/>
              <a:t>ullamcorper</a:t>
            </a:r>
            <a:r>
              <a:rPr lang="en-GB" dirty="0"/>
              <a:t> </a:t>
            </a:r>
            <a:r>
              <a:rPr lang="en-GB" dirty="0" err="1"/>
              <a:t>mollis</a:t>
            </a:r>
            <a:r>
              <a:rPr lang="en-GB" dirty="0"/>
              <a:t> </a:t>
            </a:r>
            <a:r>
              <a:rPr lang="en-GB" dirty="0" err="1"/>
              <a:t>velit</a:t>
            </a:r>
            <a:r>
              <a:rPr lang="en-GB" dirty="0"/>
              <a:t> sit </a:t>
            </a:r>
            <a:r>
              <a:rPr lang="en-GB" dirty="0" err="1"/>
              <a:t>amet</a:t>
            </a:r>
            <a:r>
              <a:rPr lang="en-GB" dirty="0"/>
              <a:t>.</a:t>
            </a:r>
          </a:p>
          <a:p>
            <a:pPr lvl="3"/>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a:t>
            </a:r>
          </a:p>
        </p:txBody>
      </p:sp>
    </p:spTree>
    <p:extLst>
      <p:ext uri="{BB962C8B-B14F-4D97-AF65-F5344CB8AC3E}">
        <p14:creationId xmlns:p14="http://schemas.microsoft.com/office/powerpoint/2010/main" val="1885720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8D6313A-B3FB-CD0F-E7BA-AF55ABA3200E}"/>
              </a:ext>
            </a:extLst>
          </p:cNvPr>
          <p:cNvSpPr>
            <a:spLocks noGrp="1"/>
          </p:cNvSpPr>
          <p:nvPr>
            <p:ph type="subTitle" idx="13"/>
          </p:nvPr>
        </p:nvSpPr>
        <p:spPr/>
        <p:txBody>
          <a:bodyPr/>
          <a:lstStyle/>
          <a:p>
            <a:r>
              <a:rPr lang="en-US"/>
              <a:t>Subheading</a:t>
            </a:r>
            <a:endParaRPr lang="en-GB"/>
          </a:p>
        </p:txBody>
      </p:sp>
      <p:sp>
        <p:nvSpPr>
          <p:cNvPr id="3" name="Title 2">
            <a:extLst>
              <a:ext uri="{FF2B5EF4-FFF2-40B4-BE49-F238E27FC236}">
                <a16:creationId xmlns:a16="http://schemas.microsoft.com/office/drawing/2014/main" id="{523C6027-8629-410C-98E3-DC62CA87D226}"/>
              </a:ext>
            </a:extLst>
          </p:cNvPr>
          <p:cNvSpPr>
            <a:spLocks noGrp="1"/>
          </p:cNvSpPr>
          <p:nvPr>
            <p:ph type="title"/>
          </p:nvPr>
        </p:nvSpPr>
        <p:spPr/>
        <p:txBody>
          <a:bodyPr/>
          <a:lstStyle/>
          <a:p>
            <a:r>
              <a:rPr lang="en-GB"/>
              <a:t>Process</a:t>
            </a:r>
          </a:p>
        </p:txBody>
      </p:sp>
      <p:grpSp>
        <p:nvGrpSpPr>
          <p:cNvPr id="6" name="Group 5">
            <a:extLst>
              <a:ext uri="{FF2B5EF4-FFF2-40B4-BE49-F238E27FC236}">
                <a16:creationId xmlns:a16="http://schemas.microsoft.com/office/drawing/2014/main" id="{A143F00F-0811-BFA4-EC8E-214923C33848}"/>
              </a:ext>
            </a:extLst>
          </p:cNvPr>
          <p:cNvGrpSpPr/>
          <p:nvPr/>
        </p:nvGrpSpPr>
        <p:grpSpPr>
          <a:xfrm>
            <a:off x="4596179" y="3697515"/>
            <a:ext cx="7421825" cy="1072264"/>
            <a:chOff x="4596179" y="3697515"/>
            <a:chExt cx="7421825" cy="1072264"/>
          </a:xfrm>
        </p:grpSpPr>
        <p:sp>
          <p:nvSpPr>
            <p:cNvPr id="23" name="Title 1">
              <a:extLst>
                <a:ext uri="{FF2B5EF4-FFF2-40B4-BE49-F238E27FC236}">
                  <a16:creationId xmlns:a16="http://schemas.microsoft.com/office/drawing/2014/main" id="{C69CB1E5-2D3B-675E-8CEF-D943C5B0DAE7}"/>
                </a:ext>
              </a:extLst>
            </p:cNvPr>
            <p:cNvSpPr txBox="1">
              <a:spLocks/>
            </p:cNvSpPr>
            <p:nvPr/>
          </p:nvSpPr>
          <p:spPr>
            <a:xfrm>
              <a:off x="4596179" y="3867807"/>
              <a:ext cx="7421825" cy="829972"/>
            </a:xfrm>
            <a:prstGeom prst="roundRect">
              <a:avLst>
                <a:gd name="adj" fmla="val 13945"/>
              </a:avLst>
            </a:prstGeom>
            <a:ln w="6350">
              <a:solidFill>
                <a:schemeClr val="tx1"/>
              </a:solidFill>
            </a:ln>
          </p:spPr>
          <p:txBody>
            <a:bodyPr vert="horz" wrap="square" lIns="0" tIns="0" rIns="0" bIns="0" rtlCol="0" anchor="ctr">
              <a:noAutofit/>
            </a:bodyPr>
            <a:lstStyle>
              <a:lvl1pPr algn="l" defTabSz="802072" rtl="0" eaLnBrk="1" latinLnBrk="0" hangingPunct="1">
                <a:lnSpc>
                  <a:spcPct val="100000"/>
                </a:lnSpc>
                <a:spcBef>
                  <a:spcPct val="0"/>
                </a:spcBef>
                <a:buNone/>
                <a:defRPr sz="2800" b="1" i="0" kern="1200" spc="-13" baseline="0">
                  <a:solidFill>
                    <a:schemeClr val="tx1"/>
                  </a:solidFill>
                  <a:latin typeface="Helvetica Now Text" panose="020B0504030202020204" pitchFamily="34" charset="77"/>
                  <a:ea typeface="+mj-ea"/>
                  <a:cs typeface="+mj-cs"/>
                </a:defRPr>
              </a:lvl1pPr>
            </a:lstStyle>
            <a:p>
              <a:pPr algn="ctr"/>
              <a:r>
                <a:rPr lang="en-GB" sz="1400">
                  <a:latin typeface="+mj-lt"/>
                </a:rPr>
                <a:t>Heading</a:t>
              </a:r>
            </a:p>
          </p:txBody>
        </p:sp>
        <p:sp>
          <p:nvSpPr>
            <p:cNvPr id="24" name="Rectangle 23">
              <a:extLst>
                <a:ext uri="{FF2B5EF4-FFF2-40B4-BE49-F238E27FC236}">
                  <a16:creationId xmlns:a16="http://schemas.microsoft.com/office/drawing/2014/main" id="{0DAAFB8F-2199-2148-3489-1D39427C7EA1}"/>
                </a:ext>
              </a:extLst>
            </p:cNvPr>
            <p:cNvSpPr/>
            <p:nvPr/>
          </p:nvSpPr>
          <p:spPr>
            <a:xfrm>
              <a:off x="6692522" y="3697515"/>
              <a:ext cx="295840" cy="3405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sp>
          <p:nvSpPr>
            <p:cNvPr id="25" name="Isosceles Triangle 24">
              <a:extLst>
                <a:ext uri="{FF2B5EF4-FFF2-40B4-BE49-F238E27FC236}">
                  <a16:creationId xmlns:a16="http://schemas.microsoft.com/office/drawing/2014/main" id="{63DA8B24-83E7-B442-12C6-AA80E2591F3B}"/>
                </a:ext>
              </a:extLst>
            </p:cNvPr>
            <p:cNvSpPr/>
            <p:nvPr/>
          </p:nvSpPr>
          <p:spPr>
            <a:xfrm rot="5400000">
              <a:off x="6713874" y="3781907"/>
              <a:ext cx="129095" cy="1717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sp>
          <p:nvSpPr>
            <p:cNvPr id="28" name="Oval 27">
              <a:extLst>
                <a:ext uri="{FF2B5EF4-FFF2-40B4-BE49-F238E27FC236}">
                  <a16:creationId xmlns:a16="http://schemas.microsoft.com/office/drawing/2014/main" id="{A4B499E2-4463-AF69-2C29-B1DAD7B5C667}"/>
                </a:ext>
              </a:extLst>
            </p:cNvPr>
            <p:cNvSpPr/>
            <p:nvPr/>
          </p:nvSpPr>
          <p:spPr>
            <a:xfrm>
              <a:off x="5193773" y="3822509"/>
              <a:ext cx="144000" cy="14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sp>
          <p:nvSpPr>
            <p:cNvPr id="29" name="Oval 28">
              <a:extLst>
                <a:ext uri="{FF2B5EF4-FFF2-40B4-BE49-F238E27FC236}">
                  <a16:creationId xmlns:a16="http://schemas.microsoft.com/office/drawing/2014/main" id="{1B3C54BC-531E-535F-A532-2EA4D4E82395}"/>
                </a:ext>
              </a:extLst>
            </p:cNvPr>
            <p:cNvSpPr/>
            <p:nvPr/>
          </p:nvSpPr>
          <p:spPr>
            <a:xfrm>
              <a:off x="5193773" y="4625779"/>
              <a:ext cx="144000" cy="14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sp>
          <p:nvSpPr>
            <p:cNvPr id="30" name="Oval 29">
              <a:extLst>
                <a:ext uri="{FF2B5EF4-FFF2-40B4-BE49-F238E27FC236}">
                  <a16:creationId xmlns:a16="http://schemas.microsoft.com/office/drawing/2014/main" id="{BCF58D78-0CA5-47FD-E97F-5456A6146CD4}"/>
                </a:ext>
              </a:extLst>
            </p:cNvPr>
            <p:cNvSpPr/>
            <p:nvPr/>
          </p:nvSpPr>
          <p:spPr>
            <a:xfrm>
              <a:off x="8347526" y="3822509"/>
              <a:ext cx="144000" cy="14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sp>
          <p:nvSpPr>
            <p:cNvPr id="32" name="Oval 31">
              <a:extLst>
                <a:ext uri="{FF2B5EF4-FFF2-40B4-BE49-F238E27FC236}">
                  <a16:creationId xmlns:a16="http://schemas.microsoft.com/office/drawing/2014/main" id="{08FC5BB0-26C1-722B-0D77-DCD4C056CF68}"/>
                </a:ext>
              </a:extLst>
            </p:cNvPr>
            <p:cNvSpPr/>
            <p:nvPr/>
          </p:nvSpPr>
          <p:spPr>
            <a:xfrm>
              <a:off x="8347526" y="4625779"/>
              <a:ext cx="144000" cy="14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sp>
          <p:nvSpPr>
            <p:cNvPr id="33" name="Oval 32">
              <a:extLst>
                <a:ext uri="{FF2B5EF4-FFF2-40B4-BE49-F238E27FC236}">
                  <a16:creationId xmlns:a16="http://schemas.microsoft.com/office/drawing/2014/main" id="{F4F6E087-6B6E-33AB-256E-B0899FD61873}"/>
                </a:ext>
              </a:extLst>
            </p:cNvPr>
            <p:cNvSpPr/>
            <p:nvPr/>
          </p:nvSpPr>
          <p:spPr>
            <a:xfrm>
              <a:off x="11501280" y="3822509"/>
              <a:ext cx="144000" cy="14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sp>
          <p:nvSpPr>
            <p:cNvPr id="34" name="Oval 33">
              <a:extLst>
                <a:ext uri="{FF2B5EF4-FFF2-40B4-BE49-F238E27FC236}">
                  <a16:creationId xmlns:a16="http://schemas.microsoft.com/office/drawing/2014/main" id="{DC7E896E-DC03-0A93-FA38-2289D0B2536A}"/>
                </a:ext>
              </a:extLst>
            </p:cNvPr>
            <p:cNvSpPr/>
            <p:nvPr/>
          </p:nvSpPr>
          <p:spPr>
            <a:xfrm>
              <a:off x="11501280" y="4625779"/>
              <a:ext cx="144000" cy="14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mj-lt"/>
              </a:endParaRPr>
            </a:p>
          </p:txBody>
        </p:sp>
      </p:grpSp>
      <p:sp>
        <p:nvSpPr>
          <p:cNvPr id="36" name="Content Placeholder 5">
            <a:extLst>
              <a:ext uri="{FF2B5EF4-FFF2-40B4-BE49-F238E27FC236}">
                <a16:creationId xmlns:a16="http://schemas.microsoft.com/office/drawing/2014/main" id="{5D2BBCD9-C3D6-55AD-45C2-FE59DA88A626}"/>
              </a:ext>
            </a:extLst>
          </p:cNvPr>
          <p:cNvSpPr txBox="1">
            <a:spLocks/>
          </p:cNvSpPr>
          <p:nvPr/>
        </p:nvSpPr>
        <p:spPr>
          <a:xfrm>
            <a:off x="3691761" y="1800225"/>
            <a:ext cx="2924099" cy="1774764"/>
          </a:xfrm>
          <a:prstGeom prst="rect">
            <a:avLst/>
          </a:prstGeom>
          <a:solidFill>
            <a:srgbClr val="EDEB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chemeClr val="accent3"/>
                </a:solidFill>
              </a:rPr>
              <a:t>[Heading]</a:t>
            </a:r>
          </a:p>
          <a:p>
            <a:pPr lvl="1"/>
            <a:r>
              <a:rPr lang="en-GB" dirty="0"/>
              <a:t>Second level</a:t>
            </a:r>
          </a:p>
          <a:p>
            <a:pPr lvl="2"/>
            <a:r>
              <a:rPr lang="en-GB" dirty="0"/>
              <a:t>Third level</a:t>
            </a:r>
          </a:p>
          <a:p>
            <a:pPr lvl="3"/>
            <a:r>
              <a:rPr lang="en-GB" dirty="0"/>
              <a:t>Fourth level</a:t>
            </a:r>
          </a:p>
        </p:txBody>
      </p:sp>
      <p:sp>
        <p:nvSpPr>
          <p:cNvPr id="37" name="Content Placeholder 5">
            <a:extLst>
              <a:ext uri="{FF2B5EF4-FFF2-40B4-BE49-F238E27FC236}">
                <a16:creationId xmlns:a16="http://schemas.microsoft.com/office/drawing/2014/main" id="{F1AABD71-CFE2-4B45-B284-EF1757188A44}"/>
              </a:ext>
            </a:extLst>
          </p:cNvPr>
          <p:cNvSpPr txBox="1">
            <a:spLocks/>
          </p:cNvSpPr>
          <p:nvPr/>
        </p:nvSpPr>
        <p:spPr>
          <a:xfrm>
            <a:off x="3692232" y="5028475"/>
            <a:ext cx="2924099" cy="1774764"/>
          </a:xfrm>
          <a:prstGeom prst="rect">
            <a:avLst/>
          </a:prstGeom>
          <a:solidFill>
            <a:srgbClr val="EDEB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chemeClr val="accent3"/>
                </a:solidFill>
              </a:rPr>
              <a:t>[Heading]</a:t>
            </a:r>
          </a:p>
          <a:p>
            <a:pPr lvl="1"/>
            <a:r>
              <a:rPr lang="en-GB" dirty="0"/>
              <a:t>Second level</a:t>
            </a:r>
          </a:p>
          <a:p>
            <a:pPr lvl="2"/>
            <a:r>
              <a:rPr lang="en-GB" dirty="0"/>
              <a:t>Third level</a:t>
            </a:r>
          </a:p>
          <a:p>
            <a:pPr lvl="3"/>
            <a:r>
              <a:rPr lang="en-GB" dirty="0"/>
              <a:t>Fourth level</a:t>
            </a:r>
          </a:p>
        </p:txBody>
      </p:sp>
      <p:sp>
        <p:nvSpPr>
          <p:cNvPr id="38" name="Content Placeholder 5">
            <a:extLst>
              <a:ext uri="{FF2B5EF4-FFF2-40B4-BE49-F238E27FC236}">
                <a16:creationId xmlns:a16="http://schemas.microsoft.com/office/drawing/2014/main" id="{24F20463-1712-D7BA-45EF-4A4496B57646}"/>
              </a:ext>
            </a:extLst>
          </p:cNvPr>
          <p:cNvSpPr txBox="1">
            <a:spLocks/>
          </p:cNvSpPr>
          <p:nvPr/>
        </p:nvSpPr>
        <p:spPr>
          <a:xfrm>
            <a:off x="6845042" y="1800225"/>
            <a:ext cx="2924099" cy="1774764"/>
          </a:xfrm>
          <a:prstGeom prst="rect">
            <a:avLst/>
          </a:prstGeom>
          <a:solidFill>
            <a:srgbClr val="EDEB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chemeClr val="accent3"/>
                </a:solidFill>
              </a:rPr>
              <a:t>[Heading]</a:t>
            </a:r>
          </a:p>
          <a:p>
            <a:pPr lvl="1"/>
            <a:r>
              <a:rPr lang="en-GB" dirty="0"/>
              <a:t>Second level</a:t>
            </a:r>
          </a:p>
          <a:p>
            <a:pPr lvl="2"/>
            <a:r>
              <a:rPr lang="en-GB" dirty="0"/>
              <a:t>Third level</a:t>
            </a:r>
          </a:p>
          <a:p>
            <a:pPr lvl="3"/>
            <a:r>
              <a:rPr lang="en-GB" dirty="0"/>
              <a:t>Fourth level</a:t>
            </a:r>
          </a:p>
        </p:txBody>
      </p:sp>
      <p:sp>
        <p:nvSpPr>
          <p:cNvPr id="39" name="Content Placeholder 5">
            <a:extLst>
              <a:ext uri="{FF2B5EF4-FFF2-40B4-BE49-F238E27FC236}">
                <a16:creationId xmlns:a16="http://schemas.microsoft.com/office/drawing/2014/main" id="{14C05EC2-4546-C579-FE08-4576BAAF246B}"/>
              </a:ext>
            </a:extLst>
          </p:cNvPr>
          <p:cNvSpPr txBox="1">
            <a:spLocks/>
          </p:cNvSpPr>
          <p:nvPr/>
        </p:nvSpPr>
        <p:spPr>
          <a:xfrm>
            <a:off x="9998322" y="1800225"/>
            <a:ext cx="2924099" cy="1774764"/>
          </a:xfrm>
          <a:prstGeom prst="rect">
            <a:avLst/>
          </a:prstGeom>
          <a:solidFill>
            <a:srgbClr val="EDEB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chemeClr val="accent3"/>
                </a:solidFill>
              </a:rPr>
              <a:t>[Heading]</a:t>
            </a:r>
          </a:p>
          <a:p>
            <a:pPr lvl="1"/>
            <a:r>
              <a:rPr lang="en-GB" dirty="0"/>
              <a:t>Second level</a:t>
            </a:r>
          </a:p>
          <a:p>
            <a:pPr lvl="2"/>
            <a:r>
              <a:rPr lang="en-GB" dirty="0"/>
              <a:t>Third level</a:t>
            </a:r>
          </a:p>
          <a:p>
            <a:pPr lvl="3"/>
            <a:r>
              <a:rPr lang="en-GB" dirty="0"/>
              <a:t>Fourth level</a:t>
            </a:r>
          </a:p>
        </p:txBody>
      </p:sp>
      <p:sp>
        <p:nvSpPr>
          <p:cNvPr id="59" name="Content Placeholder 5">
            <a:extLst>
              <a:ext uri="{FF2B5EF4-FFF2-40B4-BE49-F238E27FC236}">
                <a16:creationId xmlns:a16="http://schemas.microsoft.com/office/drawing/2014/main" id="{FB6CEDE5-561F-A465-E23A-2D1575E647B6}"/>
              </a:ext>
            </a:extLst>
          </p:cNvPr>
          <p:cNvSpPr txBox="1">
            <a:spLocks/>
          </p:cNvSpPr>
          <p:nvPr/>
        </p:nvSpPr>
        <p:spPr>
          <a:xfrm>
            <a:off x="9999739" y="5028475"/>
            <a:ext cx="2924099" cy="1774764"/>
          </a:xfrm>
          <a:prstGeom prst="rect">
            <a:avLst/>
          </a:prstGeom>
          <a:solidFill>
            <a:srgbClr val="EDEB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chemeClr val="accent3"/>
                </a:solidFill>
              </a:rPr>
              <a:t>[Heading]</a:t>
            </a:r>
          </a:p>
          <a:p>
            <a:pPr lvl="1"/>
            <a:r>
              <a:rPr lang="en-GB" dirty="0"/>
              <a:t>Second level</a:t>
            </a:r>
          </a:p>
          <a:p>
            <a:pPr lvl="2"/>
            <a:r>
              <a:rPr lang="en-GB" dirty="0"/>
              <a:t>Third level</a:t>
            </a:r>
          </a:p>
          <a:p>
            <a:pPr lvl="3"/>
            <a:r>
              <a:rPr lang="en-GB" dirty="0"/>
              <a:t>Fourth level</a:t>
            </a:r>
          </a:p>
        </p:txBody>
      </p:sp>
      <p:sp>
        <p:nvSpPr>
          <p:cNvPr id="60" name="Content Placeholder 5">
            <a:extLst>
              <a:ext uri="{FF2B5EF4-FFF2-40B4-BE49-F238E27FC236}">
                <a16:creationId xmlns:a16="http://schemas.microsoft.com/office/drawing/2014/main" id="{76BE1D9F-3350-D7D8-19CB-E8B353358DB3}"/>
              </a:ext>
            </a:extLst>
          </p:cNvPr>
          <p:cNvSpPr txBox="1">
            <a:spLocks/>
          </p:cNvSpPr>
          <p:nvPr/>
        </p:nvSpPr>
        <p:spPr>
          <a:xfrm>
            <a:off x="6845985" y="5028475"/>
            <a:ext cx="2924099" cy="1774764"/>
          </a:xfrm>
          <a:prstGeom prst="rect">
            <a:avLst/>
          </a:prstGeom>
          <a:solidFill>
            <a:srgbClr val="EDEB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chemeClr val="accent3"/>
                </a:solidFill>
              </a:rPr>
              <a:t>[Heading]</a:t>
            </a:r>
          </a:p>
          <a:p>
            <a:pPr lvl="1"/>
            <a:r>
              <a:rPr lang="en-GB" dirty="0"/>
              <a:t>Second level</a:t>
            </a:r>
          </a:p>
          <a:p>
            <a:pPr lvl="2"/>
            <a:r>
              <a:rPr lang="en-GB" dirty="0"/>
              <a:t>Third level</a:t>
            </a:r>
          </a:p>
          <a:p>
            <a:pPr lvl="3"/>
            <a:r>
              <a:rPr lang="en-GB" dirty="0"/>
              <a:t>Fourth level</a:t>
            </a:r>
          </a:p>
        </p:txBody>
      </p:sp>
      <p:sp>
        <p:nvSpPr>
          <p:cNvPr id="4" name="Text Placeholder 31">
            <a:extLst>
              <a:ext uri="{FF2B5EF4-FFF2-40B4-BE49-F238E27FC236}">
                <a16:creationId xmlns:a16="http://schemas.microsoft.com/office/drawing/2014/main" id="{858BC3BE-5B4C-97E2-34D3-D5FC1F9386F6}"/>
              </a:ext>
            </a:extLst>
          </p:cNvPr>
          <p:cNvSpPr txBox="1">
            <a:spLocks/>
          </p:cNvSpPr>
          <p:nvPr/>
        </p:nvSpPr>
        <p:spPr>
          <a:xfrm>
            <a:off x="538006" y="1800224"/>
            <a:ext cx="2924100" cy="5003015"/>
          </a:xfrm>
          <a:prstGeom prst="rect">
            <a:avLst/>
          </a:prstGeom>
          <a:solidFill>
            <a:srgbClr val="B2AECE"/>
          </a:solidFill>
        </p:spPr>
        <p:txBody>
          <a:bodyPr lIns="72000" tIns="72000" rIns="72000" bIns="72000" anchor="t"/>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solidFill>
                  <a:schemeClr val="accent3"/>
                </a:solidFill>
              </a:rPr>
              <a:t>Lorem ipsum </a:t>
            </a:r>
            <a:r>
              <a:rPr lang="en-GB" sz="1600" dirty="0" err="1">
                <a:solidFill>
                  <a:schemeClr val="accent3"/>
                </a:solidFill>
              </a:rPr>
              <a:t>dolor</a:t>
            </a:r>
            <a:r>
              <a:rPr lang="en-GB" sz="1600" dirty="0">
                <a:solidFill>
                  <a:schemeClr val="accent3"/>
                </a:solidFill>
              </a:rPr>
              <a:t> sit </a:t>
            </a:r>
            <a:r>
              <a:rPr lang="en-GB" sz="1600" dirty="0" err="1">
                <a:solidFill>
                  <a:schemeClr val="accent3"/>
                </a:solidFill>
              </a:rPr>
              <a:t>amet</a:t>
            </a:r>
            <a:r>
              <a:rPr lang="en-GB" sz="1600" dirty="0">
                <a:solidFill>
                  <a:schemeClr val="accent3"/>
                </a:solidFill>
              </a:rPr>
              <a:t>, </a:t>
            </a:r>
            <a:r>
              <a:rPr lang="en-GB" sz="1600" dirty="0" err="1">
                <a:solidFill>
                  <a:schemeClr val="accent3"/>
                </a:solidFill>
              </a:rPr>
              <a:t>consectetur</a:t>
            </a:r>
            <a:r>
              <a:rPr lang="en-GB" sz="1600" dirty="0">
                <a:solidFill>
                  <a:schemeClr val="accent3"/>
                </a:solidFill>
              </a:rPr>
              <a:t> </a:t>
            </a:r>
            <a:r>
              <a:rPr lang="en-GB" sz="1600" dirty="0" err="1">
                <a:solidFill>
                  <a:schemeClr val="accent3"/>
                </a:solidFill>
              </a:rPr>
              <a:t>adipiscing</a:t>
            </a:r>
            <a:r>
              <a:rPr lang="en-GB" sz="1600" dirty="0">
                <a:solidFill>
                  <a:schemeClr val="accent3"/>
                </a:solidFill>
              </a:rPr>
              <a:t> </a:t>
            </a:r>
            <a:r>
              <a:rPr lang="en-GB" sz="1600" dirty="0" err="1">
                <a:solidFill>
                  <a:schemeClr val="accent3"/>
                </a:solidFill>
              </a:rPr>
              <a:t>elit</a:t>
            </a:r>
            <a:r>
              <a:rPr lang="en-GB" sz="1600" dirty="0">
                <a:solidFill>
                  <a:schemeClr val="accent3"/>
                </a:solidFill>
              </a:rPr>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p>
        </p:txBody>
      </p:sp>
    </p:spTree>
    <p:extLst>
      <p:ext uri="{BB962C8B-B14F-4D97-AF65-F5344CB8AC3E}">
        <p14:creationId xmlns:p14="http://schemas.microsoft.com/office/powerpoint/2010/main" val="2683556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8D6313A-B3FB-CD0F-E7BA-AF55ABA3200E}"/>
              </a:ext>
            </a:extLst>
          </p:cNvPr>
          <p:cNvSpPr>
            <a:spLocks noGrp="1"/>
          </p:cNvSpPr>
          <p:nvPr>
            <p:ph type="subTitle" idx="13"/>
          </p:nvPr>
        </p:nvSpPr>
        <p:spPr/>
        <p:txBody>
          <a:bodyPr/>
          <a:lstStyle/>
          <a:p>
            <a:r>
              <a:rPr lang="en-US"/>
              <a:t>Subheading</a:t>
            </a:r>
            <a:endParaRPr lang="en-GB"/>
          </a:p>
        </p:txBody>
      </p:sp>
      <p:sp>
        <p:nvSpPr>
          <p:cNvPr id="3" name="Title 2">
            <a:extLst>
              <a:ext uri="{FF2B5EF4-FFF2-40B4-BE49-F238E27FC236}">
                <a16:creationId xmlns:a16="http://schemas.microsoft.com/office/drawing/2014/main" id="{523C6027-8629-410C-98E3-DC62CA87D226}"/>
              </a:ext>
            </a:extLst>
          </p:cNvPr>
          <p:cNvSpPr>
            <a:spLocks noGrp="1"/>
          </p:cNvSpPr>
          <p:nvPr>
            <p:ph type="title"/>
          </p:nvPr>
        </p:nvSpPr>
        <p:spPr/>
        <p:txBody>
          <a:bodyPr/>
          <a:lstStyle/>
          <a:p>
            <a:r>
              <a:rPr lang="en-GB"/>
              <a:t>Process</a:t>
            </a:r>
          </a:p>
        </p:txBody>
      </p:sp>
      <p:sp>
        <p:nvSpPr>
          <p:cNvPr id="11" name="Text Placeholder 10">
            <a:extLst>
              <a:ext uri="{FF2B5EF4-FFF2-40B4-BE49-F238E27FC236}">
                <a16:creationId xmlns:a16="http://schemas.microsoft.com/office/drawing/2014/main" id="{784E2A9B-52E1-278C-BFAF-4D29A4586795}"/>
              </a:ext>
            </a:extLst>
          </p:cNvPr>
          <p:cNvSpPr>
            <a:spLocks noGrp="1"/>
          </p:cNvSpPr>
          <p:nvPr>
            <p:ph type="body" sz="quarter" idx="14"/>
          </p:nvPr>
        </p:nvSpPr>
        <p:spPr>
          <a:xfrm>
            <a:off x="539749" y="1800225"/>
            <a:ext cx="12384088" cy="1477328"/>
          </a:xfrm>
        </p:spPr>
        <p:txBody>
          <a:bodyPr>
            <a:spAutoFit/>
          </a:body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ut</a:t>
            </a:r>
            <a:r>
              <a:rPr lang="en-GB" dirty="0"/>
              <a: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a:t>
            </a:r>
          </a:p>
        </p:txBody>
      </p:sp>
      <p:cxnSp>
        <p:nvCxnSpPr>
          <p:cNvPr id="12" name="Straight Arrow Connector 11">
            <a:extLst>
              <a:ext uri="{FF2B5EF4-FFF2-40B4-BE49-F238E27FC236}">
                <a16:creationId xmlns:a16="http://schemas.microsoft.com/office/drawing/2014/main" id="{77F532CD-2828-A52D-ACBD-4C88D975E01E}"/>
              </a:ext>
            </a:extLst>
          </p:cNvPr>
          <p:cNvCxnSpPr>
            <a:cxnSpLocks/>
            <a:stCxn id="13" idx="6"/>
            <a:endCxn id="14" idx="2"/>
          </p:cNvCxnSpPr>
          <p:nvPr/>
        </p:nvCxnSpPr>
        <p:spPr>
          <a:xfrm>
            <a:off x="3138720" y="4115927"/>
            <a:ext cx="2777337" cy="0"/>
          </a:xfrm>
          <a:prstGeom prst="straightConnector1">
            <a:avLst/>
          </a:prstGeom>
          <a:ln w="25400">
            <a:solidFill>
              <a:srgbClr val="ACC0C4"/>
            </a:solidFill>
            <a:tailEnd type="triangle" w="med" len="med"/>
          </a:ln>
        </p:spPr>
        <p:style>
          <a:lnRef idx="1">
            <a:schemeClr val="accent1"/>
          </a:lnRef>
          <a:fillRef idx="0">
            <a:schemeClr val="accent1"/>
          </a:fillRef>
          <a:effectRef idx="0">
            <a:schemeClr val="accent1"/>
          </a:effectRef>
          <a:fontRef idx="minor">
            <a:schemeClr val="tx1"/>
          </a:fontRef>
        </p:style>
      </p:cxnSp>
      <p:sp>
        <p:nvSpPr>
          <p:cNvPr id="13" name="Freeform 6">
            <a:extLst>
              <a:ext uri="{FF2B5EF4-FFF2-40B4-BE49-F238E27FC236}">
                <a16:creationId xmlns:a16="http://schemas.microsoft.com/office/drawing/2014/main" id="{3551D94F-FB8C-5FCE-3CE9-ECA4878BCA39}"/>
              </a:ext>
            </a:extLst>
          </p:cNvPr>
          <p:cNvSpPr>
            <a:spLocks/>
          </p:cNvSpPr>
          <p:nvPr/>
        </p:nvSpPr>
        <p:spPr bwMode="auto">
          <a:xfrm>
            <a:off x="1813920" y="3453527"/>
            <a:ext cx="1324800" cy="1324800"/>
          </a:xfrm>
          <a:prstGeom prst="ellipse">
            <a:avLst/>
          </a:prstGeom>
          <a:solidFill>
            <a:schemeClr val="bg2"/>
          </a:solidFill>
          <a:ln w="22225">
            <a:noFill/>
            <a:prstDash val="solid"/>
          </a:ln>
        </p:spPr>
        <p:txBody>
          <a:bodyPr vert="horz" wrap="square" lIns="0" tIns="0" rIns="0" bIns="0" numCol="1" anchor="ctr" anchorCtr="1" compatLnSpc="1">
            <a:prstTxWarp prst="textNoShape">
              <a:avLst/>
            </a:prstTxWarp>
          </a:bodyPr>
          <a:lstStyle/>
          <a:p>
            <a:pPr algn="ctr"/>
            <a:r>
              <a:rPr lang="da-DK" sz="1400" b="1" dirty="0">
                <a:solidFill>
                  <a:schemeClr val="bg1"/>
                </a:solidFill>
                <a:latin typeface="+mj-lt"/>
              </a:rPr>
              <a:t>Lorem ipsum dolor sit amet</a:t>
            </a:r>
            <a:endParaRPr lang="en-GB" sz="1400" b="1" dirty="0">
              <a:solidFill>
                <a:schemeClr val="bg1"/>
              </a:solidFill>
              <a:latin typeface="+mj-lt"/>
            </a:endParaRPr>
          </a:p>
        </p:txBody>
      </p:sp>
      <p:sp>
        <p:nvSpPr>
          <p:cNvPr id="14" name="Freeform 6">
            <a:extLst>
              <a:ext uri="{FF2B5EF4-FFF2-40B4-BE49-F238E27FC236}">
                <a16:creationId xmlns:a16="http://schemas.microsoft.com/office/drawing/2014/main" id="{6B059FB7-E622-2339-1FDF-1629CBEF42AF}"/>
              </a:ext>
            </a:extLst>
          </p:cNvPr>
          <p:cNvSpPr>
            <a:spLocks/>
          </p:cNvSpPr>
          <p:nvPr/>
        </p:nvSpPr>
        <p:spPr bwMode="auto">
          <a:xfrm>
            <a:off x="5916057" y="3453527"/>
            <a:ext cx="1324800" cy="1324800"/>
          </a:xfrm>
          <a:prstGeom prst="ellipse">
            <a:avLst/>
          </a:prstGeom>
          <a:solidFill>
            <a:schemeClr val="accent2"/>
          </a:solidFill>
          <a:ln w="22225">
            <a:noFill/>
            <a:prstDash val="solid"/>
          </a:ln>
        </p:spPr>
        <p:txBody>
          <a:bodyPr vert="horz" wrap="square" lIns="0" tIns="0" rIns="0" bIns="0" numCol="1" anchor="ctr" anchorCtr="1" compatLnSpc="1">
            <a:prstTxWarp prst="textNoShape">
              <a:avLst/>
            </a:prstTxWarp>
          </a:bodyPr>
          <a:lstStyle/>
          <a:p>
            <a:pPr algn="ctr"/>
            <a:r>
              <a:rPr lang="da-DK" sz="1400" b="1">
                <a:solidFill>
                  <a:schemeClr val="bg1"/>
                </a:solidFill>
                <a:latin typeface="+mj-lt"/>
              </a:rPr>
              <a:t>Lorem ipsum dolor sit amet</a:t>
            </a:r>
            <a:endParaRPr lang="en-GB" sz="1400" b="1">
              <a:solidFill>
                <a:schemeClr val="bg1"/>
              </a:solidFill>
              <a:latin typeface="+mj-lt"/>
            </a:endParaRPr>
          </a:p>
        </p:txBody>
      </p:sp>
      <p:sp>
        <p:nvSpPr>
          <p:cNvPr id="19" name="Freeform 6">
            <a:extLst>
              <a:ext uri="{FF2B5EF4-FFF2-40B4-BE49-F238E27FC236}">
                <a16:creationId xmlns:a16="http://schemas.microsoft.com/office/drawing/2014/main" id="{B45624B8-2358-A30F-42D3-C2AB4605EAFD}"/>
              </a:ext>
            </a:extLst>
          </p:cNvPr>
          <p:cNvSpPr>
            <a:spLocks/>
          </p:cNvSpPr>
          <p:nvPr/>
        </p:nvSpPr>
        <p:spPr bwMode="auto">
          <a:xfrm>
            <a:off x="10018194" y="3453527"/>
            <a:ext cx="1324800" cy="1324800"/>
          </a:xfrm>
          <a:prstGeom prst="ellipse">
            <a:avLst/>
          </a:prstGeom>
          <a:solidFill>
            <a:schemeClr val="accent3"/>
          </a:solidFill>
          <a:ln w="22225">
            <a:noFill/>
            <a:prstDash val="solid"/>
          </a:ln>
        </p:spPr>
        <p:txBody>
          <a:bodyPr vert="horz" wrap="square" lIns="0" tIns="0" rIns="0" bIns="0" numCol="1" anchor="ctr" anchorCtr="1" compatLnSpc="1">
            <a:prstTxWarp prst="textNoShape">
              <a:avLst/>
            </a:prstTxWarp>
          </a:bodyPr>
          <a:lstStyle/>
          <a:p>
            <a:pPr algn="ctr"/>
            <a:r>
              <a:rPr lang="da-DK" sz="1400" b="1" dirty="0">
                <a:solidFill>
                  <a:schemeClr val="bg1"/>
                </a:solidFill>
                <a:latin typeface="+mj-lt"/>
              </a:rPr>
              <a:t>Lorem ipsum dolor sit amet</a:t>
            </a:r>
            <a:endParaRPr lang="en-GB" sz="1400" b="1" dirty="0">
              <a:solidFill>
                <a:schemeClr val="bg1"/>
              </a:solidFill>
              <a:latin typeface="+mj-lt"/>
            </a:endParaRPr>
          </a:p>
        </p:txBody>
      </p:sp>
      <p:cxnSp>
        <p:nvCxnSpPr>
          <p:cNvPr id="25" name="Straight Arrow Connector 24">
            <a:extLst>
              <a:ext uri="{FF2B5EF4-FFF2-40B4-BE49-F238E27FC236}">
                <a16:creationId xmlns:a16="http://schemas.microsoft.com/office/drawing/2014/main" id="{807FEB96-E7FA-61AE-7AD9-81CBDC5A68CF}"/>
              </a:ext>
            </a:extLst>
          </p:cNvPr>
          <p:cNvCxnSpPr>
            <a:cxnSpLocks/>
            <a:stCxn id="14" idx="6"/>
            <a:endCxn id="19" idx="2"/>
          </p:cNvCxnSpPr>
          <p:nvPr/>
        </p:nvCxnSpPr>
        <p:spPr>
          <a:xfrm>
            <a:off x="7240857" y="4115927"/>
            <a:ext cx="2777337" cy="0"/>
          </a:xfrm>
          <a:prstGeom prst="straightConnector1">
            <a:avLst/>
          </a:prstGeom>
          <a:ln w="25400">
            <a:solidFill>
              <a:srgbClr val="ACC0C4"/>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79">
            <a:extLst>
              <a:ext uri="{FF2B5EF4-FFF2-40B4-BE49-F238E27FC236}">
                <a16:creationId xmlns:a16="http://schemas.microsoft.com/office/drawing/2014/main" id="{2FEFF753-4B32-0FA9-7013-911831F121C1}"/>
              </a:ext>
            </a:extLst>
          </p:cNvPr>
          <p:cNvCxnSpPr>
            <a:cxnSpLocks/>
            <a:stCxn id="19" idx="6"/>
            <a:endCxn id="13" idx="2"/>
          </p:cNvCxnSpPr>
          <p:nvPr/>
        </p:nvCxnSpPr>
        <p:spPr>
          <a:xfrm flipH="1">
            <a:off x="1813920" y="4115927"/>
            <a:ext cx="9529074" cy="12700"/>
          </a:xfrm>
          <a:prstGeom prst="bentConnector5">
            <a:avLst>
              <a:gd name="adj1" fmla="val -16393"/>
              <a:gd name="adj2" fmla="val 22465748"/>
              <a:gd name="adj3" fmla="val 113094"/>
            </a:avLst>
          </a:prstGeom>
          <a:ln w="25400">
            <a:solidFill>
              <a:srgbClr val="ACC0C4"/>
            </a:solidFill>
            <a:tailEnd type="triangle" w="med" len="med"/>
          </a:ln>
        </p:spPr>
        <p:style>
          <a:lnRef idx="1">
            <a:schemeClr val="accent1"/>
          </a:lnRef>
          <a:fillRef idx="0">
            <a:schemeClr val="accent1"/>
          </a:fillRef>
          <a:effectRef idx="0">
            <a:schemeClr val="accent1"/>
          </a:effectRef>
          <a:fontRef idx="minor">
            <a:schemeClr val="tx1"/>
          </a:fontRef>
        </p:style>
      </p:cxnSp>
      <p:sp>
        <p:nvSpPr>
          <p:cNvPr id="27" name="Content Placeholder 5">
            <a:extLst>
              <a:ext uri="{FF2B5EF4-FFF2-40B4-BE49-F238E27FC236}">
                <a16:creationId xmlns:a16="http://schemas.microsoft.com/office/drawing/2014/main" id="{6DF532BE-EA98-94ED-8359-81E8000B0F35}"/>
              </a:ext>
            </a:extLst>
          </p:cNvPr>
          <p:cNvSpPr txBox="1">
            <a:spLocks/>
          </p:cNvSpPr>
          <p:nvPr/>
        </p:nvSpPr>
        <p:spPr>
          <a:xfrm>
            <a:off x="1050132" y="4907967"/>
            <a:ext cx="3159051" cy="1994483"/>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solidFill>
                  <a:schemeClr val="bg2"/>
                </a:solidFill>
              </a:rPr>
              <a:t>Ut </a:t>
            </a:r>
            <a:r>
              <a:rPr lang="en-GB" sz="1400" dirty="0" err="1">
                <a:solidFill>
                  <a:schemeClr val="bg2"/>
                </a:solidFill>
              </a:rPr>
              <a:t>quis</a:t>
            </a:r>
            <a:r>
              <a:rPr lang="en-GB" sz="1400" dirty="0">
                <a:solidFill>
                  <a:schemeClr val="bg2"/>
                </a:solidFill>
              </a:rPr>
              <a:t> </a:t>
            </a:r>
            <a:r>
              <a:rPr lang="en-GB" sz="1400" dirty="0" err="1">
                <a:solidFill>
                  <a:schemeClr val="bg2"/>
                </a:solidFill>
              </a:rPr>
              <a:t>erat</a:t>
            </a:r>
            <a:r>
              <a:rPr lang="en-GB" sz="1400" dirty="0">
                <a:solidFill>
                  <a:schemeClr val="bg2"/>
                </a:solidFill>
              </a:rPr>
              <a:t> sit </a:t>
            </a:r>
            <a:r>
              <a:rPr lang="en-GB" sz="1400" dirty="0" err="1">
                <a:solidFill>
                  <a:schemeClr val="bg2"/>
                </a:solidFill>
              </a:rPr>
              <a:t>amet</a:t>
            </a:r>
            <a:r>
              <a:rPr lang="en-GB" sz="1400" dirty="0">
                <a:solidFill>
                  <a:schemeClr val="bg2"/>
                </a:solidFill>
              </a:rPr>
              <a:t> </a:t>
            </a:r>
            <a:r>
              <a:rPr lang="en-GB" sz="1400" dirty="0" err="1">
                <a:solidFill>
                  <a:schemeClr val="bg2"/>
                </a:solidFill>
              </a:rPr>
              <a:t>enim</a:t>
            </a:r>
            <a:r>
              <a:rPr lang="en-GB" sz="1400" dirty="0">
                <a:solidFill>
                  <a:schemeClr val="bg2"/>
                </a:solidFill>
              </a:rPr>
              <a:t> </a:t>
            </a:r>
            <a:r>
              <a:rPr lang="en-GB" sz="1400" dirty="0" err="1">
                <a:solidFill>
                  <a:schemeClr val="bg2"/>
                </a:solidFill>
              </a:rPr>
              <a:t>aliquet</a:t>
            </a:r>
            <a:r>
              <a:rPr lang="en-GB" sz="1400" dirty="0">
                <a:solidFill>
                  <a:schemeClr val="bg2"/>
                </a:solidFill>
              </a:rPr>
              <a:t> semper at </a:t>
            </a:r>
            <a:r>
              <a:rPr lang="en-GB" sz="1400" dirty="0" err="1">
                <a:solidFill>
                  <a:schemeClr val="bg2"/>
                </a:solidFill>
              </a:rPr>
              <a:t>nec</a:t>
            </a:r>
            <a:r>
              <a:rPr lang="en-GB" sz="1400" dirty="0">
                <a:solidFill>
                  <a:schemeClr val="bg2"/>
                </a:solidFill>
              </a:rPr>
              <a:t> </a:t>
            </a:r>
            <a:r>
              <a:rPr lang="en-GB" sz="1400" dirty="0" err="1">
                <a:solidFill>
                  <a:schemeClr val="bg2"/>
                </a:solidFill>
              </a:rPr>
              <a:t>nisl</a:t>
            </a:r>
            <a:endParaRPr lang="en-GB" sz="1400" dirty="0">
              <a:solidFill>
                <a:schemeClr val="bg2"/>
              </a:solidFill>
            </a:endParaRP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id, </a:t>
            </a:r>
            <a:r>
              <a:rPr lang="en-GB" sz="1200" dirty="0" err="1"/>
              <a:t>molestie</a:t>
            </a:r>
            <a:r>
              <a:rPr lang="en-GB" sz="1200" dirty="0"/>
              <a:t> in</a:t>
            </a:r>
          </a:p>
          <a:p>
            <a:pPr lvl="3"/>
            <a:r>
              <a:rPr lang="en-GB" sz="1200" dirty="0" err="1"/>
              <a:t>condimentum</a:t>
            </a:r>
            <a:r>
              <a:rPr lang="en-GB" sz="1200" dirty="0"/>
              <a:t> a </a:t>
            </a:r>
            <a:r>
              <a:rPr lang="en-GB" sz="1200" dirty="0" err="1"/>
              <a:t>tortor</a:t>
            </a:r>
            <a:r>
              <a:rPr lang="en-GB" sz="1200" dirty="0"/>
              <a:t>. Cras vitae </a:t>
            </a:r>
            <a:r>
              <a:rPr lang="en-GB" sz="1200" dirty="0" err="1"/>
              <a:t>pretium</a:t>
            </a:r>
            <a:r>
              <a:rPr lang="en-GB" sz="1200" dirty="0"/>
              <a:t> </a:t>
            </a:r>
            <a:r>
              <a:rPr lang="en-GB" sz="1200" dirty="0" err="1"/>
              <a:t>nisl</a:t>
            </a:r>
            <a:r>
              <a:rPr lang="en-GB" sz="1200" dirty="0"/>
              <a:t>. </a:t>
            </a:r>
            <a:r>
              <a:rPr lang="en-GB" sz="1200" dirty="0" err="1"/>
              <a:t>Suspendisse</a:t>
            </a:r>
            <a:r>
              <a:rPr lang="en-GB" sz="1200" dirty="0"/>
              <a:t> at magna </a:t>
            </a:r>
          </a:p>
          <a:p>
            <a:pPr lvl="1"/>
            <a:endParaRPr lang="en-GB" sz="1050" dirty="0"/>
          </a:p>
        </p:txBody>
      </p:sp>
      <p:sp>
        <p:nvSpPr>
          <p:cNvPr id="28" name="Content Placeholder 5">
            <a:extLst>
              <a:ext uri="{FF2B5EF4-FFF2-40B4-BE49-F238E27FC236}">
                <a16:creationId xmlns:a16="http://schemas.microsoft.com/office/drawing/2014/main" id="{42B21182-B2A1-4BB6-07B6-6EEC0892990E}"/>
              </a:ext>
            </a:extLst>
          </p:cNvPr>
          <p:cNvSpPr txBox="1">
            <a:spLocks/>
          </p:cNvSpPr>
          <p:nvPr/>
        </p:nvSpPr>
        <p:spPr>
          <a:xfrm>
            <a:off x="9254405" y="4907967"/>
            <a:ext cx="3159051" cy="1994483"/>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solidFill>
                  <a:schemeClr val="accent3"/>
                </a:solidFill>
              </a:rPr>
              <a:t>Ut </a:t>
            </a:r>
            <a:r>
              <a:rPr lang="en-GB" sz="1400" dirty="0" err="1">
                <a:solidFill>
                  <a:schemeClr val="accent3"/>
                </a:solidFill>
              </a:rPr>
              <a:t>quis</a:t>
            </a:r>
            <a:r>
              <a:rPr lang="en-GB" sz="1400" dirty="0">
                <a:solidFill>
                  <a:schemeClr val="accent3"/>
                </a:solidFill>
              </a:rPr>
              <a:t> </a:t>
            </a:r>
            <a:r>
              <a:rPr lang="en-GB" sz="1400" dirty="0" err="1">
                <a:solidFill>
                  <a:schemeClr val="accent3"/>
                </a:solidFill>
              </a:rPr>
              <a:t>erat</a:t>
            </a:r>
            <a:r>
              <a:rPr lang="en-GB" sz="1400" dirty="0">
                <a:solidFill>
                  <a:schemeClr val="accent3"/>
                </a:solidFill>
              </a:rPr>
              <a:t> sit </a:t>
            </a:r>
            <a:r>
              <a:rPr lang="en-GB" sz="1400" dirty="0" err="1">
                <a:solidFill>
                  <a:schemeClr val="accent3"/>
                </a:solidFill>
              </a:rPr>
              <a:t>amet</a:t>
            </a:r>
            <a:r>
              <a:rPr lang="en-GB" sz="1400" dirty="0">
                <a:solidFill>
                  <a:schemeClr val="accent3"/>
                </a:solidFill>
              </a:rPr>
              <a:t> </a:t>
            </a:r>
            <a:r>
              <a:rPr lang="en-GB" sz="1400" dirty="0" err="1">
                <a:solidFill>
                  <a:schemeClr val="accent3"/>
                </a:solidFill>
              </a:rPr>
              <a:t>enim</a:t>
            </a:r>
            <a:r>
              <a:rPr lang="en-GB" sz="1400" dirty="0">
                <a:solidFill>
                  <a:schemeClr val="accent3"/>
                </a:solidFill>
              </a:rPr>
              <a:t> </a:t>
            </a:r>
            <a:r>
              <a:rPr lang="en-GB" sz="1400" dirty="0" err="1">
                <a:solidFill>
                  <a:schemeClr val="accent3"/>
                </a:solidFill>
              </a:rPr>
              <a:t>aliquet</a:t>
            </a:r>
            <a:r>
              <a:rPr lang="en-GB" sz="1400" dirty="0">
                <a:solidFill>
                  <a:schemeClr val="accent3"/>
                </a:solidFill>
              </a:rPr>
              <a:t> semper at </a:t>
            </a:r>
            <a:r>
              <a:rPr lang="en-GB" sz="1400" dirty="0" err="1">
                <a:solidFill>
                  <a:schemeClr val="accent3"/>
                </a:solidFill>
              </a:rPr>
              <a:t>nec</a:t>
            </a:r>
            <a:r>
              <a:rPr lang="en-GB" sz="1400" dirty="0">
                <a:solidFill>
                  <a:schemeClr val="accent3"/>
                </a:solidFill>
              </a:rPr>
              <a:t> </a:t>
            </a:r>
            <a:r>
              <a:rPr lang="en-GB" sz="1400" dirty="0" err="1">
                <a:solidFill>
                  <a:schemeClr val="accent3"/>
                </a:solidFill>
              </a:rPr>
              <a:t>nisl</a:t>
            </a:r>
            <a:endParaRPr lang="en-GB" sz="1400" dirty="0">
              <a:solidFill>
                <a:schemeClr val="accent3"/>
              </a:solidFill>
            </a:endParaRP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id, </a:t>
            </a:r>
            <a:r>
              <a:rPr lang="en-GB" sz="1200" dirty="0" err="1"/>
              <a:t>molestie</a:t>
            </a:r>
            <a:r>
              <a:rPr lang="en-GB" sz="1200" dirty="0"/>
              <a:t> in</a:t>
            </a:r>
          </a:p>
          <a:p>
            <a:pPr lvl="3"/>
            <a:r>
              <a:rPr lang="en-GB" sz="1200" dirty="0" err="1"/>
              <a:t>condimentum</a:t>
            </a:r>
            <a:r>
              <a:rPr lang="en-GB" sz="1200" dirty="0"/>
              <a:t> a </a:t>
            </a:r>
            <a:r>
              <a:rPr lang="en-GB" sz="1200" dirty="0" err="1"/>
              <a:t>tortor</a:t>
            </a:r>
            <a:r>
              <a:rPr lang="en-GB" sz="1200" dirty="0"/>
              <a:t>. Cras vitae </a:t>
            </a:r>
            <a:r>
              <a:rPr lang="en-GB" sz="1200" dirty="0" err="1"/>
              <a:t>pretium</a:t>
            </a:r>
            <a:r>
              <a:rPr lang="en-GB" sz="1200" dirty="0"/>
              <a:t> </a:t>
            </a:r>
            <a:r>
              <a:rPr lang="en-GB" sz="1200" dirty="0" err="1"/>
              <a:t>nisl</a:t>
            </a:r>
            <a:r>
              <a:rPr lang="en-GB" sz="1200" dirty="0"/>
              <a:t>. </a:t>
            </a:r>
            <a:r>
              <a:rPr lang="en-GB" sz="1200" dirty="0" err="1"/>
              <a:t>Suspendisse</a:t>
            </a:r>
            <a:r>
              <a:rPr lang="en-GB" sz="1200" dirty="0"/>
              <a:t> at magna </a:t>
            </a:r>
          </a:p>
          <a:p>
            <a:pPr lvl="1"/>
            <a:endParaRPr lang="en-GB" sz="1100" dirty="0"/>
          </a:p>
        </p:txBody>
      </p:sp>
      <p:sp>
        <p:nvSpPr>
          <p:cNvPr id="29" name="Content Placeholder 5">
            <a:extLst>
              <a:ext uri="{FF2B5EF4-FFF2-40B4-BE49-F238E27FC236}">
                <a16:creationId xmlns:a16="http://schemas.microsoft.com/office/drawing/2014/main" id="{1756290D-96E0-783C-146F-4C272944B14A}"/>
              </a:ext>
            </a:extLst>
          </p:cNvPr>
          <p:cNvSpPr txBox="1">
            <a:spLocks/>
          </p:cNvSpPr>
          <p:nvPr/>
        </p:nvSpPr>
        <p:spPr>
          <a:xfrm>
            <a:off x="5152268" y="4907967"/>
            <a:ext cx="3159051" cy="1994483"/>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solidFill>
                  <a:schemeClr val="accent2"/>
                </a:solidFill>
              </a:rPr>
              <a:t>Ut </a:t>
            </a:r>
            <a:r>
              <a:rPr lang="en-GB" sz="1400" dirty="0" err="1">
                <a:solidFill>
                  <a:schemeClr val="accent2"/>
                </a:solidFill>
              </a:rPr>
              <a:t>quis</a:t>
            </a:r>
            <a:r>
              <a:rPr lang="en-GB" sz="1400" dirty="0">
                <a:solidFill>
                  <a:schemeClr val="accent2"/>
                </a:solidFill>
              </a:rPr>
              <a:t> </a:t>
            </a:r>
            <a:r>
              <a:rPr lang="en-GB" sz="1400" dirty="0" err="1">
                <a:solidFill>
                  <a:schemeClr val="accent2"/>
                </a:solidFill>
              </a:rPr>
              <a:t>erat</a:t>
            </a:r>
            <a:r>
              <a:rPr lang="en-GB" sz="1400" dirty="0">
                <a:solidFill>
                  <a:schemeClr val="accent2"/>
                </a:solidFill>
              </a:rPr>
              <a:t> sit </a:t>
            </a:r>
            <a:r>
              <a:rPr lang="en-GB" sz="1400" dirty="0" err="1">
                <a:solidFill>
                  <a:schemeClr val="accent2"/>
                </a:solidFill>
              </a:rPr>
              <a:t>amet</a:t>
            </a:r>
            <a:r>
              <a:rPr lang="en-GB" sz="1400" dirty="0">
                <a:solidFill>
                  <a:schemeClr val="accent2"/>
                </a:solidFill>
              </a:rPr>
              <a:t> </a:t>
            </a:r>
            <a:r>
              <a:rPr lang="en-GB" sz="1400" dirty="0" err="1">
                <a:solidFill>
                  <a:schemeClr val="accent2"/>
                </a:solidFill>
              </a:rPr>
              <a:t>enim</a:t>
            </a:r>
            <a:r>
              <a:rPr lang="en-GB" sz="1400" dirty="0">
                <a:solidFill>
                  <a:schemeClr val="accent2"/>
                </a:solidFill>
              </a:rPr>
              <a:t> </a:t>
            </a:r>
            <a:r>
              <a:rPr lang="en-GB" sz="1400" dirty="0" err="1">
                <a:solidFill>
                  <a:schemeClr val="accent2"/>
                </a:solidFill>
              </a:rPr>
              <a:t>aliquet</a:t>
            </a:r>
            <a:r>
              <a:rPr lang="en-GB" sz="1400" dirty="0">
                <a:solidFill>
                  <a:schemeClr val="accent2"/>
                </a:solidFill>
              </a:rPr>
              <a:t> semper at </a:t>
            </a:r>
            <a:r>
              <a:rPr lang="en-GB" sz="1400" dirty="0" err="1">
                <a:solidFill>
                  <a:schemeClr val="accent2"/>
                </a:solidFill>
              </a:rPr>
              <a:t>nec</a:t>
            </a:r>
            <a:r>
              <a:rPr lang="en-GB" sz="1400" dirty="0">
                <a:solidFill>
                  <a:schemeClr val="accent2"/>
                </a:solidFill>
              </a:rPr>
              <a:t> </a:t>
            </a:r>
            <a:r>
              <a:rPr lang="en-GB" sz="1400" dirty="0" err="1">
                <a:solidFill>
                  <a:schemeClr val="accent2"/>
                </a:solidFill>
              </a:rPr>
              <a:t>nisl</a:t>
            </a:r>
            <a:endParaRPr lang="en-GB" sz="1400" dirty="0">
              <a:solidFill>
                <a:schemeClr val="accent2"/>
              </a:solidFill>
            </a:endParaRP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id, </a:t>
            </a:r>
            <a:r>
              <a:rPr lang="en-GB" sz="1200" dirty="0" err="1"/>
              <a:t>molestie</a:t>
            </a:r>
            <a:r>
              <a:rPr lang="en-GB" sz="1200" dirty="0"/>
              <a:t> in</a:t>
            </a:r>
          </a:p>
          <a:p>
            <a:pPr lvl="3"/>
            <a:r>
              <a:rPr lang="en-GB" sz="1200" dirty="0" err="1"/>
              <a:t>condimentum</a:t>
            </a:r>
            <a:r>
              <a:rPr lang="en-GB" sz="1200" dirty="0"/>
              <a:t> a </a:t>
            </a:r>
            <a:r>
              <a:rPr lang="en-GB" sz="1200" dirty="0" err="1"/>
              <a:t>tortor</a:t>
            </a:r>
            <a:r>
              <a:rPr lang="en-GB" sz="1200" dirty="0"/>
              <a:t>. Cras vitae </a:t>
            </a:r>
            <a:r>
              <a:rPr lang="en-GB" sz="1200" dirty="0" err="1"/>
              <a:t>pretium</a:t>
            </a:r>
            <a:r>
              <a:rPr lang="en-GB" sz="1200" dirty="0"/>
              <a:t> </a:t>
            </a:r>
            <a:r>
              <a:rPr lang="en-GB" sz="1200" dirty="0" err="1"/>
              <a:t>nisl</a:t>
            </a:r>
            <a:r>
              <a:rPr lang="en-GB" sz="1200" dirty="0"/>
              <a:t>. </a:t>
            </a:r>
            <a:r>
              <a:rPr lang="en-GB" sz="1200" dirty="0" err="1"/>
              <a:t>Suspendisse</a:t>
            </a:r>
            <a:r>
              <a:rPr lang="en-GB" sz="1200" dirty="0"/>
              <a:t> at magna </a:t>
            </a:r>
          </a:p>
          <a:p>
            <a:pPr lvl="1"/>
            <a:endParaRPr lang="en-GB" sz="1100" dirty="0"/>
          </a:p>
        </p:txBody>
      </p:sp>
    </p:spTree>
    <p:extLst>
      <p:ext uri="{BB962C8B-B14F-4D97-AF65-F5344CB8AC3E}">
        <p14:creationId xmlns:p14="http://schemas.microsoft.com/office/powerpoint/2010/main" val="2865482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8D6313A-B3FB-CD0F-E7BA-AF55ABA3200E}"/>
              </a:ext>
            </a:extLst>
          </p:cNvPr>
          <p:cNvSpPr>
            <a:spLocks noGrp="1"/>
          </p:cNvSpPr>
          <p:nvPr>
            <p:ph type="subTitle" idx="13"/>
          </p:nvPr>
        </p:nvSpPr>
        <p:spPr/>
        <p:txBody>
          <a:bodyPr/>
          <a:lstStyle/>
          <a:p>
            <a:r>
              <a:rPr lang="en-US"/>
              <a:t>Subheading</a:t>
            </a:r>
            <a:endParaRPr lang="en-GB"/>
          </a:p>
        </p:txBody>
      </p:sp>
      <p:sp>
        <p:nvSpPr>
          <p:cNvPr id="3" name="Title 2">
            <a:extLst>
              <a:ext uri="{FF2B5EF4-FFF2-40B4-BE49-F238E27FC236}">
                <a16:creationId xmlns:a16="http://schemas.microsoft.com/office/drawing/2014/main" id="{523C6027-8629-410C-98E3-DC62CA87D226}"/>
              </a:ext>
            </a:extLst>
          </p:cNvPr>
          <p:cNvSpPr>
            <a:spLocks noGrp="1"/>
          </p:cNvSpPr>
          <p:nvPr>
            <p:ph type="title"/>
          </p:nvPr>
        </p:nvSpPr>
        <p:spPr/>
        <p:txBody>
          <a:bodyPr/>
          <a:lstStyle/>
          <a:p>
            <a:r>
              <a:rPr lang="en-GB"/>
              <a:t>Process</a:t>
            </a:r>
          </a:p>
        </p:txBody>
      </p:sp>
      <p:sp>
        <p:nvSpPr>
          <p:cNvPr id="11" name="Text Placeholder 10">
            <a:extLst>
              <a:ext uri="{FF2B5EF4-FFF2-40B4-BE49-F238E27FC236}">
                <a16:creationId xmlns:a16="http://schemas.microsoft.com/office/drawing/2014/main" id="{784E2A9B-52E1-278C-BFAF-4D29A4586795}"/>
              </a:ext>
            </a:extLst>
          </p:cNvPr>
          <p:cNvSpPr>
            <a:spLocks noGrp="1"/>
          </p:cNvSpPr>
          <p:nvPr>
            <p:ph type="body" sz="quarter" idx="14"/>
          </p:nvPr>
        </p:nvSpPr>
        <p:spPr>
          <a:xfrm>
            <a:off x="539749" y="1800225"/>
            <a:ext cx="12384088" cy="1477328"/>
          </a:xfrm>
        </p:spPr>
        <p:txBody>
          <a:bodyPr>
            <a:spAutoFit/>
          </a:bodyPr>
          <a:lstStyle/>
          <a:p>
            <a:r>
              <a:rPr lang="en-GB" dirty="0">
                <a:solidFill>
                  <a:schemeClr val="accent3"/>
                </a:solidFill>
              </a:rPr>
              <a:t>Lorem ipsum </a:t>
            </a:r>
            <a:r>
              <a:rPr lang="en-GB" dirty="0" err="1">
                <a:solidFill>
                  <a:schemeClr val="accent3"/>
                </a:solidFill>
              </a:rPr>
              <a:t>dolor</a:t>
            </a:r>
            <a:r>
              <a:rPr lang="en-GB" dirty="0">
                <a:solidFill>
                  <a:schemeClr val="accent3"/>
                </a:solidFill>
              </a:rPr>
              <a:t> sit </a:t>
            </a:r>
            <a:r>
              <a:rPr lang="en-GB" dirty="0" err="1">
                <a:solidFill>
                  <a:schemeClr val="accent3"/>
                </a:solidFill>
              </a:rPr>
              <a:t>amet</a:t>
            </a:r>
            <a:r>
              <a:rPr lang="en-GB" dirty="0">
                <a:solidFill>
                  <a:schemeClr val="accent3"/>
                </a:solidFill>
              </a:rPr>
              <a:t>, </a:t>
            </a:r>
            <a:r>
              <a:rPr lang="en-GB" dirty="0" err="1">
                <a:solidFill>
                  <a:schemeClr val="accent3"/>
                </a:solidFill>
              </a:rPr>
              <a:t>consectetur</a:t>
            </a:r>
            <a:r>
              <a:rPr lang="en-GB" dirty="0">
                <a:solidFill>
                  <a:schemeClr val="accent3"/>
                </a:solidFill>
              </a:rPr>
              <a:t> </a:t>
            </a:r>
            <a:r>
              <a:rPr lang="en-GB" dirty="0" err="1">
                <a:solidFill>
                  <a:schemeClr val="accent3"/>
                </a:solidFill>
              </a:rPr>
              <a:t>adipiscing</a:t>
            </a:r>
            <a:r>
              <a:rPr lang="en-GB" dirty="0">
                <a:solidFill>
                  <a:schemeClr val="accent3"/>
                </a:solidFill>
              </a:rPr>
              <a:t> </a:t>
            </a:r>
            <a:r>
              <a:rPr lang="en-GB" dirty="0" err="1">
                <a:solidFill>
                  <a:schemeClr val="accent3"/>
                </a:solidFill>
              </a:rPr>
              <a:t>elit</a:t>
            </a:r>
            <a:r>
              <a:rPr lang="en-GB" dirty="0">
                <a:solidFill>
                  <a:schemeClr val="accent3"/>
                </a:solidFill>
              </a:rPr>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ut</a:t>
            </a:r>
            <a:r>
              <a:rPr lang="en-GB" dirty="0"/>
              <a: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a:t>
            </a:r>
          </a:p>
        </p:txBody>
      </p:sp>
      <p:cxnSp>
        <p:nvCxnSpPr>
          <p:cNvPr id="12" name="Straight Arrow Connector 11">
            <a:extLst>
              <a:ext uri="{FF2B5EF4-FFF2-40B4-BE49-F238E27FC236}">
                <a16:creationId xmlns:a16="http://schemas.microsoft.com/office/drawing/2014/main" id="{77F532CD-2828-A52D-ACBD-4C88D975E01E}"/>
              </a:ext>
            </a:extLst>
          </p:cNvPr>
          <p:cNvCxnSpPr>
            <a:cxnSpLocks/>
            <a:stCxn id="13" idx="6"/>
            <a:endCxn id="14" idx="2"/>
          </p:cNvCxnSpPr>
          <p:nvPr/>
        </p:nvCxnSpPr>
        <p:spPr>
          <a:xfrm>
            <a:off x="3138720" y="4115927"/>
            <a:ext cx="2777337" cy="0"/>
          </a:xfrm>
          <a:prstGeom prst="straightConnector1">
            <a:avLst/>
          </a:prstGeom>
          <a:ln w="25400">
            <a:solidFill>
              <a:srgbClr val="ACC0C4"/>
            </a:solidFill>
            <a:tailEnd type="triangle" w="med" len="med"/>
          </a:ln>
        </p:spPr>
        <p:style>
          <a:lnRef idx="1">
            <a:schemeClr val="accent1"/>
          </a:lnRef>
          <a:fillRef idx="0">
            <a:schemeClr val="accent1"/>
          </a:fillRef>
          <a:effectRef idx="0">
            <a:schemeClr val="accent1"/>
          </a:effectRef>
          <a:fontRef idx="minor">
            <a:schemeClr val="tx1"/>
          </a:fontRef>
        </p:style>
      </p:cxnSp>
      <p:sp>
        <p:nvSpPr>
          <p:cNvPr id="13" name="Freeform 6">
            <a:extLst>
              <a:ext uri="{FF2B5EF4-FFF2-40B4-BE49-F238E27FC236}">
                <a16:creationId xmlns:a16="http://schemas.microsoft.com/office/drawing/2014/main" id="{3551D94F-FB8C-5FCE-3CE9-ECA4878BCA39}"/>
              </a:ext>
            </a:extLst>
          </p:cNvPr>
          <p:cNvSpPr>
            <a:spLocks/>
          </p:cNvSpPr>
          <p:nvPr/>
        </p:nvSpPr>
        <p:spPr bwMode="auto">
          <a:xfrm>
            <a:off x="1813920" y="3453527"/>
            <a:ext cx="1324800" cy="1324800"/>
          </a:xfrm>
          <a:prstGeom prst="ellipse">
            <a:avLst/>
          </a:prstGeom>
          <a:solidFill>
            <a:srgbClr val="B2AECE"/>
          </a:solidFill>
          <a:ln w="22225">
            <a:noFill/>
            <a:prstDash val="solid"/>
          </a:ln>
        </p:spPr>
        <p:txBody>
          <a:bodyPr vert="horz" wrap="square" lIns="0" tIns="0" rIns="0" bIns="0" numCol="1" anchor="ctr" anchorCtr="1" compatLnSpc="1">
            <a:prstTxWarp prst="textNoShape">
              <a:avLst/>
            </a:prstTxWarp>
          </a:bodyPr>
          <a:lstStyle/>
          <a:p>
            <a:pPr algn="ctr"/>
            <a:endParaRPr lang="en-GB" sz="1400" b="1" dirty="0">
              <a:solidFill>
                <a:schemeClr val="bg1"/>
              </a:solidFill>
              <a:latin typeface="+mj-lt"/>
            </a:endParaRPr>
          </a:p>
        </p:txBody>
      </p:sp>
      <p:sp>
        <p:nvSpPr>
          <p:cNvPr id="14" name="Freeform 6">
            <a:extLst>
              <a:ext uri="{FF2B5EF4-FFF2-40B4-BE49-F238E27FC236}">
                <a16:creationId xmlns:a16="http://schemas.microsoft.com/office/drawing/2014/main" id="{6B059FB7-E622-2339-1FDF-1629CBEF42AF}"/>
              </a:ext>
            </a:extLst>
          </p:cNvPr>
          <p:cNvSpPr>
            <a:spLocks/>
          </p:cNvSpPr>
          <p:nvPr/>
        </p:nvSpPr>
        <p:spPr bwMode="auto">
          <a:xfrm>
            <a:off x="5916057" y="3453527"/>
            <a:ext cx="1324800" cy="1324800"/>
          </a:xfrm>
          <a:prstGeom prst="ellipse">
            <a:avLst/>
          </a:prstGeom>
          <a:solidFill>
            <a:srgbClr val="B9BABA"/>
          </a:solidFill>
          <a:ln w="22225">
            <a:noFill/>
            <a:prstDash val="solid"/>
          </a:ln>
        </p:spPr>
        <p:txBody>
          <a:bodyPr vert="horz" wrap="square" lIns="0" tIns="0" rIns="0" bIns="0" numCol="1" anchor="ctr" anchorCtr="1" compatLnSpc="1">
            <a:prstTxWarp prst="textNoShape">
              <a:avLst/>
            </a:prstTxWarp>
          </a:bodyPr>
          <a:lstStyle/>
          <a:p>
            <a:pPr algn="ctr"/>
            <a:endParaRPr lang="en-GB" sz="1400" b="1" dirty="0">
              <a:solidFill>
                <a:schemeClr val="bg1"/>
              </a:solidFill>
              <a:latin typeface="+mj-lt"/>
            </a:endParaRPr>
          </a:p>
        </p:txBody>
      </p:sp>
      <p:sp>
        <p:nvSpPr>
          <p:cNvPr id="19" name="Freeform 6">
            <a:extLst>
              <a:ext uri="{FF2B5EF4-FFF2-40B4-BE49-F238E27FC236}">
                <a16:creationId xmlns:a16="http://schemas.microsoft.com/office/drawing/2014/main" id="{B45624B8-2358-A30F-42D3-C2AB4605EAFD}"/>
              </a:ext>
            </a:extLst>
          </p:cNvPr>
          <p:cNvSpPr>
            <a:spLocks/>
          </p:cNvSpPr>
          <p:nvPr/>
        </p:nvSpPr>
        <p:spPr bwMode="auto">
          <a:xfrm>
            <a:off x="10018194" y="3453527"/>
            <a:ext cx="1324800" cy="1324800"/>
          </a:xfrm>
          <a:prstGeom prst="ellipse">
            <a:avLst/>
          </a:prstGeom>
          <a:solidFill>
            <a:srgbClr val="FFDAAA"/>
          </a:solidFill>
          <a:ln w="22225">
            <a:noFill/>
            <a:prstDash val="solid"/>
          </a:ln>
        </p:spPr>
        <p:txBody>
          <a:bodyPr vert="horz" wrap="square" lIns="0" tIns="0" rIns="0" bIns="0" numCol="1" anchor="ctr" anchorCtr="1" compatLnSpc="1">
            <a:prstTxWarp prst="textNoShape">
              <a:avLst/>
            </a:prstTxWarp>
          </a:bodyPr>
          <a:lstStyle/>
          <a:p>
            <a:pPr algn="ctr"/>
            <a:endParaRPr lang="en-GB" sz="1400" b="1" dirty="0">
              <a:solidFill>
                <a:schemeClr val="bg1"/>
              </a:solidFill>
              <a:latin typeface="+mj-lt"/>
            </a:endParaRPr>
          </a:p>
        </p:txBody>
      </p:sp>
      <p:cxnSp>
        <p:nvCxnSpPr>
          <p:cNvPr id="25" name="Straight Arrow Connector 24">
            <a:extLst>
              <a:ext uri="{FF2B5EF4-FFF2-40B4-BE49-F238E27FC236}">
                <a16:creationId xmlns:a16="http://schemas.microsoft.com/office/drawing/2014/main" id="{807FEB96-E7FA-61AE-7AD9-81CBDC5A68CF}"/>
              </a:ext>
            </a:extLst>
          </p:cNvPr>
          <p:cNvCxnSpPr>
            <a:cxnSpLocks/>
            <a:stCxn id="14" idx="6"/>
            <a:endCxn id="19" idx="2"/>
          </p:cNvCxnSpPr>
          <p:nvPr/>
        </p:nvCxnSpPr>
        <p:spPr>
          <a:xfrm>
            <a:off x="7240857" y="4115927"/>
            <a:ext cx="2777337" cy="0"/>
          </a:xfrm>
          <a:prstGeom prst="straightConnector1">
            <a:avLst/>
          </a:prstGeom>
          <a:ln w="25400">
            <a:solidFill>
              <a:srgbClr val="ACC0C4"/>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79">
            <a:extLst>
              <a:ext uri="{FF2B5EF4-FFF2-40B4-BE49-F238E27FC236}">
                <a16:creationId xmlns:a16="http://schemas.microsoft.com/office/drawing/2014/main" id="{2FEFF753-4B32-0FA9-7013-911831F121C1}"/>
              </a:ext>
            </a:extLst>
          </p:cNvPr>
          <p:cNvCxnSpPr>
            <a:cxnSpLocks/>
            <a:stCxn id="19" idx="6"/>
            <a:endCxn id="13" idx="2"/>
          </p:cNvCxnSpPr>
          <p:nvPr/>
        </p:nvCxnSpPr>
        <p:spPr>
          <a:xfrm flipH="1">
            <a:off x="1813920" y="4115927"/>
            <a:ext cx="9529074" cy="12700"/>
          </a:xfrm>
          <a:prstGeom prst="bentConnector5">
            <a:avLst>
              <a:gd name="adj1" fmla="val -16393"/>
              <a:gd name="adj2" fmla="val 22465748"/>
              <a:gd name="adj3" fmla="val 113094"/>
            </a:avLst>
          </a:prstGeom>
          <a:ln w="25400">
            <a:solidFill>
              <a:srgbClr val="ACC0C4"/>
            </a:solidFill>
            <a:tailEnd type="triangle" w="med" len="med"/>
          </a:ln>
        </p:spPr>
        <p:style>
          <a:lnRef idx="1">
            <a:schemeClr val="accent1"/>
          </a:lnRef>
          <a:fillRef idx="0">
            <a:schemeClr val="accent1"/>
          </a:fillRef>
          <a:effectRef idx="0">
            <a:schemeClr val="accent1"/>
          </a:effectRef>
          <a:fontRef idx="minor">
            <a:schemeClr val="tx1"/>
          </a:fontRef>
        </p:style>
      </p:cxnSp>
      <p:sp>
        <p:nvSpPr>
          <p:cNvPr id="27" name="Content Placeholder 5">
            <a:extLst>
              <a:ext uri="{FF2B5EF4-FFF2-40B4-BE49-F238E27FC236}">
                <a16:creationId xmlns:a16="http://schemas.microsoft.com/office/drawing/2014/main" id="{6DF532BE-EA98-94ED-8359-81E8000B0F35}"/>
              </a:ext>
            </a:extLst>
          </p:cNvPr>
          <p:cNvSpPr txBox="1">
            <a:spLocks/>
          </p:cNvSpPr>
          <p:nvPr/>
        </p:nvSpPr>
        <p:spPr>
          <a:xfrm>
            <a:off x="1050132" y="4907967"/>
            <a:ext cx="3159051" cy="1994483"/>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solidFill>
                  <a:schemeClr val="accent3"/>
                </a:solidFill>
              </a:rPr>
              <a:t>Ut </a:t>
            </a:r>
            <a:r>
              <a:rPr lang="en-GB" sz="1400" dirty="0" err="1">
                <a:solidFill>
                  <a:schemeClr val="accent3"/>
                </a:solidFill>
              </a:rPr>
              <a:t>quis</a:t>
            </a:r>
            <a:r>
              <a:rPr lang="en-GB" sz="1400" dirty="0">
                <a:solidFill>
                  <a:schemeClr val="accent3"/>
                </a:solidFill>
              </a:rPr>
              <a:t> </a:t>
            </a:r>
            <a:r>
              <a:rPr lang="en-GB" sz="1400" dirty="0" err="1">
                <a:solidFill>
                  <a:schemeClr val="accent3"/>
                </a:solidFill>
              </a:rPr>
              <a:t>erat</a:t>
            </a:r>
            <a:r>
              <a:rPr lang="en-GB" sz="1400" dirty="0">
                <a:solidFill>
                  <a:schemeClr val="accent3"/>
                </a:solidFill>
              </a:rPr>
              <a:t> sit </a:t>
            </a:r>
            <a:r>
              <a:rPr lang="en-GB" sz="1400" dirty="0" err="1">
                <a:solidFill>
                  <a:schemeClr val="accent3"/>
                </a:solidFill>
              </a:rPr>
              <a:t>amet</a:t>
            </a:r>
            <a:r>
              <a:rPr lang="en-GB" sz="1400" dirty="0">
                <a:solidFill>
                  <a:schemeClr val="accent3"/>
                </a:solidFill>
              </a:rPr>
              <a:t> </a:t>
            </a:r>
            <a:r>
              <a:rPr lang="en-GB" sz="1400" dirty="0" err="1">
                <a:solidFill>
                  <a:schemeClr val="accent3"/>
                </a:solidFill>
              </a:rPr>
              <a:t>enim</a:t>
            </a:r>
            <a:r>
              <a:rPr lang="en-GB" sz="1400" dirty="0">
                <a:solidFill>
                  <a:schemeClr val="accent3"/>
                </a:solidFill>
              </a:rPr>
              <a:t> </a:t>
            </a:r>
            <a:r>
              <a:rPr lang="en-GB" sz="1400" dirty="0" err="1">
                <a:solidFill>
                  <a:schemeClr val="accent3"/>
                </a:solidFill>
              </a:rPr>
              <a:t>aliquet</a:t>
            </a:r>
            <a:r>
              <a:rPr lang="en-GB" sz="1400" dirty="0">
                <a:solidFill>
                  <a:schemeClr val="accent3"/>
                </a:solidFill>
              </a:rPr>
              <a:t> semper at </a:t>
            </a:r>
            <a:r>
              <a:rPr lang="en-GB" sz="1400" dirty="0" err="1">
                <a:solidFill>
                  <a:schemeClr val="accent3"/>
                </a:solidFill>
              </a:rPr>
              <a:t>nec</a:t>
            </a:r>
            <a:r>
              <a:rPr lang="en-GB" sz="1400" dirty="0">
                <a:solidFill>
                  <a:schemeClr val="accent3"/>
                </a:solidFill>
              </a:rPr>
              <a:t> </a:t>
            </a:r>
            <a:r>
              <a:rPr lang="en-GB" sz="1400" dirty="0" err="1">
                <a:solidFill>
                  <a:schemeClr val="accent3"/>
                </a:solidFill>
              </a:rPr>
              <a:t>nisl</a:t>
            </a:r>
            <a:endParaRPr lang="en-GB" sz="1400" dirty="0">
              <a:solidFill>
                <a:schemeClr val="accent3"/>
              </a:solidFill>
            </a:endParaRP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id, </a:t>
            </a:r>
            <a:r>
              <a:rPr lang="en-GB" sz="1200" dirty="0" err="1"/>
              <a:t>molestie</a:t>
            </a:r>
            <a:r>
              <a:rPr lang="en-GB" sz="1200" dirty="0"/>
              <a:t> in</a:t>
            </a:r>
          </a:p>
          <a:p>
            <a:pPr lvl="3"/>
            <a:r>
              <a:rPr lang="en-GB" sz="1200" dirty="0" err="1"/>
              <a:t>condimentum</a:t>
            </a:r>
            <a:r>
              <a:rPr lang="en-GB" sz="1200" dirty="0"/>
              <a:t> a </a:t>
            </a:r>
            <a:r>
              <a:rPr lang="en-GB" sz="1200" dirty="0" err="1"/>
              <a:t>tortor</a:t>
            </a:r>
            <a:r>
              <a:rPr lang="en-GB" sz="1200" dirty="0"/>
              <a:t>. Cras vitae </a:t>
            </a:r>
            <a:r>
              <a:rPr lang="en-GB" sz="1200" dirty="0" err="1"/>
              <a:t>pretium</a:t>
            </a:r>
            <a:r>
              <a:rPr lang="en-GB" sz="1200" dirty="0"/>
              <a:t> </a:t>
            </a:r>
            <a:r>
              <a:rPr lang="en-GB" sz="1200" dirty="0" err="1"/>
              <a:t>nisl</a:t>
            </a:r>
            <a:r>
              <a:rPr lang="en-GB" sz="1200" dirty="0"/>
              <a:t>. </a:t>
            </a:r>
            <a:r>
              <a:rPr lang="en-GB" sz="1200" dirty="0" err="1"/>
              <a:t>Suspendisse</a:t>
            </a:r>
            <a:r>
              <a:rPr lang="en-GB" sz="1200" dirty="0"/>
              <a:t> at magna </a:t>
            </a:r>
          </a:p>
          <a:p>
            <a:pPr lvl="1"/>
            <a:endParaRPr lang="en-GB" sz="1050" dirty="0"/>
          </a:p>
        </p:txBody>
      </p:sp>
      <p:sp>
        <p:nvSpPr>
          <p:cNvPr id="28" name="Content Placeholder 5">
            <a:extLst>
              <a:ext uri="{FF2B5EF4-FFF2-40B4-BE49-F238E27FC236}">
                <a16:creationId xmlns:a16="http://schemas.microsoft.com/office/drawing/2014/main" id="{42B21182-B2A1-4BB6-07B6-6EEC0892990E}"/>
              </a:ext>
            </a:extLst>
          </p:cNvPr>
          <p:cNvSpPr txBox="1">
            <a:spLocks/>
          </p:cNvSpPr>
          <p:nvPr/>
        </p:nvSpPr>
        <p:spPr>
          <a:xfrm>
            <a:off x="9254405" y="4907967"/>
            <a:ext cx="3159051" cy="1994483"/>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solidFill>
                  <a:schemeClr val="accent4"/>
                </a:solidFill>
              </a:rPr>
              <a:t>Ut </a:t>
            </a:r>
            <a:r>
              <a:rPr lang="en-GB" sz="1400" dirty="0" err="1">
                <a:solidFill>
                  <a:schemeClr val="accent4"/>
                </a:solidFill>
              </a:rPr>
              <a:t>quis</a:t>
            </a:r>
            <a:r>
              <a:rPr lang="en-GB" sz="1400" dirty="0">
                <a:solidFill>
                  <a:schemeClr val="accent4"/>
                </a:solidFill>
              </a:rPr>
              <a:t> </a:t>
            </a:r>
            <a:r>
              <a:rPr lang="en-GB" sz="1400" dirty="0" err="1">
                <a:solidFill>
                  <a:schemeClr val="accent4"/>
                </a:solidFill>
              </a:rPr>
              <a:t>erat</a:t>
            </a:r>
            <a:r>
              <a:rPr lang="en-GB" sz="1400" dirty="0">
                <a:solidFill>
                  <a:schemeClr val="accent4"/>
                </a:solidFill>
              </a:rPr>
              <a:t> sit </a:t>
            </a:r>
            <a:r>
              <a:rPr lang="en-GB" sz="1400" dirty="0" err="1">
                <a:solidFill>
                  <a:schemeClr val="accent4"/>
                </a:solidFill>
              </a:rPr>
              <a:t>amet</a:t>
            </a:r>
            <a:r>
              <a:rPr lang="en-GB" sz="1400" dirty="0">
                <a:solidFill>
                  <a:schemeClr val="accent4"/>
                </a:solidFill>
              </a:rPr>
              <a:t> </a:t>
            </a:r>
            <a:r>
              <a:rPr lang="en-GB" sz="1400" dirty="0" err="1">
                <a:solidFill>
                  <a:schemeClr val="accent4"/>
                </a:solidFill>
              </a:rPr>
              <a:t>enim</a:t>
            </a:r>
            <a:r>
              <a:rPr lang="en-GB" sz="1400" dirty="0">
                <a:solidFill>
                  <a:schemeClr val="accent4"/>
                </a:solidFill>
              </a:rPr>
              <a:t> </a:t>
            </a:r>
            <a:r>
              <a:rPr lang="en-GB" sz="1400" dirty="0" err="1">
                <a:solidFill>
                  <a:schemeClr val="accent4"/>
                </a:solidFill>
              </a:rPr>
              <a:t>aliquet</a:t>
            </a:r>
            <a:r>
              <a:rPr lang="en-GB" sz="1400" dirty="0">
                <a:solidFill>
                  <a:schemeClr val="accent4"/>
                </a:solidFill>
              </a:rPr>
              <a:t> semper at </a:t>
            </a:r>
            <a:r>
              <a:rPr lang="en-GB" sz="1400" dirty="0" err="1">
                <a:solidFill>
                  <a:schemeClr val="accent4"/>
                </a:solidFill>
              </a:rPr>
              <a:t>nec</a:t>
            </a:r>
            <a:r>
              <a:rPr lang="en-GB" sz="1400" dirty="0">
                <a:solidFill>
                  <a:schemeClr val="accent4"/>
                </a:solidFill>
              </a:rPr>
              <a:t> </a:t>
            </a:r>
            <a:r>
              <a:rPr lang="en-GB" sz="1400" dirty="0" err="1">
                <a:solidFill>
                  <a:schemeClr val="accent4"/>
                </a:solidFill>
              </a:rPr>
              <a:t>nisl</a:t>
            </a:r>
            <a:endParaRPr lang="en-GB" sz="1400" dirty="0">
              <a:solidFill>
                <a:schemeClr val="accent4"/>
              </a:solidFill>
            </a:endParaRP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id, </a:t>
            </a:r>
            <a:r>
              <a:rPr lang="en-GB" sz="1200" dirty="0" err="1"/>
              <a:t>molestie</a:t>
            </a:r>
            <a:r>
              <a:rPr lang="en-GB" sz="1200" dirty="0"/>
              <a:t> in</a:t>
            </a:r>
          </a:p>
          <a:p>
            <a:pPr lvl="3"/>
            <a:r>
              <a:rPr lang="en-GB" sz="1200" dirty="0" err="1"/>
              <a:t>condimentum</a:t>
            </a:r>
            <a:r>
              <a:rPr lang="en-GB" sz="1200" dirty="0"/>
              <a:t> a </a:t>
            </a:r>
            <a:r>
              <a:rPr lang="en-GB" sz="1200" dirty="0" err="1"/>
              <a:t>tortor</a:t>
            </a:r>
            <a:r>
              <a:rPr lang="en-GB" sz="1200" dirty="0"/>
              <a:t>. Cras vitae </a:t>
            </a:r>
            <a:r>
              <a:rPr lang="en-GB" sz="1200" dirty="0" err="1"/>
              <a:t>pretium</a:t>
            </a:r>
            <a:r>
              <a:rPr lang="en-GB" sz="1200" dirty="0"/>
              <a:t> </a:t>
            </a:r>
            <a:r>
              <a:rPr lang="en-GB" sz="1200" dirty="0" err="1"/>
              <a:t>nisl</a:t>
            </a:r>
            <a:r>
              <a:rPr lang="en-GB" sz="1200" dirty="0"/>
              <a:t>. </a:t>
            </a:r>
            <a:r>
              <a:rPr lang="en-GB" sz="1200" dirty="0" err="1"/>
              <a:t>Suspendisse</a:t>
            </a:r>
            <a:r>
              <a:rPr lang="en-GB" sz="1200" dirty="0"/>
              <a:t> at magna </a:t>
            </a:r>
          </a:p>
          <a:p>
            <a:pPr lvl="1"/>
            <a:endParaRPr lang="en-GB" sz="1100" dirty="0"/>
          </a:p>
        </p:txBody>
      </p:sp>
      <p:sp>
        <p:nvSpPr>
          <p:cNvPr id="29" name="Content Placeholder 5">
            <a:extLst>
              <a:ext uri="{FF2B5EF4-FFF2-40B4-BE49-F238E27FC236}">
                <a16:creationId xmlns:a16="http://schemas.microsoft.com/office/drawing/2014/main" id="{1756290D-96E0-783C-146F-4C272944B14A}"/>
              </a:ext>
            </a:extLst>
          </p:cNvPr>
          <p:cNvSpPr txBox="1">
            <a:spLocks/>
          </p:cNvSpPr>
          <p:nvPr/>
        </p:nvSpPr>
        <p:spPr>
          <a:xfrm>
            <a:off x="5152268" y="4907967"/>
            <a:ext cx="3159051" cy="1994483"/>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solidFill>
                  <a:schemeClr val="tx2"/>
                </a:solidFill>
              </a:rPr>
              <a:t>Ut </a:t>
            </a:r>
            <a:r>
              <a:rPr lang="en-GB" sz="1400" dirty="0" err="1">
                <a:solidFill>
                  <a:schemeClr val="tx2"/>
                </a:solidFill>
              </a:rPr>
              <a:t>quis</a:t>
            </a:r>
            <a:r>
              <a:rPr lang="en-GB" sz="1400" dirty="0">
                <a:solidFill>
                  <a:schemeClr val="tx2"/>
                </a:solidFill>
              </a:rPr>
              <a:t> </a:t>
            </a:r>
            <a:r>
              <a:rPr lang="en-GB" sz="1400" dirty="0" err="1">
                <a:solidFill>
                  <a:schemeClr val="tx2"/>
                </a:solidFill>
              </a:rPr>
              <a:t>erat</a:t>
            </a:r>
            <a:r>
              <a:rPr lang="en-GB" sz="1400" dirty="0">
                <a:solidFill>
                  <a:schemeClr val="tx2"/>
                </a:solidFill>
              </a:rPr>
              <a:t> sit </a:t>
            </a:r>
            <a:r>
              <a:rPr lang="en-GB" sz="1400" dirty="0" err="1">
                <a:solidFill>
                  <a:schemeClr val="tx2"/>
                </a:solidFill>
              </a:rPr>
              <a:t>amet</a:t>
            </a:r>
            <a:r>
              <a:rPr lang="en-GB" sz="1400" dirty="0">
                <a:solidFill>
                  <a:schemeClr val="tx2"/>
                </a:solidFill>
              </a:rPr>
              <a:t> </a:t>
            </a:r>
            <a:r>
              <a:rPr lang="en-GB" sz="1400" dirty="0" err="1">
                <a:solidFill>
                  <a:schemeClr val="tx2"/>
                </a:solidFill>
              </a:rPr>
              <a:t>enim</a:t>
            </a:r>
            <a:r>
              <a:rPr lang="en-GB" sz="1400" dirty="0">
                <a:solidFill>
                  <a:schemeClr val="tx2"/>
                </a:solidFill>
              </a:rPr>
              <a:t> </a:t>
            </a:r>
            <a:r>
              <a:rPr lang="en-GB" sz="1400" dirty="0" err="1">
                <a:solidFill>
                  <a:schemeClr val="tx2"/>
                </a:solidFill>
              </a:rPr>
              <a:t>aliquet</a:t>
            </a:r>
            <a:r>
              <a:rPr lang="en-GB" sz="1400" dirty="0">
                <a:solidFill>
                  <a:schemeClr val="tx2"/>
                </a:solidFill>
              </a:rPr>
              <a:t> semper at </a:t>
            </a:r>
            <a:r>
              <a:rPr lang="en-GB" sz="1400" dirty="0" err="1">
                <a:solidFill>
                  <a:schemeClr val="tx2"/>
                </a:solidFill>
              </a:rPr>
              <a:t>nec</a:t>
            </a:r>
            <a:r>
              <a:rPr lang="en-GB" sz="1400" dirty="0">
                <a:solidFill>
                  <a:schemeClr val="tx2"/>
                </a:solidFill>
              </a:rPr>
              <a:t> </a:t>
            </a:r>
            <a:r>
              <a:rPr lang="en-GB" sz="1400" dirty="0" err="1">
                <a:solidFill>
                  <a:schemeClr val="tx2"/>
                </a:solidFill>
              </a:rPr>
              <a:t>nisl</a:t>
            </a:r>
            <a:endParaRPr lang="en-GB" sz="1400" dirty="0">
              <a:solidFill>
                <a:schemeClr val="tx2"/>
              </a:solidFill>
            </a:endParaRPr>
          </a:p>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ametadipiscing</a:t>
            </a:r>
            <a:r>
              <a:rPr lang="en-GB" sz="1200" dirty="0"/>
              <a:t> </a:t>
            </a:r>
            <a:r>
              <a:rPr lang="en-GB" sz="1200" dirty="0" err="1"/>
              <a:t>elit</a:t>
            </a:r>
            <a:r>
              <a:rPr lang="en-GB" sz="1200" dirty="0"/>
              <a:t> Ut </a:t>
            </a:r>
            <a:r>
              <a:rPr lang="en-GB" sz="1200" dirty="0" err="1"/>
              <a:t>quis</a:t>
            </a:r>
            <a:r>
              <a:rPr lang="en-GB" sz="1200" dirty="0"/>
              <a:t> </a:t>
            </a:r>
            <a:r>
              <a:rPr lang="en-GB" sz="1200" dirty="0" err="1"/>
              <a:t>erat</a:t>
            </a:r>
            <a:r>
              <a:rPr lang="en-GB" sz="1200" dirty="0"/>
              <a:t> sit </a:t>
            </a:r>
            <a:r>
              <a:rPr lang="en-GB" sz="1200" dirty="0" err="1"/>
              <a:t>amet</a:t>
            </a:r>
            <a:r>
              <a:rPr lang="en-GB" sz="1200" dirty="0"/>
              <a:t> </a:t>
            </a:r>
            <a:r>
              <a:rPr lang="en-GB" sz="1200" dirty="0" err="1"/>
              <a:t>enim</a:t>
            </a:r>
            <a:r>
              <a:rPr lang="en-GB" sz="1200" dirty="0"/>
              <a:t> </a:t>
            </a:r>
            <a:r>
              <a:rPr lang="en-GB" sz="1200" dirty="0" err="1"/>
              <a:t>aliquet</a:t>
            </a:r>
            <a:r>
              <a:rPr lang="en-GB" sz="1200" dirty="0"/>
              <a:t> semper at </a:t>
            </a:r>
            <a:r>
              <a:rPr lang="en-GB" sz="1200" dirty="0" err="1"/>
              <a:t>nec</a:t>
            </a:r>
            <a:r>
              <a:rPr lang="en-GB" sz="1200" dirty="0"/>
              <a:t> </a:t>
            </a:r>
            <a:r>
              <a:rPr lang="en-GB" sz="1200" dirty="0" err="1"/>
              <a:t>nisl</a:t>
            </a:r>
            <a:r>
              <a:rPr lang="en-GB" sz="1200" dirty="0"/>
              <a:t>. </a:t>
            </a:r>
            <a:r>
              <a:rPr lang="en-GB" sz="1200" dirty="0" err="1"/>
              <a:t>Nulla</a:t>
            </a:r>
            <a:r>
              <a:rPr lang="en-GB" sz="1200" dirty="0"/>
              <a:t> </a:t>
            </a:r>
            <a:r>
              <a:rPr lang="en-GB" sz="1200" dirty="0" err="1"/>
              <a:t>tristique</a:t>
            </a:r>
            <a:r>
              <a:rPr lang="en-GB" sz="1200" dirty="0"/>
              <a:t> id, </a:t>
            </a:r>
            <a:r>
              <a:rPr lang="en-GB" sz="1200" dirty="0" err="1"/>
              <a:t>molestie</a:t>
            </a:r>
            <a:r>
              <a:rPr lang="en-GB" sz="1200" dirty="0"/>
              <a:t> in</a:t>
            </a:r>
          </a:p>
          <a:p>
            <a:pPr lvl="3"/>
            <a:r>
              <a:rPr lang="en-GB" sz="1200" dirty="0" err="1"/>
              <a:t>condimentum</a:t>
            </a:r>
            <a:r>
              <a:rPr lang="en-GB" sz="1200" dirty="0"/>
              <a:t> a </a:t>
            </a:r>
            <a:r>
              <a:rPr lang="en-GB" sz="1200" dirty="0" err="1"/>
              <a:t>tortor</a:t>
            </a:r>
            <a:r>
              <a:rPr lang="en-GB" sz="1200" dirty="0"/>
              <a:t>. Cras vitae </a:t>
            </a:r>
            <a:r>
              <a:rPr lang="en-GB" sz="1200" dirty="0" err="1"/>
              <a:t>pretium</a:t>
            </a:r>
            <a:r>
              <a:rPr lang="en-GB" sz="1200" dirty="0"/>
              <a:t> </a:t>
            </a:r>
            <a:r>
              <a:rPr lang="en-GB" sz="1200" dirty="0" err="1"/>
              <a:t>nisl</a:t>
            </a:r>
            <a:r>
              <a:rPr lang="en-GB" sz="1200" dirty="0"/>
              <a:t>. </a:t>
            </a:r>
            <a:r>
              <a:rPr lang="en-GB" sz="1200" dirty="0" err="1"/>
              <a:t>Suspendisse</a:t>
            </a:r>
            <a:r>
              <a:rPr lang="en-GB" sz="1200" dirty="0"/>
              <a:t> at magna </a:t>
            </a:r>
          </a:p>
          <a:p>
            <a:pPr lvl="1"/>
            <a:endParaRPr lang="en-GB" sz="1100" dirty="0"/>
          </a:p>
        </p:txBody>
      </p:sp>
      <p:pic>
        <p:nvPicPr>
          <p:cNvPr id="4" name="Graphic 3">
            <a:extLst>
              <a:ext uri="{FF2B5EF4-FFF2-40B4-BE49-F238E27FC236}">
                <a16:creationId xmlns:a16="http://schemas.microsoft.com/office/drawing/2014/main" id="{E6515E0D-B06E-A65F-F983-D6D5B2823F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84089" y="3802191"/>
            <a:ext cx="584462" cy="627472"/>
          </a:xfrm>
          <a:prstGeom prst="rect">
            <a:avLst/>
          </a:prstGeom>
        </p:spPr>
      </p:pic>
      <p:pic>
        <p:nvPicPr>
          <p:cNvPr id="15" name="Graphic 14">
            <a:extLst>
              <a:ext uri="{FF2B5EF4-FFF2-40B4-BE49-F238E27FC236}">
                <a16:creationId xmlns:a16="http://schemas.microsoft.com/office/drawing/2014/main" id="{804429E3-B1A7-DAB6-759D-EB6306A6BA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6226" y="3802191"/>
            <a:ext cx="584462" cy="627472"/>
          </a:xfrm>
          <a:prstGeom prst="rect">
            <a:avLst/>
          </a:prstGeom>
        </p:spPr>
      </p:pic>
      <p:pic>
        <p:nvPicPr>
          <p:cNvPr id="17" name="Graphic 16">
            <a:extLst>
              <a:ext uri="{FF2B5EF4-FFF2-40B4-BE49-F238E27FC236}">
                <a16:creationId xmlns:a16="http://schemas.microsoft.com/office/drawing/2014/main" id="{A23D6742-D09D-AF29-F46F-A0799E483B2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88363" y="3802191"/>
            <a:ext cx="584462" cy="627472"/>
          </a:xfrm>
          <a:prstGeom prst="rect">
            <a:avLst/>
          </a:prstGeom>
        </p:spPr>
      </p:pic>
    </p:spTree>
    <p:extLst>
      <p:ext uri="{BB962C8B-B14F-4D97-AF65-F5344CB8AC3E}">
        <p14:creationId xmlns:p14="http://schemas.microsoft.com/office/powerpoint/2010/main" val="1193586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2DBEC42-2AE4-5260-9288-99C78E48E5E3}"/>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54E6CDB5-2C96-5131-2C92-F1BDDF3F4D2D}"/>
              </a:ext>
            </a:extLst>
          </p:cNvPr>
          <p:cNvSpPr>
            <a:spLocks noGrp="1"/>
          </p:cNvSpPr>
          <p:nvPr>
            <p:ph type="title"/>
          </p:nvPr>
        </p:nvSpPr>
        <p:spPr/>
        <p:txBody>
          <a:bodyPr/>
          <a:lstStyle/>
          <a:p>
            <a:r>
              <a:rPr lang="en-GB" dirty="0"/>
              <a:t>Process</a:t>
            </a:r>
          </a:p>
        </p:txBody>
      </p:sp>
      <p:sp>
        <p:nvSpPr>
          <p:cNvPr id="5" name="Rectangle 4">
            <a:extLst>
              <a:ext uri="{FF2B5EF4-FFF2-40B4-BE49-F238E27FC236}">
                <a16:creationId xmlns:a16="http://schemas.microsoft.com/office/drawing/2014/main" id="{88F3AB3D-C95C-B986-FD5D-77778E65AF17}"/>
              </a:ext>
            </a:extLst>
          </p:cNvPr>
          <p:cNvSpPr/>
          <p:nvPr/>
        </p:nvSpPr>
        <p:spPr>
          <a:xfrm>
            <a:off x="0" y="1800224"/>
            <a:ext cx="13463588" cy="5221039"/>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l">
              <a:spcAft>
                <a:spcPts val="600"/>
              </a:spcAft>
            </a:pPr>
            <a:endParaRPr lang="en-GB" sz="1100" err="1">
              <a:solidFill>
                <a:schemeClr val="tx1"/>
              </a:solidFill>
              <a:latin typeface="Helvetica Now Text" panose="020B0504030202020204" pitchFamily="34" charset="0"/>
            </a:endParaRPr>
          </a:p>
        </p:txBody>
      </p:sp>
      <p:sp>
        <p:nvSpPr>
          <p:cNvPr id="11" name="Content Placeholder 16">
            <a:extLst>
              <a:ext uri="{FF2B5EF4-FFF2-40B4-BE49-F238E27FC236}">
                <a16:creationId xmlns:a16="http://schemas.microsoft.com/office/drawing/2014/main" id="{BFF2EA91-141D-1F16-536C-C225E7DE886D}"/>
              </a:ext>
            </a:extLst>
          </p:cNvPr>
          <p:cNvSpPr txBox="1">
            <a:spLocks/>
          </p:cNvSpPr>
          <p:nvPr/>
        </p:nvSpPr>
        <p:spPr>
          <a:xfrm>
            <a:off x="544942" y="2032625"/>
            <a:ext cx="12378895" cy="319236"/>
          </a:xfrm>
          <a:prstGeom prst="rect">
            <a:avLst/>
          </a:prstGeom>
          <a:noFill/>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US" sz="1600" dirty="0" err="1">
                <a:solidFill>
                  <a:srgbClr val="3B3482"/>
                </a:solidFill>
              </a:rPr>
              <a:t>Nulla</a:t>
            </a:r>
            <a:r>
              <a:rPr lang="en-US" sz="1600" dirty="0">
                <a:solidFill>
                  <a:srgbClr val="3B3482"/>
                </a:solidFill>
              </a:rPr>
              <a:t> </a:t>
            </a:r>
            <a:r>
              <a:rPr lang="en-US" sz="1600" dirty="0" err="1">
                <a:solidFill>
                  <a:srgbClr val="3B3482"/>
                </a:solidFill>
              </a:rPr>
              <a:t>tristique</a:t>
            </a:r>
            <a:r>
              <a:rPr lang="en-US" sz="1600" dirty="0">
                <a:solidFill>
                  <a:srgbClr val="3B3482"/>
                </a:solidFill>
              </a:rPr>
              <a:t> </a:t>
            </a:r>
            <a:r>
              <a:rPr lang="en-US" sz="1600" dirty="0" err="1">
                <a:solidFill>
                  <a:srgbClr val="3B3482"/>
                </a:solidFill>
              </a:rPr>
              <a:t>elit</a:t>
            </a:r>
            <a:r>
              <a:rPr lang="en-US" sz="1600" dirty="0">
                <a:solidFill>
                  <a:srgbClr val="3B3482"/>
                </a:solidFill>
              </a:rPr>
              <a:t> a </a:t>
            </a:r>
            <a:r>
              <a:rPr lang="en-US" sz="1600" dirty="0" err="1">
                <a:solidFill>
                  <a:srgbClr val="3B3482"/>
                </a:solidFill>
              </a:rPr>
              <a:t>purus</a:t>
            </a:r>
            <a:r>
              <a:rPr lang="en-US" sz="1600" dirty="0">
                <a:solidFill>
                  <a:srgbClr val="3B3482"/>
                </a:solidFill>
              </a:rPr>
              <a:t> </a:t>
            </a:r>
            <a:r>
              <a:rPr lang="en-US" sz="1600" dirty="0" err="1">
                <a:solidFill>
                  <a:srgbClr val="3B3482"/>
                </a:solidFill>
              </a:rPr>
              <a:t>luctus</a:t>
            </a:r>
            <a:r>
              <a:rPr lang="en-US" sz="1600" dirty="0">
                <a:solidFill>
                  <a:srgbClr val="3B3482"/>
                </a:solidFill>
              </a:rPr>
              <a:t> lacinia. Cras dolor ex, pharetra </a:t>
            </a:r>
            <a:r>
              <a:rPr lang="en-US" sz="1600" dirty="0" err="1">
                <a:solidFill>
                  <a:srgbClr val="3B3482"/>
                </a:solidFill>
              </a:rPr>
              <a:t>nec</a:t>
            </a:r>
            <a:r>
              <a:rPr lang="en-US" sz="1600" dirty="0">
                <a:solidFill>
                  <a:srgbClr val="3B3482"/>
                </a:solidFill>
              </a:rPr>
              <a:t> pharetra, Lorem ipsum dolor sit </a:t>
            </a:r>
            <a:r>
              <a:rPr lang="en-US" sz="1600" dirty="0" err="1">
                <a:solidFill>
                  <a:srgbClr val="3B3482"/>
                </a:solidFill>
              </a:rPr>
              <a:t>amet</a:t>
            </a:r>
            <a:endParaRPr lang="en-US" sz="1600" dirty="0">
              <a:solidFill>
                <a:srgbClr val="3B3482"/>
              </a:solidFill>
            </a:endParaRPr>
          </a:p>
        </p:txBody>
      </p:sp>
      <p:sp>
        <p:nvSpPr>
          <p:cNvPr id="18" name="Content Placeholder 5">
            <a:extLst>
              <a:ext uri="{FF2B5EF4-FFF2-40B4-BE49-F238E27FC236}">
                <a16:creationId xmlns:a16="http://schemas.microsoft.com/office/drawing/2014/main" id="{ECE589FD-A3FA-37FB-42A6-545EF3EB61AF}"/>
              </a:ext>
            </a:extLst>
          </p:cNvPr>
          <p:cNvSpPr txBox="1">
            <a:spLocks/>
          </p:cNvSpPr>
          <p:nvPr/>
        </p:nvSpPr>
        <p:spPr>
          <a:xfrm>
            <a:off x="544943" y="4898586"/>
            <a:ext cx="12378894" cy="1915121"/>
          </a:xfrm>
          <a:prstGeom prst="rect">
            <a:avLst/>
          </a:prstGeom>
          <a:solidFill>
            <a:schemeClr val="bg1"/>
          </a:solidFill>
        </p:spPr>
        <p:txBody>
          <a:bodyPr lIns="72000" tIns="72000" rIns="72000" bIns="72000">
            <a:sp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6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4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4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4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solidFill>
                  <a:schemeClr val="accent3"/>
                </a:solidFill>
              </a:rPr>
              <a:t>Ut </a:t>
            </a:r>
            <a:r>
              <a:rPr lang="en-GB" dirty="0" err="1">
                <a:solidFill>
                  <a:schemeClr val="accent3"/>
                </a:solidFill>
              </a:rPr>
              <a:t>quis</a:t>
            </a:r>
            <a:r>
              <a:rPr lang="en-GB" dirty="0">
                <a:solidFill>
                  <a:schemeClr val="accent3"/>
                </a:solidFill>
              </a:rPr>
              <a:t> </a:t>
            </a:r>
            <a:r>
              <a:rPr lang="en-GB" dirty="0" err="1">
                <a:solidFill>
                  <a:schemeClr val="accent3"/>
                </a:solidFill>
              </a:rPr>
              <a:t>erat</a:t>
            </a:r>
            <a:r>
              <a:rPr lang="en-GB" dirty="0">
                <a:solidFill>
                  <a:schemeClr val="accent3"/>
                </a:solidFill>
              </a:rPr>
              <a:t> sit </a:t>
            </a:r>
            <a:r>
              <a:rPr lang="en-GB" dirty="0" err="1">
                <a:solidFill>
                  <a:schemeClr val="accent3"/>
                </a:solidFill>
              </a:rPr>
              <a:t>amet</a:t>
            </a:r>
            <a:r>
              <a:rPr lang="en-GB" dirty="0">
                <a:solidFill>
                  <a:schemeClr val="accent3"/>
                </a:solidFill>
              </a:rPr>
              <a:t> </a:t>
            </a:r>
            <a:r>
              <a:rPr lang="en-GB" dirty="0" err="1">
                <a:solidFill>
                  <a:schemeClr val="accent3"/>
                </a:solidFill>
              </a:rPr>
              <a:t>enim</a:t>
            </a:r>
            <a:r>
              <a:rPr lang="en-GB" dirty="0">
                <a:solidFill>
                  <a:schemeClr val="accent3"/>
                </a:solidFill>
              </a:rPr>
              <a:t> </a:t>
            </a:r>
            <a:r>
              <a:rPr lang="en-GB" dirty="0" err="1">
                <a:solidFill>
                  <a:schemeClr val="accent3"/>
                </a:solidFill>
              </a:rPr>
              <a:t>aliquet</a:t>
            </a:r>
            <a:r>
              <a:rPr lang="en-GB" dirty="0">
                <a:solidFill>
                  <a:schemeClr val="accent3"/>
                </a:solidFill>
              </a:rPr>
              <a:t> semper at </a:t>
            </a:r>
            <a:r>
              <a:rPr lang="en-GB" dirty="0" err="1">
                <a:solidFill>
                  <a:schemeClr val="accent3"/>
                </a:solidFill>
              </a:rPr>
              <a:t>nec</a:t>
            </a:r>
            <a:r>
              <a:rPr lang="en-GB" dirty="0">
                <a:solidFill>
                  <a:schemeClr val="accent3"/>
                </a:solidFill>
              </a:rPr>
              <a:t> </a:t>
            </a:r>
            <a:r>
              <a:rPr lang="en-GB" dirty="0" err="1">
                <a:solidFill>
                  <a:schemeClr val="accent3"/>
                </a:solidFill>
              </a:rPr>
              <a:t>nisl</a:t>
            </a:r>
            <a:r>
              <a:rPr lang="en-GB" dirty="0">
                <a:solidFill>
                  <a:schemeClr val="accent3"/>
                </a:solidFill>
              </a:rPr>
              <a:t>. </a:t>
            </a:r>
          </a:p>
          <a:p>
            <a:pPr lvl="1"/>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id, </a:t>
            </a:r>
            <a:r>
              <a:rPr lang="en-GB" dirty="0" err="1"/>
              <a:t>molestie</a:t>
            </a:r>
            <a:r>
              <a:rPr lang="en-GB" dirty="0"/>
              <a:t> in</a:t>
            </a:r>
          </a:p>
          <a:p>
            <a:pPr lvl="2"/>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a:t>
            </a:r>
            <a:r>
              <a:rPr lang="en-GB" dirty="0" err="1"/>
              <a:t>magnaNulla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p>
          <a:p>
            <a:pPr lvl="3"/>
            <a:r>
              <a:rPr lang="en-GB" dirty="0"/>
              <a:t>Sed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t>
            </a:r>
          </a:p>
        </p:txBody>
      </p:sp>
      <p:grpSp>
        <p:nvGrpSpPr>
          <p:cNvPr id="27" name="Group 26">
            <a:extLst>
              <a:ext uri="{FF2B5EF4-FFF2-40B4-BE49-F238E27FC236}">
                <a16:creationId xmlns:a16="http://schemas.microsoft.com/office/drawing/2014/main" id="{D65584B1-1D66-CD74-9564-23D2A965A0C3}"/>
              </a:ext>
            </a:extLst>
          </p:cNvPr>
          <p:cNvGrpSpPr/>
          <p:nvPr/>
        </p:nvGrpSpPr>
        <p:grpSpPr>
          <a:xfrm>
            <a:off x="948101" y="2438945"/>
            <a:ext cx="11567387" cy="2149255"/>
            <a:chOff x="538163" y="2438945"/>
            <a:chExt cx="11567387" cy="2149255"/>
          </a:xfrm>
        </p:grpSpPr>
        <p:grpSp>
          <p:nvGrpSpPr>
            <p:cNvPr id="26" name="Group 25">
              <a:extLst>
                <a:ext uri="{FF2B5EF4-FFF2-40B4-BE49-F238E27FC236}">
                  <a16:creationId xmlns:a16="http://schemas.microsoft.com/office/drawing/2014/main" id="{C2FD6432-6755-1FE4-53D9-42E499E28348}"/>
                </a:ext>
              </a:extLst>
            </p:cNvPr>
            <p:cNvGrpSpPr/>
            <p:nvPr/>
          </p:nvGrpSpPr>
          <p:grpSpPr>
            <a:xfrm>
              <a:off x="538163" y="2438945"/>
              <a:ext cx="2155355" cy="2149255"/>
              <a:chOff x="538163" y="2438945"/>
              <a:chExt cx="2155355" cy="2149255"/>
            </a:xfrm>
          </p:grpSpPr>
          <p:sp>
            <p:nvSpPr>
              <p:cNvPr id="10" name="TextBox 17">
                <a:extLst>
                  <a:ext uri="{FF2B5EF4-FFF2-40B4-BE49-F238E27FC236}">
                    <a16:creationId xmlns:a16="http://schemas.microsoft.com/office/drawing/2014/main" id="{44376525-0B74-A6EA-7509-0F79F4C38B60}"/>
                  </a:ext>
                </a:extLst>
              </p:cNvPr>
              <p:cNvSpPr txBox="1"/>
              <p:nvPr/>
            </p:nvSpPr>
            <p:spPr>
              <a:xfrm>
                <a:off x="538163" y="2438945"/>
                <a:ext cx="2155355" cy="2149255"/>
              </a:xfrm>
              <a:prstGeom prst="ellipse">
                <a:avLst/>
              </a:prstGeom>
              <a:solidFill>
                <a:srgbClr val="B2AECE">
                  <a:alpha val="75000"/>
                </a:srgbClr>
              </a:solidFill>
            </p:spPr>
            <p:txBody>
              <a:bodyPr wrap="square" lIns="144000" tIns="144000" rIns="144000" bIns="144000" rtlCol="0" anchor="b">
                <a:noAutofit/>
              </a:bodyPr>
              <a:ls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pPr algn="ctr">
                  <a:defRPr/>
                </a:pPr>
                <a:r>
                  <a:rPr lang="en-US" sz="1200" b="1" dirty="0">
                    <a:latin typeface="+mj-lt"/>
                    <a:ea typeface="ＭＳ Ｐゴシック"/>
                  </a:rPr>
                  <a:t>Lorem ipsum dolor sit </a:t>
                </a:r>
                <a:r>
                  <a:rPr lang="en-US" sz="1200" b="1" dirty="0" err="1">
                    <a:latin typeface="+mj-lt"/>
                    <a:ea typeface="ＭＳ Ｐゴシック"/>
                  </a:rPr>
                  <a:t>amet</a:t>
                </a:r>
                <a:r>
                  <a:rPr lang="en-US" sz="1200" b="1" dirty="0">
                    <a:latin typeface="+mj-lt"/>
                    <a:ea typeface="ＭＳ Ｐゴシック"/>
                  </a:rPr>
                  <a:t>, </a:t>
                </a:r>
                <a:r>
                  <a:rPr lang="en-US" sz="1200" b="1" dirty="0" err="1">
                    <a:latin typeface="+mj-lt"/>
                    <a:ea typeface="ＭＳ Ｐゴシック"/>
                  </a:rPr>
                  <a:t>consectetur</a:t>
                </a:r>
                <a:endParaRPr lang="en-US" sz="1200" b="1" dirty="0">
                  <a:latin typeface="+mj-lt"/>
                  <a:ea typeface="ＭＳ Ｐゴシック"/>
                </a:endParaRPr>
              </a:p>
            </p:txBody>
          </p:sp>
          <p:pic>
            <p:nvPicPr>
              <p:cNvPr id="13" name="Graphic 12">
                <a:extLst>
                  <a:ext uri="{FF2B5EF4-FFF2-40B4-BE49-F238E27FC236}">
                    <a16:creationId xmlns:a16="http://schemas.microsoft.com/office/drawing/2014/main" id="{78E0CC57-A5C2-0A98-B3E2-31D0004F02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2080" y="2799814"/>
                <a:ext cx="527520" cy="556034"/>
              </a:xfrm>
              <a:prstGeom prst="rect">
                <a:avLst/>
              </a:prstGeom>
            </p:spPr>
          </p:pic>
        </p:grpSp>
        <p:grpSp>
          <p:nvGrpSpPr>
            <p:cNvPr id="25" name="Group 24">
              <a:extLst>
                <a:ext uri="{FF2B5EF4-FFF2-40B4-BE49-F238E27FC236}">
                  <a16:creationId xmlns:a16="http://schemas.microsoft.com/office/drawing/2014/main" id="{B5EA2EAF-FA01-FF82-9443-0280D44600EC}"/>
                </a:ext>
              </a:extLst>
            </p:cNvPr>
            <p:cNvGrpSpPr/>
            <p:nvPr/>
          </p:nvGrpSpPr>
          <p:grpSpPr>
            <a:xfrm>
              <a:off x="2420569" y="2438945"/>
              <a:ext cx="2155355" cy="2149255"/>
              <a:chOff x="2411698" y="2438945"/>
              <a:chExt cx="2155355" cy="2149255"/>
            </a:xfrm>
          </p:grpSpPr>
          <p:sp>
            <p:nvSpPr>
              <p:cNvPr id="8" name="TextBox 80">
                <a:extLst>
                  <a:ext uri="{FF2B5EF4-FFF2-40B4-BE49-F238E27FC236}">
                    <a16:creationId xmlns:a16="http://schemas.microsoft.com/office/drawing/2014/main" id="{C75CD572-BE6C-7EB5-6692-37144752CE51}"/>
                  </a:ext>
                </a:extLst>
              </p:cNvPr>
              <p:cNvSpPr txBox="1"/>
              <p:nvPr/>
            </p:nvSpPr>
            <p:spPr>
              <a:xfrm>
                <a:off x="2411698" y="2438945"/>
                <a:ext cx="2155355" cy="2149255"/>
              </a:xfrm>
              <a:prstGeom prst="ellipse">
                <a:avLst/>
              </a:prstGeom>
              <a:solidFill>
                <a:srgbClr val="B2AECE">
                  <a:alpha val="75000"/>
                </a:srgbClr>
              </a:solidFill>
            </p:spPr>
            <p:txBody>
              <a:bodyPr wrap="square" lIns="144000" tIns="144000" rIns="144000" bIns="144000" rtlCol="0" anchor="b">
                <a:noAutofit/>
              </a:bodyPr>
              <a:ls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pPr algn="ctr">
                  <a:defRPr/>
                </a:pPr>
                <a:r>
                  <a:rPr lang="en-US" sz="1200" b="1">
                    <a:latin typeface="+mj-lt"/>
                    <a:ea typeface="ＭＳ Ｐゴシック"/>
                  </a:rPr>
                  <a:t>Lorem ipsum dolor sit </a:t>
                </a:r>
                <a:r>
                  <a:rPr lang="en-US" sz="1200" b="1" err="1">
                    <a:latin typeface="+mj-lt"/>
                    <a:ea typeface="ＭＳ Ｐゴシック"/>
                  </a:rPr>
                  <a:t>amet</a:t>
                </a:r>
                <a:r>
                  <a:rPr lang="en-US" sz="1200" b="1">
                    <a:latin typeface="+mj-lt"/>
                    <a:ea typeface="ＭＳ Ｐゴシック"/>
                  </a:rPr>
                  <a:t>, </a:t>
                </a:r>
                <a:r>
                  <a:rPr lang="en-US" sz="1200" b="1" err="1">
                    <a:latin typeface="+mj-lt"/>
                    <a:ea typeface="ＭＳ Ｐゴシック"/>
                  </a:rPr>
                  <a:t>consectetur</a:t>
                </a:r>
                <a:endParaRPr lang="en-US" sz="1200" b="1">
                  <a:latin typeface="+mj-lt"/>
                  <a:ea typeface="ＭＳ Ｐゴシック"/>
                </a:endParaRPr>
              </a:p>
            </p:txBody>
          </p:sp>
          <p:pic>
            <p:nvPicPr>
              <p:cNvPr id="14" name="Graphic 13">
                <a:extLst>
                  <a:ext uri="{FF2B5EF4-FFF2-40B4-BE49-F238E27FC236}">
                    <a16:creationId xmlns:a16="http://schemas.microsoft.com/office/drawing/2014/main" id="{08430408-D758-C026-BE92-167169BDDF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24872" y="2799814"/>
                <a:ext cx="527520" cy="556034"/>
              </a:xfrm>
              <a:prstGeom prst="rect">
                <a:avLst/>
              </a:prstGeom>
            </p:spPr>
          </p:pic>
        </p:grpSp>
        <p:grpSp>
          <p:nvGrpSpPr>
            <p:cNvPr id="24" name="Group 23">
              <a:extLst>
                <a:ext uri="{FF2B5EF4-FFF2-40B4-BE49-F238E27FC236}">
                  <a16:creationId xmlns:a16="http://schemas.microsoft.com/office/drawing/2014/main" id="{C26C20AE-9923-AF24-9957-72CCBD754B72}"/>
                </a:ext>
              </a:extLst>
            </p:cNvPr>
            <p:cNvGrpSpPr/>
            <p:nvPr/>
          </p:nvGrpSpPr>
          <p:grpSpPr>
            <a:xfrm>
              <a:off x="4302975" y="2438945"/>
              <a:ext cx="2155355" cy="2149255"/>
              <a:chOff x="4285233" y="2438945"/>
              <a:chExt cx="2155355" cy="2149255"/>
            </a:xfrm>
          </p:grpSpPr>
          <p:sp>
            <p:nvSpPr>
              <p:cNvPr id="7" name="TextBox 19">
                <a:extLst>
                  <a:ext uri="{FF2B5EF4-FFF2-40B4-BE49-F238E27FC236}">
                    <a16:creationId xmlns:a16="http://schemas.microsoft.com/office/drawing/2014/main" id="{9F87C713-F1E8-CA89-F2E6-B536807F2359}"/>
                  </a:ext>
                </a:extLst>
              </p:cNvPr>
              <p:cNvSpPr txBox="1"/>
              <p:nvPr/>
            </p:nvSpPr>
            <p:spPr>
              <a:xfrm>
                <a:off x="4285233" y="2438945"/>
                <a:ext cx="2155355" cy="2149255"/>
              </a:xfrm>
              <a:prstGeom prst="ellipse">
                <a:avLst/>
              </a:prstGeom>
              <a:solidFill>
                <a:srgbClr val="B2AECE">
                  <a:alpha val="75000"/>
                </a:srgbClr>
              </a:solidFill>
            </p:spPr>
            <p:txBody>
              <a:bodyPr wrap="square" lIns="144000" tIns="144000" rIns="144000" bIns="144000" rtlCol="0" anchor="b">
                <a:noAutofit/>
              </a:bodyPr>
              <a:ls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pPr algn="ctr">
                  <a:defRPr/>
                </a:pPr>
                <a:r>
                  <a:rPr lang="en-US" sz="1200" b="1">
                    <a:latin typeface="+mj-lt"/>
                    <a:ea typeface="ＭＳ Ｐゴシック"/>
                  </a:rPr>
                  <a:t>Lorem ipsum dolor sit </a:t>
                </a:r>
                <a:r>
                  <a:rPr lang="en-US" sz="1200" b="1" err="1">
                    <a:latin typeface="+mj-lt"/>
                    <a:ea typeface="ＭＳ Ｐゴシック"/>
                  </a:rPr>
                  <a:t>amet</a:t>
                </a:r>
                <a:r>
                  <a:rPr lang="en-US" sz="1200" b="1">
                    <a:latin typeface="+mj-lt"/>
                    <a:ea typeface="ＭＳ Ｐゴシック"/>
                  </a:rPr>
                  <a:t>, </a:t>
                </a:r>
                <a:r>
                  <a:rPr lang="en-US" sz="1200" b="1" err="1">
                    <a:latin typeface="+mj-lt"/>
                    <a:ea typeface="ＭＳ Ｐゴシック"/>
                  </a:rPr>
                  <a:t>consectetur</a:t>
                </a:r>
                <a:endParaRPr lang="en-US" sz="1200" b="1">
                  <a:latin typeface="+mj-lt"/>
                  <a:ea typeface="ＭＳ Ｐゴシック"/>
                </a:endParaRPr>
              </a:p>
            </p:txBody>
          </p:sp>
          <p:pic>
            <p:nvPicPr>
              <p:cNvPr id="15" name="Graphic 14">
                <a:extLst>
                  <a:ext uri="{FF2B5EF4-FFF2-40B4-BE49-F238E27FC236}">
                    <a16:creationId xmlns:a16="http://schemas.microsoft.com/office/drawing/2014/main" id="{39BAC9EC-CBB0-EAAA-9F0E-BCBA2C6C3A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78880" y="2799814"/>
                <a:ext cx="527520" cy="556034"/>
              </a:xfrm>
              <a:prstGeom prst="rect">
                <a:avLst/>
              </a:prstGeom>
            </p:spPr>
          </p:pic>
        </p:grpSp>
        <p:grpSp>
          <p:nvGrpSpPr>
            <p:cNvPr id="23" name="Group 22">
              <a:extLst>
                <a:ext uri="{FF2B5EF4-FFF2-40B4-BE49-F238E27FC236}">
                  <a16:creationId xmlns:a16="http://schemas.microsoft.com/office/drawing/2014/main" id="{E242667A-A7E5-A832-1285-D22D0D68C187}"/>
                </a:ext>
              </a:extLst>
            </p:cNvPr>
            <p:cNvGrpSpPr/>
            <p:nvPr/>
          </p:nvGrpSpPr>
          <p:grpSpPr>
            <a:xfrm>
              <a:off x="6185381" y="2438945"/>
              <a:ext cx="2155355" cy="2149255"/>
              <a:chOff x="6158768" y="2438945"/>
              <a:chExt cx="2155355" cy="2149255"/>
            </a:xfrm>
          </p:grpSpPr>
          <p:sp>
            <p:nvSpPr>
              <p:cNvPr id="9" name="TextBox 19">
                <a:extLst>
                  <a:ext uri="{FF2B5EF4-FFF2-40B4-BE49-F238E27FC236}">
                    <a16:creationId xmlns:a16="http://schemas.microsoft.com/office/drawing/2014/main" id="{D5B8DDF8-5804-DFE1-C7AA-8F8B44262BB9}"/>
                  </a:ext>
                </a:extLst>
              </p:cNvPr>
              <p:cNvSpPr txBox="1"/>
              <p:nvPr/>
            </p:nvSpPr>
            <p:spPr>
              <a:xfrm>
                <a:off x="6158768" y="2438945"/>
                <a:ext cx="2155355" cy="2149255"/>
              </a:xfrm>
              <a:prstGeom prst="ellipse">
                <a:avLst/>
              </a:prstGeom>
              <a:solidFill>
                <a:srgbClr val="B2AECE">
                  <a:alpha val="75000"/>
                </a:srgbClr>
              </a:solidFill>
            </p:spPr>
            <p:txBody>
              <a:bodyPr wrap="square" lIns="144000" tIns="144000" rIns="144000" bIns="144000" rtlCol="0" anchor="b">
                <a:noAutofit/>
              </a:bodyPr>
              <a:ls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pPr algn="ctr">
                  <a:defRPr/>
                </a:pPr>
                <a:r>
                  <a:rPr lang="en-US" sz="1200" b="1">
                    <a:latin typeface="+mj-lt"/>
                    <a:ea typeface="ＭＳ Ｐゴシック"/>
                  </a:rPr>
                  <a:t>Lorem ipsum dolor sit </a:t>
                </a:r>
                <a:r>
                  <a:rPr lang="en-US" sz="1200" b="1" err="1">
                    <a:latin typeface="+mj-lt"/>
                    <a:ea typeface="ＭＳ Ｐゴシック"/>
                  </a:rPr>
                  <a:t>amet</a:t>
                </a:r>
                <a:r>
                  <a:rPr lang="en-US" sz="1200" b="1">
                    <a:latin typeface="+mj-lt"/>
                    <a:ea typeface="ＭＳ Ｐゴシック"/>
                  </a:rPr>
                  <a:t>, </a:t>
                </a:r>
                <a:r>
                  <a:rPr lang="en-US" sz="1200" b="1" err="1">
                    <a:latin typeface="+mj-lt"/>
                    <a:ea typeface="ＭＳ Ｐゴシック"/>
                  </a:rPr>
                  <a:t>consectetur</a:t>
                </a:r>
                <a:endParaRPr lang="en-US" sz="1200" b="1">
                  <a:latin typeface="+mj-lt"/>
                  <a:ea typeface="ＭＳ Ｐゴシック"/>
                </a:endParaRPr>
              </a:p>
            </p:txBody>
          </p:sp>
          <p:pic>
            <p:nvPicPr>
              <p:cNvPr id="16" name="Graphic 15">
                <a:extLst>
                  <a:ext uri="{FF2B5EF4-FFF2-40B4-BE49-F238E27FC236}">
                    <a16:creationId xmlns:a16="http://schemas.microsoft.com/office/drawing/2014/main" id="{74C26DDB-463B-FAD1-1BDB-EA1ECEE3C9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72685" y="2799814"/>
                <a:ext cx="527520" cy="556034"/>
              </a:xfrm>
              <a:prstGeom prst="rect">
                <a:avLst/>
              </a:prstGeom>
            </p:spPr>
          </p:pic>
        </p:grpSp>
        <p:grpSp>
          <p:nvGrpSpPr>
            <p:cNvPr id="22" name="Group 21">
              <a:extLst>
                <a:ext uri="{FF2B5EF4-FFF2-40B4-BE49-F238E27FC236}">
                  <a16:creationId xmlns:a16="http://schemas.microsoft.com/office/drawing/2014/main" id="{ECCE4E75-2A39-ACB8-9033-691CD073D283}"/>
                </a:ext>
              </a:extLst>
            </p:cNvPr>
            <p:cNvGrpSpPr/>
            <p:nvPr/>
          </p:nvGrpSpPr>
          <p:grpSpPr>
            <a:xfrm>
              <a:off x="8067787" y="2438945"/>
              <a:ext cx="2155355" cy="2149255"/>
              <a:chOff x="8032305" y="2438945"/>
              <a:chExt cx="2155355" cy="2149255"/>
            </a:xfrm>
          </p:grpSpPr>
          <p:sp>
            <p:nvSpPr>
              <p:cNvPr id="6" name="TextBox 84">
                <a:extLst>
                  <a:ext uri="{FF2B5EF4-FFF2-40B4-BE49-F238E27FC236}">
                    <a16:creationId xmlns:a16="http://schemas.microsoft.com/office/drawing/2014/main" id="{AF4BD4AF-8860-0B46-BBA6-933049F1D015}"/>
                  </a:ext>
                </a:extLst>
              </p:cNvPr>
              <p:cNvSpPr txBox="1"/>
              <p:nvPr/>
            </p:nvSpPr>
            <p:spPr>
              <a:xfrm>
                <a:off x="8032305" y="2438945"/>
                <a:ext cx="2155355" cy="2149255"/>
              </a:xfrm>
              <a:prstGeom prst="ellipse">
                <a:avLst/>
              </a:prstGeom>
              <a:solidFill>
                <a:srgbClr val="B2AECE">
                  <a:alpha val="75000"/>
                </a:srgbClr>
              </a:solidFill>
            </p:spPr>
            <p:txBody>
              <a:bodyPr wrap="square" lIns="144000" tIns="144000" rIns="144000" bIns="144000" rtlCol="0" anchor="b">
                <a:noAutofit/>
              </a:bodyPr>
              <a:ls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pPr algn="ctr">
                  <a:defRPr/>
                </a:pPr>
                <a:r>
                  <a:rPr lang="en-US" sz="1200" b="1" dirty="0">
                    <a:latin typeface="+mj-lt"/>
                    <a:ea typeface="ＭＳ Ｐゴシック"/>
                  </a:rPr>
                  <a:t>Lorem ipsum dolor sit </a:t>
                </a:r>
                <a:r>
                  <a:rPr lang="en-US" sz="1200" b="1" dirty="0" err="1">
                    <a:latin typeface="+mj-lt"/>
                    <a:ea typeface="ＭＳ Ｐゴシック"/>
                  </a:rPr>
                  <a:t>amet</a:t>
                </a:r>
                <a:r>
                  <a:rPr lang="en-US" sz="1200" b="1" dirty="0">
                    <a:latin typeface="+mj-lt"/>
                    <a:ea typeface="ＭＳ Ｐゴシック"/>
                  </a:rPr>
                  <a:t>, </a:t>
                </a:r>
                <a:r>
                  <a:rPr lang="en-US" sz="1200" b="1" dirty="0" err="1">
                    <a:latin typeface="+mj-lt"/>
                    <a:ea typeface="ＭＳ Ｐゴシック"/>
                  </a:rPr>
                  <a:t>consectetur</a:t>
                </a:r>
                <a:endParaRPr lang="en-US" sz="1200" b="1" dirty="0">
                  <a:latin typeface="+mj-lt"/>
                  <a:ea typeface="ＭＳ Ｐゴシック"/>
                </a:endParaRPr>
              </a:p>
            </p:txBody>
          </p:sp>
          <p:pic>
            <p:nvPicPr>
              <p:cNvPr id="17" name="Graphic 16">
                <a:extLst>
                  <a:ext uri="{FF2B5EF4-FFF2-40B4-BE49-F238E27FC236}">
                    <a16:creationId xmlns:a16="http://schemas.microsoft.com/office/drawing/2014/main" id="{AE6D7B68-A5C8-BD13-4E0F-2208431261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46222" y="2799814"/>
                <a:ext cx="527520" cy="556034"/>
              </a:xfrm>
              <a:prstGeom prst="rect">
                <a:avLst/>
              </a:prstGeom>
            </p:spPr>
          </p:pic>
        </p:grpSp>
        <p:grpSp>
          <p:nvGrpSpPr>
            <p:cNvPr id="21" name="Group 20">
              <a:extLst>
                <a:ext uri="{FF2B5EF4-FFF2-40B4-BE49-F238E27FC236}">
                  <a16:creationId xmlns:a16="http://schemas.microsoft.com/office/drawing/2014/main" id="{043EB41C-D87C-A501-40D3-DF546B85B476}"/>
                </a:ext>
              </a:extLst>
            </p:cNvPr>
            <p:cNvGrpSpPr/>
            <p:nvPr/>
          </p:nvGrpSpPr>
          <p:grpSpPr>
            <a:xfrm>
              <a:off x="9950195" y="2438945"/>
              <a:ext cx="2155355" cy="2149255"/>
              <a:chOff x="9950195" y="2438945"/>
              <a:chExt cx="2155355" cy="2149255"/>
            </a:xfrm>
          </p:grpSpPr>
          <p:sp>
            <p:nvSpPr>
              <p:cNvPr id="19" name="TextBox 84">
                <a:extLst>
                  <a:ext uri="{FF2B5EF4-FFF2-40B4-BE49-F238E27FC236}">
                    <a16:creationId xmlns:a16="http://schemas.microsoft.com/office/drawing/2014/main" id="{45D6F650-B462-FC92-AFEF-3AB60F5C1D52}"/>
                  </a:ext>
                </a:extLst>
              </p:cNvPr>
              <p:cNvSpPr txBox="1"/>
              <p:nvPr/>
            </p:nvSpPr>
            <p:spPr>
              <a:xfrm>
                <a:off x="9950195" y="2438945"/>
                <a:ext cx="2155355" cy="2149255"/>
              </a:xfrm>
              <a:prstGeom prst="ellipse">
                <a:avLst/>
              </a:prstGeom>
              <a:solidFill>
                <a:srgbClr val="B2AECE">
                  <a:alpha val="75000"/>
                </a:srgbClr>
              </a:solidFill>
            </p:spPr>
            <p:txBody>
              <a:bodyPr wrap="square" lIns="144000" tIns="144000" rIns="144000" bIns="144000" rtlCol="0" anchor="b">
                <a:noAutofit/>
              </a:bodyPr>
              <a:ls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pPr algn="ctr">
                  <a:defRPr/>
                </a:pPr>
                <a:r>
                  <a:rPr lang="en-US" sz="1200" b="1" dirty="0">
                    <a:latin typeface="+mj-lt"/>
                    <a:ea typeface="ＭＳ Ｐゴシック"/>
                  </a:rPr>
                  <a:t>Lorem ipsum dolor sit </a:t>
                </a:r>
                <a:r>
                  <a:rPr lang="en-US" sz="1200" b="1" dirty="0" err="1">
                    <a:latin typeface="+mj-lt"/>
                    <a:ea typeface="ＭＳ Ｐゴシック"/>
                  </a:rPr>
                  <a:t>amet</a:t>
                </a:r>
                <a:r>
                  <a:rPr lang="en-US" sz="1200" b="1" dirty="0">
                    <a:latin typeface="+mj-lt"/>
                    <a:ea typeface="ＭＳ Ｐゴシック"/>
                  </a:rPr>
                  <a:t>, </a:t>
                </a:r>
                <a:r>
                  <a:rPr lang="en-US" sz="1200" b="1" dirty="0" err="1">
                    <a:latin typeface="+mj-lt"/>
                    <a:ea typeface="ＭＳ Ｐゴシック"/>
                  </a:rPr>
                  <a:t>consectetur</a:t>
                </a:r>
                <a:endParaRPr lang="en-US" sz="1200" b="1" dirty="0">
                  <a:latin typeface="+mj-lt"/>
                  <a:ea typeface="ＭＳ Ｐゴシック"/>
                </a:endParaRPr>
              </a:p>
            </p:txBody>
          </p:sp>
          <p:pic>
            <p:nvPicPr>
              <p:cNvPr id="20" name="Graphic 19">
                <a:extLst>
                  <a:ext uri="{FF2B5EF4-FFF2-40B4-BE49-F238E27FC236}">
                    <a16:creationId xmlns:a16="http://schemas.microsoft.com/office/drawing/2014/main" id="{7DDFE3E7-FCAE-6DBA-C488-87F8F8581E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64112" y="2799814"/>
                <a:ext cx="527520" cy="556034"/>
              </a:xfrm>
              <a:prstGeom prst="rect">
                <a:avLst/>
              </a:prstGeom>
            </p:spPr>
          </p:pic>
        </p:grpSp>
      </p:grpSp>
    </p:spTree>
    <p:extLst>
      <p:ext uri="{BB962C8B-B14F-4D97-AF65-F5344CB8AC3E}">
        <p14:creationId xmlns:p14="http://schemas.microsoft.com/office/powerpoint/2010/main" val="2578798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323778EB-D2DB-5F86-3224-CF7871FE1D68}"/>
              </a:ext>
            </a:extLst>
          </p:cNvPr>
          <p:cNvSpPr>
            <a:spLocks noGrp="1"/>
          </p:cNvSpPr>
          <p:nvPr>
            <p:ph type="subTitle" idx="13"/>
          </p:nvPr>
        </p:nvSpPr>
        <p:spPr>
          <a:xfrm>
            <a:off x="539749" y="286056"/>
            <a:ext cx="12384088" cy="246221"/>
          </a:xfrm>
        </p:spPr>
        <p:txBody>
          <a:bodyPr/>
          <a:lstStyle/>
          <a:p>
            <a:r>
              <a:rPr lang="en-US"/>
              <a:t>Subheading</a:t>
            </a:r>
            <a:endParaRPr lang="en-GB"/>
          </a:p>
        </p:txBody>
      </p:sp>
      <p:sp>
        <p:nvSpPr>
          <p:cNvPr id="3" name="Title 2">
            <a:extLst>
              <a:ext uri="{FF2B5EF4-FFF2-40B4-BE49-F238E27FC236}">
                <a16:creationId xmlns:a16="http://schemas.microsoft.com/office/drawing/2014/main" id="{9B1A81D4-97C0-B8E2-DF5D-EAE875965ECC}"/>
              </a:ext>
            </a:extLst>
          </p:cNvPr>
          <p:cNvSpPr>
            <a:spLocks noGrp="1"/>
          </p:cNvSpPr>
          <p:nvPr>
            <p:ph type="title"/>
          </p:nvPr>
        </p:nvSpPr>
        <p:spPr>
          <a:xfrm>
            <a:off x="539750" y="540000"/>
            <a:ext cx="12384088" cy="543914"/>
          </a:xfrm>
        </p:spPr>
        <p:txBody>
          <a:bodyPr/>
          <a:lstStyle/>
          <a:p>
            <a:r>
              <a:rPr lang="en-US" altLang="ru-UA"/>
              <a:t>Circle diagram 3</a:t>
            </a:r>
            <a:endParaRPr lang="en-GB"/>
          </a:p>
        </p:txBody>
      </p:sp>
      <p:sp>
        <p:nvSpPr>
          <p:cNvPr id="2" name="Rectangle 1">
            <a:extLst>
              <a:ext uri="{FF2B5EF4-FFF2-40B4-BE49-F238E27FC236}">
                <a16:creationId xmlns:a16="http://schemas.microsoft.com/office/drawing/2014/main" id="{B3892B47-783D-3724-6D4F-A038A61E5D03}"/>
              </a:ext>
            </a:extLst>
          </p:cNvPr>
          <p:cNvSpPr/>
          <p:nvPr/>
        </p:nvSpPr>
        <p:spPr>
          <a:xfrm>
            <a:off x="3118984" y="1796601"/>
            <a:ext cx="10344604" cy="5224663"/>
          </a:xfrm>
          <a:prstGeom prst="rect">
            <a:avLst/>
          </a:prstGeom>
          <a:solidFill>
            <a:srgbClr val="FFF6EB"/>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6" name="Content Placeholder 5">
            <a:extLst>
              <a:ext uri="{FF2B5EF4-FFF2-40B4-BE49-F238E27FC236}">
                <a16:creationId xmlns:a16="http://schemas.microsoft.com/office/drawing/2014/main" id="{85AB6F26-4A12-148E-D9EE-AA3E3CAE1675}"/>
              </a:ext>
            </a:extLst>
          </p:cNvPr>
          <p:cNvSpPr txBox="1">
            <a:spLocks/>
          </p:cNvSpPr>
          <p:nvPr/>
        </p:nvSpPr>
        <p:spPr>
          <a:xfrm>
            <a:off x="3478096" y="3034354"/>
            <a:ext cx="3282543" cy="938719"/>
          </a:xfrm>
          <a:prstGeom prst="rect">
            <a:avLst/>
          </a:prstGeom>
        </p:spPr>
        <p:txBody>
          <a:bodyPr lIns="72000" tIns="0" rIns="0" bIns="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sz="1400" dirty="0">
                <a:solidFill>
                  <a:schemeClr val="accent4"/>
                </a:solidFill>
                <a:latin typeface="+mj-lt"/>
              </a:rPr>
              <a:t>Title goes here</a:t>
            </a:r>
          </a:p>
          <a:p>
            <a:pPr lvl="1" algn="r"/>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9" name="Content Placeholder 5">
            <a:extLst>
              <a:ext uri="{FF2B5EF4-FFF2-40B4-BE49-F238E27FC236}">
                <a16:creationId xmlns:a16="http://schemas.microsoft.com/office/drawing/2014/main" id="{7DFA3F3C-CD0D-67D8-3FE4-8D85CD8F5743}"/>
              </a:ext>
            </a:extLst>
          </p:cNvPr>
          <p:cNvSpPr txBox="1">
            <a:spLocks/>
          </p:cNvSpPr>
          <p:nvPr/>
        </p:nvSpPr>
        <p:spPr>
          <a:xfrm>
            <a:off x="3530858" y="4389890"/>
            <a:ext cx="2472701" cy="938719"/>
          </a:xfrm>
          <a:prstGeom prst="rect">
            <a:avLst/>
          </a:prstGeom>
        </p:spPr>
        <p:txBody>
          <a:bodyPr lIns="72000" tIns="0" rIns="0" bIns="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sz="1400" dirty="0">
                <a:solidFill>
                  <a:schemeClr val="accent4"/>
                </a:solidFill>
                <a:latin typeface="+mj-lt"/>
              </a:rPr>
              <a:t>Title goes here</a:t>
            </a:r>
          </a:p>
          <a:p>
            <a:pPr lvl="1" algn="r"/>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a:t>
            </a:r>
          </a:p>
        </p:txBody>
      </p:sp>
      <p:sp>
        <p:nvSpPr>
          <p:cNvPr id="10" name="Content Placeholder 5">
            <a:extLst>
              <a:ext uri="{FF2B5EF4-FFF2-40B4-BE49-F238E27FC236}">
                <a16:creationId xmlns:a16="http://schemas.microsoft.com/office/drawing/2014/main" id="{110F67D7-1BA6-B8E5-42BA-533A3924B66B}"/>
              </a:ext>
            </a:extLst>
          </p:cNvPr>
          <p:cNvSpPr txBox="1">
            <a:spLocks/>
          </p:cNvSpPr>
          <p:nvPr/>
        </p:nvSpPr>
        <p:spPr>
          <a:xfrm>
            <a:off x="10039264" y="4389890"/>
            <a:ext cx="2884574" cy="938719"/>
          </a:xfrm>
          <a:prstGeom prst="rect">
            <a:avLst/>
          </a:prstGeom>
        </p:spPr>
        <p:txBody>
          <a:bodyPr lIns="72000" tIns="0" rIns="0" bIns="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400" dirty="0">
                <a:solidFill>
                  <a:schemeClr val="accent4"/>
                </a:solidFill>
                <a:latin typeface="+mj-lt"/>
              </a:rPr>
              <a:t>Title goes here</a:t>
            </a:r>
          </a:p>
          <a:p>
            <a:pPr lvl="1"/>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a:t>
            </a:r>
          </a:p>
        </p:txBody>
      </p:sp>
      <p:sp>
        <p:nvSpPr>
          <p:cNvPr id="11" name="Text Placeholder 31">
            <a:extLst>
              <a:ext uri="{FF2B5EF4-FFF2-40B4-BE49-F238E27FC236}">
                <a16:creationId xmlns:a16="http://schemas.microsoft.com/office/drawing/2014/main" id="{BB78FCA0-A8D7-B447-7CC5-3ABA2A865833}"/>
              </a:ext>
            </a:extLst>
          </p:cNvPr>
          <p:cNvSpPr txBox="1">
            <a:spLocks/>
          </p:cNvSpPr>
          <p:nvPr/>
        </p:nvSpPr>
        <p:spPr>
          <a:xfrm>
            <a:off x="538162" y="1796601"/>
            <a:ext cx="2580821" cy="5221288"/>
          </a:xfrm>
          <a:prstGeom prst="rect">
            <a:avLst/>
          </a:prstGeom>
          <a:noFill/>
        </p:spPr>
        <p:txBody>
          <a:bodyPr lIns="0" tIns="72000" rIns="108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solidFill>
                  <a:srgbClr val="FF9F00"/>
                </a:solidFill>
              </a:rPr>
              <a:t>Lorem ipsum </a:t>
            </a:r>
            <a:r>
              <a:rPr lang="en-GB" sz="1600" dirty="0" err="1">
                <a:solidFill>
                  <a:srgbClr val="FF9F00"/>
                </a:solidFill>
              </a:rPr>
              <a:t>dolor</a:t>
            </a:r>
            <a:r>
              <a:rPr lang="en-GB" sz="1600" dirty="0">
                <a:solidFill>
                  <a:srgbClr val="FF9F00"/>
                </a:solidFill>
              </a:rPr>
              <a:t> sit </a:t>
            </a:r>
            <a:r>
              <a:rPr lang="en-GB" sz="1600" dirty="0" err="1">
                <a:solidFill>
                  <a:srgbClr val="FF9F00"/>
                </a:solidFill>
              </a:rPr>
              <a:t>amet</a:t>
            </a:r>
            <a:r>
              <a:rPr lang="en-GB" sz="1600" dirty="0">
                <a:solidFill>
                  <a:srgbClr val="FF9F00"/>
                </a:solidFill>
              </a:rPr>
              <a:t>, </a:t>
            </a:r>
            <a:r>
              <a:rPr lang="en-GB" sz="1600" dirty="0" err="1">
                <a:solidFill>
                  <a:srgbClr val="FF9F00"/>
                </a:solidFill>
              </a:rPr>
              <a:t>consectetur</a:t>
            </a:r>
            <a:r>
              <a:rPr lang="en-GB" sz="1600" dirty="0">
                <a:solidFill>
                  <a:srgbClr val="FF9F00"/>
                </a:solidFill>
              </a:rPr>
              <a:t> </a:t>
            </a:r>
            <a:r>
              <a:rPr lang="en-GB" sz="1600" dirty="0" err="1">
                <a:solidFill>
                  <a:srgbClr val="FF9F00"/>
                </a:solidFill>
              </a:rPr>
              <a:t>adipiscing</a:t>
            </a:r>
            <a:r>
              <a:rPr lang="en-GB" sz="1600" dirty="0">
                <a:solidFill>
                  <a:srgbClr val="FF9F00"/>
                </a:solidFill>
              </a:rPr>
              <a:t> </a:t>
            </a:r>
            <a:r>
              <a:rPr lang="en-GB" sz="1600" dirty="0" err="1">
                <a:solidFill>
                  <a:srgbClr val="FF9F00"/>
                </a:solidFill>
              </a:rPr>
              <a:t>elit</a:t>
            </a:r>
            <a:r>
              <a:rPr lang="en-GB" sz="1600" dirty="0">
                <a:solidFill>
                  <a:srgbClr val="FF9F00"/>
                </a:solidFill>
              </a:rPr>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a:t>
            </a:r>
            <a:r>
              <a:rPr lang="en-GB" sz="1400" dirty="0" err="1"/>
              <a:t>Uteget</a:t>
            </a:r>
            <a:r>
              <a:rPr lang="en-GB" sz="1400" dirty="0"/>
              <a:t> </a:t>
            </a:r>
            <a:r>
              <a:rPr lang="en-GB" sz="1400" dirty="0" err="1"/>
              <a:t>erat</a:t>
            </a:r>
            <a:r>
              <a:rPr lang="en-GB" sz="1400" dirty="0"/>
              <a:t> </a:t>
            </a:r>
            <a:r>
              <a:rPr lang="en-GB" sz="1400" dirty="0" err="1"/>
              <a:t>pretium</a:t>
            </a:r>
            <a:r>
              <a:rPr lang="en-GB" sz="1400" dirty="0"/>
              <a:t> </a:t>
            </a:r>
            <a:r>
              <a:rPr lang="en-GB" sz="1400" dirty="0" err="1"/>
              <a:t>odio</a:t>
            </a:r>
            <a:r>
              <a:rPr lang="en-GB" sz="1400" dirty="0"/>
              <a:t> </a:t>
            </a:r>
            <a:r>
              <a:rPr lang="en-GB" sz="1400" dirty="0" err="1"/>
              <a:t>pretium</a:t>
            </a:r>
            <a:r>
              <a:rPr lang="en-GB" sz="1400" dirty="0"/>
              <a:t> </a:t>
            </a:r>
            <a:r>
              <a:rPr lang="en-GB" sz="1400" dirty="0" err="1"/>
              <a:t>eleifend</a:t>
            </a:r>
            <a:r>
              <a:rPr lang="en-GB" sz="1400" dirty="0"/>
              <a:t> ac </a:t>
            </a:r>
            <a:r>
              <a:rPr lang="en-GB" sz="1400" dirty="0" err="1"/>
              <a:t>vel</a:t>
            </a:r>
            <a:r>
              <a:rPr lang="en-GB" sz="1400" dirty="0"/>
              <a:t> </a:t>
            </a:r>
            <a:r>
              <a:rPr lang="en-GB" sz="1400" dirty="0" err="1"/>
              <a:t>mauris</a:t>
            </a:r>
            <a:r>
              <a:rPr lang="en-GB" sz="1400" dirty="0"/>
              <a:t>. </a:t>
            </a:r>
            <a:r>
              <a:rPr lang="en-GB" sz="1400" dirty="0" err="1"/>
              <a:t>Quisque</a:t>
            </a:r>
            <a:r>
              <a:rPr lang="en-GB" sz="1400" dirty="0"/>
              <a:t> </a:t>
            </a:r>
            <a:r>
              <a:rPr lang="en-GB" sz="1400" dirty="0" err="1"/>
              <a:t>aliquet</a:t>
            </a:r>
            <a:r>
              <a:rPr lang="en-GB" sz="1400" dirty="0"/>
              <a:t> tempus </a:t>
            </a:r>
            <a:r>
              <a:rPr lang="en-GB" sz="1400" dirty="0" err="1"/>
              <a:t>diam</a:t>
            </a:r>
            <a:r>
              <a:rPr lang="en-GB" sz="1400" dirty="0"/>
              <a:t> sit </a:t>
            </a:r>
            <a:r>
              <a:rPr lang="en-GB" sz="1400" dirty="0" err="1"/>
              <a:t>amet</a:t>
            </a:r>
            <a:r>
              <a:rPr lang="en-GB" sz="1400" dirty="0"/>
              <a:t> tempus.</a:t>
            </a:r>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p:txBody>
      </p:sp>
      <p:sp>
        <p:nvSpPr>
          <p:cNvPr id="5" name="Freeform 7">
            <a:extLst>
              <a:ext uri="{FF2B5EF4-FFF2-40B4-BE49-F238E27FC236}">
                <a16:creationId xmlns:a16="http://schemas.microsoft.com/office/drawing/2014/main" id="{91890550-93E2-D809-47BA-6068786D794E}"/>
              </a:ext>
            </a:extLst>
          </p:cNvPr>
          <p:cNvSpPr>
            <a:spLocks noEditPoints="1"/>
          </p:cNvSpPr>
          <p:nvPr/>
        </p:nvSpPr>
        <p:spPr bwMode="auto">
          <a:xfrm>
            <a:off x="6239581" y="2654300"/>
            <a:ext cx="3563661" cy="3110362"/>
          </a:xfrm>
          <a:custGeom>
            <a:avLst/>
            <a:gdLst>
              <a:gd name="T0" fmla="*/ 1051 w 1256"/>
              <a:gd name="T1" fmla="*/ 500 h 1095"/>
              <a:gd name="T2" fmla="*/ 914 w 1256"/>
              <a:gd name="T3" fmla="*/ 459 h 1095"/>
              <a:gd name="T4" fmla="*/ 947 w 1256"/>
              <a:gd name="T5" fmla="*/ 319 h 1095"/>
              <a:gd name="T6" fmla="*/ 628 w 1256"/>
              <a:gd name="T7" fmla="*/ 0 h 1095"/>
              <a:gd name="T8" fmla="*/ 309 w 1256"/>
              <a:gd name="T9" fmla="*/ 319 h 1095"/>
              <a:gd name="T10" fmla="*/ 343 w 1256"/>
              <a:gd name="T11" fmla="*/ 459 h 1095"/>
              <a:gd name="T12" fmla="*/ 205 w 1256"/>
              <a:gd name="T13" fmla="*/ 500 h 1095"/>
              <a:gd name="T14" fmla="*/ 88 w 1256"/>
              <a:gd name="T15" fmla="*/ 936 h 1095"/>
              <a:gd name="T16" fmla="*/ 281 w 1256"/>
              <a:gd name="T17" fmla="*/ 1084 h 1095"/>
              <a:gd name="T18" fmla="*/ 364 w 1256"/>
              <a:gd name="T19" fmla="*/ 1095 h 1095"/>
              <a:gd name="T20" fmla="*/ 523 w 1256"/>
              <a:gd name="T21" fmla="*/ 1052 h 1095"/>
              <a:gd name="T22" fmla="*/ 628 w 1256"/>
              <a:gd name="T23" fmla="*/ 953 h 1095"/>
              <a:gd name="T24" fmla="*/ 733 w 1256"/>
              <a:gd name="T25" fmla="*/ 1052 h 1095"/>
              <a:gd name="T26" fmla="*/ 891 w 1256"/>
              <a:gd name="T27" fmla="*/ 1095 h 1095"/>
              <a:gd name="T28" fmla="*/ 1168 w 1256"/>
              <a:gd name="T29" fmla="*/ 936 h 1095"/>
              <a:gd name="T30" fmla="*/ 1051 w 1256"/>
              <a:gd name="T31" fmla="*/ 500 h 1095"/>
              <a:gd name="T32" fmla="*/ 628 w 1256"/>
              <a:gd name="T33" fmla="*/ 108 h 1095"/>
              <a:gd name="T34" fmla="*/ 839 w 1256"/>
              <a:gd name="T35" fmla="*/ 319 h 1095"/>
              <a:gd name="T36" fmla="*/ 733 w 1256"/>
              <a:gd name="T37" fmla="*/ 501 h 1095"/>
              <a:gd name="T38" fmla="*/ 628 w 1256"/>
              <a:gd name="T39" fmla="*/ 530 h 1095"/>
              <a:gd name="T40" fmla="*/ 532 w 1256"/>
              <a:gd name="T41" fmla="*/ 506 h 1095"/>
              <a:gd name="T42" fmla="*/ 523 w 1256"/>
              <a:gd name="T43" fmla="*/ 500 h 1095"/>
              <a:gd name="T44" fmla="*/ 514 w 1256"/>
              <a:gd name="T45" fmla="*/ 496 h 1095"/>
              <a:gd name="T46" fmla="*/ 417 w 1256"/>
              <a:gd name="T47" fmla="*/ 319 h 1095"/>
              <a:gd name="T48" fmla="*/ 628 w 1256"/>
              <a:gd name="T49" fmla="*/ 108 h 1095"/>
              <a:gd name="T50" fmla="*/ 469 w 1256"/>
              <a:gd name="T51" fmla="*/ 959 h 1095"/>
              <a:gd name="T52" fmla="*/ 309 w 1256"/>
              <a:gd name="T53" fmla="*/ 980 h 1095"/>
              <a:gd name="T54" fmla="*/ 181 w 1256"/>
              <a:gd name="T55" fmla="*/ 882 h 1095"/>
              <a:gd name="T56" fmla="*/ 259 w 1256"/>
              <a:gd name="T57" fmla="*/ 594 h 1095"/>
              <a:gd name="T58" fmla="*/ 457 w 1256"/>
              <a:gd name="T59" fmla="*/ 588 h 1095"/>
              <a:gd name="T60" fmla="*/ 469 w 1256"/>
              <a:gd name="T61" fmla="*/ 595 h 1095"/>
              <a:gd name="T62" fmla="*/ 478 w 1256"/>
              <a:gd name="T63" fmla="*/ 599 h 1095"/>
              <a:gd name="T64" fmla="*/ 546 w 1256"/>
              <a:gd name="T65" fmla="*/ 671 h 1095"/>
              <a:gd name="T66" fmla="*/ 574 w 1256"/>
              <a:gd name="T67" fmla="*/ 766 h 1095"/>
              <a:gd name="T68" fmla="*/ 573 w 1256"/>
              <a:gd name="T69" fmla="*/ 776 h 1095"/>
              <a:gd name="T70" fmla="*/ 574 w 1256"/>
              <a:gd name="T71" fmla="*/ 786 h 1095"/>
              <a:gd name="T72" fmla="*/ 469 w 1256"/>
              <a:gd name="T73" fmla="*/ 959 h 1095"/>
              <a:gd name="T74" fmla="*/ 1074 w 1256"/>
              <a:gd name="T75" fmla="*/ 882 h 1095"/>
              <a:gd name="T76" fmla="*/ 787 w 1256"/>
              <a:gd name="T77" fmla="*/ 959 h 1095"/>
              <a:gd name="T78" fmla="*/ 682 w 1256"/>
              <a:gd name="T79" fmla="*/ 786 h 1095"/>
              <a:gd name="T80" fmla="*/ 683 w 1256"/>
              <a:gd name="T81" fmla="*/ 776 h 1095"/>
              <a:gd name="T82" fmla="*/ 682 w 1256"/>
              <a:gd name="T83" fmla="*/ 766 h 1095"/>
              <a:gd name="T84" fmla="*/ 709 w 1256"/>
              <a:gd name="T85" fmla="*/ 671 h 1095"/>
              <a:gd name="T86" fmla="*/ 787 w 1256"/>
              <a:gd name="T87" fmla="*/ 595 h 1095"/>
              <a:gd name="T88" fmla="*/ 802 w 1256"/>
              <a:gd name="T89" fmla="*/ 586 h 1095"/>
              <a:gd name="T90" fmla="*/ 997 w 1256"/>
              <a:gd name="T91" fmla="*/ 594 h 1095"/>
              <a:gd name="T92" fmla="*/ 1074 w 1256"/>
              <a:gd name="T93" fmla="*/ 882 h 1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6" h="1095">
                <a:moveTo>
                  <a:pt x="1051" y="500"/>
                </a:moveTo>
                <a:cubicBezTo>
                  <a:pt x="1009" y="476"/>
                  <a:pt x="962" y="462"/>
                  <a:pt x="914" y="459"/>
                </a:cubicBezTo>
                <a:cubicBezTo>
                  <a:pt x="935" y="416"/>
                  <a:pt x="947" y="368"/>
                  <a:pt x="947" y="319"/>
                </a:cubicBezTo>
                <a:cubicBezTo>
                  <a:pt x="947" y="143"/>
                  <a:pt x="804" y="0"/>
                  <a:pt x="628" y="0"/>
                </a:cubicBezTo>
                <a:cubicBezTo>
                  <a:pt x="452" y="0"/>
                  <a:pt x="309" y="143"/>
                  <a:pt x="309" y="319"/>
                </a:cubicBezTo>
                <a:cubicBezTo>
                  <a:pt x="309" y="368"/>
                  <a:pt x="321" y="416"/>
                  <a:pt x="343" y="459"/>
                </a:cubicBezTo>
                <a:cubicBezTo>
                  <a:pt x="295" y="462"/>
                  <a:pt x="247" y="476"/>
                  <a:pt x="205" y="500"/>
                </a:cubicBezTo>
                <a:cubicBezTo>
                  <a:pt x="52" y="588"/>
                  <a:pt x="0" y="783"/>
                  <a:pt x="88" y="936"/>
                </a:cubicBezTo>
                <a:cubicBezTo>
                  <a:pt x="130" y="1009"/>
                  <a:pt x="199" y="1062"/>
                  <a:pt x="281" y="1084"/>
                </a:cubicBezTo>
                <a:cubicBezTo>
                  <a:pt x="309" y="1091"/>
                  <a:pt x="337" y="1095"/>
                  <a:pt x="364" y="1095"/>
                </a:cubicBezTo>
                <a:cubicBezTo>
                  <a:pt x="420" y="1095"/>
                  <a:pt x="474" y="1081"/>
                  <a:pt x="523" y="1052"/>
                </a:cubicBezTo>
                <a:cubicBezTo>
                  <a:pt x="566" y="1027"/>
                  <a:pt x="601" y="993"/>
                  <a:pt x="628" y="953"/>
                </a:cubicBezTo>
                <a:cubicBezTo>
                  <a:pt x="655" y="993"/>
                  <a:pt x="690" y="1027"/>
                  <a:pt x="733" y="1052"/>
                </a:cubicBezTo>
                <a:cubicBezTo>
                  <a:pt x="783" y="1081"/>
                  <a:pt x="837" y="1095"/>
                  <a:pt x="891" y="1095"/>
                </a:cubicBezTo>
                <a:cubicBezTo>
                  <a:pt x="1002" y="1095"/>
                  <a:pt x="1109" y="1038"/>
                  <a:pt x="1168" y="936"/>
                </a:cubicBezTo>
                <a:cubicBezTo>
                  <a:pt x="1256" y="783"/>
                  <a:pt x="1203" y="588"/>
                  <a:pt x="1051" y="500"/>
                </a:cubicBezTo>
                <a:moveTo>
                  <a:pt x="628" y="108"/>
                </a:moveTo>
                <a:cubicBezTo>
                  <a:pt x="744" y="108"/>
                  <a:pt x="839" y="203"/>
                  <a:pt x="839" y="319"/>
                </a:cubicBezTo>
                <a:cubicBezTo>
                  <a:pt x="839" y="394"/>
                  <a:pt x="798" y="464"/>
                  <a:pt x="733" y="501"/>
                </a:cubicBezTo>
                <a:cubicBezTo>
                  <a:pt x="701" y="520"/>
                  <a:pt x="665" y="530"/>
                  <a:pt x="628" y="530"/>
                </a:cubicBezTo>
                <a:cubicBezTo>
                  <a:pt x="594" y="530"/>
                  <a:pt x="561" y="521"/>
                  <a:pt x="532" y="506"/>
                </a:cubicBezTo>
                <a:cubicBezTo>
                  <a:pt x="529" y="504"/>
                  <a:pt x="526" y="502"/>
                  <a:pt x="523" y="500"/>
                </a:cubicBezTo>
                <a:cubicBezTo>
                  <a:pt x="520" y="499"/>
                  <a:pt x="517" y="497"/>
                  <a:pt x="514" y="496"/>
                </a:cubicBezTo>
                <a:cubicBezTo>
                  <a:pt x="454" y="457"/>
                  <a:pt x="417" y="391"/>
                  <a:pt x="417" y="319"/>
                </a:cubicBezTo>
                <a:cubicBezTo>
                  <a:pt x="417" y="203"/>
                  <a:pt x="512" y="108"/>
                  <a:pt x="628" y="108"/>
                </a:cubicBezTo>
                <a:moveTo>
                  <a:pt x="469" y="959"/>
                </a:moveTo>
                <a:cubicBezTo>
                  <a:pt x="420" y="987"/>
                  <a:pt x="364" y="994"/>
                  <a:pt x="309" y="980"/>
                </a:cubicBezTo>
                <a:cubicBezTo>
                  <a:pt x="255" y="965"/>
                  <a:pt x="210" y="930"/>
                  <a:pt x="181" y="882"/>
                </a:cubicBezTo>
                <a:cubicBezTo>
                  <a:pt x="123" y="781"/>
                  <a:pt x="158" y="652"/>
                  <a:pt x="259" y="594"/>
                </a:cubicBezTo>
                <a:cubicBezTo>
                  <a:pt x="320" y="559"/>
                  <a:pt x="395" y="557"/>
                  <a:pt x="457" y="588"/>
                </a:cubicBezTo>
                <a:cubicBezTo>
                  <a:pt x="461" y="590"/>
                  <a:pt x="465" y="593"/>
                  <a:pt x="469" y="595"/>
                </a:cubicBezTo>
                <a:cubicBezTo>
                  <a:pt x="471" y="597"/>
                  <a:pt x="475" y="598"/>
                  <a:pt x="478" y="599"/>
                </a:cubicBezTo>
                <a:cubicBezTo>
                  <a:pt x="506" y="617"/>
                  <a:pt x="529" y="642"/>
                  <a:pt x="546" y="671"/>
                </a:cubicBezTo>
                <a:cubicBezTo>
                  <a:pt x="563" y="700"/>
                  <a:pt x="572" y="733"/>
                  <a:pt x="574" y="766"/>
                </a:cubicBezTo>
                <a:cubicBezTo>
                  <a:pt x="574" y="770"/>
                  <a:pt x="573" y="773"/>
                  <a:pt x="573" y="776"/>
                </a:cubicBezTo>
                <a:cubicBezTo>
                  <a:pt x="573" y="780"/>
                  <a:pt x="574" y="783"/>
                  <a:pt x="574" y="786"/>
                </a:cubicBezTo>
                <a:cubicBezTo>
                  <a:pt x="570" y="857"/>
                  <a:pt x="531" y="923"/>
                  <a:pt x="469" y="959"/>
                </a:cubicBezTo>
                <a:moveTo>
                  <a:pt x="1074" y="882"/>
                </a:moveTo>
                <a:cubicBezTo>
                  <a:pt x="1016" y="982"/>
                  <a:pt x="887" y="1017"/>
                  <a:pt x="787" y="959"/>
                </a:cubicBezTo>
                <a:cubicBezTo>
                  <a:pt x="725" y="923"/>
                  <a:pt x="685" y="857"/>
                  <a:pt x="682" y="786"/>
                </a:cubicBezTo>
                <a:cubicBezTo>
                  <a:pt x="682" y="783"/>
                  <a:pt x="683" y="780"/>
                  <a:pt x="683" y="776"/>
                </a:cubicBezTo>
                <a:cubicBezTo>
                  <a:pt x="683" y="773"/>
                  <a:pt x="682" y="770"/>
                  <a:pt x="682" y="766"/>
                </a:cubicBezTo>
                <a:cubicBezTo>
                  <a:pt x="683" y="733"/>
                  <a:pt x="693" y="700"/>
                  <a:pt x="709" y="671"/>
                </a:cubicBezTo>
                <a:cubicBezTo>
                  <a:pt x="728" y="639"/>
                  <a:pt x="787" y="595"/>
                  <a:pt x="787" y="595"/>
                </a:cubicBezTo>
                <a:cubicBezTo>
                  <a:pt x="792" y="592"/>
                  <a:pt x="797" y="589"/>
                  <a:pt x="802" y="586"/>
                </a:cubicBezTo>
                <a:cubicBezTo>
                  <a:pt x="864" y="557"/>
                  <a:pt x="937" y="559"/>
                  <a:pt x="997" y="594"/>
                </a:cubicBezTo>
                <a:cubicBezTo>
                  <a:pt x="1098" y="652"/>
                  <a:pt x="1132" y="781"/>
                  <a:pt x="1074" y="882"/>
                </a:cubicBezTo>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221025" tIns="315750" rIns="221025" rtlCol="0" anchor="t">
            <a:noAutofit/>
          </a:bodyPr>
          <a:lstStyle/>
          <a:p>
            <a:pPr>
              <a:spcBef>
                <a:spcPts val="1053"/>
              </a:spcBef>
            </a:pPr>
            <a:endParaRPr lang="ru-UA" sz="1228" b="1"/>
          </a:p>
        </p:txBody>
      </p:sp>
      <p:grpSp>
        <p:nvGrpSpPr>
          <p:cNvPr id="18" name="Group 17">
            <a:extLst>
              <a:ext uri="{FF2B5EF4-FFF2-40B4-BE49-F238E27FC236}">
                <a16:creationId xmlns:a16="http://schemas.microsoft.com/office/drawing/2014/main" id="{18CD8757-960C-9FFF-44A1-3F8E33DB34B4}"/>
              </a:ext>
            </a:extLst>
          </p:cNvPr>
          <p:cNvGrpSpPr/>
          <p:nvPr/>
        </p:nvGrpSpPr>
        <p:grpSpPr>
          <a:xfrm>
            <a:off x="7411293" y="2950186"/>
            <a:ext cx="1220238" cy="1221421"/>
            <a:chOff x="6377875" y="2950186"/>
            <a:chExt cx="1220238" cy="1221421"/>
          </a:xfrm>
        </p:grpSpPr>
        <p:sp>
          <p:nvSpPr>
            <p:cNvPr id="19" name="Oval 18">
              <a:extLst>
                <a:ext uri="{FF2B5EF4-FFF2-40B4-BE49-F238E27FC236}">
                  <a16:creationId xmlns:a16="http://schemas.microsoft.com/office/drawing/2014/main" id="{A39B5338-98A6-6C86-9F76-1F907D531086}"/>
                </a:ext>
              </a:extLst>
            </p:cNvPr>
            <p:cNvSpPr/>
            <p:nvPr/>
          </p:nvSpPr>
          <p:spPr>
            <a:xfrm>
              <a:off x="6377875" y="2950186"/>
              <a:ext cx="1220238" cy="1221421"/>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0" name="Graphic 19">
              <a:extLst>
                <a:ext uri="{FF2B5EF4-FFF2-40B4-BE49-F238E27FC236}">
                  <a16:creationId xmlns:a16="http://schemas.microsoft.com/office/drawing/2014/main" id="{E8980E52-9ABB-89DA-F0D1-42A0E765A42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36988" y="3322871"/>
              <a:ext cx="502012" cy="476052"/>
            </a:xfrm>
            <a:prstGeom prst="rect">
              <a:avLst/>
            </a:prstGeom>
          </p:spPr>
        </p:pic>
      </p:grpSp>
      <p:grpSp>
        <p:nvGrpSpPr>
          <p:cNvPr id="21" name="Group 20">
            <a:extLst>
              <a:ext uri="{FF2B5EF4-FFF2-40B4-BE49-F238E27FC236}">
                <a16:creationId xmlns:a16="http://schemas.microsoft.com/office/drawing/2014/main" id="{67F68A6F-91D3-17CD-E714-A14B506D211B}"/>
              </a:ext>
            </a:extLst>
          </p:cNvPr>
          <p:cNvGrpSpPr/>
          <p:nvPr/>
        </p:nvGrpSpPr>
        <p:grpSpPr>
          <a:xfrm>
            <a:off x="8160478" y="4248539"/>
            <a:ext cx="1220238" cy="1221421"/>
            <a:chOff x="6377875" y="2950186"/>
            <a:chExt cx="1220238" cy="1221421"/>
          </a:xfrm>
        </p:grpSpPr>
        <p:sp>
          <p:nvSpPr>
            <p:cNvPr id="22" name="Oval 21">
              <a:extLst>
                <a:ext uri="{FF2B5EF4-FFF2-40B4-BE49-F238E27FC236}">
                  <a16:creationId xmlns:a16="http://schemas.microsoft.com/office/drawing/2014/main" id="{E8E746DF-17B0-C76B-34E9-556FAF83BD8C}"/>
                </a:ext>
              </a:extLst>
            </p:cNvPr>
            <p:cNvSpPr/>
            <p:nvPr/>
          </p:nvSpPr>
          <p:spPr>
            <a:xfrm>
              <a:off x="6377875" y="2950186"/>
              <a:ext cx="1220238" cy="1221421"/>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a:solidFill>
                  <a:schemeClr val="tx1"/>
                </a:solidFill>
              </a:endParaRPr>
            </a:p>
          </p:txBody>
        </p:sp>
        <p:pic>
          <p:nvPicPr>
            <p:cNvPr id="23" name="Graphic 22">
              <a:extLst>
                <a:ext uri="{FF2B5EF4-FFF2-40B4-BE49-F238E27FC236}">
                  <a16:creationId xmlns:a16="http://schemas.microsoft.com/office/drawing/2014/main" id="{51B43C05-DAD7-AB63-F849-3D58D7D8F7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36988" y="3322871"/>
              <a:ext cx="502012" cy="476052"/>
            </a:xfrm>
            <a:prstGeom prst="rect">
              <a:avLst/>
            </a:prstGeom>
          </p:spPr>
        </p:pic>
      </p:grpSp>
      <p:grpSp>
        <p:nvGrpSpPr>
          <p:cNvPr id="24" name="Group 23">
            <a:extLst>
              <a:ext uri="{FF2B5EF4-FFF2-40B4-BE49-F238E27FC236}">
                <a16:creationId xmlns:a16="http://schemas.microsoft.com/office/drawing/2014/main" id="{68DB4090-7A45-12BD-C051-BF74438BB6AD}"/>
              </a:ext>
            </a:extLst>
          </p:cNvPr>
          <p:cNvGrpSpPr/>
          <p:nvPr/>
        </p:nvGrpSpPr>
        <p:grpSpPr>
          <a:xfrm>
            <a:off x="6651456" y="4248539"/>
            <a:ext cx="1220238" cy="1221421"/>
            <a:chOff x="6377875" y="2950186"/>
            <a:chExt cx="1220238" cy="1221421"/>
          </a:xfrm>
        </p:grpSpPr>
        <p:sp>
          <p:nvSpPr>
            <p:cNvPr id="25" name="Oval 24">
              <a:extLst>
                <a:ext uri="{FF2B5EF4-FFF2-40B4-BE49-F238E27FC236}">
                  <a16:creationId xmlns:a16="http://schemas.microsoft.com/office/drawing/2014/main" id="{1527BBA9-FF6E-EE03-D008-2BF5DF96ECE6}"/>
                </a:ext>
              </a:extLst>
            </p:cNvPr>
            <p:cNvSpPr/>
            <p:nvPr/>
          </p:nvSpPr>
          <p:spPr>
            <a:xfrm>
              <a:off x="6377875" y="2950186"/>
              <a:ext cx="1220238" cy="1221421"/>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6" name="Graphic 25">
              <a:extLst>
                <a:ext uri="{FF2B5EF4-FFF2-40B4-BE49-F238E27FC236}">
                  <a16:creationId xmlns:a16="http://schemas.microsoft.com/office/drawing/2014/main" id="{34D84FA6-DCA2-2E80-FB40-0134C0B412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36988" y="3322871"/>
              <a:ext cx="502012" cy="476052"/>
            </a:xfrm>
            <a:prstGeom prst="rect">
              <a:avLst/>
            </a:prstGeom>
          </p:spPr>
        </p:pic>
      </p:grpSp>
    </p:spTree>
    <p:extLst>
      <p:ext uri="{BB962C8B-B14F-4D97-AF65-F5344CB8AC3E}">
        <p14:creationId xmlns:p14="http://schemas.microsoft.com/office/powerpoint/2010/main" val="1911521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DF6A44-F387-FA27-6CFB-7B25B182D48B}"/>
              </a:ext>
            </a:extLst>
          </p:cNvPr>
          <p:cNvSpPr/>
          <p:nvPr/>
        </p:nvSpPr>
        <p:spPr>
          <a:xfrm>
            <a:off x="3118984" y="1796601"/>
            <a:ext cx="10344604" cy="5224663"/>
          </a:xfrm>
          <a:prstGeom prst="rect">
            <a:avLst/>
          </a:prstGeom>
          <a:solidFill>
            <a:srgbClr val="EDEBF4"/>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3" name="Subtitle 2">
            <a:extLst>
              <a:ext uri="{FF2B5EF4-FFF2-40B4-BE49-F238E27FC236}">
                <a16:creationId xmlns:a16="http://schemas.microsoft.com/office/drawing/2014/main" id="{36E3C454-6D95-541E-59BF-CA467EEFB8EE}"/>
              </a:ext>
            </a:extLst>
          </p:cNvPr>
          <p:cNvSpPr>
            <a:spLocks noGrp="1"/>
          </p:cNvSpPr>
          <p:nvPr>
            <p:ph type="subTitle" idx="13"/>
          </p:nvPr>
        </p:nvSpPr>
        <p:spPr>
          <a:xfrm>
            <a:off x="539749" y="286056"/>
            <a:ext cx="12384088" cy="246221"/>
          </a:xfrm>
        </p:spPr>
        <p:txBody>
          <a:bodyPr/>
          <a:lstStyle/>
          <a:p>
            <a:r>
              <a:rPr lang="en-US"/>
              <a:t>Subheading</a:t>
            </a:r>
            <a:endParaRPr lang="en-GB"/>
          </a:p>
        </p:txBody>
      </p:sp>
      <p:sp>
        <p:nvSpPr>
          <p:cNvPr id="2" name="Title 1">
            <a:extLst>
              <a:ext uri="{FF2B5EF4-FFF2-40B4-BE49-F238E27FC236}">
                <a16:creationId xmlns:a16="http://schemas.microsoft.com/office/drawing/2014/main" id="{8164EF61-4C39-BEEC-0958-647256BD9A93}"/>
              </a:ext>
            </a:extLst>
          </p:cNvPr>
          <p:cNvSpPr>
            <a:spLocks noGrp="1"/>
          </p:cNvSpPr>
          <p:nvPr>
            <p:ph type="title"/>
          </p:nvPr>
        </p:nvSpPr>
        <p:spPr>
          <a:xfrm>
            <a:off x="539750" y="540000"/>
            <a:ext cx="12384088" cy="543914"/>
          </a:xfrm>
        </p:spPr>
        <p:txBody>
          <a:bodyPr/>
          <a:lstStyle/>
          <a:p>
            <a:r>
              <a:rPr lang="en-US" altLang="ru-UA"/>
              <a:t>Circle diagram 4</a:t>
            </a:r>
            <a:endParaRPr lang="en-GB"/>
          </a:p>
        </p:txBody>
      </p:sp>
      <p:sp>
        <p:nvSpPr>
          <p:cNvPr id="4" name="Text Placeholder 31">
            <a:extLst>
              <a:ext uri="{FF2B5EF4-FFF2-40B4-BE49-F238E27FC236}">
                <a16:creationId xmlns:a16="http://schemas.microsoft.com/office/drawing/2014/main" id="{46CB951B-670B-74AB-1503-65388D63646E}"/>
              </a:ext>
            </a:extLst>
          </p:cNvPr>
          <p:cNvSpPr txBox="1">
            <a:spLocks/>
          </p:cNvSpPr>
          <p:nvPr/>
        </p:nvSpPr>
        <p:spPr>
          <a:xfrm>
            <a:off x="538162" y="1796601"/>
            <a:ext cx="2580821" cy="5221288"/>
          </a:xfrm>
          <a:prstGeom prst="rect">
            <a:avLst/>
          </a:prstGeom>
          <a:noFill/>
        </p:spPr>
        <p:txBody>
          <a:bodyPr lIns="0" tIns="72000" rIns="108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solidFill>
                  <a:schemeClr val="accent3"/>
                </a:solidFill>
              </a:rPr>
              <a:t>Lorem ipsum </a:t>
            </a:r>
            <a:r>
              <a:rPr lang="en-GB" sz="1600" dirty="0" err="1">
                <a:solidFill>
                  <a:schemeClr val="accent3"/>
                </a:solidFill>
              </a:rPr>
              <a:t>dolor</a:t>
            </a:r>
            <a:r>
              <a:rPr lang="en-GB" sz="1600" dirty="0">
                <a:solidFill>
                  <a:schemeClr val="accent3"/>
                </a:solidFill>
              </a:rPr>
              <a:t> sit </a:t>
            </a:r>
            <a:r>
              <a:rPr lang="en-GB" sz="1600" dirty="0" err="1">
                <a:solidFill>
                  <a:schemeClr val="accent3"/>
                </a:solidFill>
              </a:rPr>
              <a:t>amet</a:t>
            </a:r>
            <a:r>
              <a:rPr lang="en-GB" sz="1600" dirty="0">
                <a:solidFill>
                  <a:schemeClr val="accent3"/>
                </a:solidFill>
              </a:rPr>
              <a:t>, </a:t>
            </a:r>
            <a:r>
              <a:rPr lang="en-GB" sz="1600" dirty="0" err="1">
                <a:solidFill>
                  <a:schemeClr val="accent3"/>
                </a:solidFill>
              </a:rPr>
              <a:t>consectetur</a:t>
            </a:r>
            <a:r>
              <a:rPr lang="en-GB" sz="1600" dirty="0">
                <a:solidFill>
                  <a:schemeClr val="accent3"/>
                </a:solidFill>
              </a:rPr>
              <a:t> </a:t>
            </a:r>
            <a:r>
              <a:rPr lang="en-GB" sz="1600" dirty="0" err="1">
                <a:solidFill>
                  <a:schemeClr val="accent3"/>
                </a:solidFill>
              </a:rPr>
              <a:t>adipiscing</a:t>
            </a:r>
            <a:r>
              <a:rPr lang="en-GB" sz="1600" dirty="0">
                <a:solidFill>
                  <a:schemeClr val="accent3"/>
                </a:solidFill>
              </a:rPr>
              <a:t> </a:t>
            </a:r>
            <a:r>
              <a:rPr lang="en-GB" sz="1600" dirty="0" err="1">
                <a:solidFill>
                  <a:schemeClr val="accent3"/>
                </a:solidFill>
              </a:rPr>
              <a:t>elit</a:t>
            </a:r>
            <a:r>
              <a:rPr lang="en-GB" sz="1600" dirty="0">
                <a:solidFill>
                  <a:schemeClr val="accent3"/>
                </a:solidFill>
              </a:rPr>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Quisque</a:t>
            </a:r>
            <a:r>
              <a:rPr lang="en-GB" sz="1400" dirty="0"/>
              <a:t> tempus </a:t>
            </a:r>
            <a:r>
              <a:rPr lang="en-GB" sz="1400" dirty="0" err="1"/>
              <a:t>diam</a:t>
            </a:r>
            <a:r>
              <a:rPr lang="en-GB" sz="1400" dirty="0"/>
              <a:t> sit </a:t>
            </a:r>
            <a:r>
              <a:rPr lang="en-GB" sz="1400" dirty="0" err="1"/>
              <a:t>amet</a:t>
            </a:r>
            <a:r>
              <a:rPr lang="en-GB" sz="1400" dirty="0"/>
              <a:t> tempus.</a:t>
            </a:r>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p:txBody>
      </p:sp>
      <p:sp>
        <p:nvSpPr>
          <p:cNvPr id="10" name="Content Placeholder 5">
            <a:extLst>
              <a:ext uri="{FF2B5EF4-FFF2-40B4-BE49-F238E27FC236}">
                <a16:creationId xmlns:a16="http://schemas.microsoft.com/office/drawing/2014/main" id="{DC71C18A-8E19-4157-7307-754A005B0739}"/>
              </a:ext>
            </a:extLst>
          </p:cNvPr>
          <p:cNvSpPr txBox="1">
            <a:spLocks/>
          </p:cNvSpPr>
          <p:nvPr/>
        </p:nvSpPr>
        <p:spPr>
          <a:xfrm>
            <a:off x="3493966" y="2827108"/>
            <a:ext cx="2372163" cy="83008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sz="1400" dirty="0">
                <a:solidFill>
                  <a:schemeClr val="accent3"/>
                </a:solidFill>
                <a:latin typeface="+mj-lt"/>
              </a:rPr>
              <a:t>Title goes here</a:t>
            </a:r>
          </a:p>
          <a:p>
            <a:pPr lvl="1" algn="r"/>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19" name="Content Placeholder 5">
            <a:extLst>
              <a:ext uri="{FF2B5EF4-FFF2-40B4-BE49-F238E27FC236}">
                <a16:creationId xmlns:a16="http://schemas.microsoft.com/office/drawing/2014/main" id="{3B7AFDD9-7C34-FE2A-3BB3-45FC7D42C02B}"/>
              </a:ext>
            </a:extLst>
          </p:cNvPr>
          <p:cNvSpPr txBox="1">
            <a:spLocks/>
          </p:cNvSpPr>
          <p:nvPr/>
        </p:nvSpPr>
        <p:spPr>
          <a:xfrm>
            <a:off x="3493966" y="4790646"/>
            <a:ext cx="2372163" cy="83008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sz="1400">
                <a:solidFill>
                  <a:schemeClr val="accent3"/>
                </a:solidFill>
                <a:latin typeface="+mj-lt"/>
              </a:rPr>
              <a:t>Title goes here</a:t>
            </a:r>
          </a:p>
          <a:p>
            <a:pPr lvl="1" algn="r"/>
            <a:r>
              <a:rPr lang="fr-FR" sz="1400">
                <a:latin typeface="+mn-lt"/>
              </a:rPr>
              <a:t>Lorem ipsum </a:t>
            </a:r>
            <a:r>
              <a:rPr lang="fr-FR" sz="1400" err="1">
                <a:latin typeface="+mn-lt"/>
              </a:rPr>
              <a:t>dolor</a:t>
            </a:r>
            <a:r>
              <a:rPr lang="fr-FR" sz="1400">
                <a:latin typeface="+mn-lt"/>
              </a:rPr>
              <a:t> </a:t>
            </a:r>
            <a:r>
              <a:rPr lang="fr-FR" sz="1400" err="1">
                <a:latin typeface="+mn-lt"/>
              </a:rPr>
              <a:t>sit</a:t>
            </a:r>
            <a:r>
              <a:rPr lang="fr-FR" sz="1400">
                <a:latin typeface="+mn-lt"/>
              </a:rPr>
              <a:t> </a:t>
            </a:r>
            <a:r>
              <a:rPr lang="fr-FR" sz="1400" err="1">
                <a:latin typeface="+mn-lt"/>
              </a:rPr>
              <a:t>amet</a:t>
            </a:r>
            <a:r>
              <a:rPr lang="fr-FR" sz="1400">
                <a:latin typeface="+mn-lt"/>
              </a:rPr>
              <a:t>, pro ut </a:t>
            </a:r>
            <a:r>
              <a:rPr lang="fr-FR" sz="1400" err="1">
                <a:latin typeface="+mn-lt"/>
              </a:rPr>
              <a:t>omnesque</a:t>
            </a:r>
            <a:r>
              <a:rPr lang="fr-FR" sz="1400">
                <a:latin typeface="+mn-lt"/>
              </a:rPr>
              <a:t> </a:t>
            </a:r>
            <a:r>
              <a:rPr lang="fr-FR" sz="1400" err="1">
                <a:latin typeface="+mn-lt"/>
              </a:rPr>
              <a:t>detraxit</a:t>
            </a:r>
            <a:r>
              <a:rPr lang="fr-FR" sz="1400">
                <a:latin typeface="+mn-lt"/>
              </a:rPr>
              <a:t>, eu </a:t>
            </a:r>
            <a:r>
              <a:rPr lang="fr-FR" sz="1400" err="1">
                <a:latin typeface="+mn-lt"/>
              </a:rPr>
              <a:t>affert</a:t>
            </a:r>
            <a:r>
              <a:rPr lang="fr-FR" sz="1400">
                <a:latin typeface="+mn-lt"/>
              </a:rPr>
              <a:t> </a:t>
            </a:r>
            <a:r>
              <a:rPr lang="fr-FR" sz="1400" err="1">
                <a:latin typeface="+mn-lt"/>
              </a:rPr>
              <a:t>euripidis</a:t>
            </a:r>
            <a:r>
              <a:rPr lang="fr-FR" sz="1400">
                <a:latin typeface="+mn-lt"/>
              </a:rPr>
              <a:t> </a:t>
            </a:r>
            <a:r>
              <a:rPr lang="fr-FR" sz="1400" err="1">
                <a:latin typeface="+mn-lt"/>
              </a:rPr>
              <a:t>prodesset</a:t>
            </a:r>
            <a:r>
              <a:rPr lang="fr-FR" sz="1400">
                <a:latin typeface="+mn-lt"/>
              </a:rPr>
              <a:t> per. Quo in dictas </a:t>
            </a:r>
            <a:r>
              <a:rPr lang="fr-FR" sz="1400" err="1">
                <a:latin typeface="+mn-lt"/>
              </a:rPr>
              <a:t>facilisi</a:t>
            </a:r>
            <a:r>
              <a:rPr lang="fr-FR" sz="1400">
                <a:latin typeface="+mn-lt"/>
              </a:rPr>
              <a:t>.</a:t>
            </a:r>
          </a:p>
        </p:txBody>
      </p:sp>
      <p:sp>
        <p:nvSpPr>
          <p:cNvPr id="20" name="Content Placeholder 5">
            <a:extLst>
              <a:ext uri="{FF2B5EF4-FFF2-40B4-BE49-F238E27FC236}">
                <a16:creationId xmlns:a16="http://schemas.microsoft.com/office/drawing/2014/main" id="{65F11AB9-3DE5-0BD2-BC79-D12F2F2235FA}"/>
              </a:ext>
            </a:extLst>
          </p:cNvPr>
          <p:cNvSpPr txBox="1">
            <a:spLocks/>
          </p:cNvSpPr>
          <p:nvPr/>
        </p:nvSpPr>
        <p:spPr>
          <a:xfrm>
            <a:off x="10221154" y="2827108"/>
            <a:ext cx="2372163" cy="83008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400" dirty="0">
                <a:solidFill>
                  <a:schemeClr val="accent3"/>
                </a:solidFill>
                <a:latin typeface="+mj-lt"/>
              </a:rPr>
              <a:t>Title goes here</a:t>
            </a:r>
          </a:p>
          <a:p>
            <a:pPr lvl="1"/>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21" name="Content Placeholder 5">
            <a:extLst>
              <a:ext uri="{FF2B5EF4-FFF2-40B4-BE49-F238E27FC236}">
                <a16:creationId xmlns:a16="http://schemas.microsoft.com/office/drawing/2014/main" id="{59B3E35A-5185-F0B3-2046-CFA5CED9DBCA}"/>
              </a:ext>
            </a:extLst>
          </p:cNvPr>
          <p:cNvSpPr txBox="1">
            <a:spLocks/>
          </p:cNvSpPr>
          <p:nvPr/>
        </p:nvSpPr>
        <p:spPr>
          <a:xfrm>
            <a:off x="10221154" y="4790646"/>
            <a:ext cx="2372163" cy="83008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400">
                <a:solidFill>
                  <a:schemeClr val="accent3"/>
                </a:solidFill>
                <a:latin typeface="+mj-lt"/>
              </a:rPr>
              <a:t>Title goes here</a:t>
            </a:r>
          </a:p>
          <a:p>
            <a:pPr lvl="1"/>
            <a:r>
              <a:rPr lang="fr-FR" sz="1400">
                <a:latin typeface="+mn-lt"/>
              </a:rPr>
              <a:t>Lorem ipsum </a:t>
            </a:r>
            <a:r>
              <a:rPr lang="fr-FR" sz="1400" err="1">
                <a:latin typeface="+mn-lt"/>
              </a:rPr>
              <a:t>dolor</a:t>
            </a:r>
            <a:r>
              <a:rPr lang="fr-FR" sz="1400">
                <a:latin typeface="+mn-lt"/>
              </a:rPr>
              <a:t> </a:t>
            </a:r>
            <a:r>
              <a:rPr lang="fr-FR" sz="1400" err="1">
                <a:latin typeface="+mn-lt"/>
              </a:rPr>
              <a:t>sit</a:t>
            </a:r>
            <a:r>
              <a:rPr lang="fr-FR" sz="1400">
                <a:latin typeface="+mn-lt"/>
              </a:rPr>
              <a:t> </a:t>
            </a:r>
            <a:r>
              <a:rPr lang="fr-FR" sz="1400" err="1">
                <a:latin typeface="+mn-lt"/>
              </a:rPr>
              <a:t>amet</a:t>
            </a:r>
            <a:r>
              <a:rPr lang="fr-FR" sz="1400">
                <a:latin typeface="+mn-lt"/>
              </a:rPr>
              <a:t>, pro ut </a:t>
            </a:r>
            <a:r>
              <a:rPr lang="fr-FR" sz="1400" err="1">
                <a:latin typeface="+mn-lt"/>
              </a:rPr>
              <a:t>omnesque</a:t>
            </a:r>
            <a:r>
              <a:rPr lang="fr-FR" sz="1400">
                <a:latin typeface="+mn-lt"/>
              </a:rPr>
              <a:t> </a:t>
            </a:r>
            <a:r>
              <a:rPr lang="fr-FR" sz="1400" err="1">
                <a:latin typeface="+mn-lt"/>
              </a:rPr>
              <a:t>detraxit</a:t>
            </a:r>
            <a:r>
              <a:rPr lang="fr-FR" sz="1400">
                <a:latin typeface="+mn-lt"/>
              </a:rPr>
              <a:t>, eu </a:t>
            </a:r>
            <a:r>
              <a:rPr lang="fr-FR" sz="1400" err="1">
                <a:latin typeface="+mn-lt"/>
              </a:rPr>
              <a:t>affert</a:t>
            </a:r>
            <a:r>
              <a:rPr lang="fr-FR" sz="1400">
                <a:latin typeface="+mn-lt"/>
              </a:rPr>
              <a:t> </a:t>
            </a:r>
            <a:r>
              <a:rPr lang="fr-FR" sz="1400" err="1">
                <a:latin typeface="+mn-lt"/>
              </a:rPr>
              <a:t>euripidis</a:t>
            </a:r>
            <a:r>
              <a:rPr lang="fr-FR" sz="1400">
                <a:latin typeface="+mn-lt"/>
              </a:rPr>
              <a:t> </a:t>
            </a:r>
            <a:r>
              <a:rPr lang="fr-FR" sz="1400" err="1">
                <a:latin typeface="+mn-lt"/>
              </a:rPr>
              <a:t>prodesset</a:t>
            </a:r>
            <a:r>
              <a:rPr lang="fr-FR" sz="1400">
                <a:latin typeface="+mn-lt"/>
              </a:rPr>
              <a:t> per. Quo in dictas </a:t>
            </a:r>
            <a:r>
              <a:rPr lang="fr-FR" sz="1400" err="1">
                <a:latin typeface="+mn-lt"/>
              </a:rPr>
              <a:t>facilisi</a:t>
            </a:r>
            <a:r>
              <a:rPr lang="fr-FR" sz="1400">
                <a:latin typeface="+mn-lt"/>
              </a:rPr>
              <a:t>.</a:t>
            </a:r>
          </a:p>
        </p:txBody>
      </p:sp>
      <p:grpSp>
        <p:nvGrpSpPr>
          <p:cNvPr id="30" name="Group 29">
            <a:extLst>
              <a:ext uri="{FF2B5EF4-FFF2-40B4-BE49-F238E27FC236}">
                <a16:creationId xmlns:a16="http://schemas.microsoft.com/office/drawing/2014/main" id="{11AC041E-5DB6-3158-5255-FB8BEE334D66}"/>
              </a:ext>
            </a:extLst>
          </p:cNvPr>
          <p:cNvGrpSpPr/>
          <p:nvPr/>
        </p:nvGrpSpPr>
        <p:grpSpPr>
          <a:xfrm>
            <a:off x="6152186" y="2539119"/>
            <a:ext cx="3738448" cy="3743498"/>
            <a:chOff x="5135017" y="2539119"/>
            <a:chExt cx="3738448" cy="3743498"/>
          </a:xfrm>
        </p:grpSpPr>
        <p:sp>
          <p:nvSpPr>
            <p:cNvPr id="8" name="Freeform 6">
              <a:extLst>
                <a:ext uri="{FF2B5EF4-FFF2-40B4-BE49-F238E27FC236}">
                  <a16:creationId xmlns:a16="http://schemas.microsoft.com/office/drawing/2014/main" id="{0E7C2254-C64A-5912-2C18-4B00F46C0BA6}"/>
                </a:ext>
              </a:extLst>
            </p:cNvPr>
            <p:cNvSpPr>
              <a:spLocks noEditPoints="1"/>
            </p:cNvSpPr>
            <p:nvPr/>
          </p:nvSpPr>
          <p:spPr bwMode="auto">
            <a:xfrm>
              <a:off x="5135017" y="3549169"/>
              <a:ext cx="3738448" cy="1775163"/>
            </a:xfrm>
            <a:custGeom>
              <a:avLst/>
              <a:gdLst>
                <a:gd name="T0" fmla="*/ 941 w 1234"/>
                <a:gd name="T1" fmla="*/ 585 h 585"/>
                <a:gd name="T2" fmla="*/ 738 w 1234"/>
                <a:gd name="T3" fmla="*/ 503 h 585"/>
                <a:gd name="T4" fmla="*/ 734 w 1234"/>
                <a:gd name="T5" fmla="*/ 500 h 585"/>
                <a:gd name="T6" fmla="*/ 617 w 1234"/>
                <a:gd name="T7" fmla="*/ 451 h 585"/>
                <a:gd name="T8" fmla="*/ 500 w 1234"/>
                <a:gd name="T9" fmla="*/ 500 h 585"/>
                <a:gd name="T10" fmla="*/ 496 w 1234"/>
                <a:gd name="T11" fmla="*/ 503 h 585"/>
                <a:gd name="T12" fmla="*/ 293 w 1234"/>
                <a:gd name="T13" fmla="*/ 585 h 585"/>
                <a:gd name="T14" fmla="*/ 0 w 1234"/>
                <a:gd name="T15" fmla="*/ 293 h 585"/>
                <a:gd name="T16" fmla="*/ 293 w 1234"/>
                <a:gd name="T17" fmla="*/ 0 h 585"/>
                <a:gd name="T18" fmla="*/ 496 w 1234"/>
                <a:gd name="T19" fmla="*/ 82 h 585"/>
                <a:gd name="T20" fmla="*/ 500 w 1234"/>
                <a:gd name="T21" fmla="*/ 86 h 585"/>
                <a:gd name="T22" fmla="*/ 617 w 1234"/>
                <a:gd name="T23" fmla="*/ 134 h 585"/>
                <a:gd name="T24" fmla="*/ 734 w 1234"/>
                <a:gd name="T25" fmla="*/ 86 h 585"/>
                <a:gd name="T26" fmla="*/ 738 w 1234"/>
                <a:gd name="T27" fmla="*/ 82 h 585"/>
                <a:gd name="T28" fmla="*/ 941 w 1234"/>
                <a:gd name="T29" fmla="*/ 0 h 585"/>
                <a:gd name="T30" fmla="*/ 1234 w 1234"/>
                <a:gd name="T31" fmla="*/ 293 h 585"/>
                <a:gd name="T32" fmla="*/ 941 w 1234"/>
                <a:gd name="T33" fmla="*/ 585 h 585"/>
                <a:gd name="T34" fmla="*/ 820 w 1234"/>
                <a:gd name="T35" fmla="*/ 406 h 585"/>
                <a:gd name="T36" fmla="*/ 824 w 1234"/>
                <a:gd name="T37" fmla="*/ 410 h 585"/>
                <a:gd name="T38" fmla="*/ 941 w 1234"/>
                <a:gd name="T39" fmla="*/ 459 h 585"/>
                <a:gd name="T40" fmla="*/ 1107 w 1234"/>
                <a:gd name="T41" fmla="*/ 293 h 585"/>
                <a:gd name="T42" fmla="*/ 941 w 1234"/>
                <a:gd name="T43" fmla="*/ 127 h 585"/>
                <a:gd name="T44" fmla="*/ 824 w 1234"/>
                <a:gd name="T45" fmla="*/ 175 h 585"/>
                <a:gd name="T46" fmla="*/ 820 w 1234"/>
                <a:gd name="T47" fmla="*/ 179 h 585"/>
                <a:gd name="T48" fmla="*/ 617 w 1234"/>
                <a:gd name="T49" fmla="*/ 261 h 585"/>
                <a:gd name="T50" fmla="*/ 414 w 1234"/>
                <a:gd name="T51" fmla="*/ 179 h 585"/>
                <a:gd name="T52" fmla="*/ 410 w 1234"/>
                <a:gd name="T53" fmla="*/ 175 h 585"/>
                <a:gd name="T54" fmla="*/ 293 w 1234"/>
                <a:gd name="T55" fmla="*/ 127 h 585"/>
                <a:gd name="T56" fmla="*/ 127 w 1234"/>
                <a:gd name="T57" fmla="*/ 293 h 585"/>
                <a:gd name="T58" fmla="*/ 293 w 1234"/>
                <a:gd name="T59" fmla="*/ 459 h 585"/>
                <a:gd name="T60" fmla="*/ 410 w 1234"/>
                <a:gd name="T61" fmla="*/ 410 h 585"/>
                <a:gd name="T62" fmla="*/ 414 w 1234"/>
                <a:gd name="T63" fmla="*/ 406 h 585"/>
                <a:gd name="T64" fmla="*/ 617 w 1234"/>
                <a:gd name="T65" fmla="*/ 324 h 585"/>
                <a:gd name="T66" fmla="*/ 820 w 1234"/>
                <a:gd name="T67" fmla="*/ 406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34" h="585">
                  <a:moveTo>
                    <a:pt x="941" y="585"/>
                  </a:moveTo>
                  <a:cubicBezTo>
                    <a:pt x="865" y="585"/>
                    <a:pt x="793" y="556"/>
                    <a:pt x="738" y="503"/>
                  </a:cubicBezTo>
                  <a:cubicBezTo>
                    <a:pt x="737" y="502"/>
                    <a:pt x="736" y="501"/>
                    <a:pt x="734" y="500"/>
                  </a:cubicBezTo>
                  <a:cubicBezTo>
                    <a:pt x="703" y="468"/>
                    <a:pt x="661" y="451"/>
                    <a:pt x="617" y="451"/>
                  </a:cubicBezTo>
                  <a:cubicBezTo>
                    <a:pt x="573" y="451"/>
                    <a:pt x="531" y="468"/>
                    <a:pt x="500" y="500"/>
                  </a:cubicBezTo>
                  <a:cubicBezTo>
                    <a:pt x="498" y="501"/>
                    <a:pt x="497" y="502"/>
                    <a:pt x="496" y="503"/>
                  </a:cubicBezTo>
                  <a:cubicBezTo>
                    <a:pt x="441" y="556"/>
                    <a:pt x="369" y="585"/>
                    <a:pt x="293" y="585"/>
                  </a:cubicBezTo>
                  <a:cubicBezTo>
                    <a:pt x="131" y="585"/>
                    <a:pt x="0" y="454"/>
                    <a:pt x="0" y="293"/>
                  </a:cubicBezTo>
                  <a:cubicBezTo>
                    <a:pt x="0" y="131"/>
                    <a:pt x="131" y="0"/>
                    <a:pt x="293" y="0"/>
                  </a:cubicBezTo>
                  <a:cubicBezTo>
                    <a:pt x="369" y="0"/>
                    <a:pt x="441" y="29"/>
                    <a:pt x="496" y="82"/>
                  </a:cubicBezTo>
                  <a:cubicBezTo>
                    <a:pt x="497" y="83"/>
                    <a:pt x="498" y="84"/>
                    <a:pt x="500" y="86"/>
                  </a:cubicBezTo>
                  <a:cubicBezTo>
                    <a:pt x="531" y="117"/>
                    <a:pt x="573" y="134"/>
                    <a:pt x="617" y="134"/>
                  </a:cubicBezTo>
                  <a:cubicBezTo>
                    <a:pt x="661" y="134"/>
                    <a:pt x="703" y="117"/>
                    <a:pt x="734" y="86"/>
                  </a:cubicBezTo>
                  <a:cubicBezTo>
                    <a:pt x="736" y="84"/>
                    <a:pt x="737" y="83"/>
                    <a:pt x="738" y="82"/>
                  </a:cubicBezTo>
                  <a:cubicBezTo>
                    <a:pt x="793" y="29"/>
                    <a:pt x="865" y="0"/>
                    <a:pt x="941" y="0"/>
                  </a:cubicBezTo>
                  <a:cubicBezTo>
                    <a:pt x="1103" y="0"/>
                    <a:pt x="1234" y="131"/>
                    <a:pt x="1234" y="293"/>
                  </a:cubicBezTo>
                  <a:cubicBezTo>
                    <a:pt x="1234" y="454"/>
                    <a:pt x="1103" y="585"/>
                    <a:pt x="941" y="585"/>
                  </a:cubicBezTo>
                  <a:close/>
                  <a:moveTo>
                    <a:pt x="820" y="406"/>
                  </a:moveTo>
                  <a:cubicBezTo>
                    <a:pt x="821" y="408"/>
                    <a:pt x="823" y="409"/>
                    <a:pt x="824" y="410"/>
                  </a:cubicBezTo>
                  <a:cubicBezTo>
                    <a:pt x="855" y="441"/>
                    <a:pt x="897" y="459"/>
                    <a:pt x="941" y="459"/>
                  </a:cubicBezTo>
                  <a:cubicBezTo>
                    <a:pt x="1033" y="459"/>
                    <a:pt x="1107" y="384"/>
                    <a:pt x="1107" y="293"/>
                  </a:cubicBezTo>
                  <a:cubicBezTo>
                    <a:pt x="1107" y="201"/>
                    <a:pt x="1033" y="127"/>
                    <a:pt x="941" y="127"/>
                  </a:cubicBezTo>
                  <a:cubicBezTo>
                    <a:pt x="897" y="127"/>
                    <a:pt x="855" y="144"/>
                    <a:pt x="824" y="175"/>
                  </a:cubicBezTo>
                  <a:cubicBezTo>
                    <a:pt x="823" y="176"/>
                    <a:pt x="821" y="178"/>
                    <a:pt x="820" y="179"/>
                  </a:cubicBezTo>
                  <a:cubicBezTo>
                    <a:pt x="765" y="232"/>
                    <a:pt x="693" y="261"/>
                    <a:pt x="617" y="261"/>
                  </a:cubicBezTo>
                  <a:cubicBezTo>
                    <a:pt x="541" y="261"/>
                    <a:pt x="469" y="232"/>
                    <a:pt x="414" y="179"/>
                  </a:cubicBezTo>
                  <a:cubicBezTo>
                    <a:pt x="413" y="178"/>
                    <a:pt x="411" y="176"/>
                    <a:pt x="410" y="175"/>
                  </a:cubicBezTo>
                  <a:cubicBezTo>
                    <a:pt x="379" y="144"/>
                    <a:pt x="337" y="127"/>
                    <a:pt x="293" y="127"/>
                  </a:cubicBezTo>
                  <a:cubicBezTo>
                    <a:pt x="201" y="127"/>
                    <a:pt x="127" y="201"/>
                    <a:pt x="127" y="293"/>
                  </a:cubicBezTo>
                  <a:cubicBezTo>
                    <a:pt x="127" y="384"/>
                    <a:pt x="201" y="459"/>
                    <a:pt x="293" y="459"/>
                  </a:cubicBezTo>
                  <a:cubicBezTo>
                    <a:pt x="337" y="459"/>
                    <a:pt x="379" y="441"/>
                    <a:pt x="410" y="410"/>
                  </a:cubicBezTo>
                  <a:cubicBezTo>
                    <a:pt x="411" y="409"/>
                    <a:pt x="413" y="407"/>
                    <a:pt x="414" y="406"/>
                  </a:cubicBezTo>
                  <a:cubicBezTo>
                    <a:pt x="469" y="353"/>
                    <a:pt x="541" y="324"/>
                    <a:pt x="617" y="324"/>
                  </a:cubicBezTo>
                  <a:cubicBezTo>
                    <a:pt x="693" y="324"/>
                    <a:pt x="765" y="353"/>
                    <a:pt x="820" y="406"/>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221025" tIns="315750" rIns="221025" rtlCol="0" anchor="t">
              <a:noAutofit/>
            </a:bodyPr>
            <a:lstStyle/>
            <a:p>
              <a:pPr>
                <a:spcBef>
                  <a:spcPts val="1053"/>
                </a:spcBef>
              </a:pPr>
              <a:endParaRPr lang="ru-UA" sz="1228" b="1"/>
            </a:p>
          </p:txBody>
        </p:sp>
        <p:sp>
          <p:nvSpPr>
            <p:cNvPr id="9" name="Freeform 7">
              <a:extLst>
                <a:ext uri="{FF2B5EF4-FFF2-40B4-BE49-F238E27FC236}">
                  <a16:creationId xmlns:a16="http://schemas.microsoft.com/office/drawing/2014/main" id="{E738C1C4-B4EA-7B82-D891-01981E9007B7}"/>
                </a:ext>
              </a:extLst>
            </p:cNvPr>
            <p:cNvSpPr>
              <a:spLocks noEditPoints="1"/>
            </p:cNvSpPr>
            <p:nvPr/>
          </p:nvSpPr>
          <p:spPr bwMode="auto">
            <a:xfrm>
              <a:off x="6117290" y="2539119"/>
              <a:ext cx="1771375" cy="3743498"/>
            </a:xfrm>
            <a:custGeom>
              <a:avLst/>
              <a:gdLst>
                <a:gd name="T0" fmla="*/ 293 w 585"/>
                <a:gd name="T1" fmla="*/ 1234 h 1234"/>
                <a:gd name="T2" fmla="*/ 0 w 585"/>
                <a:gd name="T3" fmla="*/ 942 h 1234"/>
                <a:gd name="T4" fmla="*/ 82 w 585"/>
                <a:gd name="T5" fmla="*/ 738 h 1234"/>
                <a:gd name="T6" fmla="*/ 86 w 585"/>
                <a:gd name="T7" fmla="*/ 735 h 1234"/>
                <a:gd name="T8" fmla="*/ 135 w 585"/>
                <a:gd name="T9" fmla="*/ 617 h 1234"/>
                <a:gd name="T10" fmla="*/ 86 w 585"/>
                <a:gd name="T11" fmla="*/ 500 h 1234"/>
                <a:gd name="T12" fmla="*/ 82 w 585"/>
                <a:gd name="T13" fmla="*/ 496 h 1234"/>
                <a:gd name="T14" fmla="*/ 0 w 585"/>
                <a:gd name="T15" fmla="*/ 293 h 1234"/>
                <a:gd name="T16" fmla="*/ 293 w 585"/>
                <a:gd name="T17" fmla="*/ 0 h 1234"/>
                <a:gd name="T18" fmla="*/ 585 w 585"/>
                <a:gd name="T19" fmla="*/ 293 h 1234"/>
                <a:gd name="T20" fmla="*/ 503 w 585"/>
                <a:gd name="T21" fmla="*/ 496 h 1234"/>
                <a:gd name="T22" fmla="*/ 500 w 585"/>
                <a:gd name="T23" fmla="*/ 500 h 1234"/>
                <a:gd name="T24" fmla="*/ 451 w 585"/>
                <a:gd name="T25" fmla="*/ 617 h 1234"/>
                <a:gd name="T26" fmla="*/ 500 w 585"/>
                <a:gd name="T27" fmla="*/ 735 h 1234"/>
                <a:gd name="T28" fmla="*/ 504 w 585"/>
                <a:gd name="T29" fmla="*/ 738 h 1234"/>
                <a:gd name="T30" fmla="*/ 585 w 585"/>
                <a:gd name="T31" fmla="*/ 942 h 1234"/>
                <a:gd name="T32" fmla="*/ 293 w 585"/>
                <a:gd name="T33" fmla="*/ 1234 h 1234"/>
                <a:gd name="T34" fmla="*/ 179 w 585"/>
                <a:gd name="T35" fmla="*/ 820 h 1234"/>
                <a:gd name="T36" fmla="*/ 176 w 585"/>
                <a:gd name="T37" fmla="*/ 824 h 1234"/>
                <a:gd name="T38" fmla="*/ 127 w 585"/>
                <a:gd name="T39" fmla="*/ 942 h 1234"/>
                <a:gd name="T40" fmla="*/ 293 w 585"/>
                <a:gd name="T41" fmla="*/ 1108 h 1234"/>
                <a:gd name="T42" fmla="*/ 459 w 585"/>
                <a:gd name="T43" fmla="*/ 942 h 1234"/>
                <a:gd name="T44" fmla="*/ 410 w 585"/>
                <a:gd name="T45" fmla="*/ 824 h 1234"/>
                <a:gd name="T46" fmla="*/ 407 w 585"/>
                <a:gd name="T47" fmla="*/ 820 h 1234"/>
                <a:gd name="T48" fmla="*/ 325 w 585"/>
                <a:gd name="T49" fmla="*/ 617 h 1234"/>
                <a:gd name="T50" fmla="*/ 407 w 585"/>
                <a:gd name="T51" fmla="*/ 414 h 1234"/>
                <a:gd name="T52" fmla="*/ 410 w 585"/>
                <a:gd name="T53" fmla="*/ 410 h 1234"/>
                <a:gd name="T54" fmla="*/ 459 w 585"/>
                <a:gd name="T55" fmla="*/ 293 h 1234"/>
                <a:gd name="T56" fmla="*/ 293 w 585"/>
                <a:gd name="T57" fmla="*/ 127 h 1234"/>
                <a:gd name="T58" fmla="*/ 127 w 585"/>
                <a:gd name="T59" fmla="*/ 293 h 1234"/>
                <a:gd name="T60" fmla="*/ 176 w 585"/>
                <a:gd name="T61" fmla="*/ 410 h 1234"/>
                <a:gd name="T62" fmla="*/ 179 w 585"/>
                <a:gd name="T63" fmla="*/ 414 h 1234"/>
                <a:gd name="T64" fmla="*/ 261 w 585"/>
                <a:gd name="T65" fmla="*/ 617 h 1234"/>
                <a:gd name="T66" fmla="*/ 179 w 585"/>
                <a:gd name="T67" fmla="*/ 820 h 1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5" h="1234">
                  <a:moveTo>
                    <a:pt x="293" y="1234"/>
                  </a:moveTo>
                  <a:cubicBezTo>
                    <a:pt x="132" y="1234"/>
                    <a:pt x="0" y="1103"/>
                    <a:pt x="0" y="942"/>
                  </a:cubicBezTo>
                  <a:cubicBezTo>
                    <a:pt x="0" y="865"/>
                    <a:pt x="30" y="793"/>
                    <a:pt x="82" y="738"/>
                  </a:cubicBezTo>
                  <a:cubicBezTo>
                    <a:pt x="84" y="737"/>
                    <a:pt x="85" y="736"/>
                    <a:pt x="86" y="735"/>
                  </a:cubicBezTo>
                  <a:cubicBezTo>
                    <a:pt x="117" y="703"/>
                    <a:pt x="135" y="661"/>
                    <a:pt x="135" y="617"/>
                  </a:cubicBezTo>
                  <a:cubicBezTo>
                    <a:pt x="135" y="573"/>
                    <a:pt x="117" y="531"/>
                    <a:pt x="86" y="500"/>
                  </a:cubicBezTo>
                  <a:cubicBezTo>
                    <a:pt x="85" y="498"/>
                    <a:pt x="83" y="497"/>
                    <a:pt x="82" y="496"/>
                  </a:cubicBezTo>
                  <a:cubicBezTo>
                    <a:pt x="29" y="441"/>
                    <a:pt x="0" y="369"/>
                    <a:pt x="0" y="293"/>
                  </a:cubicBezTo>
                  <a:cubicBezTo>
                    <a:pt x="0" y="131"/>
                    <a:pt x="132" y="0"/>
                    <a:pt x="293" y="0"/>
                  </a:cubicBezTo>
                  <a:cubicBezTo>
                    <a:pt x="454" y="0"/>
                    <a:pt x="585" y="131"/>
                    <a:pt x="585" y="293"/>
                  </a:cubicBezTo>
                  <a:cubicBezTo>
                    <a:pt x="585" y="369"/>
                    <a:pt x="556" y="441"/>
                    <a:pt x="503" y="496"/>
                  </a:cubicBezTo>
                  <a:cubicBezTo>
                    <a:pt x="502" y="497"/>
                    <a:pt x="501" y="499"/>
                    <a:pt x="500" y="500"/>
                  </a:cubicBezTo>
                  <a:cubicBezTo>
                    <a:pt x="469" y="531"/>
                    <a:pt x="451" y="573"/>
                    <a:pt x="451" y="617"/>
                  </a:cubicBezTo>
                  <a:cubicBezTo>
                    <a:pt x="451" y="662"/>
                    <a:pt x="469" y="703"/>
                    <a:pt x="500" y="735"/>
                  </a:cubicBezTo>
                  <a:cubicBezTo>
                    <a:pt x="501" y="736"/>
                    <a:pt x="502" y="737"/>
                    <a:pt x="504" y="738"/>
                  </a:cubicBezTo>
                  <a:cubicBezTo>
                    <a:pt x="556" y="793"/>
                    <a:pt x="585" y="865"/>
                    <a:pt x="585" y="942"/>
                  </a:cubicBezTo>
                  <a:cubicBezTo>
                    <a:pt x="585" y="1103"/>
                    <a:pt x="454" y="1234"/>
                    <a:pt x="293" y="1234"/>
                  </a:cubicBezTo>
                  <a:close/>
                  <a:moveTo>
                    <a:pt x="179" y="820"/>
                  </a:moveTo>
                  <a:cubicBezTo>
                    <a:pt x="178" y="822"/>
                    <a:pt x="177" y="823"/>
                    <a:pt x="176" y="824"/>
                  </a:cubicBezTo>
                  <a:cubicBezTo>
                    <a:pt x="144" y="855"/>
                    <a:pt x="127" y="897"/>
                    <a:pt x="127" y="942"/>
                  </a:cubicBezTo>
                  <a:cubicBezTo>
                    <a:pt x="127" y="1033"/>
                    <a:pt x="201" y="1108"/>
                    <a:pt x="293" y="1108"/>
                  </a:cubicBezTo>
                  <a:cubicBezTo>
                    <a:pt x="384" y="1108"/>
                    <a:pt x="459" y="1033"/>
                    <a:pt x="459" y="942"/>
                  </a:cubicBezTo>
                  <a:cubicBezTo>
                    <a:pt x="459" y="897"/>
                    <a:pt x="442" y="855"/>
                    <a:pt x="410" y="824"/>
                  </a:cubicBezTo>
                  <a:cubicBezTo>
                    <a:pt x="409" y="823"/>
                    <a:pt x="408" y="822"/>
                    <a:pt x="407" y="820"/>
                  </a:cubicBezTo>
                  <a:cubicBezTo>
                    <a:pt x="354" y="765"/>
                    <a:pt x="325" y="694"/>
                    <a:pt x="325" y="617"/>
                  </a:cubicBezTo>
                  <a:cubicBezTo>
                    <a:pt x="325" y="541"/>
                    <a:pt x="354" y="469"/>
                    <a:pt x="407" y="414"/>
                  </a:cubicBezTo>
                  <a:cubicBezTo>
                    <a:pt x="408" y="413"/>
                    <a:pt x="409" y="411"/>
                    <a:pt x="410" y="410"/>
                  </a:cubicBezTo>
                  <a:cubicBezTo>
                    <a:pt x="442" y="379"/>
                    <a:pt x="459" y="337"/>
                    <a:pt x="459" y="293"/>
                  </a:cubicBezTo>
                  <a:cubicBezTo>
                    <a:pt x="459" y="201"/>
                    <a:pt x="384" y="127"/>
                    <a:pt x="293" y="127"/>
                  </a:cubicBezTo>
                  <a:cubicBezTo>
                    <a:pt x="201" y="127"/>
                    <a:pt x="127" y="201"/>
                    <a:pt x="127" y="293"/>
                  </a:cubicBezTo>
                  <a:cubicBezTo>
                    <a:pt x="127" y="337"/>
                    <a:pt x="144" y="379"/>
                    <a:pt x="176" y="410"/>
                  </a:cubicBezTo>
                  <a:cubicBezTo>
                    <a:pt x="177" y="411"/>
                    <a:pt x="178" y="413"/>
                    <a:pt x="179" y="414"/>
                  </a:cubicBezTo>
                  <a:cubicBezTo>
                    <a:pt x="232" y="469"/>
                    <a:pt x="261" y="541"/>
                    <a:pt x="261" y="617"/>
                  </a:cubicBezTo>
                  <a:cubicBezTo>
                    <a:pt x="261" y="694"/>
                    <a:pt x="232" y="765"/>
                    <a:pt x="179" y="82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221025" tIns="315750" rIns="221025" rtlCol="0" anchor="t">
              <a:noAutofit/>
            </a:bodyPr>
            <a:lstStyle/>
            <a:p>
              <a:pPr>
                <a:spcBef>
                  <a:spcPts val="1053"/>
                </a:spcBef>
              </a:pPr>
              <a:endParaRPr lang="ru-UA" sz="1228" b="1"/>
            </a:p>
          </p:txBody>
        </p:sp>
        <p:sp>
          <p:nvSpPr>
            <p:cNvPr id="22" name="Oval 21">
              <a:extLst>
                <a:ext uri="{FF2B5EF4-FFF2-40B4-BE49-F238E27FC236}">
                  <a16:creationId xmlns:a16="http://schemas.microsoft.com/office/drawing/2014/main" id="{81E64A88-6250-7E86-D969-4B957FF0928B}"/>
                </a:ext>
              </a:extLst>
            </p:cNvPr>
            <p:cNvSpPr/>
            <p:nvPr/>
          </p:nvSpPr>
          <p:spPr>
            <a:xfrm>
              <a:off x="6480910" y="2912839"/>
              <a:ext cx="1044139" cy="1046665"/>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3" name="Graphic 22">
              <a:extLst>
                <a:ext uri="{FF2B5EF4-FFF2-40B4-BE49-F238E27FC236}">
                  <a16:creationId xmlns:a16="http://schemas.microsoft.com/office/drawing/2014/main" id="{201ACCA2-116B-38FF-F3C5-DDA567D277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88197" y="3232201"/>
              <a:ext cx="429564" cy="407940"/>
            </a:xfrm>
            <a:prstGeom prst="rect">
              <a:avLst/>
            </a:prstGeom>
          </p:spPr>
        </p:pic>
        <p:sp>
          <p:nvSpPr>
            <p:cNvPr id="24" name="Oval 23">
              <a:extLst>
                <a:ext uri="{FF2B5EF4-FFF2-40B4-BE49-F238E27FC236}">
                  <a16:creationId xmlns:a16="http://schemas.microsoft.com/office/drawing/2014/main" id="{FE599D60-EFD3-C057-20F6-B9251CAF8A9C}"/>
                </a:ext>
              </a:extLst>
            </p:cNvPr>
            <p:cNvSpPr/>
            <p:nvPr/>
          </p:nvSpPr>
          <p:spPr>
            <a:xfrm>
              <a:off x="7464445" y="3925412"/>
              <a:ext cx="1044139" cy="1046665"/>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5" name="Graphic 24">
              <a:extLst>
                <a:ext uri="{FF2B5EF4-FFF2-40B4-BE49-F238E27FC236}">
                  <a16:creationId xmlns:a16="http://schemas.microsoft.com/office/drawing/2014/main" id="{284C8043-07DC-1AC7-B013-B2A12E5D91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71733" y="4244775"/>
              <a:ext cx="429564" cy="407940"/>
            </a:xfrm>
            <a:prstGeom prst="rect">
              <a:avLst/>
            </a:prstGeom>
          </p:spPr>
        </p:pic>
        <p:sp>
          <p:nvSpPr>
            <p:cNvPr id="26" name="Oval 25">
              <a:extLst>
                <a:ext uri="{FF2B5EF4-FFF2-40B4-BE49-F238E27FC236}">
                  <a16:creationId xmlns:a16="http://schemas.microsoft.com/office/drawing/2014/main" id="{3F81ED11-112D-AE23-0FD9-C83FB6ED961B}"/>
                </a:ext>
              </a:extLst>
            </p:cNvPr>
            <p:cNvSpPr/>
            <p:nvPr/>
          </p:nvSpPr>
          <p:spPr>
            <a:xfrm>
              <a:off x="6492273" y="4898849"/>
              <a:ext cx="1044139" cy="1046665"/>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7" name="Graphic 26">
              <a:extLst>
                <a:ext uri="{FF2B5EF4-FFF2-40B4-BE49-F238E27FC236}">
                  <a16:creationId xmlns:a16="http://schemas.microsoft.com/office/drawing/2014/main" id="{9946D369-6888-6FBD-AE7A-011C2DD2CE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99561" y="5218212"/>
              <a:ext cx="429564" cy="407940"/>
            </a:xfrm>
            <a:prstGeom prst="rect">
              <a:avLst/>
            </a:prstGeom>
          </p:spPr>
        </p:pic>
        <p:sp>
          <p:nvSpPr>
            <p:cNvPr id="28" name="Oval 27">
              <a:extLst>
                <a:ext uri="{FF2B5EF4-FFF2-40B4-BE49-F238E27FC236}">
                  <a16:creationId xmlns:a16="http://schemas.microsoft.com/office/drawing/2014/main" id="{FB0DD32B-D20E-7C70-074A-6E3666F955C4}"/>
                </a:ext>
              </a:extLst>
            </p:cNvPr>
            <p:cNvSpPr/>
            <p:nvPr/>
          </p:nvSpPr>
          <p:spPr>
            <a:xfrm>
              <a:off x="5520099" y="3925412"/>
              <a:ext cx="1044139" cy="1046665"/>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9" name="Graphic 28">
              <a:extLst>
                <a:ext uri="{FF2B5EF4-FFF2-40B4-BE49-F238E27FC236}">
                  <a16:creationId xmlns:a16="http://schemas.microsoft.com/office/drawing/2014/main" id="{7CDB15C4-6D03-0DD3-73C5-34133C86C6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27387" y="4244775"/>
              <a:ext cx="429564" cy="407940"/>
            </a:xfrm>
            <a:prstGeom prst="rect">
              <a:avLst/>
            </a:prstGeom>
          </p:spPr>
        </p:pic>
      </p:grpSp>
    </p:spTree>
    <p:extLst>
      <p:ext uri="{BB962C8B-B14F-4D97-AF65-F5344CB8AC3E}">
        <p14:creationId xmlns:p14="http://schemas.microsoft.com/office/powerpoint/2010/main" val="3565968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2C43EB8-DA1A-11B6-2FC6-9E4CFB60EADA}"/>
              </a:ext>
            </a:extLst>
          </p:cNvPr>
          <p:cNvSpPr>
            <a:spLocks noGrp="1"/>
          </p:cNvSpPr>
          <p:nvPr>
            <p:ph type="subTitle" idx="13"/>
          </p:nvPr>
        </p:nvSpPr>
        <p:spPr>
          <a:xfrm>
            <a:off x="539749" y="286056"/>
            <a:ext cx="12384088" cy="246221"/>
          </a:xfrm>
        </p:spPr>
        <p:txBody>
          <a:bodyPr/>
          <a:lstStyle/>
          <a:p>
            <a:r>
              <a:rPr lang="en-US" dirty="0"/>
              <a:t>Subheading</a:t>
            </a:r>
            <a:endParaRPr lang="en-GB" dirty="0"/>
          </a:p>
        </p:txBody>
      </p:sp>
      <p:sp>
        <p:nvSpPr>
          <p:cNvPr id="3" name="Title 2">
            <a:extLst>
              <a:ext uri="{FF2B5EF4-FFF2-40B4-BE49-F238E27FC236}">
                <a16:creationId xmlns:a16="http://schemas.microsoft.com/office/drawing/2014/main" id="{7D5E136C-ABEB-D725-D01E-1C608A9EC281}"/>
              </a:ext>
            </a:extLst>
          </p:cNvPr>
          <p:cNvSpPr>
            <a:spLocks noGrp="1"/>
          </p:cNvSpPr>
          <p:nvPr>
            <p:ph type="title"/>
          </p:nvPr>
        </p:nvSpPr>
        <p:spPr/>
        <p:txBody>
          <a:bodyPr/>
          <a:lstStyle/>
          <a:p>
            <a:r>
              <a:rPr lang="en-US" altLang="ru-UA" dirty="0"/>
              <a:t>Circle diagram 5</a:t>
            </a:r>
            <a:endParaRPr lang="en-GB" dirty="0"/>
          </a:p>
        </p:txBody>
      </p:sp>
      <p:sp>
        <p:nvSpPr>
          <p:cNvPr id="4" name="Text Placeholder 31">
            <a:extLst>
              <a:ext uri="{FF2B5EF4-FFF2-40B4-BE49-F238E27FC236}">
                <a16:creationId xmlns:a16="http://schemas.microsoft.com/office/drawing/2014/main" id="{0CB099DB-1130-FB92-20E8-C1275175D13A}"/>
              </a:ext>
            </a:extLst>
          </p:cNvPr>
          <p:cNvSpPr txBox="1">
            <a:spLocks/>
          </p:cNvSpPr>
          <p:nvPr/>
        </p:nvSpPr>
        <p:spPr>
          <a:xfrm>
            <a:off x="538162" y="1796601"/>
            <a:ext cx="2580821" cy="5221288"/>
          </a:xfrm>
          <a:prstGeom prst="rect">
            <a:avLst/>
          </a:prstGeom>
          <a:noFill/>
        </p:spPr>
        <p:txBody>
          <a:bodyPr lIns="0" tIns="72000" rIns="108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solidFill>
                  <a:schemeClr val="accent2"/>
                </a:solidFill>
              </a:rPr>
              <a:t>Lorem ipsum </a:t>
            </a:r>
            <a:r>
              <a:rPr lang="en-GB" sz="1600" dirty="0" err="1">
                <a:solidFill>
                  <a:schemeClr val="accent2"/>
                </a:solidFill>
              </a:rPr>
              <a:t>dolor</a:t>
            </a:r>
            <a:r>
              <a:rPr lang="en-GB" sz="1600" dirty="0">
                <a:solidFill>
                  <a:schemeClr val="accent2"/>
                </a:solidFill>
              </a:rPr>
              <a:t> sit </a:t>
            </a:r>
            <a:r>
              <a:rPr lang="en-GB" sz="1600" dirty="0" err="1">
                <a:solidFill>
                  <a:schemeClr val="accent2"/>
                </a:solidFill>
              </a:rPr>
              <a:t>amet</a:t>
            </a:r>
            <a:r>
              <a:rPr lang="en-GB" sz="1600" dirty="0">
                <a:solidFill>
                  <a:schemeClr val="accent2"/>
                </a:solidFill>
              </a:rPr>
              <a:t>, </a:t>
            </a:r>
            <a:r>
              <a:rPr lang="en-GB" sz="1600" dirty="0" err="1">
                <a:solidFill>
                  <a:schemeClr val="accent2"/>
                </a:solidFill>
              </a:rPr>
              <a:t>consectetur</a:t>
            </a:r>
            <a:r>
              <a:rPr lang="en-GB" sz="1600" dirty="0">
                <a:solidFill>
                  <a:schemeClr val="accent2"/>
                </a:solidFill>
              </a:rPr>
              <a:t> </a:t>
            </a:r>
            <a:r>
              <a:rPr lang="en-GB" sz="1600" dirty="0" err="1">
                <a:solidFill>
                  <a:schemeClr val="accent2"/>
                </a:solidFill>
              </a:rPr>
              <a:t>adipiscing</a:t>
            </a:r>
            <a:r>
              <a:rPr lang="en-GB" sz="1600" dirty="0">
                <a:solidFill>
                  <a:schemeClr val="accent2"/>
                </a:solidFill>
              </a:rPr>
              <a:t> </a:t>
            </a:r>
            <a:r>
              <a:rPr lang="en-GB" sz="1600" dirty="0" err="1">
                <a:solidFill>
                  <a:schemeClr val="accent2"/>
                </a:solidFill>
              </a:rPr>
              <a:t>elit</a:t>
            </a:r>
            <a:r>
              <a:rPr lang="en-GB" sz="1600" dirty="0">
                <a:solidFill>
                  <a:schemeClr val="accent2"/>
                </a:solidFill>
              </a:rPr>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Quisque</a:t>
            </a:r>
            <a:r>
              <a:rPr lang="en-GB" sz="1400" dirty="0"/>
              <a:t> tempus </a:t>
            </a:r>
            <a:r>
              <a:rPr lang="en-GB" sz="1400" dirty="0" err="1"/>
              <a:t>diam</a:t>
            </a:r>
            <a:r>
              <a:rPr lang="en-GB" sz="1400" dirty="0"/>
              <a:t> sit </a:t>
            </a:r>
            <a:r>
              <a:rPr lang="en-GB" sz="1400" dirty="0" err="1"/>
              <a:t>amet</a:t>
            </a:r>
            <a:r>
              <a:rPr lang="en-GB" sz="1400" dirty="0"/>
              <a:t> tempus.</a:t>
            </a:r>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p:txBody>
      </p:sp>
      <p:sp>
        <p:nvSpPr>
          <p:cNvPr id="5" name="Rectangle 4">
            <a:extLst>
              <a:ext uri="{FF2B5EF4-FFF2-40B4-BE49-F238E27FC236}">
                <a16:creationId xmlns:a16="http://schemas.microsoft.com/office/drawing/2014/main" id="{884D8B0A-C760-EC3C-088B-66F2CD06447C}"/>
              </a:ext>
            </a:extLst>
          </p:cNvPr>
          <p:cNvSpPr/>
          <p:nvPr/>
        </p:nvSpPr>
        <p:spPr>
          <a:xfrm>
            <a:off x="3118984" y="1796601"/>
            <a:ext cx="9804853" cy="5224663"/>
          </a:xfrm>
          <a:prstGeom prst="rect">
            <a:avLst/>
          </a:prstGeom>
          <a:solidFill>
            <a:srgbClr val="F9EBF2"/>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6" name="Freeform 36">
            <a:extLst>
              <a:ext uri="{FF2B5EF4-FFF2-40B4-BE49-F238E27FC236}">
                <a16:creationId xmlns:a16="http://schemas.microsoft.com/office/drawing/2014/main" id="{C22306F6-A062-C6D6-7D15-F294460C54CC}"/>
              </a:ext>
            </a:extLst>
          </p:cNvPr>
          <p:cNvSpPr>
            <a:spLocks noEditPoints="1"/>
          </p:cNvSpPr>
          <p:nvPr/>
        </p:nvSpPr>
        <p:spPr bwMode="auto">
          <a:xfrm>
            <a:off x="6345422" y="2624349"/>
            <a:ext cx="3607416" cy="3398291"/>
          </a:xfrm>
          <a:custGeom>
            <a:avLst/>
            <a:gdLst>
              <a:gd name="T0" fmla="*/ 1164 w 1353"/>
              <a:gd name="T1" fmla="*/ 301 h 1273"/>
              <a:gd name="T2" fmla="*/ 947 w 1353"/>
              <a:gd name="T3" fmla="*/ 284 h 1273"/>
              <a:gd name="T4" fmla="*/ 664 w 1353"/>
              <a:gd name="T5" fmla="*/ 0 h 1273"/>
              <a:gd name="T6" fmla="*/ 381 w 1353"/>
              <a:gd name="T7" fmla="*/ 284 h 1273"/>
              <a:gd name="T8" fmla="*/ 23 w 1353"/>
              <a:gd name="T9" fmla="*/ 465 h 1273"/>
              <a:gd name="T10" fmla="*/ 205 w 1353"/>
              <a:gd name="T11" fmla="*/ 822 h 1273"/>
              <a:gd name="T12" fmla="*/ 205 w 1353"/>
              <a:gd name="T13" fmla="*/ 823 h 1273"/>
              <a:gd name="T14" fmla="*/ 434 w 1353"/>
              <a:gd name="T15" fmla="*/ 1273 h 1273"/>
              <a:gd name="T16" fmla="*/ 663 w 1353"/>
              <a:gd name="T17" fmla="*/ 1156 h 1273"/>
              <a:gd name="T18" fmla="*/ 665 w 1353"/>
              <a:gd name="T19" fmla="*/ 1156 h 1273"/>
              <a:gd name="T20" fmla="*/ 1060 w 1353"/>
              <a:gd name="T21" fmla="*/ 1219 h 1273"/>
              <a:gd name="T22" fmla="*/ 1123 w 1353"/>
              <a:gd name="T23" fmla="*/ 823 h 1273"/>
              <a:gd name="T24" fmla="*/ 1123 w 1353"/>
              <a:gd name="T25" fmla="*/ 822 h 1273"/>
              <a:gd name="T26" fmla="*/ 664 w 1353"/>
              <a:gd name="T27" fmla="*/ 108 h 1273"/>
              <a:gd name="T28" fmla="*/ 806 w 1353"/>
              <a:gd name="T29" fmla="*/ 386 h 1273"/>
              <a:gd name="T30" fmla="*/ 522 w 1353"/>
              <a:gd name="T31" fmla="*/ 386 h 1273"/>
              <a:gd name="T32" fmla="*/ 664 w 1353"/>
              <a:gd name="T33" fmla="*/ 108 h 1273"/>
              <a:gd name="T34" fmla="*/ 126 w 1353"/>
              <a:gd name="T35" fmla="*/ 499 h 1273"/>
              <a:gd name="T36" fmla="*/ 434 w 1353"/>
              <a:gd name="T37" fmla="*/ 450 h 1273"/>
              <a:gd name="T38" fmla="*/ 346 w 1353"/>
              <a:gd name="T39" fmla="*/ 720 h 1273"/>
              <a:gd name="T40" fmla="*/ 347 w 1353"/>
              <a:gd name="T41" fmla="*/ 721 h 1273"/>
              <a:gd name="T42" fmla="*/ 238 w 1353"/>
              <a:gd name="T43" fmla="*/ 719 h 1273"/>
              <a:gd name="T44" fmla="*/ 611 w 1353"/>
              <a:gd name="T45" fmla="*/ 990 h 1273"/>
              <a:gd name="T46" fmla="*/ 576 w 1353"/>
              <a:gd name="T47" fmla="*/ 1093 h 1273"/>
              <a:gd name="T48" fmla="*/ 331 w 1353"/>
              <a:gd name="T49" fmla="*/ 1132 h 1273"/>
              <a:gd name="T50" fmla="*/ 380 w 1353"/>
              <a:gd name="T51" fmla="*/ 823 h 1273"/>
              <a:gd name="T52" fmla="*/ 609 w 1353"/>
              <a:gd name="T53" fmla="*/ 990 h 1273"/>
              <a:gd name="T54" fmla="*/ 611 w 1353"/>
              <a:gd name="T55" fmla="*/ 990 h 1273"/>
              <a:gd name="T56" fmla="*/ 601 w 1353"/>
              <a:gd name="T57" fmla="*/ 761 h 1273"/>
              <a:gd name="T58" fmla="*/ 562 w 1353"/>
              <a:gd name="T59" fmla="*/ 640 h 1273"/>
              <a:gd name="T60" fmla="*/ 664 w 1353"/>
              <a:gd name="T61" fmla="*/ 566 h 1273"/>
              <a:gd name="T62" fmla="*/ 766 w 1353"/>
              <a:gd name="T63" fmla="*/ 640 h 1273"/>
              <a:gd name="T64" fmla="*/ 727 w 1353"/>
              <a:gd name="T65" fmla="*/ 761 h 1273"/>
              <a:gd name="T66" fmla="*/ 1067 w 1353"/>
              <a:gd name="T67" fmla="*/ 1017 h 1273"/>
              <a:gd name="T68" fmla="*/ 752 w 1353"/>
              <a:gd name="T69" fmla="*/ 1093 h 1273"/>
              <a:gd name="T70" fmla="*/ 717 w 1353"/>
              <a:gd name="T71" fmla="*/ 990 h 1273"/>
              <a:gd name="T72" fmla="*/ 719 w 1353"/>
              <a:gd name="T73" fmla="*/ 990 h 1273"/>
              <a:gd name="T74" fmla="*/ 948 w 1353"/>
              <a:gd name="T75" fmla="*/ 823 h 1273"/>
              <a:gd name="T76" fmla="*/ 1067 w 1353"/>
              <a:gd name="T77" fmla="*/ 1017 h 1273"/>
              <a:gd name="T78" fmla="*/ 982 w 1353"/>
              <a:gd name="T79" fmla="*/ 720 h 1273"/>
              <a:gd name="T80" fmla="*/ 981 w 1353"/>
              <a:gd name="T81" fmla="*/ 721 h 1273"/>
              <a:gd name="T82" fmla="*/ 869 w 1353"/>
              <a:gd name="T83" fmla="*/ 607 h 1273"/>
              <a:gd name="T84" fmla="*/ 982 w 1353"/>
              <a:gd name="T85" fmla="*/ 386 h 1273"/>
              <a:gd name="T86" fmla="*/ 1202 w 1353"/>
              <a:gd name="T87" fmla="*/ 499 h 1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53" h="1273">
                <a:moveTo>
                  <a:pt x="1305" y="465"/>
                </a:moveTo>
                <a:cubicBezTo>
                  <a:pt x="1282" y="394"/>
                  <a:pt x="1231" y="335"/>
                  <a:pt x="1164" y="301"/>
                </a:cubicBezTo>
                <a:cubicBezTo>
                  <a:pt x="1097" y="266"/>
                  <a:pt x="1020" y="260"/>
                  <a:pt x="948" y="284"/>
                </a:cubicBezTo>
                <a:cubicBezTo>
                  <a:pt x="948" y="284"/>
                  <a:pt x="947" y="284"/>
                  <a:pt x="947" y="284"/>
                </a:cubicBezTo>
                <a:cubicBezTo>
                  <a:pt x="947" y="283"/>
                  <a:pt x="947" y="283"/>
                  <a:pt x="947" y="283"/>
                </a:cubicBezTo>
                <a:cubicBezTo>
                  <a:pt x="947" y="127"/>
                  <a:pt x="820" y="0"/>
                  <a:pt x="664" y="0"/>
                </a:cubicBezTo>
                <a:cubicBezTo>
                  <a:pt x="508" y="0"/>
                  <a:pt x="381" y="127"/>
                  <a:pt x="381" y="283"/>
                </a:cubicBezTo>
                <a:cubicBezTo>
                  <a:pt x="381" y="284"/>
                  <a:pt x="381" y="284"/>
                  <a:pt x="381" y="284"/>
                </a:cubicBezTo>
                <a:cubicBezTo>
                  <a:pt x="381" y="284"/>
                  <a:pt x="380" y="284"/>
                  <a:pt x="380" y="284"/>
                </a:cubicBezTo>
                <a:cubicBezTo>
                  <a:pt x="231" y="236"/>
                  <a:pt x="72" y="317"/>
                  <a:pt x="23" y="465"/>
                </a:cubicBezTo>
                <a:cubicBezTo>
                  <a:pt x="0" y="537"/>
                  <a:pt x="6" y="614"/>
                  <a:pt x="40" y="682"/>
                </a:cubicBezTo>
                <a:cubicBezTo>
                  <a:pt x="74" y="749"/>
                  <a:pt x="133" y="799"/>
                  <a:pt x="205" y="822"/>
                </a:cubicBezTo>
                <a:cubicBezTo>
                  <a:pt x="205" y="822"/>
                  <a:pt x="206" y="822"/>
                  <a:pt x="206" y="822"/>
                </a:cubicBezTo>
                <a:cubicBezTo>
                  <a:pt x="205" y="823"/>
                  <a:pt x="205" y="823"/>
                  <a:pt x="205" y="823"/>
                </a:cubicBezTo>
                <a:cubicBezTo>
                  <a:pt x="114" y="950"/>
                  <a:pt x="142" y="1127"/>
                  <a:pt x="268" y="1219"/>
                </a:cubicBezTo>
                <a:cubicBezTo>
                  <a:pt x="317" y="1254"/>
                  <a:pt x="375" y="1273"/>
                  <a:pt x="434" y="1273"/>
                </a:cubicBezTo>
                <a:cubicBezTo>
                  <a:pt x="449" y="1273"/>
                  <a:pt x="463" y="1272"/>
                  <a:pt x="479" y="1269"/>
                </a:cubicBezTo>
                <a:cubicBezTo>
                  <a:pt x="553" y="1257"/>
                  <a:pt x="619" y="1217"/>
                  <a:pt x="663" y="1156"/>
                </a:cubicBezTo>
                <a:cubicBezTo>
                  <a:pt x="664" y="1156"/>
                  <a:pt x="664" y="1155"/>
                  <a:pt x="664" y="1155"/>
                </a:cubicBezTo>
                <a:cubicBezTo>
                  <a:pt x="664" y="1155"/>
                  <a:pt x="664" y="1156"/>
                  <a:pt x="665" y="1156"/>
                </a:cubicBezTo>
                <a:cubicBezTo>
                  <a:pt x="720" y="1232"/>
                  <a:pt x="806" y="1273"/>
                  <a:pt x="894" y="1273"/>
                </a:cubicBezTo>
                <a:cubicBezTo>
                  <a:pt x="952" y="1273"/>
                  <a:pt x="1010" y="1255"/>
                  <a:pt x="1060" y="1219"/>
                </a:cubicBezTo>
                <a:cubicBezTo>
                  <a:pt x="1121" y="1174"/>
                  <a:pt x="1161" y="1109"/>
                  <a:pt x="1173" y="1034"/>
                </a:cubicBezTo>
                <a:cubicBezTo>
                  <a:pt x="1185" y="960"/>
                  <a:pt x="1167" y="885"/>
                  <a:pt x="1123" y="823"/>
                </a:cubicBezTo>
                <a:cubicBezTo>
                  <a:pt x="1122" y="822"/>
                  <a:pt x="1122" y="822"/>
                  <a:pt x="1122" y="822"/>
                </a:cubicBezTo>
                <a:cubicBezTo>
                  <a:pt x="1122" y="822"/>
                  <a:pt x="1123" y="822"/>
                  <a:pt x="1123" y="822"/>
                </a:cubicBezTo>
                <a:cubicBezTo>
                  <a:pt x="1271" y="774"/>
                  <a:pt x="1353" y="614"/>
                  <a:pt x="1305" y="465"/>
                </a:cubicBezTo>
                <a:moveTo>
                  <a:pt x="664" y="108"/>
                </a:moveTo>
                <a:cubicBezTo>
                  <a:pt x="760" y="108"/>
                  <a:pt x="839" y="186"/>
                  <a:pt x="839" y="283"/>
                </a:cubicBezTo>
                <a:cubicBezTo>
                  <a:pt x="839" y="320"/>
                  <a:pt x="827" y="356"/>
                  <a:pt x="806" y="386"/>
                </a:cubicBezTo>
                <a:cubicBezTo>
                  <a:pt x="773" y="431"/>
                  <a:pt x="720" y="458"/>
                  <a:pt x="664" y="458"/>
                </a:cubicBezTo>
                <a:cubicBezTo>
                  <a:pt x="608" y="458"/>
                  <a:pt x="555" y="431"/>
                  <a:pt x="522" y="386"/>
                </a:cubicBezTo>
                <a:cubicBezTo>
                  <a:pt x="501" y="356"/>
                  <a:pt x="489" y="320"/>
                  <a:pt x="489" y="283"/>
                </a:cubicBezTo>
                <a:cubicBezTo>
                  <a:pt x="489" y="186"/>
                  <a:pt x="568" y="108"/>
                  <a:pt x="664" y="108"/>
                </a:cubicBezTo>
                <a:moveTo>
                  <a:pt x="136" y="632"/>
                </a:moveTo>
                <a:cubicBezTo>
                  <a:pt x="115" y="591"/>
                  <a:pt x="112" y="543"/>
                  <a:pt x="126" y="499"/>
                </a:cubicBezTo>
                <a:cubicBezTo>
                  <a:pt x="156" y="407"/>
                  <a:pt x="255" y="357"/>
                  <a:pt x="346" y="386"/>
                </a:cubicBezTo>
                <a:cubicBezTo>
                  <a:pt x="382" y="398"/>
                  <a:pt x="412" y="420"/>
                  <a:pt x="434" y="450"/>
                </a:cubicBezTo>
                <a:cubicBezTo>
                  <a:pt x="467" y="495"/>
                  <a:pt x="476" y="554"/>
                  <a:pt x="459" y="607"/>
                </a:cubicBezTo>
                <a:cubicBezTo>
                  <a:pt x="442" y="660"/>
                  <a:pt x="400" y="702"/>
                  <a:pt x="346" y="720"/>
                </a:cubicBezTo>
                <a:cubicBezTo>
                  <a:pt x="347" y="721"/>
                  <a:pt x="347" y="721"/>
                  <a:pt x="347" y="721"/>
                </a:cubicBezTo>
                <a:cubicBezTo>
                  <a:pt x="347" y="721"/>
                  <a:pt x="347" y="721"/>
                  <a:pt x="347" y="721"/>
                </a:cubicBezTo>
                <a:cubicBezTo>
                  <a:pt x="346" y="720"/>
                  <a:pt x="346" y="720"/>
                  <a:pt x="346" y="720"/>
                </a:cubicBezTo>
                <a:cubicBezTo>
                  <a:pt x="311" y="731"/>
                  <a:pt x="274" y="731"/>
                  <a:pt x="238" y="719"/>
                </a:cubicBezTo>
                <a:cubicBezTo>
                  <a:pt x="194" y="705"/>
                  <a:pt x="158" y="674"/>
                  <a:pt x="136" y="632"/>
                </a:cubicBezTo>
                <a:moveTo>
                  <a:pt x="611" y="990"/>
                </a:moveTo>
                <a:cubicBezTo>
                  <a:pt x="609" y="990"/>
                  <a:pt x="609" y="990"/>
                  <a:pt x="609" y="990"/>
                </a:cubicBezTo>
                <a:cubicBezTo>
                  <a:pt x="609" y="1027"/>
                  <a:pt x="598" y="1063"/>
                  <a:pt x="576" y="1093"/>
                </a:cubicBezTo>
                <a:cubicBezTo>
                  <a:pt x="548" y="1131"/>
                  <a:pt x="508" y="1155"/>
                  <a:pt x="462" y="1163"/>
                </a:cubicBezTo>
                <a:cubicBezTo>
                  <a:pt x="416" y="1170"/>
                  <a:pt x="369" y="1159"/>
                  <a:pt x="331" y="1132"/>
                </a:cubicBezTo>
                <a:cubicBezTo>
                  <a:pt x="253" y="1075"/>
                  <a:pt x="236" y="965"/>
                  <a:pt x="293" y="887"/>
                </a:cubicBezTo>
                <a:cubicBezTo>
                  <a:pt x="315" y="857"/>
                  <a:pt x="345" y="835"/>
                  <a:pt x="380" y="823"/>
                </a:cubicBezTo>
                <a:cubicBezTo>
                  <a:pt x="433" y="806"/>
                  <a:pt x="492" y="815"/>
                  <a:pt x="537" y="848"/>
                </a:cubicBezTo>
                <a:cubicBezTo>
                  <a:pt x="582" y="881"/>
                  <a:pt x="609" y="934"/>
                  <a:pt x="609" y="990"/>
                </a:cubicBezTo>
                <a:cubicBezTo>
                  <a:pt x="611" y="990"/>
                  <a:pt x="611" y="990"/>
                  <a:pt x="611" y="990"/>
                </a:cubicBezTo>
                <a:cubicBezTo>
                  <a:pt x="611" y="990"/>
                  <a:pt x="611" y="990"/>
                  <a:pt x="611" y="990"/>
                </a:cubicBezTo>
                <a:moveTo>
                  <a:pt x="664" y="825"/>
                </a:moveTo>
                <a:cubicBezTo>
                  <a:pt x="647" y="801"/>
                  <a:pt x="626" y="779"/>
                  <a:pt x="601" y="761"/>
                </a:cubicBezTo>
                <a:cubicBezTo>
                  <a:pt x="576" y="743"/>
                  <a:pt x="548" y="729"/>
                  <a:pt x="520" y="721"/>
                </a:cubicBezTo>
                <a:cubicBezTo>
                  <a:pt x="538" y="696"/>
                  <a:pt x="552" y="669"/>
                  <a:pt x="562" y="640"/>
                </a:cubicBezTo>
                <a:cubicBezTo>
                  <a:pt x="571" y="611"/>
                  <a:pt x="575" y="581"/>
                  <a:pt x="575" y="551"/>
                </a:cubicBezTo>
                <a:cubicBezTo>
                  <a:pt x="603" y="561"/>
                  <a:pt x="633" y="566"/>
                  <a:pt x="664" y="566"/>
                </a:cubicBezTo>
                <a:cubicBezTo>
                  <a:pt x="695" y="566"/>
                  <a:pt x="725" y="561"/>
                  <a:pt x="753" y="551"/>
                </a:cubicBezTo>
                <a:cubicBezTo>
                  <a:pt x="753" y="581"/>
                  <a:pt x="757" y="611"/>
                  <a:pt x="766" y="640"/>
                </a:cubicBezTo>
                <a:cubicBezTo>
                  <a:pt x="776" y="669"/>
                  <a:pt x="790" y="696"/>
                  <a:pt x="808" y="721"/>
                </a:cubicBezTo>
                <a:cubicBezTo>
                  <a:pt x="780" y="729"/>
                  <a:pt x="752" y="743"/>
                  <a:pt x="727" y="761"/>
                </a:cubicBezTo>
                <a:cubicBezTo>
                  <a:pt x="702" y="779"/>
                  <a:pt x="681" y="801"/>
                  <a:pt x="664" y="825"/>
                </a:cubicBezTo>
                <a:moveTo>
                  <a:pt x="1067" y="1017"/>
                </a:moveTo>
                <a:cubicBezTo>
                  <a:pt x="1059" y="1063"/>
                  <a:pt x="1034" y="1104"/>
                  <a:pt x="997" y="1132"/>
                </a:cubicBezTo>
                <a:cubicBezTo>
                  <a:pt x="919" y="1188"/>
                  <a:pt x="809" y="1171"/>
                  <a:pt x="752" y="1093"/>
                </a:cubicBezTo>
                <a:cubicBezTo>
                  <a:pt x="730" y="1063"/>
                  <a:pt x="719" y="1027"/>
                  <a:pt x="719" y="990"/>
                </a:cubicBezTo>
                <a:cubicBezTo>
                  <a:pt x="717" y="990"/>
                  <a:pt x="717" y="990"/>
                  <a:pt x="717" y="990"/>
                </a:cubicBezTo>
                <a:cubicBezTo>
                  <a:pt x="717" y="990"/>
                  <a:pt x="717" y="990"/>
                  <a:pt x="717" y="990"/>
                </a:cubicBezTo>
                <a:cubicBezTo>
                  <a:pt x="719" y="990"/>
                  <a:pt x="719" y="990"/>
                  <a:pt x="719" y="990"/>
                </a:cubicBezTo>
                <a:cubicBezTo>
                  <a:pt x="719" y="934"/>
                  <a:pt x="746" y="881"/>
                  <a:pt x="791" y="848"/>
                </a:cubicBezTo>
                <a:cubicBezTo>
                  <a:pt x="836" y="815"/>
                  <a:pt x="895" y="806"/>
                  <a:pt x="948" y="823"/>
                </a:cubicBezTo>
                <a:cubicBezTo>
                  <a:pt x="983" y="835"/>
                  <a:pt x="1013" y="857"/>
                  <a:pt x="1035" y="887"/>
                </a:cubicBezTo>
                <a:cubicBezTo>
                  <a:pt x="1063" y="925"/>
                  <a:pt x="1074" y="971"/>
                  <a:pt x="1067" y="1017"/>
                </a:cubicBezTo>
                <a:moveTo>
                  <a:pt x="1090" y="719"/>
                </a:moveTo>
                <a:cubicBezTo>
                  <a:pt x="1054" y="731"/>
                  <a:pt x="1017" y="731"/>
                  <a:pt x="982" y="720"/>
                </a:cubicBezTo>
                <a:cubicBezTo>
                  <a:pt x="981" y="721"/>
                  <a:pt x="981" y="721"/>
                  <a:pt x="981" y="721"/>
                </a:cubicBezTo>
                <a:cubicBezTo>
                  <a:pt x="981" y="721"/>
                  <a:pt x="981" y="721"/>
                  <a:pt x="981" y="721"/>
                </a:cubicBezTo>
                <a:cubicBezTo>
                  <a:pt x="982" y="720"/>
                  <a:pt x="982" y="720"/>
                  <a:pt x="982" y="720"/>
                </a:cubicBezTo>
                <a:cubicBezTo>
                  <a:pt x="928" y="702"/>
                  <a:pt x="886" y="660"/>
                  <a:pt x="869" y="607"/>
                </a:cubicBezTo>
                <a:cubicBezTo>
                  <a:pt x="852" y="554"/>
                  <a:pt x="861" y="495"/>
                  <a:pt x="894" y="450"/>
                </a:cubicBezTo>
                <a:cubicBezTo>
                  <a:pt x="916" y="420"/>
                  <a:pt x="946" y="398"/>
                  <a:pt x="982" y="386"/>
                </a:cubicBezTo>
                <a:cubicBezTo>
                  <a:pt x="1026" y="372"/>
                  <a:pt x="1073" y="376"/>
                  <a:pt x="1115" y="397"/>
                </a:cubicBezTo>
                <a:cubicBezTo>
                  <a:pt x="1157" y="418"/>
                  <a:pt x="1188" y="454"/>
                  <a:pt x="1202" y="499"/>
                </a:cubicBezTo>
                <a:cubicBezTo>
                  <a:pt x="1232" y="590"/>
                  <a:pt x="1182" y="689"/>
                  <a:pt x="1090" y="719"/>
                </a:cubicBezTo>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221025" tIns="315750" rIns="221025" rtlCol="0" anchor="t">
            <a:noAutofit/>
          </a:bodyPr>
          <a:lstStyle/>
          <a:p>
            <a:pPr>
              <a:spcBef>
                <a:spcPts val="1053"/>
              </a:spcBef>
            </a:pPr>
            <a:endParaRPr lang="ru-UA" sz="1228" b="1"/>
          </a:p>
        </p:txBody>
      </p:sp>
      <p:sp>
        <p:nvSpPr>
          <p:cNvPr id="7" name="Freeform 37">
            <a:extLst>
              <a:ext uri="{FF2B5EF4-FFF2-40B4-BE49-F238E27FC236}">
                <a16:creationId xmlns:a16="http://schemas.microsoft.com/office/drawing/2014/main" id="{4C6FCC3F-EB2B-315B-4BC5-9FFAEA7B80E8}"/>
              </a:ext>
            </a:extLst>
          </p:cNvPr>
          <p:cNvSpPr>
            <a:spLocks noEditPoints="1"/>
          </p:cNvSpPr>
          <p:nvPr/>
        </p:nvSpPr>
        <p:spPr bwMode="auto">
          <a:xfrm>
            <a:off x="7795952" y="3721147"/>
            <a:ext cx="639613" cy="406015"/>
          </a:xfrm>
          <a:custGeom>
            <a:avLst/>
            <a:gdLst>
              <a:gd name="T0" fmla="*/ 209 w 240"/>
              <a:gd name="T1" fmla="*/ 140 h 152"/>
              <a:gd name="T2" fmla="*/ 160 w 240"/>
              <a:gd name="T3" fmla="*/ 152 h 152"/>
              <a:gd name="T4" fmla="*/ 209 w 240"/>
              <a:gd name="T5" fmla="*/ 140 h 152"/>
              <a:gd name="T6" fmla="*/ 209 w 240"/>
              <a:gd name="T7" fmla="*/ 140 h 152"/>
              <a:gd name="T8" fmla="*/ 31 w 240"/>
              <a:gd name="T9" fmla="*/ 140 h 152"/>
              <a:gd name="T10" fmla="*/ 31 w 240"/>
              <a:gd name="T11" fmla="*/ 140 h 152"/>
              <a:gd name="T12" fmla="*/ 80 w 240"/>
              <a:gd name="T13" fmla="*/ 152 h 152"/>
              <a:gd name="T14" fmla="*/ 31 w 240"/>
              <a:gd name="T15" fmla="*/ 140 h 152"/>
              <a:gd name="T16" fmla="*/ 0 w 240"/>
              <a:gd name="T17" fmla="*/ 0 h 152"/>
              <a:gd name="T18" fmla="*/ 120 w 240"/>
              <a:gd name="T19" fmla="*/ 47 h 152"/>
              <a:gd name="T20" fmla="*/ 240 w 240"/>
              <a:gd name="T21" fmla="*/ 0 h 152"/>
              <a:gd name="T22" fmla="*/ 120 w 240"/>
              <a:gd name="T23" fmla="*/ 47 h 152"/>
              <a:gd name="T24" fmla="*/ 0 w 240"/>
              <a:gd name="T25"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152">
                <a:moveTo>
                  <a:pt x="209" y="140"/>
                </a:moveTo>
                <a:cubicBezTo>
                  <a:pt x="193" y="146"/>
                  <a:pt x="176" y="150"/>
                  <a:pt x="160" y="152"/>
                </a:cubicBezTo>
                <a:cubicBezTo>
                  <a:pt x="177" y="150"/>
                  <a:pt x="193" y="146"/>
                  <a:pt x="209" y="140"/>
                </a:cubicBezTo>
                <a:cubicBezTo>
                  <a:pt x="209" y="140"/>
                  <a:pt x="209" y="140"/>
                  <a:pt x="209" y="140"/>
                </a:cubicBezTo>
                <a:moveTo>
                  <a:pt x="31" y="140"/>
                </a:moveTo>
                <a:cubicBezTo>
                  <a:pt x="31" y="140"/>
                  <a:pt x="31" y="140"/>
                  <a:pt x="31" y="140"/>
                </a:cubicBezTo>
                <a:cubicBezTo>
                  <a:pt x="47" y="146"/>
                  <a:pt x="63" y="150"/>
                  <a:pt x="80" y="152"/>
                </a:cubicBezTo>
                <a:cubicBezTo>
                  <a:pt x="64" y="150"/>
                  <a:pt x="47" y="146"/>
                  <a:pt x="31" y="140"/>
                </a:cubicBezTo>
                <a:moveTo>
                  <a:pt x="0" y="0"/>
                </a:moveTo>
                <a:cubicBezTo>
                  <a:pt x="32" y="30"/>
                  <a:pt x="75" y="47"/>
                  <a:pt x="120" y="47"/>
                </a:cubicBezTo>
                <a:cubicBezTo>
                  <a:pt x="165" y="47"/>
                  <a:pt x="208" y="30"/>
                  <a:pt x="240" y="0"/>
                </a:cubicBezTo>
                <a:cubicBezTo>
                  <a:pt x="207" y="30"/>
                  <a:pt x="165" y="47"/>
                  <a:pt x="120" y="47"/>
                </a:cubicBezTo>
                <a:cubicBezTo>
                  <a:pt x="75" y="47"/>
                  <a:pt x="32" y="30"/>
                  <a:pt x="0" y="0"/>
                </a:cubicBezTo>
              </a:path>
            </a:pathLst>
          </a:custGeom>
          <a:solidFill>
            <a:srgbClr val="6D8A26"/>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80201" tIns="40100" rIns="80201" bIns="40100" numCol="1" anchor="t" anchorCtr="0" compatLnSpc="1">
            <a:prstTxWarp prst="textNoShape">
              <a:avLst/>
            </a:prstTxWarp>
          </a:bodyPr>
          <a:lstStyle/>
          <a:p>
            <a:endParaRPr lang="ru-UA" sz="1513"/>
          </a:p>
        </p:txBody>
      </p:sp>
      <p:sp>
        <p:nvSpPr>
          <p:cNvPr id="8" name="Freeform 48">
            <a:extLst>
              <a:ext uri="{FF2B5EF4-FFF2-40B4-BE49-F238E27FC236}">
                <a16:creationId xmlns:a16="http://schemas.microsoft.com/office/drawing/2014/main" id="{AABA91A0-2CC1-BD23-B015-9DE5B626AED1}"/>
              </a:ext>
            </a:extLst>
          </p:cNvPr>
          <p:cNvSpPr>
            <a:spLocks noEditPoints="1"/>
          </p:cNvSpPr>
          <p:nvPr/>
        </p:nvSpPr>
        <p:spPr bwMode="auto">
          <a:xfrm>
            <a:off x="6699156" y="4295129"/>
            <a:ext cx="570646" cy="523927"/>
          </a:xfrm>
          <a:custGeom>
            <a:avLst/>
            <a:gdLst>
              <a:gd name="T0" fmla="*/ 72 w 214"/>
              <a:gd name="T1" fmla="*/ 196 h 196"/>
              <a:gd name="T2" fmla="*/ 73 w 214"/>
              <a:gd name="T3" fmla="*/ 196 h 196"/>
              <a:gd name="T4" fmla="*/ 73 w 214"/>
              <a:gd name="T5" fmla="*/ 196 h 196"/>
              <a:gd name="T6" fmla="*/ 72 w 214"/>
              <a:gd name="T7" fmla="*/ 196 h 196"/>
              <a:gd name="T8" fmla="*/ 213 w 214"/>
              <a:gd name="T9" fmla="*/ 94 h 196"/>
              <a:gd name="T10" fmla="*/ 214 w 214"/>
              <a:gd name="T11" fmla="*/ 95 h 196"/>
              <a:gd name="T12" fmla="*/ 214 w 214"/>
              <a:gd name="T13" fmla="*/ 95 h 196"/>
              <a:gd name="T14" fmla="*/ 214 w 214"/>
              <a:gd name="T15" fmla="*/ 94 h 196"/>
              <a:gd name="T16" fmla="*/ 213 w 214"/>
              <a:gd name="T17" fmla="*/ 94 h 196"/>
              <a:gd name="T18" fmla="*/ 213 w 214"/>
              <a:gd name="T19" fmla="*/ 93 h 196"/>
              <a:gd name="T20" fmla="*/ 159 w 214"/>
              <a:gd name="T21" fmla="*/ 102 h 196"/>
              <a:gd name="T22" fmla="*/ 132 w 214"/>
              <a:gd name="T23" fmla="*/ 100 h 196"/>
              <a:gd name="T24" fmla="*/ 160 w 214"/>
              <a:gd name="T25" fmla="*/ 102 h 196"/>
              <a:gd name="T26" fmla="*/ 213 w 214"/>
              <a:gd name="T27" fmla="*/ 94 h 196"/>
              <a:gd name="T28" fmla="*/ 213 w 214"/>
              <a:gd name="T29" fmla="*/ 94 h 196"/>
              <a:gd name="T30" fmla="*/ 213 w 214"/>
              <a:gd name="T31" fmla="*/ 94 h 196"/>
              <a:gd name="T32" fmla="*/ 213 w 214"/>
              <a:gd name="T33" fmla="*/ 93 h 196"/>
              <a:gd name="T34" fmla="*/ 66 w 214"/>
              <a:gd name="T35" fmla="*/ 75 h 196"/>
              <a:gd name="T36" fmla="*/ 66 w 214"/>
              <a:gd name="T37" fmla="*/ 75 h 196"/>
              <a:gd name="T38" fmla="*/ 66 w 214"/>
              <a:gd name="T39" fmla="*/ 75 h 196"/>
              <a:gd name="T40" fmla="*/ 0 w 214"/>
              <a:gd name="T41" fmla="*/ 0 h 196"/>
              <a:gd name="T42" fmla="*/ 0 w 214"/>
              <a:gd name="T43" fmla="*/ 0 h 196"/>
              <a:gd name="T44" fmla="*/ 3 w 214"/>
              <a:gd name="T45" fmla="*/ 6 h 196"/>
              <a:gd name="T46" fmla="*/ 66 w 214"/>
              <a:gd name="T47" fmla="*/ 75 h 196"/>
              <a:gd name="T48" fmla="*/ 3 w 214"/>
              <a:gd name="T49" fmla="*/ 6 h 196"/>
              <a:gd name="T50" fmla="*/ 0 w 214"/>
              <a:gd name="T51"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4" h="196">
                <a:moveTo>
                  <a:pt x="72" y="196"/>
                </a:moveTo>
                <a:cubicBezTo>
                  <a:pt x="73" y="196"/>
                  <a:pt x="73" y="196"/>
                  <a:pt x="73" y="196"/>
                </a:cubicBezTo>
                <a:cubicBezTo>
                  <a:pt x="73" y="196"/>
                  <a:pt x="73" y="196"/>
                  <a:pt x="73" y="196"/>
                </a:cubicBezTo>
                <a:cubicBezTo>
                  <a:pt x="73" y="196"/>
                  <a:pt x="73" y="196"/>
                  <a:pt x="72" y="196"/>
                </a:cubicBezTo>
                <a:moveTo>
                  <a:pt x="213" y="94"/>
                </a:moveTo>
                <a:cubicBezTo>
                  <a:pt x="214" y="95"/>
                  <a:pt x="214" y="95"/>
                  <a:pt x="214" y="95"/>
                </a:cubicBezTo>
                <a:cubicBezTo>
                  <a:pt x="214" y="95"/>
                  <a:pt x="214" y="95"/>
                  <a:pt x="214" y="95"/>
                </a:cubicBezTo>
                <a:cubicBezTo>
                  <a:pt x="214" y="94"/>
                  <a:pt x="214" y="94"/>
                  <a:pt x="214" y="94"/>
                </a:cubicBezTo>
                <a:cubicBezTo>
                  <a:pt x="213" y="94"/>
                  <a:pt x="213" y="94"/>
                  <a:pt x="213" y="94"/>
                </a:cubicBezTo>
                <a:moveTo>
                  <a:pt x="213" y="93"/>
                </a:moveTo>
                <a:cubicBezTo>
                  <a:pt x="196" y="99"/>
                  <a:pt x="178" y="102"/>
                  <a:pt x="159" y="102"/>
                </a:cubicBezTo>
                <a:cubicBezTo>
                  <a:pt x="150" y="102"/>
                  <a:pt x="141" y="101"/>
                  <a:pt x="132" y="100"/>
                </a:cubicBezTo>
                <a:cubicBezTo>
                  <a:pt x="142" y="101"/>
                  <a:pt x="151" y="102"/>
                  <a:pt x="160" y="102"/>
                </a:cubicBezTo>
                <a:cubicBezTo>
                  <a:pt x="178" y="102"/>
                  <a:pt x="196" y="99"/>
                  <a:pt x="213" y="94"/>
                </a:cubicBezTo>
                <a:cubicBezTo>
                  <a:pt x="213" y="94"/>
                  <a:pt x="213" y="94"/>
                  <a:pt x="213" y="94"/>
                </a:cubicBezTo>
                <a:cubicBezTo>
                  <a:pt x="213" y="94"/>
                  <a:pt x="213" y="94"/>
                  <a:pt x="213" y="94"/>
                </a:cubicBezTo>
                <a:cubicBezTo>
                  <a:pt x="213" y="93"/>
                  <a:pt x="213" y="93"/>
                  <a:pt x="213" y="93"/>
                </a:cubicBezTo>
                <a:moveTo>
                  <a:pt x="66" y="75"/>
                </a:moveTo>
                <a:cubicBezTo>
                  <a:pt x="66" y="75"/>
                  <a:pt x="66" y="75"/>
                  <a:pt x="66" y="75"/>
                </a:cubicBezTo>
                <a:cubicBezTo>
                  <a:pt x="66" y="75"/>
                  <a:pt x="66" y="75"/>
                  <a:pt x="66" y="75"/>
                </a:cubicBezTo>
                <a:moveTo>
                  <a:pt x="0" y="0"/>
                </a:moveTo>
                <a:cubicBezTo>
                  <a:pt x="0" y="0"/>
                  <a:pt x="0" y="0"/>
                  <a:pt x="0" y="0"/>
                </a:cubicBezTo>
                <a:cubicBezTo>
                  <a:pt x="1" y="2"/>
                  <a:pt x="2" y="4"/>
                  <a:pt x="3" y="6"/>
                </a:cubicBezTo>
                <a:cubicBezTo>
                  <a:pt x="18" y="35"/>
                  <a:pt x="39" y="58"/>
                  <a:pt x="66" y="75"/>
                </a:cubicBezTo>
                <a:cubicBezTo>
                  <a:pt x="39" y="58"/>
                  <a:pt x="18" y="35"/>
                  <a:pt x="3" y="6"/>
                </a:cubicBezTo>
                <a:cubicBezTo>
                  <a:pt x="2" y="4"/>
                  <a:pt x="1" y="2"/>
                  <a:pt x="0" y="0"/>
                </a:cubicBezTo>
              </a:path>
            </a:pathLst>
          </a:custGeom>
          <a:solidFill>
            <a:srgbClr val="C5A614"/>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80201" tIns="40100" rIns="80201" bIns="40100" numCol="1" anchor="t" anchorCtr="0" compatLnSpc="1">
            <a:prstTxWarp prst="textNoShape">
              <a:avLst/>
            </a:prstTxWarp>
          </a:bodyPr>
          <a:lstStyle/>
          <a:p>
            <a:endParaRPr lang="ru-UA" sz="1513"/>
          </a:p>
        </p:txBody>
      </p:sp>
      <p:sp>
        <p:nvSpPr>
          <p:cNvPr id="9" name="Content Placeholder 5">
            <a:extLst>
              <a:ext uri="{FF2B5EF4-FFF2-40B4-BE49-F238E27FC236}">
                <a16:creationId xmlns:a16="http://schemas.microsoft.com/office/drawing/2014/main" id="{30EED569-E0B5-6911-BA26-FF2F45F44EFB}"/>
              </a:ext>
            </a:extLst>
          </p:cNvPr>
          <p:cNvSpPr txBox="1">
            <a:spLocks/>
          </p:cNvSpPr>
          <p:nvPr/>
        </p:nvSpPr>
        <p:spPr>
          <a:xfrm>
            <a:off x="4818749" y="1951348"/>
            <a:ext cx="2301995" cy="731335"/>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sz="1400" dirty="0">
                <a:solidFill>
                  <a:schemeClr val="accent2"/>
                </a:solidFill>
                <a:latin typeface="+mj-lt"/>
              </a:rPr>
              <a:t>Title goes here</a:t>
            </a:r>
          </a:p>
          <a:p>
            <a:pPr lvl="1" algn="r"/>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10" name="Content Placeholder 5">
            <a:extLst>
              <a:ext uri="{FF2B5EF4-FFF2-40B4-BE49-F238E27FC236}">
                <a16:creationId xmlns:a16="http://schemas.microsoft.com/office/drawing/2014/main" id="{043EA5B1-52F3-B596-1CE8-1B087DADC207}"/>
              </a:ext>
            </a:extLst>
          </p:cNvPr>
          <p:cNvSpPr txBox="1">
            <a:spLocks/>
          </p:cNvSpPr>
          <p:nvPr/>
        </p:nvSpPr>
        <p:spPr>
          <a:xfrm>
            <a:off x="3825403" y="3492299"/>
            <a:ext cx="2301995" cy="731335"/>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sz="1400" dirty="0">
                <a:solidFill>
                  <a:schemeClr val="accent2"/>
                </a:solidFill>
                <a:latin typeface="+mj-lt"/>
              </a:rPr>
              <a:t>Title goes here</a:t>
            </a:r>
          </a:p>
          <a:p>
            <a:pPr lvl="1" algn="r"/>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11" name="Content Placeholder 5">
            <a:extLst>
              <a:ext uri="{FF2B5EF4-FFF2-40B4-BE49-F238E27FC236}">
                <a16:creationId xmlns:a16="http://schemas.microsoft.com/office/drawing/2014/main" id="{267E3256-AF8E-6414-D513-43F70832C445}"/>
              </a:ext>
            </a:extLst>
          </p:cNvPr>
          <p:cNvSpPr txBox="1">
            <a:spLocks/>
          </p:cNvSpPr>
          <p:nvPr/>
        </p:nvSpPr>
        <p:spPr>
          <a:xfrm>
            <a:off x="10215123" y="3329841"/>
            <a:ext cx="2301995" cy="731335"/>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400" dirty="0">
                <a:solidFill>
                  <a:schemeClr val="accent2"/>
                </a:solidFill>
                <a:latin typeface="+mj-lt"/>
              </a:rPr>
              <a:t>Title goes here</a:t>
            </a:r>
          </a:p>
          <a:p>
            <a:pPr lvl="1"/>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12" name="Content Placeholder 5">
            <a:extLst>
              <a:ext uri="{FF2B5EF4-FFF2-40B4-BE49-F238E27FC236}">
                <a16:creationId xmlns:a16="http://schemas.microsoft.com/office/drawing/2014/main" id="{437E523A-48C7-D409-FDC8-9D4B764F41CF}"/>
              </a:ext>
            </a:extLst>
          </p:cNvPr>
          <p:cNvSpPr txBox="1">
            <a:spLocks/>
          </p:cNvSpPr>
          <p:nvPr/>
        </p:nvSpPr>
        <p:spPr>
          <a:xfrm>
            <a:off x="9825691" y="4819056"/>
            <a:ext cx="2301995" cy="731335"/>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400" dirty="0">
                <a:solidFill>
                  <a:schemeClr val="accent2"/>
                </a:solidFill>
                <a:latin typeface="+mj-lt"/>
              </a:rPr>
              <a:t>Title goes here</a:t>
            </a:r>
          </a:p>
          <a:p>
            <a:pPr lvl="1"/>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13" name="Content Placeholder 5">
            <a:extLst>
              <a:ext uri="{FF2B5EF4-FFF2-40B4-BE49-F238E27FC236}">
                <a16:creationId xmlns:a16="http://schemas.microsoft.com/office/drawing/2014/main" id="{94E754B8-83C5-C917-9819-B3744685B11D}"/>
              </a:ext>
            </a:extLst>
          </p:cNvPr>
          <p:cNvSpPr txBox="1">
            <a:spLocks/>
          </p:cNvSpPr>
          <p:nvPr/>
        </p:nvSpPr>
        <p:spPr>
          <a:xfrm>
            <a:off x="4260865" y="5292445"/>
            <a:ext cx="2301995" cy="731335"/>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900" b="1" i="0">
                <a:latin typeface="Helvetica Now Text" panose="020B0504030202020204" pitchFamily="34" charset="77"/>
              </a:defRPr>
            </a:lvl1pPr>
            <a:lvl2pPr marL="0" lvl="1" indent="0" defTabSz="802072">
              <a:lnSpc>
                <a:spcPct val="100000"/>
              </a:lnSpc>
              <a:spcBef>
                <a:spcPts val="0"/>
              </a:spcBef>
              <a:spcAft>
                <a:spcPts val="600"/>
              </a:spcAft>
              <a:buFont typeface="Arial" panose="020B0604020202020204" pitchFamily="34" charset="0"/>
              <a:buNone/>
              <a:tabLst/>
              <a:defRPr sz="900" b="0" i="0">
                <a:latin typeface="Helvetica Now Text" panose="020B0504030202020204" pitchFamily="34" charset="77"/>
              </a:defRPr>
            </a:lvl2pPr>
            <a:lvl3pPr marL="180975" lvl="2" indent="-180975" defTabSz="802072">
              <a:lnSpc>
                <a:spcPct val="100000"/>
              </a:lnSpc>
              <a:spcBef>
                <a:spcPts val="0"/>
              </a:spcBef>
              <a:spcAft>
                <a:spcPts val="600"/>
              </a:spcAft>
              <a:buClr>
                <a:schemeClr val="tx1"/>
              </a:buClr>
              <a:buFont typeface="Wingdings 2" panose="05020102010507070707" pitchFamily="18" charset="2"/>
              <a:buChar char=""/>
              <a:tabLst/>
              <a:defRPr sz="900" b="0" i="0">
                <a:latin typeface="Helvetica Now Text" panose="020B0504030202020204" pitchFamily="34" charset="77"/>
              </a:defRPr>
            </a:lvl3pPr>
            <a:lvl4pPr marL="360363" lvl="3" indent="-179388" defTabSz="802072">
              <a:lnSpc>
                <a:spcPct val="100000"/>
              </a:lnSpc>
              <a:spcBef>
                <a:spcPts val="0"/>
              </a:spcBef>
              <a:spcAft>
                <a:spcPts val="600"/>
              </a:spcAft>
              <a:buClr>
                <a:schemeClr val="tx1"/>
              </a:buClr>
              <a:buSzPct val="80000"/>
              <a:buFont typeface="System Font Regular"/>
              <a:buChar char="○"/>
              <a:tabLst/>
              <a:defRPr sz="900" b="0" i="0">
                <a:latin typeface="Helvetica Now Text" panose="020B0504030202020204" pitchFamily="34" charset="77"/>
              </a:defRPr>
            </a:lvl4pPr>
            <a:lvl5pPr marL="541338" lvl="4" indent="-180975" defTabSz="802072">
              <a:lnSpc>
                <a:spcPct val="100000"/>
              </a:lnSpc>
              <a:spcBef>
                <a:spcPts val="0"/>
              </a:spcBef>
              <a:spcAft>
                <a:spcPts val="600"/>
              </a:spcAft>
              <a:buClr>
                <a:schemeClr val="tx1"/>
              </a:buClr>
              <a:buFont typeface="System Font Regular"/>
              <a:buChar char="—"/>
              <a:tabLst/>
              <a:defRPr sz="900" b="0" i="0">
                <a:latin typeface="Helvetica Now Text" panose="020B0504030202020204" pitchFamily="34" charset="77"/>
              </a:defRPr>
            </a:lvl5pPr>
            <a:lvl6pPr marL="526107" indent="-116975" defTabSz="802072">
              <a:lnSpc>
                <a:spcPct val="117000"/>
              </a:lnSpc>
              <a:spcBef>
                <a:spcPts val="0"/>
              </a:spcBef>
              <a:buClr>
                <a:schemeClr val="tx1"/>
              </a:buClr>
              <a:buFont typeface="System Font Regular"/>
              <a:buChar char="–"/>
              <a:tabLst/>
              <a:defRPr sz="877" b="0" i="0">
                <a:latin typeface="Helvetica Now Text" panose="020B0504030202020204" pitchFamily="34" charset="77"/>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sz="1400" dirty="0">
                <a:solidFill>
                  <a:schemeClr val="accent2"/>
                </a:solidFill>
                <a:latin typeface="+mj-lt"/>
              </a:rPr>
              <a:t>Title goes here</a:t>
            </a:r>
          </a:p>
          <a:p>
            <a:pPr lvl="1" algn="r"/>
            <a:r>
              <a:rPr lang="fr-FR" sz="1400" dirty="0">
                <a:latin typeface="+mn-lt"/>
              </a:rPr>
              <a:t>Lorem ipsum </a:t>
            </a:r>
            <a:r>
              <a:rPr lang="fr-FR" sz="1400" dirty="0" err="1">
                <a:latin typeface="+mn-lt"/>
              </a:rPr>
              <a:t>dolor</a:t>
            </a:r>
            <a:r>
              <a:rPr lang="fr-FR" sz="1400" dirty="0">
                <a:latin typeface="+mn-lt"/>
              </a:rPr>
              <a:t> </a:t>
            </a:r>
            <a:r>
              <a:rPr lang="fr-FR" sz="1400" dirty="0" err="1">
                <a:latin typeface="+mn-lt"/>
              </a:rPr>
              <a:t>sit</a:t>
            </a:r>
            <a:r>
              <a:rPr lang="fr-FR" sz="1400" dirty="0">
                <a:latin typeface="+mn-lt"/>
              </a:rPr>
              <a:t> </a:t>
            </a:r>
            <a:r>
              <a:rPr lang="fr-FR" sz="1400" dirty="0" err="1">
                <a:latin typeface="+mn-lt"/>
              </a:rPr>
              <a:t>amet</a:t>
            </a:r>
            <a:r>
              <a:rPr lang="fr-FR" sz="1400" dirty="0">
                <a:latin typeface="+mn-lt"/>
              </a:rPr>
              <a:t>, pro ut </a:t>
            </a:r>
            <a:r>
              <a:rPr lang="fr-FR" sz="1400" dirty="0" err="1">
                <a:latin typeface="+mn-lt"/>
              </a:rPr>
              <a:t>omnesque</a:t>
            </a:r>
            <a:r>
              <a:rPr lang="fr-FR" sz="1400" dirty="0">
                <a:latin typeface="+mn-lt"/>
              </a:rPr>
              <a:t> </a:t>
            </a:r>
            <a:r>
              <a:rPr lang="fr-FR" sz="1400" dirty="0" err="1">
                <a:latin typeface="+mn-lt"/>
              </a:rPr>
              <a:t>detraxit</a:t>
            </a:r>
            <a:r>
              <a:rPr lang="fr-FR" sz="1400" dirty="0">
                <a:latin typeface="+mn-lt"/>
              </a:rPr>
              <a:t>, eu </a:t>
            </a:r>
            <a:r>
              <a:rPr lang="fr-FR" sz="1400" dirty="0" err="1">
                <a:latin typeface="+mn-lt"/>
              </a:rPr>
              <a:t>affert</a:t>
            </a:r>
            <a:r>
              <a:rPr lang="fr-FR" sz="1400" dirty="0">
                <a:latin typeface="+mn-lt"/>
              </a:rPr>
              <a:t> </a:t>
            </a:r>
            <a:r>
              <a:rPr lang="fr-FR" sz="1400" dirty="0" err="1">
                <a:latin typeface="+mn-lt"/>
              </a:rPr>
              <a:t>euripidis</a:t>
            </a:r>
            <a:r>
              <a:rPr lang="fr-FR" sz="1400" dirty="0">
                <a:latin typeface="+mn-lt"/>
              </a:rPr>
              <a:t> </a:t>
            </a:r>
            <a:r>
              <a:rPr lang="fr-FR" sz="1400" dirty="0" err="1">
                <a:latin typeface="+mn-lt"/>
              </a:rPr>
              <a:t>prodesset</a:t>
            </a:r>
            <a:r>
              <a:rPr lang="fr-FR" sz="1400" dirty="0">
                <a:latin typeface="+mn-lt"/>
              </a:rPr>
              <a:t> per. Quo in dictas </a:t>
            </a:r>
            <a:r>
              <a:rPr lang="fr-FR" sz="1400" dirty="0" err="1">
                <a:latin typeface="+mn-lt"/>
              </a:rPr>
              <a:t>facilisi</a:t>
            </a:r>
            <a:r>
              <a:rPr lang="fr-FR" sz="1400" dirty="0">
                <a:latin typeface="+mn-lt"/>
              </a:rPr>
              <a:t>.</a:t>
            </a:r>
          </a:p>
        </p:txBody>
      </p:sp>
      <p:sp>
        <p:nvSpPr>
          <p:cNvPr id="14" name="Oval 13">
            <a:extLst>
              <a:ext uri="{FF2B5EF4-FFF2-40B4-BE49-F238E27FC236}">
                <a16:creationId xmlns:a16="http://schemas.microsoft.com/office/drawing/2014/main" id="{2C90B9C4-3439-32CF-7738-CE231BDCC287}"/>
              </a:ext>
            </a:extLst>
          </p:cNvPr>
          <p:cNvSpPr/>
          <p:nvPr/>
        </p:nvSpPr>
        <p:spPr>
          <a:xfrm>
            <a:off x="7637996" y="2901329"/>
            <a:ext cx="954413" cy="956638"/>
          </a:xfrm>
          <a:prstGeom prst="ellipse">
            <a:avLst/>
          </a:prstGeom>
          <a:solidFill>
            <a:srgbClr val="E4ABC7"/>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 name="Graphic 14">
            <a:extLst>
              <a:ext uri="{FF2B5EF4-FFF2-40B4-BE49-F238E27FC236}">
                <a16:creationId xmlns:a16="http://schemas.microsoft.com/office/drawing/2014/main" id="{6FB2469A-7A9B-62F1-4755-65B236F8F9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18877" y="3193222"/>
            <a:ext cx="392650" cy="372852"/>
          </a:xfrm>
          <a:prstGeom prst="rect">
            <a:avLst/>
          </a:prstGeom>
        </p:spPr>
      </p:pic>
      <p:sp>
        <p:nvSpPr>
          <p:cNvPr id="16" name="Oval 15">
            <a:extLst>
              <a:ext uri="{FF2B5EF4-FFF2-40B4-BE49-F238E27FC236}">
                <a16:creationId xmlns:a16="http://schemas.microsoft.com/office/drawing/2014/main" id="{6E70979C-90D8-2F3E-E7E3-5C6F5F18A663}"/>
              </a:ext>
            </a:extLst>
          </p:cNvPr>
          <p:cNvSpPr/>
          <p:nvPr/>
        </p:nvSpPr>
        <p:spPr>
          <a:xfrm>
            <a:off x="8630230" y="3622144"/>
            <a:ext cx="954413" cy="956638"/>
          </a:xfrm>
          <a:prstGeom prst="ellipse">
            <a:avLst/>
          </a:prstGeom>
          <a:solidFill>
            <a:srgbClr val="E4ABC7"/>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 name="Graphic 16">
            <a:extLst>
              <a:ext uri="{FF2B5EF4-FFF2-40B4-BE49-F238E27FC236}">
                <a16:creationId xmlns:a16="http://schemas.microsoft.com/office/drawing/2014/main" id="{33C1A7C1-A47A-10FB-7AAF-55E1054282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11111" y="3914037"/>
            <a:ext cx="392650" cy="372852"/>
          </a:xfrm>
          <a:prstGeom prst="rect">
            <a:avLst/>
          </a:prstGeom>
        </p:spPr>
      </p:pic>
      <p:sp>
        <p:nvSpPr>
          <p:cNvPr id="18" name="Oval 17">
            <a:extLst>
              <a:ext uri="{FF2B5EF4-FFF2-40B4-BE49-F238E27FC236}">
                <a16:creationId xmlns:a16="http://schemas.microsoft.com/office/drawing/2014/main" id="{01543F9A-2688-C182-B64E-20711CE18A6A}"/>
              </a:ext>
            </a:extLst>
          </p:cNvPr>
          <p:cNvSpPr/>
          <p:nvPr/>
        </p:nvSpPr>
        <p:spPr>
          <a:xfrm>
            <a:off x="8252024" y="4789021"/>
            <a:ext cx="954413" cy="956638"/>
          </a:xfrm>
          <a:prstGeom prst="ellipse">
            <a:avLst/>
          </a:prstGeom>
          <a:solidFill>
            <a:srgbClr val="E4ABC7"/>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9" name="Graphic 18">
            <a:extLst>
              <a:ext uri="{FF2B5EF4-FFF2-40B4-BE49-F238E27FC236}">
                <a16:creationId xmlns:a16="http://schemas.microsoft.com/office/drawing/2014/main" id="{10CED00C-34DD-978A-B3AD-5F80E4FE4E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32905" y="5080914"/>
            <a:ext cx="392650" cy="372852"/>
          </a:xfrm>
          <a:prstGeom prst="rect">
            <a:avLst/>
          </a:prstGeom>
        </p:spPr>
      </p:pic>
      <p:sp>
        <p:nvSpPr>
          <p:cNvPr id="20" name="Oval 19">
            <a:extLst>
              <a:ext uri="{FF2B5EF4-FFF2-40B4-BE49-F238E27FC236}">
                <a16:creationId xmlns:a16="http://schemas.microsoft.com/office/drawing/2014/main" id="{3F1D800B-A830-6DFD-F1C6-18F2FD50AE71}"/>
              </a:ext>
            </a:extLst>
          </p:cNvPr>
          <p:cNvSpPr/>
          <p:nvPr/>
        </p:nvSpPr>
        <p:spPr>
          <a:xfrm>
            <a:off x="7025081" y="4789021"/>
            <a:ext cx="954413" cy="956638"/>
          </a:xfrm>
          <a:prstGeom prst="ellipse">
            <a:avLst/>
          </a:prstGeom>
          <a:solidFill>
            <a:srgbClr val="E4ABC7"/>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1" name="Graphic 20">
            <a:extLst>
              <a:ext uri="{FF2B5EF4-FFF2-40B4-BE49-F238E27FC236}">
                <a16:creationId xmlns:a16="http://schemas.microsoft.com/office/drawing/2014/main" id="{570BF182-1ABA-1CEA-7207-5E6236477B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05962" y="5080914"/>
            <a:ext cx="392650" cy="372852"/>
          </a:xfrm>
          <a:prstGeom prst="rect">
            <a:avLst/>
          </a:prstGeom>
        </p:spPr>
      </p:pic>
      <p:sp>
        <p:nvSpPr>
          <p:cNvPr id="22" name="Oval 21">
            <a:extLst>
              <a:ext uri="{FF2B5EF4-FFF2-40B4-BE49-F238E27FC236}">
                <a16:creationId xmlns:a16="http://schemas.microsoft.com/office/drawing/2014/main" id="{CB186115-E02E-2455-F9D0-F6EBD5C66027}"/>
              </a:ext>
            </a:extLst>
          </p:cNvPr>
          <p:cNvSpPr/>
          <p:nvPr/>
        </p:nvSpPr>
        <p:spPr>
          <a:xfrm>
            <a:off x="6643538" y="3605571"/>
            <a:ext cx="954413" cy="956638"/>
          </a:xfrm>
          <a:prstGeom prst="ellipse">
            <a:avLst/>
          </a:prstGeom>
          <a:solidFill>
            <a:srgbClr val="E4ABC7"/>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3" name="Graphic 22">
            <a:extLst>
              <a:ext uri="{FF2B5EF4-FFF2-40B4-BE49-F238E27FC236}">
                <a16:creationId xmlns:a16="http://schemas.microsoft.com/office/drawing/2014/main" id="{043B8E83-4C4F-6874-EEFF-29E8931CB0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24419" y="3897464"/>
            <a:ext cx="392650" cy="372852"/>
          </a:xfrm>
          <a:prstGeom prst="rect">
            <a:avLst/>
          </a:prstGeom>
        </p:spPr>
      </p:pic>
    </p:spTree>
    <p:extLst>
      <p:ext uri="{BB962C8B-B14F-4D97-AF65-F5344CB8AC3E}">
        <p14:creationId xmlns:p14="http://schemas.microsoft.com/office/powerpoint/2010/main" val="210553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F3EE706-05A2-ED8E-AEC4-8702502A3AA8}"/>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0E5DE46D-5F53-1DDC-ABFC-6A83EFEDE8B3}"/>
              </a:ext>
            </a:extLst>
          </p:cNvPr>
          <p:cNvSpPr>
            <a:spLocks noGrp="1"/>
          </p:cNvSpPr>
          <p:nvPr>
            <p:ph type="title"/>
          </p:nvPr>
        </p:nvSpPr>
        <p:spPr/>
        <p:txBody>
          <a:bodyPr/>
          <a:lstStyle/>
          <a:p>
            <a:r>
              <a:rPr lang="en-GB"/>
              <a:t>Diagram </a:t>
            </a:r>
          </a:p>
        </p:txBody>
      </p:sp>
      <p:sp>
        <p:nvSpPr>
          <p:cNvPr id="5" name="Text Placeholder 10">
            <a:extLst>
              <a:ext uri="{FF2B5EF4-FFF2-40B4-BE49-F238E27FC236}">
                <a16:creationId xmlns:a16="http://schemas.microsoft.com/office/drawing/2014/main" id="{78935B92-BA9F-2715-B05F-3C6A2D16B787}"/>
              </a:ext>
            </a:extLst>
          </p:cNvPr>
          <p:cNvSpPr txBox="1">
            <a:spLocks/>
          </p:cNvSpPr>
          <p:nvPr/>
        </p:nvSpPr>
        <p:spPr>
          <a:xfrm>
            <a:off x="539749" y="1800225"/>
            <a:ext cx="12384088" cy="1477328"/>
          </a:xfrm>
          <a:prstGeom prst="rect">
            <a:avLst/>
          </a:prstGeom>
        </p:spPr>
        <p:txBody>
          <a:bodyPr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t>Lorem ipsum dolor sit amet, consectetur adipiscing elit </a:t>
            </a:r>
          </a:p>
          <a:p>
            <a:pPr lvl="1"/>
            <a:r>
              <a:rPr lang="en-GB"/>
              <a:t>Ut quis erat sit amet enim aliquet semper at nec nisl ut quis erat sit amet enim aliquet semper at nec nisl. </a:t>
            </a:r>
          </a:p>
          <a:p>
            <a:pPr lvl="2"/>
            <a:r>
              <a:rPr lang="en-GB"/>
              <a:t>Nulla tristique elit a purus luctus lacinia. Cras dolor ex, pharetra nec pharetra, Lorem ipsum dolor sit amet, consectetur adipiscing elit Ut quis erat sit amet enim aliquet semper at nec nisl. Nulla tristique elit a purus luctus lacinia. Cras isl. Suspendisse at magna Nulla tristique elit a purus luctus lacinia. Cras dolor ex, pharetra nec pharetra, Lorem ipsum dolor sit amet, consectetur adipiscing elit Ut quis erat sit amet enim aliquet semper at nec nisl. Nulla tristique elit a purus luctus lacinia. Cras isl. Suspendisse at magna Nulla tristique elit a purus luctus lacinia. Cras dolor ex, pharetra nec pharetra, Lorem ipsum dolor sit.</a:t>
            </a:r>
            <a:endParaRPr lang="en-GB" dirty="0"/>
          </a:p>
        </p:txBody>
      </p:sp>
      <p:cxnSp>
        <p:nvCxnSpPr>
          <p:cNvPr id="6" name="Straight Connector 5">
            <a:extLst>
              <a:ext uri="{FF2B5EF4-FFF2-40B4-BE49-F238E27FC236}">
                <a16:creationId xmlns:a16="http://schemas.microsoft.com/office/drawing/2014/main" id="{56EFF550-105D-3416-7032-01E57E9E51A8}"/>
              </a:ext>
            </a:extLst>
          </p:cNvPr>
          <p:cNvCxnSpPr>
            <a:cxnSpLocks/>
          </p:cNvCxnSpPr>
          <p:nvPr/>
        </p:nvCxnSpPr>
        <p:spPr>
          <a:xfrm>
            <a:off x="539750" y="4951922"/>
            <a:ext cx="515178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42A5FB-61B4-365F-9602-61135A2DBB60}"/>
              </a:ext>
            </a:extLst>
          </p:cNvPr>
          <p:cNvSpPr txBox="1"/>
          <p:nvPr/>
        </p:nvSpPr>
        <p:spPr>
          <a:xfrm>
            <a:off x="539749" y="4506555"/>
            <a:ext cx="3258696" cy="35394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r>
              <a:rPr lang="en-GB" sz="1200">
                <a:solidFill>
                  <a:srgbClr val="000000"/>
                </a:solidFill>
                <a:latin typeface="TT Hoves DemiBold"/>
              </a:rPr>
              <a:t>Lorem ipsum </a:t>
            </a:r>
          </a:p>
          <a:p>
            <a:pPr marL="0" lvl="2" defTabSz="802072">
              <a:spcAft>
                <a:spcPts val="600"/>
              </a:spcAft>
            </a:pPr>
            <a:r>
              <a:rPr lang="en-GB" sz="1100" err="1"/>
              <a:t>Nulla</a:t>
            </a:r>
            <a:r>
              <a:rPr lang="en-GB" sz="1100"/>
              <a:t> </a:t>
            </a:r>
            <a:r>
              <a:rPr lang="en-GB" sz="1100" err="1"/>
              <a:t>tristique</a:t>
            </a:r>
            <a:r>
              <a:rPr lang="en-GB" sz="1100"/>
              <a:t> </a:t>
            </a:r>
            <a:r>
              <a:rPr lang="en-GB" sz="1100" err="1"/>
              <a:t>elit</a:t>
            </a:r>
            <a:r>
              <a:rPr lang="en-GB" sz="1100"/>
              <a:t> a </a:t>
            </a:r>
            <a:r>
              <a:rPr lang="en-GB" sz="1100" err="1"/>
              <a:t>purus</a:t>
            </a:r>
            <a:r>
              <a:rPr lang="en-GB" sz="1100"/>
              <a:t> </a:t>
            </a:r>
            <a:r>
              <a:rPr lang="en-GB" sz="1100" err="1"/>
              <a:t>luctus</a:t>
            </a:r>
            <a:r>
              <a:rPr lang="en-GB" sz="1100"/>
              <a:t> lacinia. Cras </a:t>
            </a:r>
            <a:r>
              <a:rPr lang="en-GB" sz="1100" err="1"/>
              <a:t>dolor</a:t>
            </a:r>
            <a:endParaRPr lang="en-GB" sz="1200">
              <a:solidFill>
                <a:srgbClr val="000000"/>
              </a:solidFill>
              <a:latin typeface="TT Hoves DemiBold"/>
            </a:endParaRPr>
          </a:p>
        </p:txBody>
      </p:sp>
      <p:cxnSp>
        <p:nvCxnSpPr>
          <p:cNvPr id="8" name="Straight Connector 7">
            <a:extLst>
              <a:ext uri="{FF2B5EF4-FFF2-40B4-BE49-F238E27FC236}">
                <a16:creationId xmlns:a16="http://schemas.microsoft.com/office/drawing/2014/main" id="{40BF3BF1-681D-E5E9-E944-6EEDF7195183}"/>
              </a:ext>
            </a:extLst>
          </p:cNvPr>
          <p:cNvCxnSpPr>
            <a:cxnSpLocks/>
          </p:cNvCxnSpPr>
          <p:nvPr/>
        </p:nvCxnSpPr>
        <p:spPr>
          <a:xfrm>
            <a:off x="539750" y="5871672"/>
            <a:ext cx="528442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2338023-7E81-1B8A-85B8-4E15103BCA3C}"/>
              </a:ext>
            </a:extLst>
          </p:cNvPr>
          <p:cNvSpPr txBox="1"/>
          <p:nvPr/>
        </p:nvSpPr>
        <p:spPr>
          <a:xfrm>
            <a:off x="539749" y="5430238"/>
            <a:ext cx="3224122" cy="35394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r>
              <a:rPr lang="en-GB" sz="1200">
                <a:solidFill>
                  <a:srgbClr val="000000"/>
                </a:solidFill>
                <a:latin typeface="TT Hoves DemiBold"/>
              </a:rPr>
              <a:t>Lorem ipsum </a:t>
            </a:r>
          </a:p>
          <a:p>
            <a:pPr marL="0" lvl="2" defTabSz="802072">
              <a:spcAft>
                <a:spcPts val="600"/>
              </a:spcAft>
            </a:pPr>
            <a:r>
              <a:rPr lang="en-GB" sz="1100" err="1"/>
              <a:t>Nulla</a:t>
            </a:r>
            <a:r>
              <a:rPr lang="en-GB" sz="1100"/>
              <a:t> </a:t>
            </a:r>
            <a:r>
              <a:rPr lang="en-GB" sz="1100" err="1"/>
              <a:t>tristique</a:t>
            </a:r>
            <a:r>
              <a:rPr lang="en-GB" sz="1100"/>
              <a:t> </a:t>
            </a:r>
            <a:r>
              <a:rPr lang="en-GB" sz="1100" err="1"/>
              <a:t>elit</a:t>
            </a:r>
            <a:r>
              <a:rPr lang="en-GB" sz="1100"/>
              <a:t> a </a:t>
            </a:r>
            <a:r>
              <a:rPr lang="en-GB" sz="1100" err="1"/>
              <a:t>purus</a:t>
            </a:r>
            <a:r>
              <a:rPr lang="en-GB" sz="1100"/>
              <a:t> </a:t>
            </a:r>
            <a:r>
              <a:rPr lang="en-GB" sz="1100" err="1"/>
              <a:t>luctus</a:t>
            </a:r>
            <a:r>
              <a:rPr lang="en-GB" sz="1100"/>
              <a:t> lacinia. Cras </a:t>
            </a:r>
            <a:r>
              <a:rPr lang="en-GB" sz="1100" err="1"/>
              <a:t>dolor</a:t>
            </a:r>
            <a:endParaRPr lang="en-GB" sz="1200">
              <a:solidFill>
                <a:srgbClr val="000000"/>
              </a:solidFill>
              <a:latin typeface="TT Hoves DemiBold"/>
            </a:endParaRPr>
          </a:p>
        </p:txBody>
      </p:sp>
      <p:cxnSp>
        <p:nvCxnSpPr>
          <p:cNvPr id="10" name="Straight Connector 9">
            <a:extLst>
              <a:ext uri="{FF2B5EF4-FFF2-40B4-BE49-F238E27FC236}">
                <a16:creationId xmlns:a16="http://schemas.microsoft.com/office/drawing/2014/main" id="{21C38722-F3FC-E8B7-9065-9E0EDE3D55D5}"/>
              </a:ext>
            </a:extLst>
          </p:cNvPr>
          <p:cNvCxnSpPr>
            <a:cxnSpLocks/>
          </p:cNvCxnSpPr>
          <p:nvPr/>
        </p:nvCxnSpPr>
        <p:spPr>
          <a:xfrm>
            <a:off x="539750" y="4194788"/>
            <a:ext cx="570019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E14162E-E48D-241A-BB9C-302195E5AFA1}"/>
              </a:ext>
            </a:extLst>
          </p:cNvPr>
          <p:cNvCxnSpPr>
            <a:cxnSpLocks/>
          </p:cNvCxnSpPr>
          <p:nvPr/>
        </p:nvCxnSpPr>
        <p:spPr>
          <a:xfrm>
            <a:off x="7984180" y="4951922"/>
            <a:ext cx="493965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C3B17B8-B2A6-53C7-9D50-BDECB79CD0F5}"/>
              </a:ext>
            </a:extLst>
          </p:cNvPr>
          <p:cNvCxnSpPr>
            <a:cxnSpLocks/>
          </p:cNvCxnSpPr>
          <p:nvPr/>
        </p:nvCxnSpPr>
        <p:spPr>
          <a:xfrm>
            <a:off x="7226280" y="4194788"/>
            <a:ext cx="569755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DAA9539-A62C-4CCC-FBE9-0F130034D45A}"/>
              </a:ext>
            </a:extLst>
          </p:cNvPr>
          <p:cNvCxnSpPr>
            <a:cxnSpLocks/>
          </p:cNvCxnSpPr>
          <p:nvPr/>
        </p:nvCxnSpPr>
        <p:spPr>
          <a:xfrm>
            <a:off x="7908390" y="5871672"/>
            <a:ext cx="501544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D8A078C-4771-4228-9154-5CCC83E090DF}"/>
              </a:ext>
            </a:extLst>
          </p:cNvPr>
          <p:cNvCxnSpPr>
            <a:cxnSpLocks/>
          </p:cNvCxnSpPr>
          <p:nvPr/>
        </p:nvCxnSpPr>
        <p:spPr>
          <a:xfrm>
            <a:off x="6499030" y="6806673"/>
            <a:ext cx="642480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1487010-A2B4-D2EA-7CA6-D4E410CBB58C}"/>
              </a:ext>
            </a:extLst>
          </p:cNvPr>
          <p:cNvSpPr txBox="1"/>
          <p:nvPr/>
        </p:nvSpPr>
        <p:spPr>
          <a:xfrm>
            <a:off x="9526160" y="3740944"/>
            <a:ext cx="3397678" cy="35394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514474"/>
            <a:r>
              <a:rPr lang="en-GB" sz="1200" dirty="0">
                <a:solidFill>
                  <a:srgbClr val="000000"/>
                </a:solidFill>
                <a:latin typeface="TT Hoves DemiBold"/>
              </a:rPr>
              <a:t>Lorem ipsum </a:t>
            </a:r>
          </a:p>
          <a:p>
            <a:pPr marL="0" lvl="2" algn="r" defTabSz="802072">
              <a:spcAft>
                <a:spcPts val="600"/>
              </a:spcAft>
            </a:pPr>
            <a:r>
              <a:rPr lang="en-GB" sz="1100" dirty="0" err="1"/>
              <a:t>Nulla</a:t>
            </a:r>
            <a:r>
              <a:rPr lang="en-GB" sz="1100" dirty="0"/>
              <a:t> </a:t>
            </a:r>
            <a:r>
              <a:rPr lang="en-GB" sz="1100" dirty="0" err="1"/>
              <a:t>tristique</a:t>
            </a:r>
            <a:r>
              <a:rPr lang="en-GB" sz="1100" dirty="0"/>
              <a:t> </a:t>
            </a:r>
            <a:r>
              <a:rPr lang="en-GB" sz="1100" dirty="0" err="1"/>
              <a:t>elit</a:t>
            </a:r>
            <a:r>
              <a:rPr lang="en-GB" sz="1100" dirty="0"/>
              <a:t> a </a:t>
            </a:r>
            <a:r>
              <a:rPr lang="en-GB" sz="1100" dirty="0" err="1"/>
              <a:t>purus</a:t>
            </a:r>
            <a:r>
              <a:rPr lang="en-GB" sz="1100" dirty="0"/>
              <a:t> </a:t>
            </a:r>
            <a:r>
              <a:rPr lang="en-GB" sz="1100" dirty="0" err="1"/>
              <a:t>luctus</a:t>
            </a:r>
            <a:r>
              <a:rPr lang="en-GB" sz="1100" dirty="0"/>
              <a:t> lacinia. Cras </a:t>
            </a:r>
            <a:r>
              <a:rPr lang="en-GB" sz="1100" dirty="0" err="1"/>
              <a:t>dolor</a:t>
            </a:r>
            <a:endParaRPr lang="en-GB" sz="1200" dirty="0">
              <a:solidFill>
                <a:srgbClr val="000000"/>
              </a:solidFill>
              <a:latin typeface="TT Hoves DemiBold"/>
            </a:endParaRPr>
          </a:p>
        </p:txBody>
      </p:sp>
      <p:sp>
        <p:nvSpPr>
          <p:cNvPr id="16" name="TextBox 15">
            <a:extLst>
              <a:ext uri="{FF2B5EF4-FFF2-40B4-BE49-F238E27FC236}">
                <a16:creationId xmlns:a16="http://schemas.microsoft.com/office/drawing/2014/main" id="{A49F54EF-26DE-679D-5678-DAD764091117}"/>
              </a:ext>
            </a:extLst>
          </p:cNvPr>
          <p:cNvSpPr txBox="1"/>
          <p:nvPr/>
        </p:nvSpPr>
        <p:spPr>
          <a:xfrm>
            <a:off x="9571756" y="4506555"/>
            <a:ext cx="3352082" cy="35394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514474"/>
            <a:r>
              <a:rPr lang="en-GB" sz="1200">
                <a:solidFill>
                  <a:srgbClr val="000000"/>
                </a:solidFill>
                <a:latin typeface="TT Hoves DemiBold"/>
              </a:rPr>
              <a:t>Lorem ipsum </a:t>
            </a:r>
          </a:p>
          <a:p>
            <a:pPr marL="0" lvl="2" algn="r" defTabSz="802072">
              <a:spcAft>
                <a:spcPts val="600"/>
              </a:spcAft>
            </a:pPr>
            <a:r>
              <a:rPr lang="en-GB" sz="1100" err="1"/>
              <a:t>Nulla</a:t>
            </a:r>
            <a:r>
              <a:rPr lang="en-GB" sz="1100"/>
              <a:t> </a:t>
            </a:r>
            <a:r>
              <a:rPr lang="en-GB" sz="1100" err="1"/>
              <a:t>tristique</a:t>
            </a:r>
            <a:r>
              <a:rPr lang="en-GB" sz="1100"/>
              <a:t> </a:t>
            </a:r>
            <a:r>
              <a:rPr lang="en-GB" sz="1100" err="1"/>
              <a:t>elit</a:t>
            </a:r>
            <a:r>
              <a:rPr lang="en-GB" sz="1100"/>
              <a:t> a </a:t>
            </a:r>
            <a:r>
              <a:rPr lang="en-GB" sz="1100" err="1"/>
              <a:t>purus</a:t>
            </a:r>
            <a:r>
              <a:rPr lang="en-GB" sz="1100"/>
              <a:t> </a:t>
            </a:r>
            <a:r>
              <a:rPr lang="en-GB" sz="1100" err="1"/>
              <a:t>luctus</a:t>
            </a:r>
            <a:r>
              <a:rPr lang="en-GB" sz="1100"/>
              <a:t> lacinia. Cras </a:t>
            </a:r>
            <a:r>
              <a:rPr lang="en-GB" sz="1100" err="1"/>
              <a:t>dolor</a:t>
            </a:r>
            <a:endParaRPr lang="en-GB" sz="1200">
              <a:solidFill>
                <a:srgbClr val="000000"/>
              </a:solidFill>
              <a:latin typeface="TT Hoves DemiBold"/>
            </a:endParaRPr>
          </a:p>
        </p:txBody>
      </p:sp>
      <p:sp>
        <p:nvSpPr>
          <p:cNvPr id="17" name="TextBox 16">
            <a:extLst>
              <a:ext uri="{FF2B5EF4-FFF2-40B4-BE49-F238E27FC236}">
                <a16:creationId xmlns:a16="http://schemas.microsoft.com/office/drawing/2014/main" id="{7C24F4AC-DE0E-F6C6-4718-80FFA0882EB4}"/>
              </a:ext>
            </a:extLst>
          </p:cNvPr>
          <p:cNvSpPr txBox="1"/>
          <p:nvPr/>
        </p:nvSpPr>
        <p:spPr>
          <a:xfrm>
            <a:off x="9919912" y="5430238"/>
            <a:ext cx="3003926" cy="35394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514474"/>
            <a:r>
              <a:rPr lang="en-GB" sz="1200">
                <a:solidFill>
                  <a:srgbClr val="000000"/>
                </a:solidFill>
                <a:latin typeface="TT Hoves DemiBold"/>
              </a:rPr>
              <a:t>Lorem ipsum </a:t>
            </a:r>
          </a:p>
          <a:p>
            <a:pPr marL="0" lvl="2" algn="r" defTabSz="802072">
              <a:spcAft>
                <a:spcPts val="600"/>
              </a:spcAft>
            </a:pPr>
            <a:r>
              <a:rPr lang="en-GB" sz="1100" err="1"/>
              <a:t>Nulla</a:t>
            </a:r>
            <a:r>
              <a:rPr lang="en-GB" sz="1100"/>
              <a:t> </a:t>
            </a:r>
            <a:r>
              <a:rPr lang="en-GB" sz="1100" err="1"/>
              <a:t>tristique</a:t>
            </a:r>
            <a:r>
              <a:rPr lang="en-GB" sz="1100"/>
              <a:t> </a:t>
            </a:r>
            <a:r>
              <a:rPr lang="en-GB" sz="1100" err="1"/>
              <a:t>elit</a:t>
            </a:r>
            <a:r>
              <a:rPr lang="en-GB" sz="1100"/>
              <a:t> a </a:t>
            </a:r>
            <a:r>
              <a:rPr lang="en-GB" sz="1100" err="1"/>
              <a:t>purus</a:t>
            </a:r>
            <a:r>
              <a:rPr lang="en-GB" sz="1100"/>
              <a:t> </a:t>
            </a:r>
            <a:r>
              <a:rPr lang="en-GB" sz="1100" err="1"/>
              <a:t>luctus</a:t>
            </a:r>
            <a:r>
              <a:rPr lang="en-GB" sz="1100"/>
              <a:t> lacinia. Cras</a:t>
            </a:r>
            <a:endParaRPr lang="en-GB" sz="1200">
              <a:solidFill>
                <a:srgbClr val="000000"/>
              </a:solidFill>
              <a:latin typeface="TT Hoves DemiBold"/>
            </a:endParaRPr>
          </a:p>
        </p:txBody>
      </p:sp>
      <p:sp>
        <p:nvSpPr>
          <p:cNvPr id="18" name="TextBox 17">
            <a:extLst>
              <a:ext uri="{FF2B5EF4-FFF2-40B4-BE49-F238E27FC236}">
                <a16:creationId xmlns:a16="http://schemas.microsoft.com/office/drawing/2014/main" id="{6EFE598B-FA2E-8393-6E42-0389BFB1122B}"/>
              </a:ext>
            </a:extLst>
          </p:cNvPr>
          <p:cNvSpPr txBox="1"/>
          <p:nvPr/>
        </p:nvSpPr>
        <p:spPr>
          <a:xfrm>
            <a:off x="9919912" y="6350406"/>
            <a:ext cx="3003926" cy="35394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514474"/>
            <a:r>
              <a:rPr lang="en-GB" sz="1200" dirty="0">
                <a:solidFill>
                  <a:srgbClr val="000000"/>
                </a:solidFill>
                <a:latin typeface="TT Hoves DemiBold"/>
              </a:rPr>
              <a:t>Lorem ipsum </a:t>
            </a:r>
          </a:p>
          <a:p>
            <a:pPr marL="0" lvl="2" algn="r" defTabSz="802072">
              <a:spcAft>
                <a:spcPts val="600"/>
              </a:spcAft>
            </a:pPr>
            <a:r>
              <a:rPr lang="en-GB" sz="1100" dirty="0" err="1"/>
              <a:t>Nulla</a:t>
            </a:r>
            <a:r>
              <a:rPr lang="en-GB" sz="1100" dirty="0"/>
              <a:t> </a:t>
            </a:r>
            <a:r>
              <a:rPr lang="en-GB" sz="1100" dirty="0" err="1"/>
              <a:t>tristique</a:t>
            </a:r>
            <a:r>
              <a:rPr lang="en-GB" sz="1100" dirty="0"/>
              <a:t> </a:t>
            </a:r>
            <a:r>
              <a:rPr lang="en-GB" sz="1100" dirty="0" err="1"/>
              <a:t>elit</a:t>
            </a:r>
            <a:r>
              <a:rPr lang="en-GB" sz="1100" dirty="0"/>
              <a:t> a </a:t>
            </a:r>
            <a:r>
              <a:rPr lang="en-GB" sz="1100" dirty="0" err="1"/>
              <a:t>purus</a:t>
            </a:r>
            <a:r>
              <a:rPr lang="en-GB" sz="1100" dirty="0"/>
              <a:t> </a:t>
            </a:r>
            <a:r>
              <a:rPr lang="en-GB" sz="1100" dirty="0" err="1"/>
              <a:t>luctus</a:t>
            </a:r>
            <a:r>
              <a:rPr lang="en-GB" sz="1100" dirty="0"/>
              <a:t> lacinia. Cras</a:t>
            </a:r>
            <a:endParaRPr lang="en-GB" sz="1200" dirty="0">
              <a:solidFill>
                <a:srgbClr val="000000"/>
              </a:solidFill>
              <a:latin typeface="TT Hoves DemiBold"/>
            </a:endParaRPr>
          </a:p>
        </p:txBody>
      </p:sp>
      <p:sp>
        <p:nvSpPr>
          <p:cNvPr id="19" name="TextBox 18">
            <a:extLst>
              <a:ext uri="{FF2B5EF4-FFF2-40B4-BE49-F238E27FC236}">
                <a16:creationId xmlns:a16="http://schemas.microsoft.com/office/drawing/2014/main" id="{68771B47-0193-FECB-ECD9-F50A68AD23E7}"/>
              </a:ext>
            </a:extLst>
          </p:cNvPr>
          <p:cNvSpPr txBox="1"/>
          <p:nvPr/>
        </p:nvSpPr>
        <p:spPr>
          <a:xfrm>
            <a:off x="539749" y="3740944"/>
            <a:ext cx="3764010" cy="35394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r>
              <a:rPr lang="en-GB" sz="1200">
                <a:solidFill>
                  <a:srgbClr val="000000"/>
                </a:solidFill>
                <a:latin typeface="TT Hoves DemiBold"/>
              </a:rPr>
              <a:t>Lorem ipsum </a:t>
            </a:r>
          </a:p>
          <a:p>
            <a:pPr marL="0" lvl="2" defTabSz="802072">
              <a:spcAft>
                <a:spcPts val="600"/>
              </a:spcAft>
            </a:pPr>
            <a:r>
              <a:rPr lang="en-GB" sz="1100" err="1"/>
              <a:t>Nulla</a:t>
            </a:r>
            <a:r>
              <a:rPr lang="en-GB" sz="1100"/>
              <a:t> </a:t>
            </a:r>
            <a:r>
              <a:rPr lang="en-GB" sz="1100" err="1"/>
              <a:t>tristique</a:t>
            </a:r>
            <a:r>
              <a:rPr lang="en-GB" sz="1100"/>
              <a:t> </a:t>
            </a:r>
            <a:r>
              <a:rPr lang="en-GB" sz="1100" err="1"/>
              <a:t>elit</a:t>
            </a:r>
            <a:r>
              <a:rPr lang="en-GB" sz="1100"/>
              <a:t> a </a:t>
            </a:r>
            <a:r>
              <a:rPr lang="en-GB" sz="1100" err="1"/>
              <a:t>purus</a:t>
            </a:r>
            <a:r>
              <a:rPr lang="en-GB" sz="1100"/>
              <a:t> </a:t>
            </a:r>
            <a:r>
              <a:rPr lang="en-GB" sz="1100" err="1"/>
              <a:t>luctus</a:t>
            </a:r>
            <a:r>
              <a:rPr lang="en-GB" sz="1100"/>
              <a:t> lacinia. Cras </a:t>
            </a:r>
            <a:r>
              <a:rPr lang="en-GB" sz="1100" err="1"/>
              <a:t>dolor</a:t>
            </a:r>
            <a:r>
              <a:rPr lang="en-GB" sz="1100"/>
              <a:t> ex, </a:t>
            </a:r>
            <a:endParaRPr lang="en-GB" sz="1200">
              <a:solidFill>
                <a:srgbClr val="000000"/>
              </a:solidFill>
              <a:latin typeface="TT Hoves DemiBold"/>
            </a:endParaRPr>
          </a:p>
        </p:txBody>
      </p:sp>
      <p:sp>
        <p:nvSpPr>
          <p:cNvPr id="20" name="Freeform 184">
            <a:extLst>
              <a:ext uri="{FF2B5EF4-FFF2-40B4-BE49-F238E27FC236}">
                <a16:creationId xmlns:a16="http://schemas.microsoft.com/office/drawing/2014/main" id="{89944469-C072-4018-6113-772C2A1341F3}"/>
              </a:ext>
            </a:extLst>
          </p:cNvPr>
          <p:cNvSpPr>
            <a:spLocks/>
          </p:cNvSpPr>
          <p:nvPr/>
        </p:nvSpPr>
        <p:spPr bwMode="auto">
          <a:xfrm>
            <a:off x="5239776" y="4463646"/>
            <a:ext cx="836756" cy="1204111"/>
          </a:xfrm>
          <a:custGeom>
            <a:avLst/>
            <a:gdLst>
              <a:gd name="T0" fmla="*/ 291 w 362"/>
              <a:gd name="T1" fmla="*/ 395 h 529"/>
              <a:gd name="T2" fmla="*/ 362 w 362"/>
              <a:gd name="T3" fmla="*/ 182 h 529"/>
              <a:gd name="T4" fmla="*/ 134 w 362"/>
              <a:gd name="T5" fmla="*/ 0 h 529"/>
              <a:gd name="T6" fmla="*/ 0 w 362"/>
              <a:gd name="T7" fmla="*/ 395 h 529"/>
              <a:gd name="T8" fmla="*/ 14 w 362"/>
              <a:gd name="T9" fmla="*/ 529 h 529"/>
              <a:gd name="T10" fmla="*/ 298 w 362"/>
              <a:gd name="T11" fmla="*/ 464 h 529"/>
              <a:gd name="T12" fmla="*/ 291 w 362"/>
              <a:gd name="T13" fmla="*/ 395 h 529"/>
            </a:gdLst>
            <a:ahLst/>
            <a:cxnLst>
              <a:cxn ang="0">
                <a:pos x="T0" y="T1"/>
              </a:cxn>
              <a:cxn ang="0">
                <a:pos x="T2" y="T3"/>
              </a:cxn>
              <a:cxn ang="0">
                <a:pos x="T4" y="T5"/>
              </a:cxn>
              <a:cxn ang="0">
                <a:pos x="T6" y="T7"/>
              </a:cxn>
              <a:cxn ang="0">
                <a:pos x="T8" y="T9"/>
              </a:cxn>
              <a:cxn ang="0">
                <a:pos x="T10" y="T11"/>
              </a:cxn>
              <a:cxn ang="0">
                <a:pos x="T12" y="T13"/>
              </a:cxn>
            </a:cxnLst>
            <a:rect l="0" t="0" r="r" b="b"/>
            <a:pathLst>
              <a:path w="362" h="529">
                <a:moveTo>
                  <a:pt x="291" y="395"/>
                </a:moveTo>
                <a:cubicBezTo>
                  <a:pt x="291" y="315"/>
                  <a:pt x="318" y="241"/>
                  <a:pt x="362" y="182"/>
                </a:cubicBezTo>
                <a:cubicBezTo>
                  <a:pt x="134" y="0"/>
                  <a:pt x="134" y="0"/>
                  <a:pt x="134" y="0"/>
                </a:cubicBezTo>
                <a:cubicBezTo>
                  <a:pt x="50" y="109"/>
                  <a:pt x="0" y="246"/>
                  <a:pt x="0" y="395"/>
                </a:cubicBezTo>
                <a:cubicBezTo>
                  <a:pt x="0" y="441"/>
                  <a:pt x="4" y="486"/>
                  <a:pt x="14" y="529"/>
                </a:cubicBezTo>
                <a:cubicBezTo>
                  <a:pt x="298" y="464"/>
                  <a:pt x="298" y="464"/>
                  <a:pt x="298" y="464"/>
                </a:cubicBezTo>
                <a:cubicBezTo>
                  <a:pt x="293" y="442"/>
                  <a:pt x="291" y="419"/>
                  <a:pt x="291" y="395"/>
                </a:cubicBezTo>
                <a:close/>
              </a:path>
            </a:pathLst>
          </a:custGeom>
          <a:solidFill>
            <a:srgbClr val="AFE4D1"/>
          </a:solidFill>
          <a:ln>
            <a:noFill/>
          </a:ln>
        </p:spPr>
        <p:txBody>
          <a:bodyPr vert="horz" wrap="square" lIns="51451" tIns="25725" rIns="51451" bIns="2572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endParaRPr lang="en-GB" sz="1200">
              <a:solidFill>
                <a:srgbClr val="000000"/>
              </a:solidFill>
              <a:latin typeface="TT Hoves Light"/>
            </a:endParaRPr>
          </a:p>
        </p:txBody>
      </p:sp>
      <p:sp>
        <p:nvSpPr>
          <p:cNvPr id="21" name="Freeform 183">
            <a:extLst>
              <a:ext uri="{FF2B5EF4-FFF2-40B4-BE49-F238E27FC236}">
                <a16:creationId xmlns:a16="http://schemas.microsoft.com/office/drawing/2014/main" id="{81718D3B-879F-AE1E-D715-FD335709E7EE}"/>
              </a:ext>
            </a:extLst>
          </p:cNvPr>
          <p:cNvSpPr>
            <a:spLocks/>
          </p:cNvSpPr>
          <p:nvPr/>
        </p:nvSpPr>
        <p:spPr bwMode="auto">
          <a:xfrm>
            <a:off x="5281498" y="5566178"/>
            <a:ext cx="1075499" cy="1112804"/>
          </a:xfrm>
          <a:custGeom>
            <a:avLst/>
            <a:gdLst>
              <a:gd name="T0" fmla="*/ 284 w 465"/>
              <a:gd name="T1" fmla="*/ 0 h 489"/>
              <a:gd name="T2" fmla="*/ 0 w 465"/>
              <a:gd name="T3" fmla="*/ 65 h 489"/>
              <a:gd name="T4" fmla="*/ 338 w 465"/>
              <a:gd name="T5" fmla="*/ 489 h 489"/>
              <a:gd name="T6" fmla="*/ 465 w 465"/>
              <a:gd name="T7" fmla="*/ 226 h 489"/>
              <a:gd name="T8" fmla="*/ 284 w 465"/>
              <a:gd name="T9" fmla="*/ 0 h 489"/>
            </a:gdLst>
            <a:ahLst/>
            <a:cxnLst>
              <a:cxn ang="0">
                <a:pos x="T0" y="T1"/>
              </a:cxn>
              <a:cxn ang="0">
                <a:pos x="T2" y="T3"/>
              </a:cxn>
              <a:cxn ang="0">
                <a:pos x="T4" y="T5"/>
              </a:cxn>
              <a:cxn ang="0">
                <a:pos x="T6" y="T7"/>
              </a:cxn>
              <a:cxn ang="0">
                <a:pos x="T8" y="T9"/>
              </a:cxn>
            </a:cxnLst>
            <a:rect l="0" t="0" r="r" b="b"/>
            <a:pathLst>
              <a:path w="465" h="489">
                <a:moveTo>
                  <a:pt x="284" y="0"/>
                </a:moveTo>
                <a:cubicBezTo>
                  <a:pt x="0" y="65"/>
                  <a:pt x="0" y="65"/>
                  <a:pt x="0" y="65"/>
                </a:cubicBezTo>
                <a:cubicBezTo>
                  <a:pt x="45" y="251"/>
                  <a:pt x="171" y="405"/>
                  <a:pt x="338" y="489"/>
                </a:cubicBezTo>
                <a:cubicBezTo>
                  <a:pt x="465" y="226"/>
                  <a:pt x="465" y="226"/>
                  <a:pt x="465" y="226"/>
                </a:cubicBezTo>
                <a:cubicBezTo>
                  <a:pt x="376" y="181"/>
                  <a:pt x="310" y="99"/>
                  <a:pt x="284" y="0"/>
                </a:cubicBezTo>
                <a:close/>
              </a:path>
            </a:pathLst>
          </a:custGeom>
          <a:solidFill>
            <a:srgbClr val="AFE4D1"/>
          </a:solidFill>
          <a:ln>
            <a:noFill/>
          </a:ln>
        </p:spPr>
        <p:txBody>
          <a:bodyPr vert="horz" wrap="square" lIns="51451" tIns="25725" rIns="51451" bIns="2572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endParaRPr lang="en-GB" sz="1200">
              <a:solidFill>
                <a:srgbClr val="000000"/>
              </a:solidFill>
              <a:latin typeface="TT Hoves Light"/>
            </a:endParaRPr>
          </a:p>
        </p:txBody>
      </p:sp>
      <p:sp>
        <p:nvSpPr>
          <p:cNvPr id="22" name="Freeform 181">
            <a:extLst>
              <a:ext uri="{FF2B5EF4-FFF2-40B4-BE49-F238E27FC236}">
                <a16:creationId xmlns:a16="http://schemas.microsoft.com/office/drawing/2014/main" id="{13EB1417-A3CF-0BCD-7C00-77C26F3351C0}"/>
              </a:ext>
            </a:extLst>
          </p:cNvPr>
          <p:cNvSpPr>
            <a:spLocks/>
          </p:cNvSpPr>
          <p:nvPr/>
        </p:nvSpPr>
        <p:spPr bwMode="auto">
          <a:xfrm>
            <a:off x="6106665" y="6100324"/>
            <a:ext cx="1253976" cy="733880"/>
          </a:xfrm>
          <a:custGeom>
            <a:avLst/>
            <a:gdLst>
              <a:gd name="T0" fmla="*/ 271 w 542"/>
              <a:gd name="T1" fmla="*/ 31 h 322"/>
              <a:gd name="T2" fmla="*/ 126 w 542"/>
              <a:gd name="T3" fmla="*/ 0 h 322"/>
              <a:gd name="T4" fmla="*/ 0 w 542"/>
              <a:gd name="T5" fmla="*/ 263 h 322"/>
              <a:gd name="T6" fmla="*/ 271 w 542"/>
              <a:gd name="T7" fmla="*/ 322 h 322"/>
              <a:gd name="T8" fmla="*/ 542 w 542"/>
              <a:gd name="T9" fmla="*/ 263 h 322"/>
              <a:gd name="T10" fmla="*/ 416 w 542"/>
              <a:gd name="T11" fmla="*/ 0 h 322"/>
              <a:gd name="T12" fmla="*/ 271 w 542"/>
              <a:gd name="T13" fmla="*/ 31 h 322"/>
            </a:gdLst>
            <a:ahLst/>
            <a:cxnLst>
              <a:cxn ang="0">
                <a:pos x="T0" y="T1"/>
              </a:cxn>
              <a:cxn ang="0">
                <a:pos x="T2" y="T3"/>
              </a:cxn>
              <a:cxn ang="0">
                <a:pos x="T4" y="T5"/>
              </a:cxn>
              <a:cxn ang="0">
                <a:pos x="T6" y="T7"/>
              </a:cxn>
              <a:cxn ang="0">
                <a:pos x="T8" y="T9"/>
              </a:cxn>
              <a:cxn ang="0">
                <a:pos x="T10" y="T11"/>
              </a:cxn>
              <a:cxn ang="0">
                <a:pos x="T12" y="T13"/>
              </a:cxn>
            </a:cxnLst>
            <a:rect l="0" t="0" r="r" b="b"/>
            <a:pathLst>
              <a:path w="542" h="322">
                <a:moveTo>
                  <a:pt x="271" y="31"/>
                </a:moveTo>
                <a:cubicBezTo>
                  <a:pt x="219" y="31"/>
                  <a:pt x="170" y="20"/>
                  <a:pt x="126" y="0"/>
                </a:cubicBezTo>
                <a:cubicBezTo>
                  <a:pt x="0" y="263"/>
                  <a:pt x="0" y="263"/>
                  <a:pt x="0" y="263"/>
                </a:cubicBezTo>
                <a:cubicBezTo>
                  <a:pt x="82" y="301"/>
                  <a:pt x="174" y="322"/>
                  <a:pt x="271" y="322"/>
                </a:cubicBezTo>
                <a:cubicBezTo>
                  <a:pt x="368" y="322"/>
                  <a:pt x="460" y="301"/>
                  <a:pt x="542" y="263"/>
                </a:cubicBezTo>
                <a:cubicBezTo>
                  <a:pt x="416" y="0"/>
                  <a:pt x="416" y="0"/>
                  <a:pt x="416" y="0"/>
                </a:cubicBezTo>
                <a:cubicBezTo>
                  <a:pt x="372" y="20"/>
                  <a:pt x="323" y="31"/>
                  <a:pt x="271" y="31"/>
                </a:cubicBezTo>
                <a:close/>
              </a:path>
            </a:pathLst>
          </a:custGeom>
          <a:solidFill>
            <a:srgbClr val="AFE4D1"/>
          </a:solidFill>
          <a:ln>
            <a:noFill/>
          </a:ln>
        </p:spPr>
        <p:txBody>
          <a:bodyPr vert="horz" wrap="square" lIns="51451" tIns="25725" rIns="51451" bIns="2572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endParaRPr lang="en-GB" sz="1200">
              <a:solidFill>
                <a:srgbClr val="000000"/>
              </a:solidFill>
              <a:latin typeface="TT Hoves Light"/>
            </a:endParaRPr>
          </a:p>
        </p:txBody>
      </p:sp>
      <p:sp>
        <p:nvSpPr>
          <p:cNvPr id="23" name="Freeform 182">
            <a:extLst>
              <a:ext uri="{FF2B5EF4-FFF2-40B4-BE49-F238E27FC236}">
                <a16:creationId xmlns:a16="http://schemas.microsoft.com/office/drawing/2014/main" id="{26BC93EC-73EA-C5B4-C2E6-C49BEE3006F5}"/>
              </a:ext>
            </a:extLst>
          </p:cNvPr>
          <p:cNvSpPr>
            <a:spLocks/>
          </p:cNvSpPr>
          <p:nvPr/>
        </p:nvSpPr>
        <p:spPr bwMode="auto">
          <a:xfrm>
            <a:off x="7110308" y="5566178"/>
            <a:ext cx="1075499" cy="1112803"/>
          </a:xfrm>
          <a:custGeom>
            <a:avLst/>
            <a:gdLst>
              <a:gd name="T0" fmla="*/ 0 w 465"/>
              <a:gd name="T1" fmla="*/ 226 h 489"/>
              <a:gd name="T2" fmla="*/ 126 w 465"/>
              <a:gd name="T3" fmla="*/ 489 h 489"/>
              <a:gd name="T4" fmla="*/ 465 w 465"/>
              <a:gd name="T5" fmla="*/ 65 h 489"/>
              <a:gd name="T6" fmla="*/ 181 w 465"/>
              <a:gd name="T7" fmla="*/ 0 h 489"/>
              <a:gd name="T8" fmla="*/ 0 w 465"/>
              <a:gd name="T9" fmla="*/ 226 h 489"/>
            </a:gdLst>
            <a:ahLst/>
            <a:cxnLst>
              <a:cxn ang="0">
                <a:pos x="T0" y="T1"/>
              </a:cxn>
              <a:cxn ang="0">
                <a:pos x="T2" y="T3"/>
              </a:cxn>
              <a:cxn ang="0">
                <a:pos x="T4" y="T5"/>
              </a:cxn>
              <a:cxn ang="0">
                <a:pos x="T6" y="T7"/>
              </a:cxn>
              <a:cxn ang="0">
                <a:pos x="T8" y="T9"/>
              </a:cxn>
            </a:cxnLst>
            <a:rect l="0" t="0" r="r" b="b"/>
            <a:pathLst>
              <a:path w="465" h="489">
                <a:moveTo>
                  <a:pt x="0" y="226"/>
                </a:moveTo>
                <a:cubicBezTo>
                  <a:pt x="126" y="489"/>
                  <a:pt x="126" y="489"/>
                  <a:pt x="126" y="489"/>
                </a:cubicBezTo>
                <a:cubicBezTo>
                  <a:pt x="294" y="405"/>
                  <a:pt x="419" y="251"/>
                  <a:pt x="465" y="65"/>
                </a:cubicBezTo>
                <a:cubicBezTo>
                  <a:pt x="181" y="0"/>
                  <a:pt x="181" y="0"/>
                  <a:pt x="181" y="0"/>
                </a:cubicBezTo>
                <a:cubicBezTo>
                  <a:pt x="155" y="99"/>
                  <a:pt x="88" y="181"/>
                  <a:pt x="0" y="226"/>
                </a:cubicBezTo>
                <a:close/>
              </a:path>
            </a:pathLst>
          </a:custGeom>
          <a:solidFill>
            <a:srgbClr val="AFE4D1"/>
          </a:solidFill>
          <a:ln>
            <a:noFill/>
          </a:ln>
        </p:spPr>
        <p:txBody>
          <a:bodyPr vert="horz" wrap="square" lIns="51451" tIns="25725" rIns="51451" bIns="2572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endParaRPr lang="en-GB" sz="1200">
              <a:solidFill>
                <a:srgbClr val="000000"/>
              </a:solidFill>
              <a:latin typeface="TT Hoves Light"/>
            </a:endParaRPr>
          </a:p>
        </p:txBody>
      </p:sp>
      <p:sp>
        <p:nvSpPr>
          <p:cNvPr id="24" name="Freeform 178">
            <a:extLst>
              <a:ext uri="{FF2B5EF4-FFF2-40B4-BE49-F238E27FC236}">
                <a16:creationId xmlns:a16="http://schemas.microsoft.com/office/drawing/2014/main" id="{DB69155E-789C-D022-19FA-59D79E6E01ED}"/>
              </a:ext>
            </a:extLst>
          </p:cNvPr>
          <p:cNvSpPr>
            <a:spLocks/>
          </p:cNvSpPr>
          <p:nvPr/>
        </p:nvSpPr>
        <p:spPr bwMode="auto">
          <a:xfrm>
            <a:off x="6756832" y="3891836"/>
            <a:ext cx="1131128" cy="949593"/>
          </a:xfrm>
          <a:custGeom>
            <a:avLst/>
            <a:gdLst>
              <a:gd name="T0" fmla="*/ 261 w 489"/>
              <a:gd name="T1" fmla="*/ 417 h 417"/>
              <a:gd name="T2" fmla="*/ 489 w 489"/>
              <a:gd name="T3" fmla="*/ 235 h 417"/>
              <a:gd name="T4" fmla="*/ 0 w 489"/>
              <a:gd name="T5" fmla="*/ 0 h 417"/>
              <a:gd name="T6" fmla="*/ 0 w 489"/>
              <a:gd name="T7" fmla="*/ 292 h 417"/>
              <a:gd name="T8" fmla="*/ 261 w 489"/>
              <a:gd name="T9" fmla="*/ 417 h 417"/>
            </a:gdLst>
            <a:ahLst/>
            <a:cxnLst>
              <a:cxn ang="0">
                <a:pos x="T0" y="T1"/>
              </a:cxn>
              <a:cxn ang="0">
                <a:pos x="T2" y="T3"/>
              </a:cxn>
              <a:cxn ang="0">
                <a:pos x="T4" y="T5"/>
              </a:cxn>
              <a:cxn ang="0">
                <a:pos x="T6" y="T7"/>
              </a:cxn>
              <a:cxn ang="0">
                <a:pos x="T8" y="T9"/>
              </a:cxn>
            </a:cxnLst>
            <a:rect l="0" t="0" r="r" b="b"/>
            <a:pathLst>
              <a:path w="489" h="417">
                <a:moveTo>
                  <a:pt x="261" y="417"/>
                </a:moveTo>
                <a:cubicBezTo>
                  <a:pt x="489" y="235"/>
                  <a:pt x="489" y="235"/>
                  <a:pt x="489" y="235"/>
                </a:cubicBezTo>
                <a:cubicBezTo>
                  <a:pt x="372" y="94"/>
                  <a:pt x="197" y="3"/>
                  <a:pt x="0" y="0"/>
                </a:cubicBezTo>
                <a:cubicBezTo>
                  <a:pt x="0" y="292"/>
                  <a:pt x="0" y="292"/>
                  <a:pt x="0" y="292"/>
                </a:cubicBezTo>
                <a:cubicBezTo>
                  <a:pt x="105" y="294"/>
                  <a:pt x="198" y="343"/>
                  <a:pt x="261" y="417"/>
                </a:cubicBezTo>
                <a:close/>
              </a:path>
            </a:pathLst>
          </a:custGeom>
          <a:solidFill>
            <a:srgbClr val="AFE4D1"/>
          </a:solidFill>
          <a:ln>
            <a:noFill/>
          </a:ln>
        </p:spPr>
        <p:txBody>
          <a:bodyPr vert="horz" wrap="square" lIns="51451" tIns="25725" rIns="51451" bIns="2572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endParaRPr lang="en-GB" sz="1200">
              <a:solidFill>
                <a:srgbClr val="000000"/>
              </a:solidFill>
              <a:latin typeface="TT Hoves Light"/>
            </a:endParaRPr>
          </a:p>
        </p:txBody>
      </p:sp>
      <p:sp>
        <p:nvSpPr>
          <p:cNvPr id="25" name="Freeform 179">
            <a:extLst>
              <a:ext uri="{FF2B5EF4-FFF2-40B4-BE49-F238E27FC236}">
                <a16:creationId xmlns:a16="http://schemas.microsoft.com/office/drawing/2014/main" id="{388D5AE6-60AF-C743-D157-4AFF83051EF1}"/>
              </a:ext>
            </a:extLst>
          </p:cNvPr>
          <p:cNvSpPr>
            <a:spLocks/>
          </p:cNvSpPr>
          <p:nvPr/>
        </p:nvSpPr>
        <p:spPr bwMode="auto">
          <a:xfrm>
            <a:off x="5579346" y="3891836"/>
            <a:ext cx="1131128" cy="949593"/>
          </a:xfrm>
          <a:custGeom>
            <a:avLst/>
            <a:gdLst>
              <a:gd name="T0" fmla="*/ 489 w 489"/>
              <a:gd name="T1" fmla="*/ 292 h 417"/>
              <a:gd name="T2" fmla="*/ 489 w 489"/>
              <a:gd name="T3" fmla="*/ 0 h 417"/>
              <a:gd name="T4" fmla="*/ 0 w 489"/>
              <a:gd name="T5" fmla="*/ 235 h 417"/>
              <a:gd name="T6" fmla="*/ 228 w 489"/>
              <a:gd name="T7" fmla="*/ 417 h 417"/>
              <a:gd name="T8" fmla="*/ 489 w 489"/>
              <a:gd name="T9" fmla="*/ 292 h 417"/>
            </a:gdLst>
            <a:ahLst/>
            <a:cxnLst>
              <a:cxn ang="0">
                <a:pos x="T0" y="T1"/>
              </a:cxn>
              <a:cxn ang="0">
                <a:pos x="T2" y="T3"/>
              </a:cxn>
              <a:cxn ang="0">
                <a:pos x="T4" y="T5"/>
              </a:cxn>
              <a:cxn ang="0">
                <a:pos x="T6" y="T7"/>
              </a:cxn>
              <a:cxn ang="0">
                <a:pos x="T8" y="T9"/>
              </a:cxn>
            </a:cxnLst>
            <a:rect l="0" t="0" r="r" b="b"/>
            <a:pathLst>
              <a:path w="489" h="417">
                <a:moveTo>
                  <a:pt x="489" y="292"/>
                </a:moveTo>
                <a:cubicBezTo>
                  <a:pt x="489" y="0"/>
                  <a:pt x="489" y="0"/>
                  <a:pt x="489" y="0"/>
                </a:cubicBezTo>
                <a:cubicBezTo>
                  <a:pt x="292" y="3"/>
                  <a:pt x="116" y="94"/>
                  <a:pt x="0" y="235"/>
                </a:cubicBezTo>
                <a:cubicBezTo>
                  <a:pt x="228" y="417"/>
                  <a:pt x="228" y="417"/>
                  <a:pt x="228" y="417"/>
                </a:cubicBezTo>
                <a:cubicBezTo>
                  <a:pt x="291" y="343"/>
                  <a:pt x="384" y="294"/>
                  <a:pt x="489" y="292"/>
                </a:cubicBezTo>
                <a:close/>
              </a:path>
            </a:pathLst>
          </a:custGeom>
          <a:solidFill>
            <a:srgbClr val="AFE4D1"/>
          </a:solidFill>
          <a:ln>
            <a:noFill/>
          </a:ln>
        </p:spPr>
        <p:txBody>
          <a:bodyPr vert="horz" wrap="square" lIns="51451" tIns="25725" rIns="51451" bIns="2572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endParaRPr lang="en-GB" sz="1200">
              <a:solidFill>
                <a:srgbClr val="000000"/>
              </a:solidFill>
              <a:latin typeface="TT Hoves Light"/>
            </a:endParaRPr>
          </a:p>
        </p:txBody>
      </p:sp>
      <p:sp>
        <p:nvSpPr>
          <p:cNvPr id="26" name="Freeform 180">
            <a:extLst>
              <a:ext uri="{FF2B5EF4-FFF2-40B4-BE49-F238E27FC236}">
                <a16:creationId xmlns:a16="http://schemas.microsoft.com/office/drawing/2014/main" id="{A31DE03F-6A35-74EF-FD5F-D1586EFBDA31}"/>
              </a:ext>
            </a:extLst>
          </p:cNvPr>
          <p:cNvSpPr>
            <a:spLocks/>
          </p:cNvSpPr>
          <p:nvPr/>
        </p:nvSpPr>
        <p:spPr bwMode="auto">
          <a:xfrm>
            <a:off x="7388454" y="4463646"/>
            <a:ext cx="839075" cy="1204111"/>
          </a:xfrm>
          <a:custGeom>
            <a:avLst/>
            <a:gdLst>
              <a:gd name="T0" fmla="*/ 72 w 363"/>
              <a:gd name="T1" fmla="*/ 395 h 529"/>
              <a:gd name="T2" fmla="*/ 65 w 363"/>
              <a:gd name="T3" fmla="*/ 464 h 529"/>
              <a:gd name="T4" fmla="*/ 349 w 363"/>
              <a:gd name="T5" fmla="*/ 529 h 529"/>
              <a:gd name="T6" fmla="*/ 363 w 363"/>
              <a:gd name="T7" fmla="*/ 395 h 529"/>
              <a:gd name="T8" fmla="*/ 228 w 363"/>
              <a:gd name="T9" fmla="*/ 0 h 529"/>
              <a:gd name="T10" fmla="*/ 0 w 363"/>
              <a:gd name="T11" fmla="*/ 182 h 529"/>
              <a:gd name="T12" fmla="*/ 72 w 363"/>
              <a:gd name="T13" fmla="*/ 395 h 529"/>
            </a:gdLst>
            <a:ahLst/>
            <a:cxnLst>
              <a:cxn ang="0">
                <a:pos x="T0" y="T1"/>
              </a:cxn>
              <a:cxn ang="0">
                <a:pos x="T2" y="T3"/>
              </a:cxn>
              <a:cxn ang="0">
                <a:pos x="T4" y="T5"/>
              </a:cxn>
              <a:cxn ang="0">
                <a:pos x="T6" y="T7"/>
              </a:cxn>
              <a:cxn ang="0">
                <a:pos x="T8" y="T9"/>
              </a:cxn>
              <a:cxn ang="0">
                <a:pos x="T10" y="T11"/>
              </a:cxn>
              <a:cxn ang="0">
                <a:pos x="T12" y="T13"/>
              </a:cxn>
            </a:cxnLst>
            <a:rect l="0" t="0" r="r" b="b"/>
            <a:pathLst>
              <a:path w="363" h="529">
                <a:moveTo>
                  <a:pt x="72" y="395"/>
                </a:moveTo>
                <a:cubicBezTo>
                  <a:pt x="72" y="419"/>
                  <a:pt x="69" y="442"/>
                  <a:pt x="65" y="464"/>
                </a:cubicBezTo>
                <a:cubicBezTo>
                  <a:pt x="349" y="529"/>
                  <a:pt x="349" y="529"/>
                  <a:pt x="349" y="529"/>
                </a:cubicBezTo>
                <a:cubicBezTo>
                  <a:pt x="358" y="486"/>
                  <a:pt x="363" y="441"/>
                  <a:pt x="363" y="395"/>
                </a:cubicBezTo>
                <a:cubicBezTo>
                  <a:pt x="363" y="246"/>
                  <a:pt x="313" y="109"/>
                  <a:pt x="228" y="0"/>
                </a:cubicBezTo>
                <a:cubicBezTo>
                  <a:pt x="0" y="182"/>
                  <a:pt x="0" y="182"/>
                  <a:pt x="0" y="182"/>
                </a:cubicBezTo>
                <a:cubicBezTo>
                  <a:pt x="45" y="241"/>
                  <a:pt x="72" y="315"/>
                  <a:pt x="72" y="395"/>
                </a:cubicBezTo>
                <a:close/>
              </a:path>
            </a:pathLst>
          </a:custGeom>
          <a:solidFill>
            <a:srgbClr val="AFE4D1"/>
          </a:solidFill>
          <a:ln>
            <a:noFill/>
          </a:ln>
        </p:spPr>
        <p:txBody>
          <a:bodyPr vert="horz" wrap="square" lIns="51451" tIns="25725" rIns="51451" bIns="2572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14474"/>
            <a:endParaRPr lang="en-GB" sz="1200">
              <a:solidFill>
                <a:srgbClr val="000000"/>
              </a:solidFill>
              <a:latin typeface="TT Hoves Light"/>
            </a:endParaRPr>
          </a:p>
        </p:txBody>
      </p:sp>
      <p:pic>
        <p:nvPicPr>
          <p:cNvPr id="27" name="Iconwhite1 swap">
            <a:extLst>
              <a:ext uri="{FF2B5EF4-FFF2-40B4-BE49-F238E27FC236}">
                <a16:creationId xmlns:a16="http://schemas.microsoft.com/office/drawing/2014/main" id="{CA6915F2-669D-760D-2312-E4914B45FB2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064376" y="4156263"/>
            <a:ext cx="338397" cy="333257"/>
          </a:xfrm>
          <a:prstGeom prst="rect">
            <a:avLst/>
          </a:prstGeom>
        </p:spPr>
      </p:pic>
      <p:pic>
        <p:nvPicPr>
          <p:cNvPr id="28" name="Iconwhite2 Arrow Around">
            <a:extLst>
              <a:ext uri="{FF2B5EF4-FFF2-40B4-BE49-F238E27FC236}">
                <a16:creationId xmlns:a16="http://schemas.microsoft.com/office/drawing/2014/main" id="{0578851D-ECFA-38C1-2786-64486FC33922}"/>
              </a:ext>
            </a:extLst>
          </p:cNvPr>
          <p:cNvPicPr>
            <a:picLocks noChangeAspect="1"/>
          </p:cNvPicPr>
          <p:nvPr/>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83074" y="4169182"/>
            <a:ext cx="318709" cy="313868"/>
          </a:xfrm>
          <a:prstGeom prst="rect">
            <a:avLst/>
          </a:prstGeom>
        </p:spPr>
      </p:pic>
      <p:sp>
        <p:nvSpPr>
          <p:cNvPr id="29" name="Arc 28">
            <a:extLst>
              <a:ext uri="{FF2B5EF4-FFF2-40B4-BE49-F238E27FC236}">
                <a16:creationId xmlns:a16="http://schemas.microsoft.com/office/drawing/2014/main" id="{8AD69B26-89C0-E1F9-6D1B-3459B63D12CE}"/>
              </a:ext>
            </a:extLst>
          </p:cNvPr>
          <p:cNvSpPr/>
          <p:nvPr/>
        </p:nvSpPr>
        <p:spPr>
          <a:xfrm>
            <a:off x="5954901" y="4594900"/>
            <a:ext cx="1562249" cy="1538516"/>
          </a:xfrm>
          <a:prstGeom prst="arc">
            <a:avLst>
              <a:gd name="adj1" fmla="val 16304095"/>
              <a:gd name="adj2" fmla="val 19162247"/>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514474"/>
            <a:endParaRPr lang="en-GB" sz="1200">
              <a:solidFill>
                <a:srgbClr val="000000"/>
              </a:solidFill>
              <a:latin typeface="TT Hoves Light"/>
            </a:endParaRPr>
          </a:p>
        </p:txBody>
      </p:sp>
      <p:sp>
        <p:nvSpPr>
          <p:cNvPr id="30" name="Arc 29">
            <a:extLst>
              <a:ext uri="{FF2B5EF4-FFF2-40B4-BE49-F238E27FC236}">
                <a16:creationId xmlns:a16="http://schemas.microsoft.com/office/drawing/2014/main" id="{B5C4A341-2CAE-FBFD-D6C5-553CA62A7482}"/>
              </a:ext>
            </a:extLst>
          </p:cNvPr>
          <p:cNvSpPr/>
          <p:nvPr/>
        </p:nvSpPr>
        <p:spPr>
          <a:xfrm>
            <a:off x="5954901" y="4594900"/>
            <a:ext cx="1562249" cy="1538516"/>
          </a:xfrm>
          <a:prstGeom prst="arc">
            <a:avLst>
              <a:gd name="adj1" fmla="val 19370099"/>
              <a:gd name="adj2" fmla="val 664047"/>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514474"/>
            <a:endParaRPr lang="en-GB" sz="1200">
              <a:solidFill>
                <a:srgbClr val="000000"/>
              </a:solidFill>
              <a:latin typeface="TT Hoves Light"/>
            </a:endParaRPr>
          </a:p>
        </p:txBody>
      </p:sp>
      <p:sp>
        <p:nvSpPr>
          <p:cNvPr id="31" name="Arc 30">
            <a:extLst>
              <a:ext uri="{FF2B5EF4-FFF2-40B4-BE49-F238E27FC236}">
                <a16:creationId xmlns:a16="http://schemas.microsoft.com/office/drawing/2014/main" id="{894A059C-1CA4-4433-6911-677B833D012D}"/>
              </a:ext>
            </a:extLst>
          </p:cNvPr>
          <p:cNvSpPr/>
          <p:nvPr/>
        </p:nvSpPr>
        <p:spPr>
          <a:xfrm>
            <a:off x="5952138" y="4592179"/>
            <a:ext cx="1562249" cy="1538516"/>
          </a:xfrm>
          <a:prstGeom prst="arc">
            <a:avLst>
              <a:gd name="adj1" fmla="val 917996"/>
              <a:gd name="adj2" fmla="val 3681966"/>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514474"/>
            <a:endParaRPr lang="en-GB" sz="1200">
              <a:solidFill>
                <a:srgbClr val="000000"/>
              </a:solidFill>
              <a:latin typeface="TT Hoves Light"/>
            </a:endParaRPr>
          </a:p>
        </p:txBody>
      </p:sp>
      <p:sp>
        <p:nvSpPr>
          <p:cNvPr id="128" name="Arc 127">
            <a:extLst>
              <a:ext uri="{FF2B5EF4-FFF2-40B4-BE49-F238E27FC236}">
                <a16:creationId xmlns:a16="http://schemas.microsoft.com/office/drawing/2014/main" id="{F3AAEE5E-DCFC-D6A9-1EB6-6012E1781C5E}"/>
              </a:ext>
            </a:extLst>
          </p:cNvPr>
          <p:cNvSpPr/>
          <p:nvPr/>
        </p:nvSpPr>
        <p:spPr>
          <a:xfrm>
            <a:off x="5954901" y="4594900"/>
            <a:ext cx="1562249" cy="1538516"/>
          </a:xfrm>
          <a:prstGeom prst="arc">
            <a:avLst>
              <a:gd name="adj1" fmla="val 3953347"/>
              <a:gd name="adj2" fmla="val 6863066"/>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514474"/>
            <a:endParaRPr lang="en-GB" sz="1200">
              <a:solidFill>
                <a:srgbClr val="000000"/>
              </a:solidFill>
              <a:latin typeface="TT Hoves Light"/>
            </a:endParaRPr>
          </a:p>
        </p:txBody>
      </p:sp>
      <p:sp>
        <p:nvSpPr>
          <p:cNvPr id="129" name="Arc 128">
            <a:extLst>
              <a:ext uri="{FF2B5EF4-FFF2-40B4-BE49-F238E27FC236}">
                <a16:creationId xmlns:a16="http://schemas.microsoft.com/office/drawing/2014/main" id="{13FC6080-3C8D-F6A5-B5A4-5E972A7491DB}"/>
              </a:ext>
            </a:extLst>
          </p:cNvPr>
          <p:cNvSpPr/>
          <p:nvPr/>
        </p:nvSpPr>
        <p:spPr>
          <a:xfrm>
            <a:off x="5954901" y="4594900"/>
            <a:ext cx="1562249" cy="1538516"/>
          </a:xfrm>
          <a:prstGeom prst="arc">
            <a:avLst>
              <a:gd name="adj1" fmla="val 7079982"/>
              <a:gd name="adj2" fmla="val 9936744"/>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514474"/>
            <a:endParaRPr lang="en-GB" sz="1200">
              <a:solidFill>
                <a:srgbClr val="000000"/>
              </a:solidFill>
              <a:latin typeface="TT Hoves Light"/>
            </a:endParaRPr>
          </a:p>
        </p:txBody>
      </p:sp>
      <p:sp>
        <p:nvSpPr>
          <p:cNvPr id="130" name="Arc 129">
            <a:extLst>
              <a:ext uri="{FF2B5EF4-FFF2-40B4-BE49-F238E27FC236}">
                <a16:creationId xmlns:a16="http://schemas.microsoft.com/office/drawing/2014/main" id="{591B2C54-050E-C150-75B1-42F35F1F02D6}"/>
              </a:ext>
            </a:extLst>
          </p:cNvPr>
          <p:cNvSpPr/>
          <p:nvPr/>
        </p:nvSpPr>
        <p:spPr>
          <a:xfrm>
            <a:off x="5954901" y="4594900"/>
            <a:ext cx="1562249" cy="1538516"/>
          </a:xfrm>
          <a:prstGeom prst="arc">
            <a:avLst>
              <a:gd name="adj1" fmla="val 10149190"/>
              <a:gd name="adj2" fmla="val 13033714"/>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514474"/>
            <a:endParaRPr lang="en-GB" sz="1200">
              <a:solidFill>
                <a:srgbClr val="000000"/>
              </a:solidFill>
              <a:latin typeface="TT Hoves Light"/>
            </a:endParaRPr>
          </a:p>
        </p:txBody>
      </p:sp>
      <p:sp>
        <p:nvSpPr>
          <p:cNvPr id="131" name="Arc 130">
            <a:extLst>
              <a:ext uri="{FF2B5EF4-FFF2-40B4-BE49-F238E27FC236}">
                <a16:creationId xmlns:a16="http://schemas.microsoft.com/office/drawing/2014/main" id="{040B6100-9B2C-9F9E-01D4-B49A4035F08E}"/>
              </a:ext>
            </a:extLst>
          </p:cNvPr>
          <p:cNvSpPr/>
          <p:nvPr/>
        </p:nvSpPr>
        <p:spPr>
          <a:xfrm>
            <a:off x="5954901" y="4594900"/>
            <a:ext cx="1562249" cy="1538516"/>
          </a:xfrm>
          <a:prstGeom prst="arc">
            <a:avLst>
              <a:gd name="adj1" fmla="val 13218971"/>
              <a:gd name="adj2" fmla="val 16114901"/>
            </a:avLst>
          </a:prstGeom>
          <a:ln w="127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514474"/>
            <a:endParaRPr lang="en-GB" sz="1200">
              <a:solidFill>
                <a:srgbClr val="000000"/>
              </a:solidFill>
              <a:latin typeface="TT Hoves Light"/>
            </a:endParaRPr>
          </a:p>
        </p:txBody>
      </p:sp>
      <p:pic>
        <p:nvPicPr>
          <p:cNvPr id="132" name="Graphic 36">
            <a:extLst>
              <a:ext uri="{FF2B5EF4-FFF2-40B4-BE49-F238E27FC236}">
                <a16:creationId xmlns:a16="http://schemas.microsoft.com/office/drawing/2014/main" id="{E0BB5795-0C2B-B723-4B4F-51FF31CC8D5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58745" y="4977214"/>
            <a:ext cx="307595" cy="222144"/>
          </a:xfrm>
          <a:prstGeom prst="rect">
            <a:avLst/>
          </a:prstGeom>
        </p:spPr>
      </p:pic>
      <p:pic>
        <p:nvPicPr>
          <p:cNvPr id="133" name="Graphic 37">
            <a:extLst>
              <a:ext uri="{FF2B5EF4-FFF2-40B4-BE49-F238E27FC236}">
                <a16:creationId xmlns:a16="http://schemas.microsoft.com/office/drawing/2014/main" id="{0C2F00C0-8EF1-AED7-F905-782C4D6A1C2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93418" y="5931120"/>
            <a:ext cx="253704" cy="213296"/>
          </a:xfrm>
          <a:prstGeom prst="rect">
            <a:avLst/>
          </a:prstGeom>
        </p:spPr>
      </p:pic>
      <p:pic>
        <p:nvPicPr>
          <p:cNvPr id="134" name="Graphic 38">
            <a:extLst>
              <a:ext uri="{FF2B5EF4-FFF2-40B4-BE49-F238E27FC236}">
                <a16:creationId xmlns:a16="http://schemas.microsoft.com/office/drawing/2014/main" id="{54DABBDA-ABEC-C072-24B0-ABF78D2C981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71203" y="4920370"/>
            <a:ext cx="356372" cy="328034"/>
          </a:xfrm>
          <a:prstGeom prst="rect">
            <a:avLst/>
          </a:prstGeom>
        </p:spPr>
      </p:pic>
      <p:pic>
        <p:nvPicPr>
          <p:cNvPr id="135" name="Graphic 39">
            <a:extLst>
              <a:ext uri="{FF2B5EF4-FFF2-40B4-BE49-F238E27FC236}">
                <a16:creationId xmlns:a16="http://schemas.microsoft.com/office/drawing/2014/main" id="{973B7327-E5BC-B132-6E75-F160906571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513088" y="5945438"/>
            <a:ext cx="268493" cy="251824"/>
          </a:xfrm>
          <a:prstGeom prst="rect">
            <a:avLst/>
          </a:prstGeom>
        </p:spPr>
      </p:pic>
      <p:pic>
        <p:nvPicPr>
          <p:cNvPr id="136" name="Graphic 40">
            <a:extLst>
              <a:ext uri="{FF2B5EF4-FFF2-40B4-BE49-F238E27FC236}">
                <a16:creationId xmlns:a16="http://schemas.microsoft.com/office/drawing/2014/main" id="{EFBC30B7-5AE0-3538-30AE-E46354E4935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13661" y="6389953"/>
            <a:ext cx="249102" cy="209427"/>
          </a:xfrm>
          <a:prstGeom prst="rect">
            <a:avLst/>
          </a:prstGeom>
        </p:spPr>
      </p:pic>
    </p:spTree>
    <p:extLst>
      <p:ext uri="{BB962C8B-B14F-4D97-AF65-F5344CB8AC3E}">
        <p14:creationId xmlns:p14="http://schemas.microsoft.com/office/powerpoint/2010/main" val="3719034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58436F2-FF7D-538F-6650-34400B9179FF}"/>
              </a:ext>
            </a:extLst>
          </p:cNvPr>
          <p:cNvSpPr>
            <a:spLocks noGrp="1"/>
          </p:cNvSpPr>
          <p:nvPr>
            <p:ph type="subTitle" idx="13"/>
          </p:nvPr>
        </p:nvSpPr>
        <p:spPr/>
        <p:txBody>
          <a:bodyPr/>
          <a:lstStyle/>
          <a:p>
            <a:r>
              <a:rPr lang="en-US"/>
              <a:t>Subheading</a:t>
            </a:r>
            <a:endParaRPr lang="en-GB"/>
          </a:p>
        </p:txBody>
      </p:sp>
      <p:sp>
        <p:nvSpPr>
          <p:cNvPr id="3" name="Title 2">
            <a:extLst>
              <a:ext uri="{FF2B5EF4-FFF2-40B4-BE49-F238E27FC236}">
                <a16:creationId xmlns:a16="http://schemas.microsoft.com/office/drawing/2014/main" id="{E4D32FF6-A3E3-CD8A-B2AF-7DCD85B5895D}"/>
              </a:ext>
            </a:extLst>
          </p:cNvPr>
          <p:cNvSpPr>
            <a:spLocks noGrp="1"/>
          </p:cNvSpPr>
          <p:nvPr>
            <p:ph type="title"/>
          </p:nvPr>
        </p:nvSpPr>
        <p:spPr/>
        <p:txBody>
          <a:bodyPr/>
          <a:lstStyle/>
          <a:p>
            <a:r>
              <a:rPr lang="en-US"/>
              <a:t>Diagram</a:t>
            </a:r>
            <a:endParaRPr lang="en-GB"/>
          </a:p>
        </p:txBody>
      </p:sp>
      <p:sp>
        <p:nvSpPr>
          <p:cNvPr id="5" name="Content Placeholder 'Challenges text'">
            <a:extLst>
              <a:ext uri="{FF2B5EF4-FFF2-40B4-BE49-F238E27FC236}">
                <a16:creationId xmlns:a16="http://schemas.microsoft.com/office/drawing/2014/main" id="{8E5B82E1-1EFA-2F52-3FA3-9647AE8E7560}"/>
              </a:ext>
            </a:extLst>
          </p:cNvPr>
          <p:cNvSpPr txBox="1">
            <a:spLocks/>
          </p:cNvSpPr>
          <p:nvPr/>
        </p:nvSpPr>
        <p:spPr>
          <a:xfrm>
            <a:off x="8462080" y="2223750"/>
            <a:ext cx="4461758" cy="840517"/>
          </a:xfrm>
          <a:prstGeom prst="rect">
            <a:avLst/>
          </a:prstGeom>
          <a:solidFill>
            <a:srgbClr val="FDEFED"/>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dirty="0">
                <a:solidFill>
                  <a:srgbClr val="E76151"/>
                </a:solidFill>
              </a:rPr>
              <a:t>Lorem ipsum </a:t>
            </a:r>
            <a:r>
              <a:rPr lang="en-GB" dirty="0" err="1">
                <a:solidFill>
                  <a:srgbClr val="E76151"/>
                </a:solidFill>
              </a:rPr>
              <a:t>dolor</a:t>
            </a:r>
            <a:r>
              <a:rPr lang="en-GB" dirty="0">
                <a:solidFill>
                  <a:srgbClr val="E76151"/>
                </a:solidFill>
              </a:rPr>
              <a:t> sit </a:t>
            </a:r>
            <a:r>
              <a:rPr lang="en-GB" dirty="0" err="1">
                <a:solidFill>
                  <a:srgbClr val="E76151"/>
                </a:solidFill>
              </a:rPr>
              <a:t>amet</a:t>
            </a:r>
            <a:r>
              <a:rPr lang="en-GB" dirty="0">
                <a:solidFill>
                  <a:srgbClr val="E76151"/>
                </a:solidFill>
              </a:rPr>
              <a:t>, </a:t>
            </a:r>
            <a:r>
              <a:rPr lang="en-GB" dirty="0" err="1">
                <a:solidFill>
                  <a:srgbClr val="E76151"/>
                </a:solidFill>
              </a:rPr>
              <a:t>consectetur</a:t>
            </a:r>
            <a:r>
              <a:rPr lang="en-GB" dirty="0">
                <a:solidFill>
                  <a:srgbClr val="E76151"/>
                </a:solidFill>
              </a:rPr>
              <a:t> </a:t>
            </a:r>
          </a:p>
          <a:p>
            <a:pPr lvl="1" algn="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a:t>
            </a:r>
            <a:br>
              <a:rPr lang="en-GB" sz="1400" dirty="0"/>
            </a:br>
            <a:r>
              <a:rPr lang="en-GB" sz="1400" dirty="0" err="1"/>
              <a:t>dolor</a:t>
            </a:r>
            <a:r>
              <a:rPr lang="en-GB" sz="1400" dirty="0"/>
              <a:t> ex, pharetra </a:t>
            </a:r>
            <a:r>
              <a:rPr lang="en-GB" sz="1400" dirty="0" err="1"/>
              <a:t>nec</a:t>
            </a:r>
            <a:r>
              <a:rPr lang="en-GB" sz="1400" dirty="0"/>
              <a:t> pharetra, Lorem</a:t>
            </a:r>
          </a:p>
        </p:txBody>
      </p:sp>
      <p:sp>
        <p:nvSpPr>
          <p:cNvPr id="6" name="Content Placeholder 'Challenges text'">
            <a:extLst>
              <a:ext uri="{FF2B5EF4-FFF2-40B4-BE49-F238E27FC236}">
                <a16:creationId xmlns:a16="http://schemas.microsoft.com/office/drawing/2014/main" id="{EAA625E4-719E-AB7F-6429-3687D464AF29}"/>
              </a:ext>
            </a:extLst>
          </p:cNvPr>
          <p:cNvSpPr txBox="1">
            <a:spLocks/>
          </p:cNvSpPr>
          <p:nvPr/>
        </p:nvSpPr>
        <p:spPr>
          <a:xfrm>
            <a:off x="9204683" y="4172589"/>
            <a:ext cx="3719152" cy="840517"/>
          </a:xfrm>
          <a:prstGeom prst="rect">
            <a:avLst/>
          </a:prstGeom>
          <a:solidFill>
            <a:srgbClr val="FDEFED"/>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dirty="0">
                <a:solidFill>
                  <a:srgbClr val="E76151"/>
                </a:solidFill>
              </a:rPr>
              <a:t>Lorem ipsum </a:t>
            </a:r>
            <a:r>
              <a:rPr lang="en-GB" dirty="0" err="1">
                <a:solidFill>
                  <a:srgbClr val="E76151"/>
                </a:solidFill>
              </a:rPr>
              <a:t>dolor</a:t>
            </a:r>
            <a:r>
              <a:rPr lang="en-GB" dirty="0">
                <a:solidFill>
                  <a:srgbClr val="E76151"/>
                </a:solidFill>
              </a:rPr>
              <a:t> </a:t>
            </a:r>
            <a:r>
              <a:rPr lang="en-GB" dirty="0" err="1">
                <a:solidFill>
                  <a:srgbClr val="E76151"/>
                </a:solidFill>
              </a:rPr>
              <a:t>amet</a:t>
            </a:r>
            <a:r>
              <a:rPr lang="en-GB" dirty="0">
                <a:solidFill>
                  <a:srgbClr val="E76151"/>
                </a:solidFill>
              </a:rPr>
              <a:t>, </a:t>
            </a:r>
            <a:r>
              <a:rPr lang="en-GB" dirty="0" err="1">
                <a:solidFill>
                  <a:srgbClr val="E76151"/>
                </a:solidFill>
              </a:rPr>
              <a:t>consectetur</a:t>
            </a:r>
            <a:r>
              <a:rPr lang="en-GB" dirty="0">
                <a:solidFill>
                  <a:srgbClr val="E76151"/>
                </a:solidFill>
              </a:rPr>
              <a:t> </a:t>
            </a:r>
          </a:p>
          <a:p>
            <a:pPr lvl="1" algn="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placinia</a:t>
            </a:r>
            <a:r>
              <a:rPr lang="en-GB" sz="1400" dirty="0"/>
              <a:t>. </a:t>
            </a:r>
            <a:br>
              <a:rPr lang="en-GB" sz="1400" dirty="0"/>
            </a:br>
            <a:r>
              <a:rPr lang="en-GB" sz="1400" dirty="0" err="1"/>
              <a:t>dolor</a:t>
            </a:r>
            <a:r>
              <a:rPr lang="en-GB" sz="1400" dirty="0"/>
              <a:t> ex, pharetra </a:t>
            </a:r>
            <a:r>
              <a:rPr lang="en-GB" sz="1400" dirty="0" err="1"/>
              <a:t>nec</a:t>
            </a:r>
            <a:r>
              <a:rPr lang="en-GB" sz="1400" dirty="0"/>
              <a:t> pharetra</a:t>
            </a:r>
          </a:p>
        </p:txBody>
      </p:sp>
      <p:sp>
        <p:nvSpPr>
          <p:cNvPr id="7" name="Content Placeholder 'Challenges text'">
            <a:extLst>
              <a:ext uri="{FF2B5EF4-FFF2-40B4-BE49-F238E27FC236}">
                <a16:creationId xmlns:a16="http://schemas.microsoft.com/office/drawing/2014/main" id="{274448B4-BAF1-ED4D-BE55-4656F06D79C2}"/>
              </a:ext>
            </a:extLst>
          </p:cNvPr>
          <p:cNvSpPr txBox="1">
            <a:spLocks/>
          </p:cNvSpPr>
          <p:nvPr/>
        </p:nvSpPr>
        <p:spPr>
          <a:xfrm>
            <a:off x="8901217" y="3198168"/>
            <a:ext cx="4022617" cy="840517"/>
          </a:xfrm>
          <a:prstGeom prst="rect">
            <a:avLst/>
          </a:prstGeom>
          <a:solidFill>
            <a:srgbClr val="FDEFED"/>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dirty="0">
                <a:solidFill>
                  <a:srgbClr val="E76151"/>
                </a:solidFill>
              </a:rPr>
              <a:t>Lorem ipsum </a:t>
            </a:r>
            <a:r>
              <a:rPr lang="en-GB" dirty="0" err="1">
                <a:solidFill>
                  <a:srgbClr val="E76151"/>
                </a:solidFill>
              </a:rPr>
              <a:t>dolor</a:t>
            </a:r>
            <a:r>
              <a:rPr lang="en-GB" dirty="0">
                <a:solidFill>
                  <a:srgbClr val="E76151"/>
                </a:solidFill>
              </a:rPr>
              <a:t> </a:t>
            </a:r>
            <a:r>
              <a:rPr lang="en-GB" dirty="0" err="1">
                <a:solidFill>
                  <a:srgbClr val="E76151"/>
                </a:solidFill>
              </a:rPr>
              <a:t>amet</a:t>
            </a:r>
            <a:r>
              <a:rPr lang="en-GB" dirty="0">
                <a:solidFill>
                  <a:srgbClr val="E76151"/>
                </a:solidFill>
              </a:rPr>
              <a:t>, </a:t>
            </a:r>
            <a:r>
              <a:rPr lang="en-GB" dirty="0" err="1">
                <a:solidFill>
                  <a:srgbClr val="E76151"/>
                </a:solidFill>
              </a:rPr>
              <a:t>consectetur</a:t>
            </a:r>
            <a:r>
              <a:rPr lang="en-GB" dirty="0">
                <a:solidFill>
                  <a:srgbClr val="E76151"/>
                </a:solidFill>
              </a:rPr>
              <a:t> </a:t>
            </a:r>
          </a:p>
          <a:p>
            <a:pPr lvl="1" algn="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placinia</a:t>
            </a:r>
            <a:r>
              <a:rPr lang="en-GB" sz="1400" dirty="0"/>
              <a:t>. </a:t>
            </a:r>
            <a:br>
              <a:rPr lang="en-GB" sz="1400" dirty="0"/>
            </a:br>
            <a:r>
              <a:rPr lang="en-GB" sz="1400" dirty="0" err="1"/>
              <a:t>dolor</a:t>
            </a:r>
            <a:r>
              <a:rPr lang="en-GB" sz="1400" dirty="0"/>
              <a:t> ex, pharetra </a:t>
            </a:r>
            <a:r>
              <a:rPr lang="en-GB" sz="1400" dirty="0" err="1"/>
              <a:t>nec</a:t>
            </a:r>
            <a:r>
              <a:rPr lang="en-GB" sz="1400" dirty="0"/>
              <a:t> pharetra</a:t>
            </a:r>
          </a:p>
        </p:txBody>
      </p:sp>
      <p:sp>
        <p:nvSpPr>
          <p:cNvPr id="8" name="Content Placeholder 'Challenges text'">
            <a:extLst>
              <a:ext uri="{FF2B5EF4-FFF2-40B4-BE49-F238E27FC236}">
                <a16:creationId xmlns:a16="http://schemas.microsoft.com/office/drawing/2014/main" id="{FE1EB777-8D8C-2BE4-FB6A-10AAD3B1E3A9}"/>
              </a:ext>
            </a:extLst>
          </p:cNvPr>
          <p:cNvSpPr txBox="1">
            <a:spLocks/>
          </p:cNvSpPr>
          <p:nvPr/>
        </p:nvSpPr>
        <p:spPr>
          <a:xfrm>
            <a:off x="8462080" y="6121430"/>
            <a:ext cx="4461758" cy="840517"/>
          </a:xfrm>
          <a:prstGeom prst="rect">
            <a:avLst/>
          </a:prstGeom>
          <a:solidFill>
            <a:srgbClr val="FDEFED"/>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dirty="0">
                <a:solidFill>
                  <a:srgbClr val="E76151"/>
                </a:solidFill>
              </a:rPr>
              <a:t>Lorem ipsum </a:t>
            </a:r>
            <a:r>
              <a:rPr lang="en-GB" dirty="0" err="1">
                <a:solidFill>
                  <a:srgbClr val="E76151"/>
                </a:solidFill>
              </a:rPr>
              <a:t>dolor</a:t>
            </a:r>
            <a:r>
              <a:rPr lang="en-GB" dirty="0">
                <a:solidFill>
                  <a:srgbClr val="E76151"/>
                </a:solidFill>
              </a:rPr>
              <a:t> </a:t>
            </a:r>
            <a:r>
              <a:rPr lang="en-GB" dirty="0" err="1">
                <a:solidFill>
                  <a:srgbClr val="E76151"/>
                </a:solidFill>
              </a:rPr>
              <a:t>amet</a:t>
            </a:r>
            <a:r>
              <a:rPr lang="en-GB" dirty="0">
                <a:solidFill>
                  <a:srgbClr val="E76151"/>
                </a:solidFill>
              </a:rPr>
              <a:t>, </a:t>
            </a:r>
            <a:r>
              <a:rPr lang="en-GB" dirty="0" err="1">
                <a:solidFill>
                  <a:srgbClr val="E76151"/>
                </a:solidFill>
              </a:rPr>
              <a:t>consectetur</a:t>
            </a:r>
            <a:r>
              <a:rPr lang="en-GB" dirty="0">
                <a:solidFill>
                  <a:srgbClr val="E76151"/>
                </a:solidFill>
              </a:rPr>
              <a:t> </a:t>
            </a:r>
          </a:p>
          <a:p>
            <a:pPr lvl="1" algn="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placinia</a:t>
            </a:r>
            <a:r>
              <a:rPr lang="en-GB" sz="1400" dirty="0"/>
              <a:t>. </a:t>
            </a:r>
            <a:r>
              <a:rPr lang="en-GB" sz="1400" dirty="0" err="1"/>
              <a:t>dolor</a:t>
            </a:r>
            <a:r>
              <a:rPr lang="en-GB" sz="1400" dirty="0"/>
              <a:t> ex, pharetra </a:t>
            </a:r>
            <a:br>
              <a:rPr lang="en-GB" sz="1400" dirty="0"/>
            </a:br>
            <a:r>
              <a:rPr lang="en-GB" sz="1400" dirty="0" err="1"/>
              <a:t>nec</a:t>
            </a:r>
            <a:r>
              <a:rPr lang="en-GB" sz="1400" dirty="0"/>
              <a:t> pharetra</a:t>
            </a:r>
          </a:p>
        </p:txBody>
      </p:sp>
      <p:sp>
        <p:nvSpPr>
          <p:cNvPr id="9" name="Content Placeholder 'Challenges text'">
            <a:extLst>
              <a:ext uri="{FF2B5EF4-FFF2-40B4-BE49-F238E27FC236}">
                <a16:creationId xmlns:a16="http://schemas.microsoft.com/office/drawing/2014/main" id="{EB4A48BA-CE88-D43A-0DEC-3745D61BDE61}"/>
              </a:ext>
            </a:extLst>
          </p:cNvPr>
          <p:cNvSpPr txBox="1">
            <a:spLocks/>
          </p:cNvSpPr>
          <p:nvPr/>
        </p:nvSpPr>
        <p:spPr>
          <a:xfrm>
            <a:off x="8462080" y="5147010"/>
            <a:ext cx="4461758" cy="840517"/>
          </a:xfrm>
          <a:prstGeom prst="rect">
            <a:avLst/>
          </a:prstGeom>
          <a:solidFill>
            <a:srgbClr val="FDEFED"/>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r"/>
            <a:r>
              <a:rPr lang="en-GB" dirty="0">
                <a:solidFill>
                  <a:srgbClr val="E76151"/>
                </a:solidFill>
              </a:rPr>
              <a:t>Lorem ipsum </a:t>
            </a:r>
            <a:r>
              <a:rPr lang="en-GB" dirty="0" err="1">
                <a:solidFill>
                  <a:srgbClr val="E76151"/>
                </a:solidFill>
              </a:rPr>
              <a:t>dolor</a:t>
            </a:r>
            <a:r>
              <a:rPr lang="en-GB" dirty="0">
                <a:solidFill>
                  <a:srgbClr val="E76151"/>
                </a:solidFill>
              </a:rPr>
              <a:t> </a:t>
            </a:r>
            <a:r>
              <a:rPr lang="en-GB" dirty="0" err="1">
                <a:solidFill>
                  <a:srgbClr val="E76151"/>
                </a:solidFill>
              </a:rPr>
              <a:t>amet</a:t>
            </a:r>
            <a:r>
              <a:rPr lang="en-GB" dirty="0">
                <a:solidFill>
                  <a:srgbClr val="E76151"/>
                </a:solidFill>
              </a:rPr>
              <a:t>, </a:t>
            </a:r>
            <a:r>
              <a:rPr lang="en-GB" dirty="0" err="1">
                <a:solidFill>
                  <a:srgbClr val="E76151"/>
                </a:solidFill>
              </a:rPr>
              <a:t>consectetur</a:t>
            </a:r>
            <a:r>
              <a:rPr lang="en-GB" dirty="0">
                <a:solidFill>
                  <a:srgbClr val="E76151"/>
                </a:solidFill>
              </a:rPr>
              <a:t> </a:t>
            </a:r>
          </a:p>
          <a:p>
            <a:pPr lvl="1" algn="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placinia</a:t>
            </a:r>
            <a:r>
              <a:rPr lang="en-GB" sz="1400" dirty="0"/>
              <a:t>. </a:t>
            </a:r>
            <a:br>
              <a:rPr lang="en-GB" sz="1400" dirty="0"/>
            </a:br>
            <a:r>
              <a:rPr lang="en-GB" sz="1400" dirty="0" err="1"/>
              <a:t>dolor</a:t>
            </a:r>
            <a:r>
              <a:rPr lang="en-GB" sz="1400" dirty="0"/>
              <a:t> ex, pharetra </a:t>
            </a:r>
            <a:r>
              <a:rPr lang="en-GB" sz="1400" dirty="0" err="1"/>
              <a:t>nec</a:t>
            </a:r>
            <a:r>
              <a:rPr lang="en-GB" sz="1400" dirty="0"/>
              <a:t> pharetra</a:t>
            </a:r>
          </a:p>
        </p:txBody>
      </p:sp>
      <p:sp>
        <p:nvSpPr>
          <p:cNvPr id="11" name="Content Placeholder 'Challenges text'">
            <a:extLst>
              <a:ext uri="{FF2B5EF4-FFF2-40B4-BE49-F238E27FC236}">
                <a16:creationId xmlns:a16="http://schemas.microsoft.com/office/drawing/2014/main" id="{D3520D21-B1F3-5C31-5F70-BF5C0A0CAC63}"/>
              </a:ext>
            </a:extLst>
          </p:cNvPr>
          <p:cNvSpPr txBox="1">
            <a:spLocks/>
          </p:cNvSpPr>
          <p:nvPr/>
        </p:nvSpPr>
        <p:spPr>
          <a:xfrm>
            <a:off x="539753" y="4720242"/>
            <a:ext cx="4461858" cy="1075567"/>
          </a:xfrm>
          <a:prstGeom prst="rect">
            <a:avLst/>
          </a:prstGeom>
          <a:solidFill>
            <a:srgbClr val="ECF9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t>Lorem ipsum </a:t>
            </a:r>
            <a:r>
              <a:rPr lang="en-GB" dirty="0" err="1"/>
              <a:t>dolor</a:t>
            </a:r>
            <a:r>
              <a:rPr lang="en-GB" dirty="0"/>
              <a:t> sit </a:t>
            </a:r>
            <a:r>
              <a:rPr lang="en-GB" dirty="0" err="1"/>
              <a:t>amet</a:t>
            </a:r>
            <a:r>
              <a:rPr lang="en-GB" dirty="0"/>
              <a:t>, </a:t>
            </a:r>
            <a:r>
              <a:rPr lang="en-GB" dirty="0" err="1"/>
              <a:t>adipiscing</a:t>
            </a:r>
            <a:endParaRPr lang="en-GB" dirty="0"/>
          </a:p>
          <a:p>
            <a:pPr lvl="1"/>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a:t>
            </a:r>
            <a:r>
              <a:rPr lang="en-GB" sz="1400" dirty="0" err="1"/>
              <a:t>inia</a:t>
            </a:r>
            <a:r>
              <a:rPr lang="en-GB" sz="1400" dirty="0"/>
              <a:t> </a:t>
            </a:r>
            <a:br>
              <a:rPr lang="en-GB" sz="1400" dirty="0"/>
            </a:br>
            <a:r>
              <a:rPr lang="en-GB" sz="1400" dirty="0" err="1"/>
              <a:t>dolor</a:t>
            </a:r>
            <a:r>
              <a:rPr lang="en-GB" sz="1400" dirty="0"/>
              <a:t> ex, pharetra </a:t>
            </a:r>
            <a:r>
              <a:rPr lang="en-GB" sz="1400" dirty="0" err="1"/>
              <a:t>nec</a:t>
            </a:r>
            <a:r>
              <a:rPr lang="en-GB" sz="1400" dirty="0"/>
              <a:t> pharetra, Nia </a:t>
            </a:r>
            <a:br>
              <a:rPr lang="en-GB" sz="1400" dirty="0"/>
            </a:br>
            <a:r>
              <a:rPr lang="en-GB" sz="1400" dirty="0" err="1"/>
              <a:t>dolor</a:t>
            </a:r>
            <a:r>
              <a:rPr lang="en-GB" sz="1400" dirty="0"/>
              <a:t> ex, pharetra </a:t>
            </a:r>
            <a:r>
              <a:rPr lang="en-GB" sz="1400" dirty="0" err="1"/>
              <a:t>nec</a:t>
            </a:r>
            <a:r>
              <a:rPr lang="en-GB" sz="1400" dirty="0"/>
              <a:t> </a:t>
            </a:r>
            <a:r>
              <a:rPr lang="en-GB" sz="1400" dirty="0" err="1"/>
              <a:t>pha</a:t>
            </a:r>
            <a:endParaRPr lang="en-GB" sz="1400" dirty="0"/>
          </a:p>
        </p:txBody>
      </p:sp>
      <p:sp>
        <p:nvSpPr>
          <p:cNvPr id="12" name="Content Placeholder 'Challenges text'">
            <a:extLst>
              <a:ext uri="{FF2B5EF4-FFF2-40B4-BE49-F238E27FC236}">
                <a16:creationId xmlns:a16="http://schemas.microsoft.com/office/drawing/2014/main" id="{5AC02A14-8C81-C38B-6A89-F8A13D093C07}"/>
              </a:ext>
            </a:extLst>
          </p:cNvPr>
          <p:cNvSpPr txBox="1">
            <a:spLocks/>
          </p:cNvSpPr>
          <p:nvPr/>
        </p:nvSpPr>
        <p:spPr>
          <a:xfrm>
            <a:off x="539749" y="2223748"/>
            <a:ext cx="4461858" cy="1075567"/>
          </a:xfrm>
          <a:prstGeom prst="rect">
            <a:avLst/>
          </a:prstGeom>
          <a:solidFill>
            <a:srgbClr val="ECF9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br>
              <a:rPr lang="en-GB" dirty="0"/>
            </a:br>
            <a:r>
              <a:rPr lang="en-GB" dirty="0" err="1"/>
              <a:t>adipiscing</a:t>
            </a:r>
            <a:r>
              <a:rPr lang="en-GB" dirty="0"/>
              <a:t> </a:t>
            </a:r>
            <a:r>
              <a:rPr lang="en-GB" dirty="0" err="1"/>
              <a:t>elit</a:t>
            </a:r>
            <a:r>
              <a:rPr lang="en-GB" dirty="0"/>
              <a:t> </a:t>
            </a:r>
          </a:p>
          <a:p>
            <a:pPr lvl="1"/>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a:t>
            </a:r>
            <a:br>
              <a:rPr lang="en-GB" sz="1400" dirty="0"/>
            </a:br>
            <a:r>
              <a:rPr lang="en-GB" sz="1400" dirty="0" err="1"/>
              <a:t>dolor</a:t>
            </a:r>
            <a:r>
              <a:rPr lang="en-GB" sz="1400" dirty="0"/>
              <a:t> ex, pharetra </a:t>
            </a:r>
            <a:r>
              <a:rPr lang="en-GB" sz="1400" dirty="0" err="1"/>
              <a:t>nec</a:t>
            </a:r>
            <a:r>
              <a:rPr lang="en-GB" sz="1400" dirty="0"/>
              <a:t> pharetra, Lorem</a:t>
            </a:r>
          </a:p>
        </p:txBody>
      </p:sp>
      <p:sp>
        <p:nvSpPr>
          <p:cNvPr id="13" name="Content Placeholder 'Challenges text'">
            <a:extLst>
              <a:ext uri="{FF2B5EF4-FFF2-40B4-BE49-F238E27FC236}">
                <a16:creationId xmlns:a16="http://schemas.microsoft.com/office/drawing/2014/main" id="{7182D544-FD9B-3463-77A2-295B2CE8C0CC}"/>
              </a:ext>
            </a:extLst>
          </p:cNvPr>
          <p:cNvSpPr txBox="1">
            <a:spLocks/>
          </p:cNvSpPr>
          <p:nvPr/>
        </p:nvSpPr>
        <p:spPr>
          <a:xfrm>
            <a:off x="537975" y="5884613"/>
            <a:ext cx="4461858" cy="1075567"/>
          </a:xfrm>
          <a:prstGeom prst="rect">
            <a:avLst/>
          </a:prstGeom>
          <a:solidFill>
            <a:srgbClr val="ECF9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t>Lorem ipsum </a:t>
            </a:r>
            <a:r>
              <a:rPr lang="en-GB" dirty="0" err="1"/>
              <a:t>dolor</a:t>
            </a:r>
            <a:r>
              <a:rPr lang="en-GB" dirty="0"/>
              <a:t> sit </a:t>
            </a:r>
            <a:r>
              <a:rPr lang="en-GB" dirty="0" err="1"/>
              <a:t>amet</a:t>
            </a:r>
            <a:r>
              <a:rPr lang="en-GB" dirty="0"/>
              <a:t>, </a:t>
            </a:r>
            <a:r>
              <a:rPr lang="en-GB" dirty="0" err="1"/>
              <a:t>adipiscing</a:t>
            </a:r>
            <a:endParaRPr lang="en-GB" dirty="0"/>
          </a:p>
          <a:p>
            <a:pPr lvl="1"/>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a:t>
            </a:r>
            <a:r>
              <a:rPr lang="en-GB" sz="1400" dirty="0" err="1"/>
              <a:t>inia</a:t>
            </a:r>
            <a:r>
              <a:rPr lang="en-GB" sz="1400" dirty="0"/>
              <a:t> </a:t>
            </a:r>
            <a:br>
              <a:rPr lang="en-GB" sz="1400" dirty="0"/>
            </a:br>
            <a:r>
              <a:rPr lang="en-GB" sz="1400" dirty="0" err="1"/>
              <a:t>dolor</a:t>
            </a:r>
            <a:r>
              <a:rPr lang="en-GB" sz="1400" dirty="0"/>
              <a:t> ex, pharetra </a:t>
            </a:r>
            <a:r>
              <a:rPr lang="en-GB" sz="1400" dirty="0" err="1"/>
              <a:t>nec</a:t>
            </a:r>
            <a:r>
              <a:rPr lang="en-GB" sz="1400" dirty="0"/>
              <a:t> pharetra, Nia </a:t>
            </a:r>
            <a:br>
              <a:rPr lang="en-GB" sz="1400" dirty="0"/>
            </a:br>
            <a:r>
              <a:rPr lang="en-GB" sz="1400" dirty="0" err="1"/>
              <a:t>dolor</a:t>
            </a:r>
            <a:r>
              <a:rPr lang="en-GB" sz="1400" dirty="0"/>
              <a:t> ex, pharetra </a:t>
            </a:r>
            <a:r>
              <a:rPr lang="en-GB" sz="1400" dirty="0" err="1"/>
              <a:t>nec</a:t>
            </a:r>
            <a:r>
              <a:rPr lang="en-GB" sz="1400" dirty="0"/>
              <a:t> </a:t>
            </a:r>
            <a:r>
              <a:rPr lang="en-GB" sz="1400" dirty="0" err="1"/>
              <a:t>pha</a:t>
            </a:r>
            <a:endParaRPr lang="en-GB" sz="1400" dirty="0"/>
          </a:p>
        </p:txBody>
      </p:sp>
      <p:sp>
        <p:nvSpPr>
          <p:cNvPr id="14" name="Content Placeholder 'Challenges text'">
            <a:extLst>
              <a:ext uri="{FF2B5EF4-FFF2-40B4-BE49-F238E27FC236}">
                <a16:creationId xmlns:a16="http://schemas.microsoft.com/office/drawing/2014/main" id="{546BFC56-F1CE-E98B-23A9-9299BB6D6AB5}"/>
              </a:ext>
            </a:extLst>
          </p:cNvPr>
          <p:cNvSpPr txBox="1">
            <a:spLocks/>
          </p:cNvSpPr>
          <p:nvPr/>
        </p:nvSpPr>
        <p:spPr>
          <a:xfrm>
            <a:off x="539750" y="3388119"/>
            <a:ext cx="4461858" cy="1243319"/>
          </a:xfrm>
          <a:prstGeom prst="rect">
            <a:avLst/>
          </a:prstGeom>
          <a:solidFill>
            <a:srgbClr val="ECF9F4"/>
          </a:solidFill>
        </p:spPr>
        <p:txBody>
          <a:bodyPr lIns="72000" tIns="72000" rIns="72000" bIns="7200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Tx/>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br>
              <a:rPr lang="en-GB" dirty="0"/>
            </a:br>
            <a:r>
              <a:rPr lang="en-GB" dirty="0" err="1"/>
              <a:t>adipiscing</a:t>
            </a:r>
            <a:r>
              <a:rPr lang="en-GB" dirty="0"/>
              <a:t> </a:t>
            </a:r>
            <a:r>
              <a:rPr lang="en-GB" dirty="0" err="1"/>
              <a:t>elit</a:t>
            </a:r>
            <a:r>
              <a:rPr lang="en-GB" dirty="0"/>
              <a:t> </a:t>
            </a:r>
          </a:p>
          <a:p>
            <a:pPr lvl="1"/>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a:t>
            </a:r>
            <a:r>
              <a:rPr lang="en-GB" sz="1400" dirty="0" err="1"/>
              <a:t>inia</a:t>
            </a:r>
            <a:r>
              <a:rPr lang="en-GB" sz="1400" dirty="0"/>
              <a:t> </a:t>
            </a:r>
            <a:br>
              <a:rPr lang="en-GB" sz="1400" dirty="0"/>
            </a:br>
            <a:r>
              <a:rPr lang="en-GB" sz="1400" dirty="0" err="1"/>
              <a:t>dolor</a:t>
            </a:r>
            <a:r>
              <a:rPr lang="en-GB" sz="1400" dirty="0"/>
              <a:t> ex, pharetra </a:t>
            </a:r>
            <a:r>
              <a:rPr lang="en-GB" sz="1400" dirty="0" err="1"/>
              <a:t>nec</a:t>
            </a:r>
            <a:r>
              <a:rPr lang="en-GB" sz="1400" dirty="0"/>
              <a:t> pharetra, Nia </a:t>
            </a:r>
            <a:br>
              <a:rPr lang="en-GB" sz="1400" dirty="0"/>
            </a:br>
            <a:r>
              <a:rPr lang="en-GB" sz="1400" dirty="0" err="1"/>
              <a:t>dolor</a:t>
            </a:r>
            <a:r>
              <a:rPr lang="en-GB" sz="1400" dirty="0"/>
              <a:t> ex, pharetra </a:t>
            </a:r>
            <a:r>
              <a:rPr lang="en-GB" sz="1400" dirty="0" err="1"/>
              <a:t>nec</a:t>
            </a:r>
            <a:r>
              <a:rPr lang="en-GB" sz="1400" dirty="0"/>
              <a:t> </a:t>
            </a:r>
            <a:r>
              <a:rPr lang="en-GB" sz="1400" dirty="0" err="1"/>
              <a:t>pha</a:t>
            </a:r>
            <a:endParaRPr lang="en-GB" sz="1400" dirty="0"/>
          </a:p>
        </p:txBody>
      </p:sp>
      <p:sp>
        <p:nvSpPr>
          <p:cNvPr id="15" name="Content Placeholder 'Challenges'">
            <a:extLst>
              <a:ext uri="{FF2B5EF4-FFF2-40B4-BE49-F238E27FC236}">
                <a16:creationId xmlns:a16="http://schemas.microsoft.com/office/drawing/2014/main" id="{FB75262C-7AB7-9975-0A2C-2D59705F2E4E}"/>
              </a:ext>
            </a:extLst>
          </p:cNvPr>
          <p:cNvSpPr txBox="1">
            <a:spLocks/>
          </p:cNvSpPr>
          <p:nvPr/>
        </p:nvSpPr>
        <p:spPr>
          <a:xfrm>
            <a:off x="539749" y="1800225"/>
            <a:ext cx="3485388" cy="386756"/>
          </a:xfrm>
          <a:prstGeom prst="rect">
            <a:avLst/>
          </a:prstGeom>
          <a:noFill/>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defTabSz="876114">
              <a:spcBef>
                <a:spcPts val="0"/>
              </a:spcBef>
              <a:defRPr/>
            </a:pPr>
            <a:r>
              <a:rPr lang="en-GB" sz="1600" dirty="0">
                <a:solidFill>
                  <a:srgbClr val="00BA8D"/>
                </a:solidFill>
                <a:latin typeface="Helvetica Now Text" panose="020B0504030202020204" pitchFamily="34" charset="0"/>
              </a:rPr>
              <a:t>Heading to go here </a:t>
            </a:r>
          </a:p>
        </p:txBody>
      </p:sp>
      <p:sp>
        <p:nvSpPr>
          <p:cNvPr id="16" name="Content Placeholder 'Solutions'">
            <a:extLst>
              <a:ext uri="{FF2B5EF4-FFF2-40B4-BE49-F238E27FC236}">
                <a16:creationId xmlns:a16="http://schemas.microsoft.com/office/drawing/2014/main" id="{29A5BA99-20B9-DEB7-374C-5D89F3E8CF87}"/>
              </a:ext>
            </a:extLst>
          </p:cNvPr>
          <p:cNvSpPr txBox="1">
            <a:spLocks/>
          </p:cNvSpPr>
          <p:nvPr/>
        </p:nvSpPr>
        <p:spPr>
          <a:xfrm>
            <a:off x="9456752" y="1800225"/>
            <a:ext cx="3467086" cy="386756"/>
          </a:xfrm>
          <a:prstGeom prst="rect">
            <a:avLst/>
          </a:prstGeom>
          <a:noFill/>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algn="r"/>
            <a:r>
              <a:rPr lang="en-GB" sz="1600" dirty="0">
                <a:solidFill>
                  <a:srgbClr val="E76151"/>
                </a:solidFill>
                <a:latin typeface="Helvetica Now Text" panose="020B0504030202020204" pitchFamily="34" charset="0"/>
              </a:rPr>
              <a:t>Heading to go here</a:t>
            </a:r>
          </a:p>
        </p:txBody>
      </p:sp>
      <p:sp>
        <p:nvSpPr>
          <p:cNvPr id="17" name="Content Placeholder 'How you'">
            <a:extLst>
              <a:ext uri="{FF2B5EF4-FFF2-40B4-BE49-F238E27FC236}">
                <a16:creationId xmlns:a16="http://schemas.microsoft.com/office/drawing/2014/main" id="{9BCA4ED2-1044-F3F4-57F4-382D7BD7BC22}"/>
              </a:ext>
            </a:extLst>
          </p:cNvPr>
          <p:cNvSpPr txBox="1">
            <a:spLocks/>
          </p:cNvSpPr>
          <p:nvPr/>
        </p:nvSpPr>
        <p:spPr>
          <a:xfrm>
            <a:off x="3983834" y="1765454"/>
            <a:ext cx="5560816" cy="5560814"/>
          </a:xfrm>
          <a:prstGeom prst="ellipse">
            <a:avLst/>
          </a:prstGeom>
          <a:solidFill>
            <a:schemeClr val="bg1"/>
          </a:solidFill>
          <a:ln>
            <a:noFill/>
          </a:ln>
        </p:spPr>
        <p:txBody>
          <a:bodyPr spcFirstLastPara="1" lIns="72000" tIns="72000" rIns="72000" bIns="72000" numCol="1">
            <a:prstTxWarp prst="textArchUp">
              <a:avLst/>
            </a:prstTxWarp>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algn="ctr" defTabSz="876114">
              <a:spcBef>
                <a:spcPts val="0"/>
              </a:spcBef>
              <a:defRPr/>
            </a:pPr>
            <a:endParaRPr lang="en-GB" sz="1600">
              <a:solidFill>
                <a:schemeClr val="tx2"/>
              </a:solidFill>
              <a:latin typeface="Helvetica Now Text" panose="020B0504030202020204" pitchFamily="34" charset="0"/>
            </a:endParaRPr>
          </a:p>
        </p:txBody>
      </p:sp>
      <p:sp>
        <p:nvSpPr>
          <p:cNvPr id="27" name="Arc 26">
            <a:extLst>
              <a:ext uri="{FF2B5EF4-FFF2-40B4-BE49-F238E27FC236}">
                <a16:creationId xmlns:a16="http://schemas.microsoft.com/office/drawing/2014/main" id="{2E4FF5D8-4134-CD06-4505-2FC0544D9DAE}"/>
              </a:ext>
            </a:extLst>
          </p:cNvPr>
          <p:cNvSpPr/>
          <p:nvPr/>
        </p:nvSpPr>
        <p:spPr>
          <a:xfrm>
            <a:off x="4313647" y="2162670"/>
            <a:ext cx="4858600" cy="4858593"/>
          </a:xfrm>
          <a:prstGeom prst="arc">
            <a:avLst>
              <a:gd name="adj1" fmla="val 8295883"/>
              <a:gd name="adj2" fmla="val 13409225"/>
            </a:avLst>
          </a:prstGeom>
          <a:ln w="15875">
            <a:solidFill>
              <a:schemeClr val="bg2"/>
            </a:solidFill>
            <a:headEnd type="oval"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8" name="Oval 27">
            <a:extLst>
              <a:ext uri="{FF2B5EF4-FFF2-40B4-BE49-F238E27FC236}">
                <a16:creationId xmlns:a16="http://schemas.microsoft.com/office/drawing/2014/main" id="{9B05F0E4-7741-3D96-C109-C6D9B96C17BA}"/>
              </a:ext>
            </a:extLst>
          </p:cNvPr>
          <p:cNvSpPr/>
          <p:nvPr/>
        </p:nvSpPr>
        <p:spPr>
          <a:xfrm>
            <a:off x="4883031" y="2857564"/>
            <a:ext cx="165235" cy="165235"/>
          </a:xfrm>
          <a:prstGeom prst="ellipse">
            <a:avLst/>
          </a:prstGeom>
          <a:solidFill>
            <a:srgbClr val="00BA8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29" name="Oval 28">
            <a:extLst>
              <a:ext uri="{FF2B5EF4-FFF2-40B4-BE49-F238E27FC236}">
                <a16:creationId xmlns:a16="http://schemas.microsoft.com/office/drawing/2014/main" id="{27125071-FD65-C58F-8C59-477C34AE776A}"/>
              </a:ext>
            </a:extLst>
          </p:cNvPr>
          <p:cNvSpPr/>
          <p:nvPr/>
        </p:nvSpPr>
        <p:spPr>
          <a:xfrm>
            <a:off x="4298523" y="3988390"/>
            <a:ext cx="165235" cy="165235"/>
          </a:xfrm>
          <a:prstGeom prst="ellipse">
            <a:avLst/>
          </a:prstGeom>
          <a:solidFill>
            <a:srgbClr val="00BA8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30" name="Oval 29">
            <a:extLst>
              <a:ext uri="{FF2B5EF4-FFF2-40B4-BE49-F238E27FC236}">
                <a16:creationId xmlns:a16="http://schemas.microsoft.com/office/drawing/2014/main" id="{2FF36D73-5915-5734-2E9E-D456B3078BB0}"/>
              </a:ext>
            </a:extLst>
          </p:cNvPr>
          <p:cNvSpPr/>
          <p:nvPr/>
        </p:nvSpPr>
        <p:spPr>
          <a:xfrm>
            <a:off x="4317121" y="5078563"/>
            <a:ext cx="165235" cy="165235"/>
          </a:xfrm>
          <a:prstGeom prst="ellipse">
            <a:avLst/>
          </a:prstGeom>
          <a:solidFill>
            <a:srgbClr val="00BA8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31" name="Oval 30">
            <a:extLst>
              <a:ext uri="{FF2B5EF4-FFF2-40B4-BE49-F238E27FC236}">
                <a16:creationId xmlns:a16="http://schemas.microsoft.com/office/drawing/2014/main" id="{5F49D5B0-ED87-382A-9E47-CBF78C88E96D}"/>
              </a:ext>
            </a:extLst>
          </p:cNvPr>
          <p:cNvSpPr/>
          <p:nvPr/>
        </p:nvSpPr>
        <p:spPr>
          <a:xfrm>
            <a:off x="4863282" y="6152517"/>
            <a:ext cx="165235" cy="165235"/>
          </a:xfrm>
          <a:prstGeom prst="ellipse">
            <a:avLst/>
          </a:prstGeom>
          <a:solidFill>
            <a:srgbClr val="00BA8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20" name="Arc 19">
            <a:extLst>
              <a:ext uri="{FF2B5EF4-FFF2-40B4-BE49-F238E27FC236}">
                <a16:creationId xmlns:a16="http://schemas.microsoft.com/office/drawing/2014/main" id="{07099F02-2C8D-F401-8E3B-0119E40597F9}"/>
              </a:ext>
            </a:extLst>
          </p:cNvPr>
          <p:cNvSpPr/>
          <p:nvPr/>
        </p:nvSpPr>
        <p:spPr>
          <a:xfrm flipH="1">
            <a:off x="4311465" y="2162670"/>
            <a:ext cx="4858599" cy="4858593"/>
          </a:xfrm>
          <a:prstGeom prst="arc">
            <a:avLst>
              <a:gd name="adj1" fmla="val 8018432"/>
              <a:gd name="adj2" fmla="val 13520389"/>
            </a:avLst>
          </a:prstGeom>
          <a:ln w="15875">
            <a:solidFill>
              <a:srgbClr val="E76151"/>
            </a:solidFill>
            <a:headEnd type="oval"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Oval 20">
            <a:extLst>
              <a:ext uri="{FF2B5EF4-FFF2-40B4-BE49-F238E27FC236}">
                <a16:creationId xmlns:a16="http://schemas.microsoft.com/office/drawing/2014/main" id="{1C38F344-424C-B149-8DAB-B4C0E5D234C2}"/>
              </a:ext>
            </a:extLst>
          </p:cNvPr>
          <p:cNvSpPr/>
          <p:nvPr/>
        </p:nvSpPr>
        <p:spPr>
          <a:xfrm flipH="1">
            <a:off x="8926131" y="3642948"/>
            <a:ext cx="165235" cy="165235"/>
          </a:xfrm>
          <a:prstGeom prst="ellipse">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22" name="Oval 21">
            <a:extLst>
              <a:ext uri="{FF2B5EF4-FFF2-40B4-BE49-F238E27FC236}">
                <a16:creationId xmlns:a16="http://schemas.microsoft.com/office/drawing/2014/main" id="{7FCCE148-58D1-9B9C-072E-5895685886FD}"/>
              </a:ext>
            </a:extLst>
          </p:cNvPr>
          <p:cNvSpPr/>
          <p:nvPr/>
        </p:nvSpPr>
        <p:spPr>
          <a:xfrm flipH="1">
            <a:off x="9100385" y="4516860"/>
            <a:ext cx="165235" cy="165235"/>
          </a:xfrm>
          <a:prstGeom prst="ellipse">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23" name="Oval 22">
            <a:extLst>
              <a:ext uri="{FF2B5EF4-FFF2-40B4-BE49-F238E27FC236}">
                <a16:creationId xmlns:a16="http://schemas.microsoft.com/office/drawing/2014/main" id="{03FD1525-9A7C-CCEA-ADD6-477B0F22FDC9}"/>
              </a:ext>
            </a:extLst>
          </p:cNvPr>
          <p:cNvSpPr/>
          <p:nvPr/>
        </p:nvSpPr>
        <p:spPr>
          <a:xfrm flipH="1">
            <a:off x="8926131" y="5386166"/>
            <a:ext cx="165235" cy="165235"/>
          </a:xfrm>
          <a:prstGeom prst="ellipse">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24" name="Middle circle">
            <a:extLst>
              <a:ext uri="{FF2B5EF4-FFF2-40B4-BE49-F238E27FC236}">
                <a16:creationId xmlns:a16="http://schemas.microsoft.com/office/drawing/2014/main" id="{8EBD9228-98DC-BAC5-3F60-098D5C16ED50}"/>
              </a:ext>
            </a:extLst>
          </p:cNvPr>
          <p:cNvSpPr>
            <a:spLocks noChangeAspect="1"/>
          </p:cNvSpPr>
          <p:nvPr/>
        </p:nvSpPr>
        <p:spPr>
          <a:xfrm>
            <a:off x="4696116" y="2519401"/>
            <a:ext cx="4087392" cy="4087392"/>
          </a:xfrm>
          <a:prstGeom prst="ellipse">
            <a:avLst/>
          </a:prstGeom>
          <a:solidFill>
            <a:srgbClr val="EEEEEE"/>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0" tIns="0" rIns="0" bIns="0" anchor="ctr" anchorCtr="1"/>
          <a:lstStyle/>
          <a:p>
            <a:pPr defTabSz="444490">
              <a:lnSpc>
                <a:spcPct val="90000"/>
              </a:lnSpc>
              <a:spcBef>
                <a:spcPct val="0"/>
              </a:spcBef>
              <a:spcAft>
                <a:spcPts val="800"/>
              </a:spcAft>
              <a:defRPr/>
            </a:pPr>
            <a:r>
              <a:rPr lang="en-GB" sz="1600" b="1" dirty="0">
                <a:solidFill>
                  <a:schemeClr val="tx1"/>
                </a:solidFill>
                <a:latin typeface="Helvetica Now Text"/>
              </a:rPr>
              <a:t>Our role is to:</a:t>
            </a:r>
          </a:p>
          <a:p>
            <a:pPr defTabSz="444490">
              <a:lnSpc>
                <a:spcPct val="90000"/>
              </a:lnSpc>
              <a:spcBef>
                <a:spcPct val="0"/>
              </a:spcBef>
              <a:spcAft>
                <a:spcPts val="800"/>
              </a:spcAft>
              <a:defRPr/>
            </a:pPr>
            <a:r>
              <a:rPr lang="en-GB" sz="1600" b="1" spc="-10" dirty="0">
                <a:solidFill>
                  <a:schemeClr val="tx1"/>
                </a:solidFill>
                <a:latin typeface="Helvetica Now Text"/>
              </a:rPr>
              <a:t>1</a:t>
            </a:r>
            <a:r>
              <a:rPr lang="en-GB" sz="1600" spc="-10" dirty="0">
                <a:solidFill>
                  <a:schemeClr val="tx1"/>
                </a:solidFill>
                <a:latin typeface="Helvetica Now Text"/>
              </a:rPr>
              <a:t>. [xxx] </a:t>
            </a:r>
          </a:p>
          <a:p>
            <a:pPr defTabSz="444490">
              <a:lnSpc>
                <a:spcPct val="90000"/>
              </a:lnSpc>
              <a:spcBef>
                <a:spcPct val="0"/>
              </a:spcBef>
              <a:spcAft>
                <a:spcPts val="800"/>
              </a:spcAft>
              <a:defRPr/>
            </a:pPr>
            <a:r>
              <a:rPr lang="en-GB" sz="1600" spc="-10" dirty="0">
                <a:solidFill>
                  <a:schemeClr val="tx1"/>
                </a:solidFill>
                <a:latin typeface="Helvetica Now Text"/>
              </a:rPr>
              <a:t>2. [xxx].</a:t>
            </a:r>
          </a:p>
          <a:p>
            <a:pPr defTabSz="444490">
              <a:lnSpc>
                <a:spcPct val="90000"/>
              </a:lnSpc>
              <a:spcBef>
                <a:spcPct val="0"/>
              </a:spcBef>
              <a:spcAft>
                <a:spcPts val="800"/>
              </a:spcAft>
              <a:defRPr/>
            </a:pPr>
            <a:r>
              <a:rPr lang="en-GB" sz="1600" spc="-10" dirty="0">
                <a:solidFill>
                  <a:schemeClr val="tx1"/>
                </a:solidFill>
                <a:latin typeface="Helvetica Now Text"/>
              </a:rPr>
              <a:t>3. [xxx].</a:t>
            </a:r>
          </a:p>
          <a:p>
            <a:pPr defTabSz="444490">
              <a:lnSpc>
                <a:spcPct val="90000"/>
              </a:lnSpc>
              <a:spcBef>
                <a:spcPct val="0"/>
              </a:spcBef>
              <a:spcAft>
                <a:spcPts val="800"/>
              </a:spcAft>
              <a:defRPr/>
            </a:pPr>
            <a:r>
              <a:rPr lang="en-GB" sz="1600" spc="-10" dirty="0">
                <a:solidFill>
                  <a:schemeClr val="tx1"/>
                </a:solidFill>
                <a:latin typeface="Helvetica Now Text"/>
              </a:rPr>
              <a:t>4. [xxx].</a:t>
            </a:r>
          </a:p>
        </p:txBody>
      </p:sp>
      <p:sp>
        <p:nvSpPr>
          <p:cNvPr id="25" name="Oval 24">
            <a:extLst>
              <a:ext uri="{FF2B5EF4-FFF2-40B4-BE49-F238E27FC236}">
                <a16:creationId xmlns:a16="http://schemas.microsoft.com/office/drawing/2014/main" id="{6A651F37-B6E3-FC9B-2913-DF34091593D0}"/>
              </a:ext>
            </a:extLst>
          </p:cNvPr>
          <p:cNvSpPr/>
          <p:nvPr/>
        </p:nvSpPr>
        <p:spPr>
          <a:xfrm flipH="1">
            <a:off x="8346200" y="2761532"/>
            <a:ext cx="165235" cy="165235"/>
          </a:xfrm>
          <a:prstGeom prst="ellipse">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
        <p:nvSpPr>
          <p:cNvPr id="26" name="Oval 25">
            <a:extLst>
              <a:ext uri="{FF2B5EF4-FFF2-40B4-BE49-F238E27FC236}">
                <a16:creationId xmlns:a16="http://schemas.microsoft.com/office/drawing/2014/main" id="{067FBFDD-0A7D-6E63-0CFB-B4BD140F74A0}"/>
              </a:ext>
            </a:extLst>
          </p:cNvPr>
          <p:cNvSpPr/>
          <p:nvPr/>
        </p:nvSpPr>
        <p:spPr>
          <a:xfrm flipH="1">
            <a:off x="8346200" y="6265254"/>
            <a:ext cx="165235" cy="165235"/>
          </a:xfrm>
          <a:prstGeom prst="ellipse">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latin typeface="Helvetica Now Text" panose="020B0504030202020204" pitchFamily="34" charset="0"/>
            </a:endParaRPr>
          </a:p>
        </p:txBody>
      </p:sp>
    </p:spTree>
    <p:extLst>
      <p:ext uri="{BB962C8B-B14F-4D97-AF65-F5344CB8AC3E}">
        <p14:creationId xmlns:p14="http://schemas.microsoft.com/office/powerpoint/2010/main" val="2882783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1230A3E-DFAD-F112-7A52-036B5E9D2B9F}"/>
              </a:ext>
            </a:extLst>
          </p:cNvPr>
          <p:cNvSpPr>
            <a:spLocks noGrp="1"/>
          </p:cNvSpPr>
          <p:nvPr>
            <p:ph type="subTitle" idx="13"/>
          </p:nvPr>
        </p:nvSpPr>
        <p:spPr/>
        <p:txBody>
          <a:bodyPr/>
          <a:lstStyle/>
          <a:p>
            <a:r>
              <a:rPr lang="en-GB"/>
              <a:t>Subheading</a:t>
            </a:r>
          </a:p>
        </p:txBody>
      </p:sp>
      <p:sp>
        <p:nvSpPr>
          <p:cNvPr id="3" name="Title 2">
            <a:extLst>
              <a:ext uri="{FF2B5EF4-FFF2-40B4-BE49-F238E27FC236}">
                <a16:creationId xmlns:a16="http://schemas.microsoft.com/office/drawing/2014/main" id="{6ACADA81-448E-3CC0-39F4-4607913CD63C}"/>
              </a:ext>
            </a:extLst>
          </p:cNvPr>
          <p:cNvSpPr>
            <a:spLocks noGrp="1"/>
          </p:cNvSpPr>
          <p:nvPr>
            <p:ph type="title"/>
          </p:nvPr>
        </p:nvSpPr>
        <p:spPr/>
        <p:txBody>
          <a:bodyPr/>
          <a:lstStyle/>
          <a:p>
            <a:r>
              <a:rPr lang="en-GB"/>
              <a:t>Diagram</a:t>
            </a:r>
          </a:p>
        </p:txBody>
      </p:sp>
      <p:sp>
        <p:nvSpPr>
          <p:cNvPr id="11" name="Content Placeholder 5">
            <a:extLst>
              <a:ext uri="{FF2B5EF4-FFF2-40B4-BE49-F238E27FC236}">
                <a16:creationId xmlns:a16="http://schemas.microsoft.com/office/drawing/2014/main" id="{43A0AA2F-633C-0E16-62DE-29D08406FFF7}"/>
              </a:ext>
            </a:extLst>
          </p:cNvPr>
          <p:cNvSpPr txBox="1">
            <a:spLocks/>
          </p:cNvSpPr>
          <p:nvPr/>
        </p:nvSpPr>
        <p:spPr>
          <a:xfrm>
            <a:off x="538171" y="3492204"/>
            <a:ext cx="6192703" cy="3421589"/>
          </a:xfrm>
          <a:prstGeom prst="rect">
            <a:avLst/>
          </a:prstGeom>
          <a:solidFill>
            <a:srgbClr val="ECF9F4"/>
          </a:solidFill>
        </p:spPr>
        <p:txBody>
          <a:bodyPr lIns="72000" tIns="72000" rIns="828000" bIns="72000" anchor="t"/>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dirty="0"/>
              <a:t>Lorem ipsum </a:t>
            </a:r>
            <a:r>
              <a:rPr lang="en-GB" sz="1600" dirty="0" err="1"/>
              <a:t>dolor</a:t>
            </a:r>
            <a:r>
              <a:rPr lang="en-GB" sz="1600" dirty="0"/>
              <a:t> sit </a:t>
            </a:r>
            <a:r>
              <a:rPr lang="en-GB" sz="1600" dirty="0" err="1"/>
              <a:t>amet</a:t>
            </a:r>
            <a:r>
              <a:rPr lang="en-GB" sz="1600" dirty="0"/>
              <a:t>, </a:t>
            </a:r>
            <a:r>
              <a:rPr lang="en-GB" sz="1600" dirty="0" err="1"/>
              <a:t>consectetur</a:t>
            </a:r>
            <a:r>
              <a:rPr lang="en-GB" sz="1600" dirty="0"/>
              <a:t> </a:t>
            </a:r>
            <a:r>
              <a:rPr lang="en-GB" sz="1600" dirty="0" err="1"/>
              <a:t>adipiscing</a:t>
            </a:r>
            <a:r>
              <a:rPr lang="en-GB" sz="1600" dirty="0"/>
              <a:t> </a:t>
            </a:r>
            <a:r>
              <a:rPr lang="en-GB" sz="1600" dirty="0" err="1"/>
              <a:t>elit</a:t>
            </a:r>
            <a:r>
              <a:rPr lang="en-GB" sz="1600" dirty="0"/>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p>
        </p:txBody>
      </p:sp>
      <p:sp>
        <p:nvSpPr>
          <p:cNvPr id="12" name="Content Placeholder 5">
            <a:extLst>
              <a:ext uri="{FF2B5EF4-FFF2-40B4-BE49-F238E27FC236}">
                <a16:creationId xmlns:a16="http://schemas.microsoft.com/office/drawing/2014/main" id="{99CB5084-2137-96A5-1E28-BAA081D688BA}"/>
              </a:ext>
            </a:extLst>
          </p:cNvPr>
          <p:cNvSpPr txBox="1">
            <a:spLocks/>
          </p:cNvSpPr>
          <p:nvPr/>
        </p:nvSpPr>
        <p:spPr>
          <a:xfrm>
            <a:off x="6731131" y="3492204"/>
            <a:ext cx="6192704" cy="3421589"/>
          </a:xfrm>
          <a:prstGeom prst="rect">
            <a:avLst/>
          </a:prstGeom>
          <a:solidFill>
            <a:srgbClr val="F9EBF2"/>
          </a:solidFill>
        </p:spPr>
        <p:txBody>
          <a:bodyPr lIns="1116000" tIns="72000" rIns="72000" bIns="72000" anchor="t"/>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dirty="0">
                <a:solidFill>
                  <a:schemeClr val="accent1"/>
                </a:solidFill>
              </a:rPr>
              <a:t>Lorem ipsum </a:t>
            </a:r>
            <a:r>
              <a:rPr lang="en-GB" sz="1600" dirty="0" err="1">
                <a:solidFill>
                  <a:schemeClr val="accent1"/>
                </a:solidFill>
              </a:rPr>
              <a:t>dolor</a:t>
            </a:r>
            <a:r>
              <a:rPr lang="en-GB" sz="1600" dirty="0">
                <a:solidFill>
                  <a:schemeClr val="accent1"/>
                </a:solidFill>
              </a:rPr>
              <a:t> sit </a:t>
            </a:r>
            <a:r>
              <a:rPr lang="en-GB" sz="1600" dirty="0" err="1">
                <a:solidFill>
                  <a:schemeClr val="accent1"/>
                </a:solidFill>
              </a:rPr>
              <a:t>amet</a:t>
            </a:r>
            <a:r>
              <a:rPr lang="en-GB" sz="1600" dirty="0">
                <a:solidFill>
                  <a:schemeClr val="accent1"/>
                </a:solidFill>
              </a:rPr>
              <a:t>, </a:t>
            </a:r>
            <a:r>
              <a:rPr lang="en-GB" sz="1600" dirty="0" err="1">
                <a:solidFill>
                  <a:schemeClr val="accent1"/>
                </a:solidFill>
              </a:rPr>
              <a:t>consectetur</a:t>
            </a:r>
            <a:r>
              <a:rPr lang="en-GB" sz="1600" dirty="0">
                <a:solidFill>
                  <a:schemeClr val="accent1"/>
                </a:solidFill>
              </a:rPr>
              <a:t> </a:t>
            </a:r>
            <a:r>
              <a:rPr lang="en-GB" sz="1600" dirty="0" err="1">
                <a:solidFill>
                  <a:schemeClr val="accent1"/>
                </a:solidFill>
              </a:rPr>
              <a:t>adipiscing</a:t>
            </a:r>
            <a:endParaRPr lang="en-GB" sz="1600" dirty="0">
              <a:solidFill>
                <a:schemeClr val="accent1"/>
              </a:solidFill>
            </a:endParaRP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vitae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p>
        </p:txBody>
      </p:sp>
      <p:cxnSp>
        <p:nvCxnSpPr>
          <p:cNvPr id="6" name="Straight Connector 5">
            <a:extLst>
              <a:ext uri="{FF2B5EF4-FFF2-40B4-BE49-F238E27FC236}">
                <a16:creationId xmlns:a16="http://schemas.microsoft.com/office/drawing/2014/main" id="{7F38DF9A-AA57-C2D3-69FE-FC675E7EF0E0}"/>
              </a:ext>
            </a:extLst>
          </p:cNvPr>
          <p:cNvCxnSpPr>
            <a:cxnSpLocks/>
          </p:cNvCxnSpPr>
          <p:nvPr/>
        </p:nvCxnSpPr>
        <p:spPr>
          <a:xfrm>
            <a:off x="6726219" y="3490677"/>
            <a:ext cx="0" cy="3443750"/>
          </a:xfrm>
          <a:prstGeom prst="line">
            <a:avLst/>
          </a:prstGeom>
          <a:ln w="6350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282793B-1307-EEE3-0006-1EAAEC05FCE6}"/>
              </a:ext>
            </a:extLst>
          </p:cNvPr>
          <p:cNvGrpSpPr/>
          <p:nvPr/>
        </p:nvGrpSpPr>
        <p:grpSpPr>
          <a:xfrm>
            <a:off x="6015054" y="3788979"/>
            <a:ext cx="1469000" cy="2708263"/>
            <a:chOff x="6097235" y="2787789"/>
            <a:chExt cx="1316968" cy="2427976"/>
          </a:xfrm>
        </p:grpSpPr>
        <p:sp>
          <p:nvSpPr>
            <p:cNvPr id="7" name="Oval 6">
              <a:extLst>
                <a:ext uri="{FF2B5EF4-FFF2-40B4-BE49-F238E27FC236}">
                  <a16:creationId xmlns:a16="http://schemas.microsoft.com/office/drawing/2014/main" id="{86C80D1A-B17A-0E56-99C9-3106A472F492}"/>
                </a:ext>
              </a:extLst>
            </p:cNvPr>
            <p:cNvSpPr>
              <a:spLocks noChangeAspect="1"/>
            </p:cNvSpPr>
            <p:nvPr/>
          </p:nvSpPr>
          <p:spPr>
            <a:xfrm>
              <a:off x="6097235" y="3898797"/>
              <a:ext cx="1316968" cy="1316968"/>
            </a:xfrm>
            <a:prstGeom prst="ellipse">
              <a:avLst/>
            </a:prstGeom>
            <a:solidFill>
              <a:srgbClr val="E76151">
                <a:alpha val="90000"/>
              </a:srgb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GB" sz="1600" b="1" dirty="0">
                  <a:solidFill>
                    <a:schemeClr val="bg1"/>
                  </a:solidFill>
                  <a:latin typeface="+mj-lt"/>
                </a:rPr>
                <a:t>Lorem ipsum </a:t>
              </a:r>
            </a:p>
          </p:txBody>
        </p:sp>
        <p:sp>
          <p:nvSpPr>
            <p:cNvPr id="8" name="Oval 7">
              <a:extLst>
                <a:ext uri="{FF2B5EF4-FFF2-40B4-BE49-F238E27FC236}">
                  <a16:creationId xmlns:a16="http://schemas.microsoft.com/office/drawing/2014/main" id="{355F95DC-5912-2AFF-A356-8215F720EDDB}"/>
                </a:ext>
              </a:extLst>
            </p:cNvPr>
            <p:cNvSpPr>
              <a:spLocks noChangeAspect="1"/>
            </p:cNvSpPr>
            <p:nvPr/>
          </p:nvSpPr>
          <p:spPr>
            <a:xfrm>
              <a:off x="6097235" y="2787789"/>
              <a:ext cx="1316968" cy="1316968"/>
            </a:xfrm>
            <a:prstGeom prst="ellipse">
              <a:avLst/>
            </a:prstGeom>
            <a:solidFill>
              <a:srgbClr val="00BA8D">
                <a:alpha val="90000"/>
              </a:srgb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GB" sz="1600" b="1" dirty="0">
                  <a:solidFill>
                    <a:schemeClr val="tx1"/>
                  </a:solidFill>
                  <a:latin typeface="+mj-lt"/>
                </a:rPr>
                <a:t>Lorem ipsum </a:t>
              </a:r>
            </a:p>
          </p:txBody>
        </p:sp>
      </p:grpSp>
      <p:sp>
        <p:nvSpPr>
          <p:cNvPr id="4" name="Text Placeholder 10">
            <a:extLst>
              <a:ext uri="{FF2B5EF4-FFF2-40B4-BE49-F238E27FC236}">
                <a16:creationId xmlns:a16="http://schemas.microsoft.com/office/drawing/2014/main" id="{FEC2F41C-A6E1-6EE1-41F0-C1A5967CF16C}"/>
              </a:ext>
            </a:extLst>
          </p:cNvPr>
          <p:cNvSpPr txBox="1">
            <a:spLocks/>
          </p:cNvSpPr>
          <p:nvPr/>
        </p:nvSpPr>
        <p:spPr>
          <a:xfrm>
            <a:off x="539749" y="1800225"/>
            <a:ext cx="12384088" cy="1477328"/>
          </a:xfrm>
          <a:prstGeom prst="rect">
            <a:avLst/>
          </a:prstGeom>
        </p:spPr>
        <p:txBody>
          <a:bodyPr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ut</a:t>
            </a:r>
            <a:r>
              <a:rPr lang="en-GB" dirty="0"/>
              <a: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a:t>
            </a:r>
          </a:p>
        </p:txBody>
      </p:sp>
    </p:spTree>
    <p:extLst>
      <p:ext uri="{BB962C8B-B14F-4D97-AF65-F5344CB8AC3E}">
        <p14:creationId xmlns:p14="http://schemas.microsoft.com/office/powerpoint/2010/main" val="1785573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C0ACD56-F6DA-768B-4A77-DB4F41A54941}"/>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8E10E56F-D4E2-0745-068A-4997BAE3E5B6}"/>
              </a:ext>
            </a:extLst>
          </p:cNvPr>
          <p:cNvSpPr>
            <a:spLocks noGrp="1"/>
          </p:cNvSpPr>
          <p:nvPr>
            <p:ph type="title"/>
          </p:nvPr>
        </p:nvSpPr>
        <p:spPr/>
        <p:txBody>
          <a:bodyPr/>
          <a:lstStyle/>
          <a:p>
            <a:r>
              <a:rPr lang="en-GB"/>
              <a:t>Meeting planner</a:t>
            </a:r>
          </a:p>
        </p:txBody>
      </p:sp>
      <p:graphicFrame>
        <p:nvGraphicFramePr>
          <p:cNvPr id="4" name="Group 65">
            <a:extLst>
              <a:ext uri="{FF2B5EF4-FFF2-40B4-BE49-F238E27FC236}">
                <a16:creationId xmlns:a16="http://schemas.microsoft.com/office/drawing/2014/main" id="{F07ABD42-8064-2742-9C2E-93EBD9236995}"/>
              </a:ext>
            </a:extLst>
          </p:cNvPr>
          <p:cNvGraphicFramePr>
            <a:graphicFrameLocks noGrp="1"/>
          </p:cNvGraphicFramePr>
          <p:nvPr>
            <p:extLst>
              <p:ext uri="{D42A27DB-BD31-4B8C-83A1-F6EECF244321}">
                <p14:modId xmlns:p14="http://schemas.microsoft.com/office/powerpoint/2010/main" val="1096956825"/>
              </p:ext>
            </p:extLst>
          </p:nvPr>
        </p:nvGraphicFramePr>
        <p:xfrm>
          <a:off x="539750" y="1800225"/>
          <a:ext cx="12384089" cy="4140600"/>
        </p:xfrm>
        <a:graphic>
          <a:graphicData uri="http://schemas.openxmlformats.org/drawingml/2006/table">
            <a:tbl>
              <a:tblPr firstRow="1" bandRow="1"/>
              <a:tblGrid>
                <a:gridCol w="1076437">
                  <a:extLst>
                    <a:ext uri="{9D8B030D-6E8A-4147-A177-3AD203B41FA5}">
                      <a16:colId xmlns:a16="http://schemas.microsoft.com/office/drawing/2014/main" val="20000"/>
                    </a:ext>
                  </a:extLst>
                </a:gridCol>
                <a:gridCol w="2767530">
                  <a:extLst>
                    <a:ext uri="{9D8B030D-6E8A-4147-A177-3AD203B41FA5}">
                      <a16:colId xmlns:a16="http://schemas.microsoft.com/office/drawing/2014/main" val="20001"/>
                    </a:ext>
                  </a:extLst>
                </a:gridCol>
                <a:gridCol w="4270061">
                  <a:extLst>
                    <a:ext uri="{9D8B030D-6E8A-4147-A177-3AD203B41FA5}">
                      <a16:colId xmlns:a16="http://schemas.microsoft.com/office/drawing/2014/main" val="20002"/>
                    </a:ext>
                  </a:extLst>
                </a:gridCol>
                <a:gridCol w="4270061">
                  <a:extLst>
                    <a:ext uri="{9D8B030D-6E8A-4147-A177-3AD203B41FA5}">
                      <a16:colId xmlns:a16="http://schemas.microsoft.com/office/drawing/2014/main" val="2489787310"/>
                    </a:ext>
                  </a:extLst>
                </a:gridCol>
              </a:tblGrid>
              <a:tr h="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b="1" i="0" u="none" strike="noStrike" cap="none" normalizeH="0" baseline="0">
                          <a:ln>
                            <a:noFill/>
                          </a:ln>
                          <a:solidFill>
                            <a:schemeClr val="bg1"/>
                          </a:solidFill>
                          <a:effectLst/>
                          <a:latin typeface="+mj-lt"/>
                        </a:rPr>
                        <a:t>Time</a:t>
                      </a:r>
                    </a:p>
                  </a:txBody>
                  <a:tcPr marL="54000" marR="54000" marT="54000" marB="54000" anchor="b"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solidFill>
                            <a:schemeClr val="bg1"/>
                          </a:solidFill>
                          <a:effectLst/>
                          <a:latin typeface="+mj-lt"/>
                        </a:rPr>
                        <a:t>Agenda item</a:t>
                      </a:r>
                      <a:endParaRPr kumimoji="0" lang="en-GB" sz="1200" b="1" i="0" u="none" strike="noStrike" cap="none" normalizeH="0" baseline="0">
                        <a:ln>
                          <a:noFill/>
                        </a:ln>
                        <a:solidFill>
                          <a:schemeClr val="bg1"/>
                        </a:solidFill>
                        <a:effectLst/>
                        <a:latin typeface="+mj-lt"/>
                      </a:endParaRPr>
                    </a:p>
                  </a:txBody>
                  <a:tcPr marL="54000" marR="54000" marT="54000" marB="54000" anchor="b"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b="1" i="0" u="none" strike="noStrike" cap="none" normalizeH="0" baseline="0">
                          <a:ln>
                            <a:noFill/>
                          </a:ln>
                          <a:solidFill>
                            <a:schemeClr val="bg1"/>
                          </a:solidFill>
                          <a:effectLst/>
                          <a:latin typeface="+mj-lt"/>
                        </a:rPr>
                        <a:t>What will be covered</a:t>
                      </a:r>
                    </a:p>
                  </a:txBody>
                  <a:tcPr marL="54000" marR="54000" marT="54000" marB="54000" anchor="b"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b="1" i="0" u="none" strike="noStrike" cap="none" normalizeH="0" baseline="0">
                          <a:ln>
                            <a:noFill/>
                          </a:ln>
                          <a:solidFill>
                            <a:schemeClr val="bg1"/>
                          </a:solidFill>
                          <a:effectLst/>
                          <a:latin typeface="+mj-lt"/>
                        </a:rPr>
                        <a:t>Key features</a:t>
                      </a:r>
                    </a:p>
                  </a:txBody>
                  <a:tcPr marL="54000" marR="54000" marT="54000" marB="54000" anchor="b"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effectLst/>
                          <a:latin typeface="+mj-lt"/>
                        </a:rPr>
                        <a:t>1:00pm</a:t>
                      </a:r>
                      <a:endParaRPr kumimoji="0" lang="en-GB" sz="1200" b="0" i="0" u="none" strike="noStrike" cap="none" normalizeH="0" baseline="0">
                        <a:ln>
                          <a:noFill/>
                        </a:ln>
                        <a:solidFill>
                          <a:schemeClr val="tx1"/>
                        </a:solidFill>
                        <a:effectLst/>
                        <a:latin typeface="+mj-lt"/>
                      </a:endParaRP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8550" marR="0" lvl="3" indent="0" algn="l" defTabSz="802072" rtl="0" eaLnBrk="1" fontAlgn="base" latinLnBrk="0" hangingPunct="1">
                        <a:lnSpc>
                          <a:spcPct val="100000"/>
                        </a:lnSpc>
                        <a:spcBef>
                          <a:spcPts val="0"/>
                        </a:spcBef>
                        <a:spcAft>
                          <a:spcPts val="600"/>
                        </a:spcAft>
                        <a:buClrTx/>
                        <a:buSzPct val="100000"/>
                        <a:buFont typeface="Arial" panose="020B0604020202020204" pitchFamily="34" charset="0"/>
                        <a:buNone/>
                        <a:tabLst/>
                      </a:pPr>
                      <a:r>
                        <a:rPr lang="en-GB" sz="1200" b="0" i="0" kern="1200">
                          <a:solidFill>
                            <a:schemeClr val="tx1"/>
                          </a:solidFill>
                          <a:latin typeface="+mj-lt"/>
                          <a:ea typeface="+mn-ea"/>
                          <a:cs typeface="+mn-cs"/>
                        </a:rPr>
                        <a:t>Bullet text to be inserted here</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solidFill>
                            <a:srgbClr val="00BA8D"/>
                          </a:solidFill>
                          <a:effectLst/>
                          <a:latin typeface="+mj-lt"/>
                        </a:rPr>
                        <a:t>1:10pm</a:t>
                      </a:r>
                      <a:endParaRPr kumimoji="0" lang="en-GB" sz="1200" b="0" i="0" u="none" strike="noStrike" cap="none" normalizeH="0" baseline="0">
                        <a:ln>
                          <a:noFill/>
                        </a:ln>
                        <a:solidFill>
                          <a:srgbClr val="00BA8D"/>
                        </a:solidFill>
                        <a:effectLst/>
                        <a:latin typeface="+mj-lt"/>
                      </a:endParaRP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rgbClr val="E76151"/>
                      </a:solidFill>
                      <a:prstDash val="solid"/>
                      <a:round/>
                      <a:headEnd type="none" w="med" len="med"/>
                      <a:tailEnd type="none" w="med" len="med"/>
                    </a:lnB>
                    <a:solidFill>
                      <a:srgbClr val="ECF9F4"/>
                    </a:solidFill>
                  </a:tcPr>
                </a:tc>
                <a:tc>
                  <a:txBody>
                    <a:bodyPr/>
                    <a:lstStyle/>
                    <a:p>
                      <a:pPr marL="8550" marR="0" lvl="3" indent="0" algn="l" defTabSz="802072" rtl="0" eaLnBrk="1" fontAlgn="base" latinLnBrk="0" hangingPunct="1">
                        <a:lnSpc>
                          <a:spcPct val="100000"/>
                        </a:lnSpc>
                        <a:spcBef>
                          <a:spcPts val="0"/>
                        </a:spcBef>
                        <a:spcAft>
                          <a:spcPts val="600"/>
                        </a:spcAft>
                        <a:buClrTx/>
                        <a:buSzPct val="100000"/>
                        <a:buFont typeface="Arial" panose="020B0604020202020204" pitchFamily="34" charset="0"/>
                        <a:buNone/>
                        <a:tabLst/>
                      </a:pPr>
                      <a:r>
                        <a:rPr lang="en-GB" sz="1200" b="0" i="0" kern="1200">
                          <a:solidFill>
                            <a:srgbClr val="00BA8D"/>
                          </a:solidFill>
                          <a:latin typeface="+mj-lt"/>
                          <a:ea typeface="+mn-ea"/>
                          <a:cs typeface="+mn-cs"/>
                        </a:rPr>
                        <a:t>Bullet text to be inserted here</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rgbClr val="E76151"/>
                      </a:solidFill>
                      <a:prstDash val="solid"/>
                      <a:round/>
                      <a:headEnd type="none" w="med" len="med"/>
                      <a:tailEnd type="none" w="med" len="med"/>
                    </a:lnB>
                    <a:solidFill>
                      <a:srgbClr val="ECF9F4"/>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dirty="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dirty="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rgbClr val="E76151"/>
                      </a:solidFill>
                      <a:prstDash val="solid"/>
                      <a:round/>
                      <a:headEnd type="none" w="med" len="med"/>
                      <a:tailEnd type="none" w="med" len="med"/>
                    </a:lnB>
                    <a:solidFill>
                      <a:srgbClr val="ECF9F4"/>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rgbClr val="E76151"/>
                      </a:solidFill>
                      <a:prstDash val="solid"/>
                      <a:round/>
                      <a:headEnd type="none" w="med" len="med"/>
                      <a:tailEnd type="none" w="med" len="med"/>
                    </a:lnB>
                    <a:solidFill>
                      <a:srgbClr val="ECF9F4"/>
                    </a:solidFill>
                  </a:tcPr>
                </a:tc>
                <a:extLst>
                  <a:ext uri="{0D108BD9-81ED-4DB2-BD59-A6C34878D82A}">
                    <a16:rowId xmlns:a16="http://schemas.microsoft.com/office/drawing/2014/main" val="10002"/>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solidFill>
                            <a:srgbClr val="E76151"/>
                          </a:solidFill>
                          <a:effectLst/>
                          <a:latin typeface="+mj-lt"/>
                        </a:rPr>
                        <a:t>1:30pm</a:t>
                      </a:r>
                      <a:endParaRPr kumimoji="0" lang="en-GB" sz="1200" b="0" i="0" u="none" strike="noStrike" cap="none" normalizeH="0" baseline="0">
                        <a:ln>
                          <a:noFill/>
                        </a:ln>
                        <a:solidFill>
                          <a:srgbClr val="E76151"/>
                        </a:solidFill>
                        <a:effectLst/>
                        <a:latin typeface="+mj-lt"/>
                      </a:endParaRP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E76151"/>
                      </a:solidFill>
                      <a:prstDash val="solid"/>
                      <a:round/>
                      <a:headEnd type="none" w="med" len="med"/>
                      <a:tailEnd type="none" w="med" len="med"/>
                    </a:lnT>
                    <a:lnB w="6350" cap="flat" cmpd="sng" algn="ctr">
                      <a:solidFill>
                        <a:srgbClr val="B22470"/>
                      </a:solidFill>
                      <a:prstDash val="solid"/>
                      <a:round/>
                      <a:headEnd type="none" w="med" len="med"/>
                      <a:tailEnd type="none" w="med" len="med"/>
                    </a:lnB>
                    <a:solidFill>
                      <a:srgbClr val="FDEFED"/>
                    </a:solidFill>
                  </a:tcPr>
                </a:tc>
                <a:tc>
                  <a:txBody>
                    <a:bodyPr/>
                    <a:lstStyle/>
                    <a:p>
                      <a:pPr marL="8550" marR="0" lvl="3" indent="0" algn="l" defTabSz="802072" rtl="0" eaLnBrk="1" fontAlgn="base" latinLnBrk="0" hangingPunct="1">
                        <a:lnSpc>
                          <a:spcPct val="100000"/>
                        </a:lnSpc>
                        <a:spcBef>
                          <a:spcPts val="0"/>
                        </a:spcBef>
                        <a:spcAft>
                          <a:spcPts val="600"/>
                        </a:spcAft>
                        <a:buClrTx/>
                        <a:buSzPct val="100000"/>
                        <a:buFont typeface="Arial" panose="020B0604020202020204" pitchFamily="34" charset="0"/>
                        <a:buNone/>
                        <a:tabLst/>
                      </a:pPr>
                      <a:r>
                        <a:rPr lang="en-GB" sz="1200" b="0" i="0" kern="1200">
                          <a:solidFill>
                            <a:srgbClr val="E76151"/>
                          </a:solidFill>
                          <a:latin typeface="+mj-lt"/>
                          <a:ea typeface="+mn-ea"/>
                          <a:cs typeface="+mn-cs"/>
                        </a:rPr>
                        <a:t>Bullet text to be inserted here</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E76151"/>
                      </a:solidFill>
                      <a:prstDash val="solid"/>
                      <a:round/>
                      <a:headEnd type="none" w="med" len="med"/>
                      <a:tailEnd type="none" w="med" len="med"/>
                    </a:lnT>
                    <a:lnB w="6350" cap="flat" cmpd="sng" algn="ctr">
                      <a:solidFill>
                        <a:srgbClr val="B22470"/>
                      </a:solidFill>
                      <a:prstDash val="solid"/>
                      <a:round/>
                      <a:headEnd type="none" w="med" len="med"/>
                      <a:tailEnd type="none" w="med" len="med"/>
                    </a:lnB>
                    <a:solidFill>
                      <a:srgbClr val="FDEFED"/>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E76151"/>
                      </a:solidFill>
                      <a:prstDash val="solid"/>
                      <a:round/>
                      <a:headEnd type="none" w="med" len="med"/>
                      <a:tailEnd type="none" w="med" len="med"/>
                    </a:lnT>
                    <a:lnB w="6350" cap="flat" cmpd="sng" algn="ctr">
                      <a:solidFill>
                        <a:srgbClr val="B22470"/>
                      </a:solidFill>
                      <a:prstDash val="solid"/>
                      <a:round/>
                      <a:headEnd type="none" w="med" len="med"/>
                      <a:tailEnd type="none" w="med" len="med"/>
                    </a:lnB>
                    <a:solidFill>
                      <a:srgbClr val="FDEFED"/>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E76151"/>
                      </a:solidFill>
                      <a:prstDash val="solid"/>
                      <a:round/>
                      <a:headEnd type="none" w="med" len="med"/>
                      <a:tailEnd type="none" w="med" len="med"/>
                    </a:lnT>
                    <a:lnB w="6350" cap="flat" cmpd="sng" algn="ctr">
                      <a:solidFill>
                        <a:srgbClr val="B22470"/>
                      </a:solidFill>
                      <a:prstDash val="solid"/>
                      <a:round/>
                      <a:headEnd type="none" w="med" len="med"/>
                      <a:tailEnd type="none" w="med" len="med"/>
                    </a:lnB>
                    <a:solidFill>
                      <a:srgbClr val="FDEFED"/>
                    </a:solidFill>
                  </a:tcPr>
                </a:tc>
                <a:extLst>
                  <a:ext uri="{0D108BD9-81ED-4DB2-BD59-A6C34878D82A}">
                    <a16:rowId xmlns:a16="http://schemas.microsoft.com/office/drawing/2014/main" val="10003"/>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solidFill>
                            <a:srgbClr val="B22470"/>
                          </a:solidFill>
                          <a:effectLst/>
                          <a:latin typeface="+mj-lt"/>
                        </a:rPr>
                        <a:t>2:00pm</a:t>
                      </a:r>
                      <a:endParaRPr kumimoji="0" lang="en-GB" sz="1200" b="0" i="0" u="none" strike="noStrike" cap="none" normalizeH="0" baseline="0">
                        <a:ln>
                          <a:noFill/>
                        </a:ln>
                        <a:solidFill>
                          <a:srgbClr val="B22470"/>
                        </a:solidFill>
                        <a:effectLst/>
                        <a:latin typeface="+mj-lt"/>
                      </a:endParaRP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B22470"/>
                      </a:solidFill>
                      <a:prstDash val="solid"/>
                      <a:round/>
                      <a:headEnd type="none" w="med" len="med"/>
                      <a:tailEnd type="none" w="med" len="med"/>
                    </a:lnT>
                    <a:lnB w="6350" cap="flat" cmpd="sng" algn="ctr">
                      <a:solidFill>
                        <a:srgbClr val="3B3482"/>
                      </a:solidFill>
                      <a:prstDash val="solid"/>
                      <a:round/>
                      <a:headEnd type="none" w="med" len="med"/>
                      <a:tailEnd type="none" w="med" len="med"/>
                    </a:lnB>
                    <a:solidFill>
                      <a:srgbClr val="F9EBF2"/>
                    </a:solidFill>
                  </a:tcPr>
                </a:tc>
                <a:tc>
                  <a:txBody>
                    <a:bodyPr/>
                    <a:lstStyle/>
                    <a:p>
                      <a:pPr marL="8550" marR="0" lvl="3" indent="0" algn="l" defTabSz="802072" rtl="0" eaLnBrk="1" fontAlgn="base" latinLnBrk="0" hangingPunct="1">
                        <a:lnSpc>
                          <a:spcPct val="100000"/>
                        </a:lnSpc>
                        <a:spcBef>
                          <a:spcPts val="0"/>
                        </a:spcBef>
                        <a:spcAft>
                          <a:spcPts val="600"/>
                        </a:spcAft>
                        <a:buClrTx/>
                        <a:buSzPct val="100000"/>
                        <a:buFont typeface="Arial" panose="020B0604020202020204" pitchFamily="34" charset="0"/>
                        <a:buNone/>
                        <a:tabLst/>
                      </a:pPr>
                      <a:r>
                        <a:rPr lang="en-GB" sz="1200" b="0" i="0" kern="1200">
                          <a:solidFill>
                            <a:srgbClr val="B22470"/>
                          </a:solidFill>
                          <a:latin typeface="+mj-lt"/>
                          <a:ea typeface="+mn-ea"/>
                          <a:cs typeface="+mn-cs"/>
                        </a:rPr>
                        <a:t>Bullet text to be inserted here</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B22470"/>
                      </a:solidFill>
                      <a:prstDash val="solid"/>
                      <a:round/>
                      <a:headEnd type="none" w="med" len="med"/>
                      <a:tailEnd type="none" w="med" len="med"/>
                    </a:lnT>
                    <a:lnB w="6350" cap="flat" cmpd="sng" algn="ctr">
                      <a:solidFill>
                        <a:srgbClr val="3B3482"/>
                      </a:solidFill>
                      <a:prstDash val="solid"/>
                      <a:round/>
                      <a:headEnd type="none" w="med" len="med"/>
                      <a:tailEnd type="none" w="med" len="med"/>
                    </a:lnB>
                    <a:solidFill>
                      <a:srgbClr val="F9EBF2"/>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B22470"/>
                      </a:solidFill>
                      <a:prstDash val="solid"/>
                      <a:round/>
                      <a:headEnd type="none" w="med" len="med"/>
                      <a:tailEnd type="none" w="med" len="med"/>
                    </a:lnT>
                    <a:lnB w="6350" cap="flat" cmpd="sng" algn="ctr">
                      <a:solidFill>
                        <a:srgbClr val="3B3482"/>
                      </a:solidFill>
                      <a:prstDash val="solid"/>
                      <a:round/>
                      <a:headEnd type="none" w="med" len="med"/>
                      <a:tailEnd type="none" w="med" len="med"/>
                    </a:lnB>
                    <a:solidFill>
                      <a:srgbClr val="F9EBF2"/>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22470"/>
                      </a:solidFill>
                      <a:prstDash val="solid"/>
                      <a:round/>
                      <a:headEnd type="none" w="med" len="med"/>
                      <a:tailEnd type="none" w="med" len="med"/>
                    </a:lnT>
                    <a:lnB w="6350" cap="flat" cmpd="sng" algn="ctr">
                      <a:solidFill>
                        <a:srgbClr val="3B3482"/>
                      </a:solidFill>
                      <a:prstDash val="solid"/>
                      <a:round/>
                      <a:headEnd type="none" w="med" len="med"/>
                      <a:tailEnd type="none" w="med" len="med"/>
                    </a:lnB>
                    <a:solidFill>
                      <a:srgbClr val="F9EBF2"/>
                    </a:solidFill>
                  </a:tcPr>
                </a:tc>
                <a:extLst>
                  <a:ext uri="{0D108BD9-81ED-4DB2-BD59-A6C34878D82A}">
                    <a16:rowId xmlns:a16="http://schemas.microsoft.com/office/drawing/2014/main" val="10004"/>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b="0" i="0" u="none" strike="noStrike" cap="none" normalizeH="0" baseline="0">
                          <a:ln>
                            <a:noFill/>
                          </a:ln>
                          <a:solidFill>
                            <a:srgbClr val="3B3482"/>
                          </a:solidFill>
                          <a:effectLst/>
                          <a:latin typeface="+mj-lt"/>
                        </a:rPr>
                        <a:t>2:30pm</a:t>
                      </a: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B3482"/>
                      </a:solidFill>
                      <a:prstDash val="solid"/>
                      <a:round/>
                      <a:headEnd type="none" w="med" len="med"/>
                      <a:tailEnd type="none" w="med" len="med"/>
                    </a:lnT>
                    <a:lnB w="6350" cap="flat" cmpd="sng" algn="ctr">
                      <a:solidFill>
                        <a:srgbClr val="FF9F00"/>
                      </a:solidFill>
                      <a:prstDash val="solid"/>
                      <a:round/>
                      <a:headEnd type="none" w="med" len="med"/>
                      <a:tailEnd type="none" w="med" len="med"/>
                    </a:lnB>
                    <a:solidFill>
                      <a:srgbClr val="EDEBF4"/>
                    </a:solidFill>
                  </a:tcPr>
                </a:tc>
                <a:tc>
                  <a:txBody>
                    <a:bodyPr/>
                    <a:lstStyle/>
                    <a:p>
                      <a:pPr marL="8550" marR="0" lvl="3" indent="0" algn="l" defTabSz="802072" rtl="0" eaLnBrk="1" fontAlgn="base" latinLnBrk="0" hangingPunct="1">
                        <a:lnSpc>
                          <a:spcPct val="100000"/>
                        </a:lnSpc>
                        <a:spcBef>
                          <a:spcPts val="0"/>
                        </a:spcBef>
                        <a:spcAft>
                          <a:spcPts val="600"/>
                        </a:spcAft>
                        <a:buClrTx/>
                        <a:buSzPct val="100000"/>
                        <a:buFont typeface="Arial" panose="020B0604020202020204" pitchFamily="34" charset="0"/>
                        <a:buNone/>
                        <a:tabLst/>
                      </a:pPr>
                      <a:r>
                        <a:rPr lang="en-GB" sz="1200" b="0" i="0" kern="1200">
                          <a:solidFill>
                            <a:srgbClr val="3B3482"/>
                          </a:solidFill>
                          <a:latin typeface="+mj-lt"/>
                          <a:ea typeface="+mn-ea"/>
                          <a:cs typeface="+mn-cs"/>
                        </a:rPr>
                        <a:t>Bullet text to be inserted here</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B3482"/>
                      </a:solidFill>
                      <a:prstDash val="solid"/>
                      <a:round/>
                      <a:headEnd type="none" w="med" len="med"/>
                      <a:tailEnd type="none" w="med" len="med"/>
                    </a:lnT>
                    <a:lnB w="6350" cap="flat" cmpd="sng" algn="ctr">
                      <a:solidFill>
                        <a:srgbClr val="FF9F00"/>
                      </a:solidFill>
                      <a:prstDash val="solid"/>
                      <a:round/>
                      <a:headEnd type="none" w="med" len="med"/>
                      <a:tailEnd type="none" w="med" len="med"/>
                    </a:lnB>
                    <a:solidFill>
                      <a:srgbClr val="EDEBF4"/>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B3482"/>
                      </a:solidFill>
                      <a:prstDash val="solid"/>
                      <a:round/>
                      <a:headEnd type="none" w="med" len="med"/>
                      <a:tailEnd type="none" w="med" len="med"/>
                    </a:lnT>
                    <a:lnB w="6350" cap="flat" cmpd="sng" algn="ctr">
                      <a:solidFill>
                        <a:srgbClr val="FF9F00"/>
                      </a:solidFill>
                      <a:prstDash val="solid"/>
                      <a:round/>
                      <a:headEnd type="none" w="med" len="med"/>
                      <a:tailEnd type="none" w="med" len="med"/>
                    </a:lnB>
                    <a:solidFill>
                      <a:srgbClr val="EDEBF4"/>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3B3482"/>
                      </a:solidFill>
                      <a:prstDash val="solid"/>
                      <a:round/>
                      <a:headEnd type="none" w="med" len="med"/>
                      <a:tailEnd type="none" w="med" len="med"/>
                    </a:lnT>
                    <a:lnB w="6350" cap="flat" cmpd="sng" algn="ctr">
                      <a:solidFill>
                        <a:srgbClr val="FF9F00"/>
                      </a:solidFill>
                      <a:prstDash val="solid"/>
                      <a:round/>
                      <a:headEnd type="none" w="med" len="med"/>
                      <a:tailEnd type="none" w="med" len="med"/>
                    </a:lnB>
                    <a:solidFill>
                      <a:srgbClr val="EDEBF4"/>
                    </a:solidFill>
                  </a:tcPr>
                </a:tc>
                <a:extLst>
                  <a:ext uri="{0D108BD9-81ED-4DB2-BD59-A6C34878D82A}">
                    <a16:rowId xmlns:a16="http://schemas.microsoft.com/office/drawing/2014/main" val="809091219"/>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b="0" i="0" u="none" strike="noStrike" cap="none" normalizeH="0" baseline="0">
                          <a:ln>
                            <a:noFill/>
                          </a:ln>
                          <a:solidFill>
                            <a:srgbClr val="FF9F00"/>
                          </a:solidFill>
                          <a:effectLst/>
                          <a:latin typeface="+mj-lt"/>
                        </a:rPr>
                        <a:t>2:50pm</a:t>
                      </a: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FF9F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6EB"/>
                    </a:solidFill>
                  </a:tcPr>
                </a:tc>
                <a:tc>
                  <a:txBody>
                    <a:bodyPr/>
                    <a:lstStyle/>
                    <a:p>
                      <a:pPr marL="8550" marR="0" lvl="3" indent="0" algn="l" defTabSz="802072" rtl="0" eaLnBrk="1" fontAlgn="base" latinLnBrk="0" hangingPunct="1">
                        <a:lnSpc>
                          <a:spcPct val="100000"/>
                        </a:lnSpc>
                        <a:spcBef>
                          <a:spcPts val="0"/>
                        </a:spcBef>
                        <a:spcAft>
                          <a:spcPts val="600"/>
                        </a:spcAft>
                        <a:buClrTx/>
                        <a:buSzPct val="100000"/>
                        <a:buFont typeface="Arial" panose="020B0604020202020204" pitchFamily="34" charset="0"/>
                        <a:buNone/>
                        <a:tabLst/>
                      </a:pPr>
                      <a:r>
                        <a:rPr lang="en-GB" sz="1200" b="0" i="0" kern="1200">
                          <a:solidFill>
                            <a:srgbClr val="FF9F00"/>
                          </a:solidFill>
                          <a:latin typeface="+mj-lt"/>
                          <a:ea typeface="+mn-ea"/>
                          <a:cs typeface="+mn-cs"/>
                        </a:rPr>
                        <a:t>Bullet text to be inserted here</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FF9F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6EB"/>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FF9F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6EB"/>
                    </a:solid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FF9F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6EB"/>
                    </a:solidFill>
                  </a:tcPr>
                </a:tc>
                <a:extLst>
                  <a:ext uri="{0D108BD9-81ED-4DB2-BD59-A6C34878D82A}">
                    <a16:rowId xmlns:a16="http://schemas.microsoft.com/office/drawing/2014/main" val="2413986788"/>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b="0" i="0" u="none" strike="noStrike" cap="none" normalizeH="0" baseline="0">
                          <a:ln>
                            <a:noFill/>
                          </a:ln>
                          <a:solidFill>
                            <a:schemeClr val="tx1"/>
                          </a:solidFill>
                          <a:effectLst/>
                          <a:latin typeface="+mj-lt"/>
                        </a:rPr>
                        <a:t>3:00pm</a:t>
                      </a: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8550" marR="0" lvl="3" indent="0" algn="l" defTabSz="802072" rtl="0" eaLnBrk="1" fontAlgn="base" latinLnBrk="0" hangingPunct="1">
                        <a:lnSpc>
                          <a:spcPct val="100000"/>
                        </a:lnSpc>
                        <a:spcBef>
                          <a:spcPts val="0"/>
                        </a:spcBef>
                        <a:spcAft>
                          <a:spcPts val="600"/>
                        </a:spcAft>
                        <a:buClrTx/>
                        <a:buSzPct val="100000"/>
                        <a:buFont typeface="Arial" panose="020B0604020202020204" pitchFamily="34" charset="0"/>
                        <a:buNone/>
                        <a:tabLst/>
                      </a:pPr>
                      <a:r>
                        <a:rPr lang="en-GB" sz="1200" b="0" i="0" kern="1200">
                          <a:solidFill>
                            <a:schemeClr val="tx1"/>
                          </a:solidFill>
                          <a:latin typeface="+mj-lt"/>
                          <a:ea typeface="+mn-ea"/>
                          <a:cs typeface="+mn-cs"/>
                        </a:rPr>
                        <a:t>Bullet text to be inserted here</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dirty="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dirty="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dirty="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dirty="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10889378"/>
                  </a:ext>
                </a:extLst>
              </a:tr>
            </a:tbl>
          </a:graphicData>
        </a:graphic>
      </p:graphicFrame>
    </p:spTree>
    <p:extLst>
      <p:ext uri="{BB962C8B-B14F-4D97-AF65-F5344CB8AC3E}">
        <p14:creationId xmlns:p14="http://schemas.microsoft.com/office/powerpoint/2010/main" val="2549434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487F2DD-9FF7-9FB7-E87B-A046EAE2305E}"/>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E6D01AD2-1C5C-5745-C736-F0CF8A8B8BD5}"/>
              </a:ext>
            </a:extLst>
          </p:cNvPr>
          <p:cNvSpPr>
            <a:spLocks noGrp="1"/>
          </p:cNvSpPr>
          <p:nvPr>
            <p:ph type="title"/>
          </p:nvPr>
        </p:nvSpPr>
        <p:spPr/>
        <p:txBody>
          <a:bodyPr/>
          <a:lstStyle/>
          <a:p>
            <a:r>
              <a:rPr lang="en-GB" dirty="0"/>
              <a:t>UK map </a:t>
            </a:r>
          </a:p>
        </p:txBody>
      </p:sp>
      <p:sp>
        <p:nvSpPr>
          <p:cNvPr id="4" name="Rectangle 3">
            <a:extLst>
              <a:ext uri="{FF2B5EF4-FFF2-40B4-BE49-F238E27FC236}">
                <a16:creationId xmlns:a16="http://schemas.microsoft.com/office/drawing/2014/main" id="{97F54776-E3DD-6DD7-C38E-EA4BED20B618}"/>
              </a:ext>
            </a:extLst>
          </p:cNvPr>
          <p:cNvSpPr/>
          <p:nvPr/>
        </p:nvSpPr>
        <p:spPr>
          <a:xfrm>
            <a:off x="8970963" y="0"/>
            <a:ext cx="4492625" cy="7561263"/>
          </a:xfrm>
          <a:prstGeom prst="rect">
            <a:avLst/>
          </a:prstGeom>
          <a:solidFill>
            <a:srgbClr val="ECF9F4"/>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5" name="Text Placeholder 75">
            <a:extLst>
              <a:ext uri="{FF2B5EF4-FFF2-40B4-BE49-F238E27FC236}">
                <a16:creationId xmlns:a16="http://schemas.microsoft.com/office/drawing/2014/main" id="{DBAA11DC-B78C-2339-E09D-50958CAB1B6C}"/>
              </a:ext>
            </a:extLst>
          </p:cNvPr>
          <p:cNvSpPr txBox="1">
            <a:spLocks/>
          </p:cNvSpPr>
          <p:nvPr/>
        </p:nvSpPr>
        <p:spPr>
          <a:xfrm>
            <a:off x="9245600" y="1800222"/>
            <a:ext cx="3667123" cy="5221039"/>
          </a:xfrm>
          <a:prstGeom prst="rect">
            <a:avLst/>
          </a:prstGeom>
        </p:spPr>
        <p:txBody>
          <a:bodyPr lIns="0" tIns="0" rIns="0" bIns="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Pretium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Proin id </a:t>
            </a:r>
            <a:r>
              <a:rPr lang="en-GB" dirty="0" err="1"/>
              <a:t>nibh</a:t>
            </a:r>
            <a:r>
              <a:rPr lang="en-GB" dirty="0"/>
              <a:t>. Cras tempus </a:t>
            </a:r>
            <a:r>
              <a:rPr lang="en-GB" dirty="0" err="1"/>
              <a:t>urna</a:t>
            </a:r>
            <a:r>
              <a:rPr lang="en-GB" dirty="0"/>
              <a:t> </a:t>
            </a:r>
            <a:r>
              <a:rPr lang="en-GB" dirty="0" err="1"/>
              <a:t>augue</a:t>
            </a:r>
            <a:r>
              <a:rPr lang="en-GB" dirty="0"/>
              <a:t>, 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a:t>
            </a:r>
            <a:r>
              <a:rPr lang="en-GB" dirty="0" err="1"/>
              <a:t>lacini</a:t>
            </a:r>
            <a:r>
              <a:rPr lang="en-GB" dirty="0"/>
              <a:t>,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pPr lvl="3"/>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p>
          <a:p>
            <a:pPr lvl="3"/>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t>
            </a:r>
          </a:p>
          <a:p>
            <a:pPr lvl="4"/>
            <a:r>
              <a:rPr lang="en-GB" dirty="0"/>
              <a:t>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condiment.</a:t>
            </a:r>
          </a:p>
        </p:txBody>
      </p:sp>
      <p:grpSp>
        <p:nvGrpSpPr>
          <p:cNvPr id="78" name="Group 77">
            <a:extLst>
              <a:ext uri="{FF2B5EF4-FFF2-40B4-BE49-F238E27FC236}">
                <a16:creationId xmlns:a16="http://schemas.microsoft.com/office/drawing/2014/main" id="{F868F29E-E6D4-4829-5598-749F0E6487C7}"/>
              </a:ext>
            </a:extLst>
          </p:cNvPr>
          <p:cNvGrpSpPr/>
          <p:nvPr/>
        </p:nvGrpSpPr>
        <p:grpSpPr>
          <a:xfrm>
            <a:off x="1171168" y="1800225"/>
            <a:ext cx="6898775" cy="5252450"/>
            <a:chOff x="1171168" y="1800225"/>
            <a:chExt cx="5423307" cy="4129088"/>
          </a:xfrm>
        </p:grpSpPr>
        <p:sp>
          <p:nvSpPr>
            <p:cNvPr id="8" name="Rectangle 37">
              <a:extLst>
                <a:ext uri="{FF2B5EF4-FFF2-40B4-BE49-F238E27FC236}">
                  <a16:creationId xmlns:a16="http://schemas.microsoft.com/office/drawing/2014/main" id="{730FF64D-7A2F-08FE-50B8-B81FAD810E14}"/>
                </a:ext>
              </a:extLst>
            </p:cNvPr>
            <p:cNvSpPr>
              <a:spLocks noChangeAspect="1" noChangeArrowheads="1"/>
            </p:cNvSpPr>
            <p:nvPr/>
          </p:nvSpPr>
          <p:spPr bwMode="gray">
            <a:xfrm>
              <a:off x="2999845" y="4519996"/>
              <a:ext cx="650745" cy="618417"/>
            </a:xfrm>
            <a:prstGeom prst="rect">
              <a:avLst/>
            </a:prstGeom>
            <a:solidFill>
              <a:schemeClr val="accent5"/>
            </a:solidFill>
            <a:ln w="6350" algn="ctr">
              <a:solidFill>
                <a:schemeClr val="bg1"/>
              </a:solidFill>
              <a:miter lim="800000"/>
              <a:headEnd/>
              <a:tailEnd/>
            </a:ln>
            <a:effectLst/>
          </p:spPr>
          <p:txBody>
            <a:bodyPr lIns="104306" tIns="52153" rIns="104306" bIns="52153"/>
            <a:lstStyle>
              <a:lvl1pPr defTabSz="1042988">
                <a:spcBef>
                  <a:spcPct val="40000"/>
                </a:spcBef>
                <a:defRPr sz="1400" b="1">
                  <a:solidFill>
                    <a:schemeClr val="tx1"/>
                  </a:solidFill>
                  <a:latin typeface="Gill Sans" pitchFamily="2" charset="0"/>
                  <a:ea typeface="MS PGothic" pitchFamily="34" charset="-128"/>
                </a:defRPr>
              </a:lvl1pPr>
              <a:lvl2pPr marL="847725" indent="-325438" defTabSz="1042988">
                <a:spcBef>
                  <a:spcPct val="40000"/>
                </a:spcBef>
                <a:defRPr sz="1200">
                  <a:solidFill>
                    <a:schemeClr val="tx1"/>
                  </a:solidFill>
                  <a:latin typeface="Gill Sans" pitchFamily="2" charset="0"/>
                  <a:ea typeface="MS PGothic" pitchFamily="34" charset="-128"/>
                </a:defRPr>
              </a:lvl2pPr>
              <a:lvl3pPr marL="1303338" indent="-260350" defTabSz="1042988">
                <a:spcBef>
                  <a:spcPct val="40000"/>
                </a:spcBef>
                <a:buClr>
                  <a:schemeClr val="tx2"/>
                </a:buClr>
                <a:buFont typeface="Arial" charset="0"/>
                <a:buChar char="•"/>
                <a:defRPr sz="1200">
                  <a:solidFill>
                    <a:schemeClr val="tx1"/>
                  </a:solidFill>
                  <a:latin typeface="Gill Sans" pitchFamily="2" charset="0"/>
                  <a:ea typeface="MS PGothic" pitchFamily="34" charset="-128"/>
                </a:defRPr>
              </a:lvl3pPr>
              <a:lvl4pPr marL="1825625" indent="-260350" defTabSz="1042988">
                <a:spcBef>
                  <a:spcPct val="40000"/>
                </a:spcBef>
                <a:buClr>
                  <a:schemeClr val="tx2"/>
                </a:buClr>
                <a:buFont typeface="Arial" charset="0"/>
                <a:buChar char="–"/>
                <a:defRPr sz="1200">
                  <a:solidFill>
                    <a:schemeClr val="tx1"/>
                  </a:solidFill>
                  <a:latin typeface="Gill Sans" pitchFamily="2" charset="0"/>
                  <a:ea typeface="MS PGothic" pitchFamily="34" charset="-128"/>
                </a:defRPr>
              </a:lvl4pPr>
              <a:lvl5pPr marL="2346325" indent="-260350" defTabSz="1042988">
                <a:spcBef>
                  <a:spcPct val="40000"/>
                </a:spcBef>
                <a:buClr>
                  <a:schemeClr val="tx2"/>
                </a:buClr>
                <a:buFont typeface="Arial" charset="0"/>
                <a:buChar char="–"/>
                <a:defRPr sz="1200">
                  <a:solidFill>
                    <a:schemeClr val="tx1"/>
                  </a:solidFill>
                  <a:latin typeface="Gill Sans" pitchFamily="2" charset="0"/>
                  <a:ea typeface="MS PGothic" pitchFamily="34" charset="-128"/>
                </a:defRPr>
              </a:lvl5pPr>
              <a:lvl6pPr marL="2803525" indent="-260350" defTabSz="1042988" eaLnBrk="0" fontAlgn="base" hangingPunct="0">
                <a:spcBef>
                  <a:spcPct val="40000"/>
                </a:spcBef>
                <a:spcAft>
                  <a:spcPct val="0"/>
                </a:spcAft>
                <a:buClr>
                  <a:schemeClr val="tx2"/>
                </a:buClr>
                <a:buFont typeface="Arial" charset="0"/>
                <a:buChar char="–"/>
                <a:defRPr sz="1200">
                  <a:solidFill>
                    <a:schemeClr val="tx1"/>
                  </a:solidFill>
                  <a:latin typeface="Gill Sans" pitchFamily="2" charset="0"/>
                  <a:ea typeface="MS PGothic" pitchFamily="34" charset="-128"/>
                </a:defRPr>
              </a:lvl6pPr>
              <a:lvl7pPr marL="3260725" indent="-260350" defTabSz="1042988" eaLnBrk="0" fontAlgn="base" hangingPunct="0">
                <a:spcBef>
                  <a:spcPct val="40000"/>
                </a:spcBef>
                <a:spcAft>
                  <a:spcPct val="0"/>
                </a:spcAft>
                <a:buClr>
                  <a:schemeClr val="tx2"/>
                </a:buClr>
                <a:buFont typeface="Arial" charset="0"/>
                <a:buChar char="–"/>
                <a:defRPr sz="1200">
                  <a:solidFill>
                    <a:schemeClr val="tx1"/>
                  </a:solidFill>
                  <a:latin typeface="Gill Sans" pitchFamily="2" charset="0"/>
                  <a:ea typeface="MS PGothic" pitchFamily="34" charset="-128"/>
                </a:defRPr>
              </a:lvl7pPr>
              <a:lvl8pPr marL="3717925" indent="-260350" defTabSz="1042988" eaLnBrk="0" fontAlgn="base" hangingPunct="0">
                <a:spcBef>
                  <a:spcPct val="40000"/>
                </a:spcBef>
                <a:spcAft>
                  <a:spcPct val="0"/>
                </a:spcAft>
                <a:buClr>
                  <a:schemeClr val="tx2"/>
                </a:buClr>
                <a:buFont typeface="Arial" charset="0"/>
                <a:buChar char="–"/>
                <a:defRPr sz="1200">
                  <a:solidFill>
                    <a:schemeClr val="tx1"/>
                  </a:solidFill>
                  <a:latin typeface="Gill Sans" pitchFamily="2" charset="0"/>
                  <a:ea typeface="MS PGothic" pitchFamily="34" charset="-128"/>
                </a:defRPr>
              </a:lvl8pPr>
              <a:lvl9pPr marL="4175125" indent="-260350" defTabSz="1042988" eaLnBrk="0" fontAlgn="base" hangingPunct="0">
                <a:spcBef>
                  <a:spcPct val="40000"/>
                </a:spcBef>
                <a:spcAft>
                  <a:spcPct val="0"/>
                </a:spcAft>
                <a:buClr>
                  <a:schemeClr val="tx2"/>
                </a:buClr>
                <a:buFont typeface="Arial" charset="0"/>
                <a:buChar char="–"/>
                <a:defRPr sz="1200">
                  <a:solidFill>
                    <a:schemeClr val="tx1"/>
                  </a:solidFill>
                  <a:latin typeface="Gill Sans" pitchFamily="2" charset="0"/>
                  <a:ea typeface="MS PGothic" pitchFamily="34" charset="-128"/>
                </a:defRPr>
              </a:lvl9pPr>
            </a:lstStyle>
            <a:p>
              <a:pPr eaLnBrk="1" hangingPunct="1">
                <a:spcBef>
                  <a:spcPct val="0"/>
                </a:spcBef>
              </a:pPr>
              <a:endParaRPr lang="en-US" altLang="en-US" sz="1100" b="0"/>
            </a:p>
          </p:txBody>
        </p:sp>
        <p:sp>
          <p:nvSpPr>
            <p:cNvPr id="9" name="Freeform 38">
              <a:extLst>
                <a:ext uri="{FF2B5EF4-FFF2-40B4-BE49-F238E27FC236}">
                  <a16:creationId xmlns:a16="http://schemas.microsoft.com/office/drawing/2014/main" id="{8A2D0A44-D94D-C2ED-369A-F0E56B8E39C8}"/>
                </a:ext>
              </a:extLst>
            </p:cNvPr>
            <p:cNvSpPr>
              <a:spLocks noChangeAspect="1"/>
            </p:cNvSpPr>
            <p:nvPr/>
          </p:nvSpPr>
          <p:spPr bwMode="gray">
            <a:xfrm>
              <a:off x="3386997" y="4360133"/>
              <a:ext cx="597203" cy="729900"/>
            </a:xfrm>
            <a:custGeom>
              <a:avLst/>
              <a:gdLst>
                <a:gd name="T0" fmla="*/ 78 w 504"/>
                <a:gd name="T1" fmla="*/ 17 h 582"/>
                <a:gd name="T2" fmla="*/ 70 w 504"/>
                <a:gd name="T3" fmla="*/ 24 h 582"/>
                <a:gd name="T4" fmla="*/ 61 w 504"/>
                <a:gd name="T5" fmla="*/ 30 h 582"/>
                <a:gd name="T6" fmla="*/ 56 w 504"/>
                <a:gd name="T7" fmla="*/ 37 h 582"/>
                <a:gd name="T8" fmla="*/ 45 w 504"/>
                <a:gd name="T9" fmla="*/ 36 h 582"/>
                <a:gd name="T10" fmla="*/ 35 w 504"/>
                <a:gd name="T11" fmla="*/ 36 h 582"/>
                <a:gd name="T12" fmla="*/ 28 w 504"/>
                <a:gd name="T13" fmla="*/ 33 h 582"/>
                <a:gd name="T14" fmla="*/ 25 w 504"/>
                <a:gd name="T15" fmla="*/ 28 h 582"/>
                <a:gd name="T16" fmla="*/ 22 w 504"/>
                <a:gd name="T17" fmla="*/ 23 h 582"/>
                <a:gd name="T18" fmla="*/ 15 w 504"/>
                <a:gd name="T19" fmla="*/ 14 h 582"/>
                <a:gd name="T20" fmla="*/ 10 w 504"/>
                <a:gd name="T21" fmla="*/ 8 h 582"/>
                <a:gd name="T22" fmla="*/ 3 w 504"/>
                <a:gd name="T23" fmla="*/ 14 h 582"/>
                <a:gd name="T24" fmla="*/ 2 w 504"/>
                <a:gd name="T25" fmla="*/ 26 h 582"/>
                <a:gd name="T26" fmla="*/ 1 w 504"/>
                <a:gd name="T27" fmla="*/ 40 h 582"/>
                <a:gd name="T28" fmla="*/ 1 w 504"/>
                <a:gd name="T29" fmla="*/ 49 h 582"/>
                <a:gd name="T30" fmla="*/ 14 w 504"/>
                <a:gd name="T31" fmla="*/ 60 h 582"/>
                <a:gd name="T32" fmla="*/ 17 w 504"/>
                <a:gd name="T33" fmla="*/ 76 h 582"/>
                <a:gd name="T34" fmla="*/ 16 w 504"/>
                <a:gd name="T35" fmla="*/ 90 h 582"/>
                <a:gd name="T36" fmla="*/ 29 w 504"/>
                <a:gd name="T37" fmla="*/ 101 h 582"/>
                <a:gd name="T38" fmla="*/ 20 w 504"/>
                <a:gd name="T39" fmla="*/ 110 h 582"/>
                <a:gd name="T40" fmla="*/ 28 w 504"/>
                <a:gd name="T41" fmla="*/ 116 h 582"/>
                <a:gd name="T42" fmla="*/ 30 w 504"/>
                <a:gd name="T43" fmla="*/ 128 h 582"/>
                <a:gd name="T44" fmla="*/ 45 w 504"/>
                <a:gd name="T45" fmla="*/ 140 h 582"/>
                <a:gd name="T46" fmla="*/ 56 w 504"/>
                <a:gd name="T47" fmla="*/ 156 h 582"/>
                <a:gd name="T48" fmla="*/ 54 w 504"/>
                <a:gd name="T49" fmla="*/ 166 h 582"/>
                <a:gd name="T50" fmla="*/ 49 w 504"/>
                <a:gd name="T51" fmla="*/ 174 h 582"/>
                <a:gd name="T52" fmla="*/ 46 w 504"/>
                <a:gd name="T53" fmla="*/ 184 h 582"/>
                <a:gd name="T54" fmla="*/ 47 w 504"/>
                <a:gd name="T55" fmla="*/ 193 h 582"/>
                <a:gd name="T56" fmla="*/ 49 w 504"/>
                <a:gd name="T57" fmla="*/ 202 h 582"/>
                <a:gd name="T58" fmla="*/ 56 w 504"/>
                <a:gd name="T59" fmla="*/ 205 h 582"/>
                <a:gd name="T60" fmla="*/ 73 w 504"/>
                <a:gd name="T61" fmla="*/ 195 h 582"/>
                <a:gd name="T62" fmla="*/ 78 w 504"/>
                <a:gd name="T63" fmla="*/ 190 h 582"/>
                <a:gd name="T64" fmla="*/ 85 w 504"/>
                <a:gd name="T65" fmla="*/ 182 h 582"/>
                <a:gd name="T66" fmla="*/ 94 w 504"/>
                <a:gd name="T67" fmla="*/ 171 h 582"/>
                <a:gd name="T68" fmla="*/ 102 w 504"/>
                <a:gd name="T69" fmla="*/ 167 h 582"/>
                <a:gd name="T70" fmla="*/ 106 w 504"/>
                <a:gd name="T71" fmla="*/ 156 h 582"/>
                <a:gd name="T72" fmla="*/ 115 w 504"/>
                <a:gd name="T73" fmla="*/ 146 h 582"/>
                <a:gd name="T74" fmla="*/ 111 w 504"/>
                <a:gd name="T75" fmla="*/ 137 h 582"/>
                <a:gd name="T76" fmla="*/ 108 w 504"/>
                <a:gd name="T77" fmla="*/ 126 h 582"/>
                <a:gd name="T78" fmla="*/ 121 w 504"/>
                <a:gd name="T79" fmla="*/ 119 h 582"/>
                <a:gd name="T80" fmla="*/ 129 w 504"/>
                <a:gd name="T81" fmla="*/ 121 h 582"/>
                <a:gd name="T82" fmla="*/ 139 w 504"/>
                <a:gd name="T83" fmla="*/ 119 h 582"/>
                <a:gd name="T84" fmla="*/ 151 w 504"/>
                <a:gd name="T85" fmla="*/ 109 h 582"/>
                <a:gd name="T86" fmla="*/ 157 w 504"/>
                <a:gd name="T87" fmla="*/ 101 h 582"/>
                <a:gd name="T88" fmla="*/ 145 w 504"/>
                <a:gd name="T89" fmla="*/ 91 h 582"/>
                <a:gd name="T90" fmla="*/ 151 w 504"/>
                <a:gd name="T91" fmla="*/ 78 h 582"/>
                <a:gd name="T92" fmla="*/ 166 w 504"/>
                <a:gd name="T93" fmla="*/ 57 h 582"/>
                <a:gd name="T94" fmla="*/ 158 w 504"/>
                <a:gd name="T95" fmla="*/ 30 h 582"/>
                <a:gd name="T96" fmla="*/ 152 w 504"/>
                <a:gd name="T97" fmla="*/ 16 h 582"/>
                <a:gd name="T98" fmla="*/ 142 w 504"/>
                <a:gd name="T99" fmla="*/ 10 h 582"/>
                <a:gd name="T100" fmla="*/ 135 w 504"/>
                <a:gd name="T101" fmla="*/ 20 h 582"/>
                <a:gd name="T102" fmla="*/ 128 w 504"/>
                <a:gd name="T103" fmla="*/ 5 h 582"/>
                <a:gd name="T104" fmla="*/ 110 w 504"/>
                <a:gd name="T105" fmla="*/ 5 h 582"/>
                <a:gd name="T106" fmla="*/ 110 w 504"/>
                <a:gd name="T107" fmla="*/ 10 h 582"/>
                <a:gd name="T108" fmla="*/ 97 w 504"/>
                <a:gd name="T109" fmla="*/ 19 h 582"/>
                <a:gd name="T110" fmla="*/ 87 w 504"/>
                <a:gd name="T111" fmla="*/ 17 h 5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04"/>
                <a:gd name="T169" fmla="*/ 0 h 582"/>
                <a:gd name="T170" fmla="*/ 504 w 504"/>
                <a:gd name="T171" fmla="*/ 582 h 58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04" h="582">
                  <a:moveTo>
                    <a:pt x="259" y="55"/>
                  </a:moveTo>
                  <a:lnTo>
                    <a:pt x="243" y="51"/>
                  </a:lnTo>
                  <a:lnTo>
                    <a:pt x="238" y="53"/>
                  </a:lnTo>
                  <a:lnTo>
                    <a:pt x="231" y="50"/>
                  </a:lnTo>
                  <a:lnTo>
                    <a:pt x="234" y="47"/>
                  </a:lnTo>
                  <a:lnTo>
                    <a:pt x="228" y="39"/>
                  </a:lnTo>
                  <a:lnTo>
                    <a:pt x="219" y="47"/>
                  </a:lnTo>
                  <a:lnTo>
                    <a:pt x="218" y="57"/>
                  </a:lnTo>
                  <a:lnTo>
                    <a:pt x="213" y="66"/>
                  </a:lnTo>
                  <a:lnTo>
                    <a:pt x="210" y="67"/>
                  </a:lnTo>
                  <a:lnTo>
                    <a:pt x="206" y="65"/>
                  </a:lnTo>
                  <a:lnTo>
                    <a:pt x="199" y="67"/>
                  </a:lnTo>
                  <a:lnTo>
                    <a:pt x="194" y="65"/>
                  </a:lnTo>
                  <a:lnTo>
                    <a:pt x="187" y="74"/>
                  </a:lnTo>
                  <a:lnTo>
                    <a:pt x="184" y="86"/>
                  </a:lnTo>
                  <a:lnTo>
                    <a:pt x="179" y="89"/>
                  </a:lnTo>
                  <a:lnTo>
                    <a:pt x="178" y="93"/>
                  </a:lnTo>
                  <a:lnTo>
                    <a:pt x="181" y="95"/>
                  </a:lnTo>
                  <a:lnTo>
                    <a:pt x="171" y="100"/>
                  </a:lnTo>
                  <a:lnTo>
                    <a:pt x="170" y="104"/>
                  </a:lnTo>
                  <a:lnTo>
                    <a:pt x="158" y="105"/>
                  </a:lnTo>
                  <a:lnTo>
                    <a:pt x="148" y="103"/>
                  </a:lnTo>
                  <a:lnTo>
                    <a:pt x="144" y="97"/>
                  </a:lnTo>
                  <a:lnTo>
                    <a:pt x="139" y="97"/>
                  </a:lnTo>
                  <a:lnTo>
                    <a:pt x="138" y="101"/>
                  </a:lnTo>
                  <a:lnTo>
                    <a:pt x="133" y="102"/>
                  </a:lnTo>
                  <a:lnTo>
                    <a:pt x="130" y="99"/>
                  </a:lnTo>
                  <a:lnTo>
                    <a:pt x="121" y="99"/>
                  </a:lnTo>
                  <a:lnTo>
                    <a:pt x="116" y="103"/>
                  </a:lnTo>
                  <a:lnTo>
                    <a:pt x="105" y="103"/>
                  </a:lnTo>
                  <a:lnTo>
                    <a:pt x="102" y="105"/>
                  </a:lnTo>
                  <a:lnTo>
                    <a:pt x="97" y="106"/>
                  </a:lnTo>
                  <a:lnTo>
                    <a:pt x="95" y="103"/>
                  </a:lnTo>
                  <a:lnTo>
                    <a:pt x="80" y="101"/>
                  </a:lnTo>
                  <a:lnTo>
                    <a:pt x="83" y="94"/>
                  </a:lnTo>
                  <a:lnTo>
                    <a:pt x="86" y="90"/>
                  </a:lnTo>
                  <a:lnTo>
                    <a:pt x="87" y="87"/>
                  </a:lnTo>
                  <a:lnTo>
                    <a:pt x="84" y="86"/>
                  </a:lnTo>
                  <a:lnTo>
                    <a:pt x="78" y="85"/>
                  </a:lnTo>
                  <a:lnTo>
                    <a:pt x="74" y="79"/>
                  </a:lnTo>
                  <a:lnTo>
                    <a:pt x="75" y="77"/>
                  </a:lnTo>
                  <a:lnTo>
                    <a:pt x="76" y="73"/>
                  </a:lnTo>
                  <a:lnTo>
                    <a:pt x="73" y="72"/>
                  </a:lnTo>
                  <a:lnTo>
                    <a:pt x="70" y="67"/>
                  </a:lnTo>
                  <a:lnTo>
                    <a:pt x="68" y="66"/>
                  </a:lnTo>
                  <a:lnTo>
                    <a:pt x="65" y="63"/>
                  </a:lnTo>
                  <a:lnTo>
                    <a:pt x="62" y="62"/>
                  </a:lnTo>
                  <a:lnTo>
                    <a:pt x="58" y="52"/>
                  </a:lnTo>
                  <a:lnTo>
                    <a:pt x="55" y="47"/>
                  </a:lnTo>
                  <a:lnTo>
                    <a:pt x="46" y="41"/>
                  </a:lnTo>
                  <a:lnTo>
                    <a:pt x="45" y="35"/>
                  </a:lnTo>
                  <a:lnTo>
                    <a:pt x="41" y="33"/>
                  </a:lnTo>
                  <a:lnTo>
                    <a:pt x="41" y="27"/>
                  </a:lnTo>
                  <a:lnTo>
                    <a:pt x="37" y="26"/>
                  </a:lnTo>
                  <a:lnTo>
                    <a:pt x="30" y="21"/>
                  </a:lnTo>
                  <a:lnTo>
                    <a:pt x="27" y="24"/>
                  </a:lnTo>
                  <a:lnTo>
                    <a:pt x="22" y="24"/>
                  </a:lnTo>
                  <a:lnTo>
                    <a:pt x="18" y="29"/>
                  </a:lnTo>
                  <a:lnTo>
                    <a:pt x="12" y="31"/>
                  </a:lnTo>
                  <a:lnTo>
                    <a:pt x="8" y="41"/>
                  </a:lnTo>
                  <a:lnTo>
                    <a:pt x="8" y="47"/>
                  </a:lnTo>
                  <a:lnTo>
                    <a:pt x="5" y="51"/>
                  </a:lnTo>
                  <a:lnTo>
                    <a:pt x="4" y="62"/>
                  </a:lnTo>
                  <a:lnTo>
                    <a:pt x="8" y="68"/>
                  </a:lnTo>
                  <a:lnTo>
                    <a:pt x="6" y="74"/>
                  </a:lnTo>
                  <a:lnTo>
                    <a:pt x="0" y="79"/>
                  </a:lnTo>
                  <a:lnTo>
                    <a:pt x="2" y="84"/>
                  </a:lnTo>
                  <a:lnTo>
                    <a:pt x="0" y="90"/>
                  </a:lnTo>
                  <a:lnTo>
                    <a:pt x="5" y="97"/>
                  </a:lnTo>
                  <a:lnTo>
                    <a:pt x="2" y="113"/>
                  </a:lnTo>
                  <a:lnTo>
                    <a:pt x="2" y="121"/>
                  </a:lnTo>
                  <a:lnTo>
                    <a:pt x="8" y="128"/>
                  </a:lnTo>
                  <a:lnTo>
                    <a:pt x="8" y="130"/>
                  </a:lnTo>
                  <a:lnTo>
                    <a:pt x="2" y="136"/>
                  </a:lnTo>
                  <a:lnTo>
                    <a:pt x="2" y="140"/>
                  </a:lnTo>
                  <a:lnTo>
                    <a:pt x="9" y="138"/>
                  </a:lnTo>
                  <a:lnTo>
                    <a:pt x="16" y="138"/>
                  </a:lnTo>
                  <a:lnTo>
                    <a:pt x="36" y="150"/>
                  </a:lnTo>
                  <a:lnTo>
                    <a:pt x="41" y="157"/>
                  </a:lnTo>
                  <a:lnTo>
                    <a:pt x="42" y="167"/>
                  </a:lnTo>
                  <a:lnTo>
                    <a:pt x="45" y="173"/>
                  </a:lnTo>
                  <a:lnTo>
                    <a:pt x="47" y="192"/>
                  </a:lnTo>
                  <a:lnTo>
                    <a:pt x="53" y="200"/>
                  </a:lnTo>
                  <a:lnTo>
                    <a:pt x="55" y="206"/>
                  </a:lnTo>
                  <a:lnTo>
                    <a:pt x="51" y="215"/>
                  </a:lnTo>
                  <a:lnTo>
                    <a:pt x="39" y="223"/>
                  </a:lnTo>
                  <a:lnTo>
                    <a:pt x="37" y="233"/>
                  </a:lnTo>
                  <a:lnTo>
                    <a:pt x="34" y="243"/>
                  </a:lnTo>
                  <a:lnTo>
                    <a:pt x="39" y="251"/>
                  </a:lnTo>
                  <a:lnTo>
                    <a:pt x="47" y="254"/>
                  </a:lnTo>
                  <a:lnTo>
                    <a:pt x="52" y="260"/>
                  </a:lnTo>
                  <a:lnTo>
                    <a:pt x="67" y="263"/>
                  </a:lnTo>
                  <a:lnTo>
                    <a:pt x="78" y="266"/>
                  </a:lnTo>
                  <a:lnTo>
                    <a:pt x="86" y="276"/>
                  </a:lnTo>
                  <a:lnTo>
                    <a:pt x="87" y="285"/>
                  </a:lnTo>
                  <a:lnTo>
                    <a:pt x="81" y="292"/>
                  </a:lnTo>
                  <a:lnTo>
                    <a:pt x="71" y="292"/>
                  </a:lnTo>
                  <a:lnTo>
                    <a:pt x="67" y="299"/>
                  </a:lnTo>
                  <a:lnTo>
                    <a:pt x="62" y="303"/>
                  </a:lnTo>
                  <a:lnTo>
                    <a:pt x="61" y="310"/>
                  </a:lnTo>
                  <a:lnTo>
                    <a:pt x="69" y="312"/>
                  </a:lnTo>
                  <a:lnTo>
                    <a:pt x="70" y="317"/>
                  </a:lnTo>
                  <a:lnTo>
                    <a:pt x="72" y="320"/>
                  </a:lnTo>
                  <a:lnTo>
                    <a:pt x="78" y="319"/>
                  </a:lnTo>
                  <a:lnTo>
                    <a:pt x="83" y="325"/>
                  </a:lnTo>
                  <a:lnTo>
                    <a:pt x="92" y="335"/>
                  </a:lnTo>
                  <a:lnTo>
                    <a:pt x="92" y="341"/>
                  </a:lnTo>
                  <a:lnTo>
                    <a:pt x="88" y="344"/>
                  </a:lnTo>
                  <a:lnTo>
                    <a:pt x="91" y="352"/>
                  </a:lnTo>
                  <a:lnTo>
                    <a:pt x="91" y="360"/>
                  </a:lnTo>
                  <a:lnTo>
                    <a:pt x="96" y="361"/>
                  </a:lnTo>
                  <a:lnTo>
                    <a:pt x="101" y="368"/>
                  </a:lnTo>
                  <a:lnTo>
                    <a:pt x="113" y="376"/>
                  </a:lnTo>
                  <a:lnTo>
                    <a:pt x="123" y="384"/>
                  </a:lnTo>
                  <a:lnTo>
                    <a:pt x="136" y="392"/>
                  </a:lnTo>
                  <a:lnTo>
                    <a:pt x="144" y="401"/>
                  </a:lnTo>
                  <a:lnTo>
                    <a:pt x="152" y="413"/>
                  </a:lnTo>
                  <a:lnTo>
                    <a:pt x="158" y="417"/>
                  </a:lnTo>
                  <a:lnTo>
                    <a:pt x="166" y="430"/>
                  </a:lnTo>
                  <a:lnTo>
                    <a:pt x="171" y="438"/>
                  </a:lnTo>
                  <a:lnTo>
                    <a:pt x="169" y="445"/>
                  </a:lnTo>
                  <a:lnTo>
                    <a:pt x="154" y="452"/>
                  </a:lnTo>
                  <a:lnTo>
                    <a:pt x="155" y="458"/>
                  </a:lnTo>
                  <a:lnTo>
                    <a:pt x="164" y="462"/>
                  </a:lnTo>
                  <a:lnTo>
                    <a:pt x="163" y="466"/>
                  </a:lnTo>
                  <a:lnTo>
                    <a:pt x="159" y="470"/>
                  </a:lnTo>
                  <a:lnTo>
                    <a:pt x="160" y="477"/>
                  </a:lnTo>
                  <a:lnTo>
                    <a:pt x="156" y="483"/>
                  </a:lnTo>
                  <a:lnTo>
                    <a:pt x="149" y="484"/>
                  </a:lnTo>
                  <a:lnTo>
                    <a:pt x="148" y="490"/>
                  </a:lnTo>
                  <a:lnTo>
                    <a:pt x="150" y="496"/>
                  </a:lnTo>
                  <a:lnTo>
                    <a:pt x="147" y="502"/>
                  </a:lnTo>
                  <a:lnTo>
                    <a:pt x="137" y="506"/>
                  </a:lnTo>
                  <a:lnTo>
                    <a:pt x="135" y="514"/>
                  </a:lnTo>
                  <a:lnTo>
                    <a:pt x="139" y="518"/>
                  </a:lnTo>
                  <a:lnTo>
                    <a:pt x="142" y="529"/>
                  </a:lnTo>
                  <a:lnTo>
                    <a:pt x="151" y="538"/>
                  </a:lnTo>
                  <a:lnTo>
                    <a:pt x="150" y="541"/>
                  </a:lnTo>
                  <a:lnTo>
                    <a:pt x="143" y="541"/>
                  </a:lnTo>
                  <a:lnTo>
                    <a:pt x="140" y="543"/>
                  </a:lnTo>
                  <a:lnTo>
                    <a:pt x="142" y="546"/>
                  </a:lnTo>
                  <a:lnTo>
                    <a:pt x="139" y="550"/>
                  </a:lnTo>
                  <a:lnTo>
                    <a:pt x="140" y="557"/>
                  </a:lnTo>
                  <a:lnTo>
                    <a:pt x="147" y="563"/>
                  </a:lnTo>
                  <a:lnTo>
                    <a:pt x="148" y="567"/>
                  </a:lnTo>
                  <a:lnTo>
                    <a:pt x="146" y="576"/>
                  </a:lnTo>
                  <a:lnTo>
                    <a:pt x="148" y="580"/>
                  </a:lnTo>
                  <a:lnTo>
                    <a:pt x="154" y="578"/>
                  </a:lnTo>
                  <a:lnTo>
                    <a:pt x="158" y="581"/>
                  </a:lnTo>
                  <a:lnTo>
                    <a:pt x="171" y="577"/>
                  </a:lnTo>
                  <a:lnTo>
                    <a:pt x="181" y="566"/>
                  </a:lnTo>
                  <a:lnTo>
                    <a:pt x="186" y="555"/>
                  </a:lnTo>
                  <a:lnTo>
                    <a:pt x="199" y="546"/>
                  </a:lnTo>
                  <a:lnTo>
                    <a:pt x="216" y="545"/>
                  </a:lnTo>
                  <a:lnTo>
                    <a:pt x="221" y="549"/>
                  </a:lnTo>
                  <a:lnTo>
                    <a:pt x="227" y="564"/>
                  </a:lnTo>
                  <a:lnTo>
                    <a:pt x="233" y="566"/>
                  </a:lnTo>
                  <a:lnTo>
                    <a:pt x="235" y="560"/>
                  </a:lnTo>
                  <a:lnTo>
                    <a:pt x="245" y="546"/>
                  </a:lnTo>
                  <a:lnTo>
                    <a:pt x="236" y="533"/>
                  </a:lnTo>
                  <a:lnTo>
                    <a:pt x="236" y="528"/>
                  </a:lnTo>
                  <a:lnTo>
                    <a:pt x="247" y="524"/>
                  </a:lnTo>
                  <a:lnTo>
                    <a:pt x="249" y="517"/>
                  </a:lnTo>
                  <a:lnTo>
                    <a:pt x="256" y="519"/>
                  </a:lnTo>
                  <a:lnTo>
                    <a:pt x="258" y="514"/>
                  </a:lnTo>
                  <a:lnTo>
                    <a:pt x="263" y="512"/>
                  </a:lnTo>
                  <a:lnTo>
                    <a:pt x="272" y="500"/>
                  </a:lnTo>
                  <a:lnTo>
                    <a:pt x="280" y="502"/>
                  </a:lnTo>
                  <a:lnTo>
                    <a:pt x="286" y="487"/>
                  </a:lnTo>
                  <a:lnTo>
                    <a:pt x="284" y="481"/>
                  </a:lnTo>
                  <a:lnTo>
                    <a:pt x="286" y="477"/>
                  </a:lnTo>
                  <a:lnTo>
                    <a:pt x="297" y="475"/>
                  </a:lnTo>
                  <a:lnTo>
                    <a:pt x="299" y="482"/>
                  </a:lnTo>
                  <a:lnTo>
                    <a:pt x="308" y="480"/>
                  </a:lnTo>
                  <a:lnTo>
                    <a:pt x="309" y="469"/>
                  </a:lnTo>
                  <a:lnTo>
                    <a:pt x="313" y="461"/>
                  </a:lnTo>
                  <a:lnTo>
                    <a:pt x="323" y="459"/>
                  </a:lnTo>
                  <a:lnTo>
                    <a:pt x="316" y="446"/>
                  </a:lnTo>
                  <a:lnTo>
                    <a:pt x="317" y="434"/>
                  </a:lnTo>
                  <a:lnTo>
                    <a:pt x="321" y="437"/>
                  </a:lnTo>
                  <a:lnTo>
                    <a:pt x="327" y="436"/>
                  </a:lnTo>
                  <a:lnTo>
                    <a:pt x="333" y="427"/>
                  </a:lnTo>
                  <a:lnTo>
                    <a:pt x="341" y="422"/>
                  </a:lnTo>
                  <a:lnTo>
                    <a:pt x="343" y="416"/>
                  </a:lnTo>
                  <a:lnTo>
                    <a:pt x="348" y="411"/>
                  </a:lnTo>
                  <a:lnTo>
                    <a:pt x="348" y="405"/>
                  </a:lnTo>
                  <a:lnTo>
                    <a:pt x="343" y="401"/>
                  </a:lnTo>
                  <a:lnTo>
                    <a:pt x="344" y="392"/>
                  </a:lnTo>
                  <a:lnTo>
                    <a:pt x="334" y="390"/>
                  </a:lnTo>
                  <a:lnTo>
                    <a:pt x="335" y="386"/>
                  </a:lnTo>
                  <a:lnTo>
                    <a:pt x="338" y="382"/>
                  </a:lnTo>
                  <a:lnTo>
                    <a:pt x="337" y="371"/>
                  </a:lnTo>
                  <a:lnTo>
                    <a:pt x="324" y="370"/>
                  </a:lnTo>
                  <a:lnTo>
                    <a:pt x="322" y="365"/>
                  </a:lnTo>
                  <a:lnTo>
                    <a:pt x="327" y="355"/>
                  </a:lnTo>
                  <a:lnTo>
                    <a:pt x="319" y="347"/>
                  </a:lnTo>
                  <a:lnTo>
                    <a:pt x="331" y="345"/>
                  </a:lnTo>
                  <a:lnTo>
                    <a:pt x="336" y="346"/>
                  </a:lnTo>
                  <a:lnTo>
                    <a:pt x="356" y="333"/>
                  </a:lnTo>
                  <a:lnTo>
                    <a:pt x="366" y="334"/>
                  </a:lnTo>
                  <a:lnTo>
                    <a:pt x="371" y="339"/>
                  </a:lnTo>
                  <a:lnTo>
                    <a:pt x="379" y="333"/>
                  </a:lnTo>
                  <a:lnTo>
                    <a:pt x="383" y="340"/>
                  </a:lnTo>
                  <a:lnTo>
                    <a:pt x="388" y="337"/>
                  </a:lnTo>
                  <a:lnTo>
                    <a:pt x="390" y="340"/>
                  </a:lnTo>
                  <a:lnTo>
                    <a:pt x="396" y="339"/>
                  </a:lnTo>
                  <a:lnTo>
                    <a:pt x="401" y="334"/>
                  </a:lnTo>
                  <a:lnTo>
                    <a:pt x="407" y="336"/>
                  </a:lnTo>
                  <a:lnTo>
                    <a:pt x="410" y="332"/>
                  </a:lnTo>
                  <a:lnTo>
                    <a:pt x="419" y="335"/>
                  </a:lnTo>
                  <a:lnTo>
                    <a:pt x="431" y="334"/>
                  </a:lnTo>
                  <a:lnTo>
                    <a:pt x="435" y="329"/>
                  </a:lnTo>
                  <a:lnTo>
                    <a:pt x="434" y="321"/>
                  </a:lnTo>
                  <a:lnTo>
                    <a:pt x="440" y="316"/>
                  </a:lnTo>
                  <a:lnTo>
                    <a:pt x="457" y="306"/>
                  </a:lnTo>
                  <a:lnTo>
                    <a:pt x="465" y="306"/>
                  </a:lnTo>
                  <a:lnTo>
                    <a:pt x="472" y="304"/>
                  </a:lnTo>
                  <a:lnTo>
                    <a:pt x="480" y="296"/>
                  </a:lnTo>
                  <a:lnTo>
                    <a:pt x="480" y="287"/>
                  </a:lnTo>
                  <a:lnTo>
                    <a:pt x="472" y="283"/>
                  </a:lnTo>
                  <a:lnTo>
                    <a:pt x="465" y="270"/>
                  </a:lnTo>
                  <a:lnTo>
                    <a:pt x="464" y="266"/>
                  </a:lnTo>
                  <a:lnTo>
                    <a:pt x="452" y="258"/>
                  </a:lnTo>
                  <a:lnTo>
                    <a:pt x="443" y="258"/>
                  </a:lnTo>
                  <a:lnTo>
                    <a:pt x="438" y="256"/>
                  </a:lnTo>
                  <a:lnTo>
                    <a:pt x="428" y="256"/>
                  </a:lnTo>
                  <a:lnTo>
                    <a:pt x="434" y="246"/>
                  </a:lnTo>
                  <a:lnTo>
                    <a:pt x="440" y="244"/>
                  </a:lnTo>
                  <a:lnTo>
                    <a:pt x="446" y="229"/>
                  </a:lnTo>
                  <a:lnTo>
                    <a:pt x="456" y="220"/>
                  </a:lnTo>
                  <a:lnTo>
                    <a:pt x="472" y="201"/>
                  </a:lnTo>
                  <a:lnTo>
                    <a:pt x="490" y="186"/>
                  </a:lnTo>
                  <a:lnTo>
                    <a:pt x="492" y="189"/>
                  </a:lnTo>
                  <a:lnTo>
                    <a:pt x="498" y="173"/>
                  </a:lnTo>
                  <a:lnTo>
                    <a:pt x="501" y="159"/>
                  </a:lnTo>
                  <a:lnTo>
                    <a:pt x="503" y="144"/>
                  </a:lnTo>
                  <a:lnTo>
                    <a:pt x="498" y="139"/>
                  </a:lnTo>
                  <a:lnTo>
                    <a:pt x="500" y="136"/>
                  </a:lnTo>
                  <a:lnTo>
                    <a:pt x="492" y="114"/>
                  </a:lnTo>
                  <a:lnTo>
                    <a:pt x="478" y="84"/>
                  </a:lnTo>
                  <a:lnTo>
                    <a:pt x="474" y="72"/>
                  </a:lnTo>
                  <a:lnTo>
                    <a:pt x="467" y="61"/>
                  </a:lnTo>
                  <a:lnTo>
                    <a:pt x="465" y="60"/>
                  </a:lnTo>
                  <a:lnTo>
                    <a:pt x="462" y="49"/>
                  </a:lnTo>
                  <a:lnTo>
                    <a:pt x="459" y="44"/>
                  </a:lnTo>
                  <a:lnTo>
                    <a:pt x="456" y="44"/>
                  </a:lnTo>
                  <a:lnTo>
                    <a:pt x="455" y="47"/>
                  </a:lnTo>
                  <a:lnTo>
                    <a:pt x="444" y="41"/>
                  </a:lnTo>
                  <a:lnTo>
                    <a:pt x="441" y="37"/>
                  </a:lnTo>
                  <a:lnTo>
                    <a:pt x="428" y="27"/>
                  </a:lnTo>
                  <a:lnTo>
                    <a:pt x="421" y="33"/>
                  </a:lnTo>
                  <a:lnTo>
                    <a:pt x="410" y="33"/>
                  </a:lnTo>
                  <a:lnTo>
                    <a:pt x="409" y="43"/>
                  </a:lnTo>
                  <a:lnTo>
                    <a:pt x="403" y="46"/>
                  </a:lnTo>
                  <a:lnTo>
                    <a:pt x="406" y="55"/>
                  </a:lnTo>
                  <a:lnTo>
                    <a:pt x="398" y="55"/>
                  </a:lnTo>
                  <a:lnTo>
                    <a:pt x="386" y="45"/>
                  </a:lnTo>
                  <a:lnTo>
                    <a:pt x="380" y="41"/>
                  </a:lnTo>
                  <a:lnTo>
                    <a:pt x="382" y="22"/>
                  </a:lnTo>
                  <a:lnTo>
                    <a:pt x="385" y="14"/>
                  </a:lnTo>
                  <a:lnTo>
                    <a:pt x="366" y="0"/>
                  </a:lnTo>
                  <a:lnTo>
                    <a:pt x="362" y="2"/>
                  </a:lnTo>
                  <a:lnTo>
                    <a:pt x="352" y="16"/>
                  </a:lnTo>
                  <a:lnTo>
                    <a:pt x="339" y="16"/>
                  </a:lnTo>
                  <a:lnTo>
                    <a:pt x="333" y="14"/>
                  </a:lnTo>
                  <a:lnTo>
                    <a:pt x="327" y="18"/>
                  </a:lnTo>
                  <a:lnTo>
                    <a:pt x="317" y="23"/>
                  </a:lnTo>
                  <a:lnTo>
                    <a:pt x="319" y="25"/>
                  </a:lnTo>
                  <a:lnTo>
                    <a:pt x="327" y="24"/>
                  </a:lnTo>
                  <a:lnTo>
                    <a:pt x="333" y="29"/>
                  </a:lnTo>
                  <a:lnTo>
                    <a:pt x="331" y="35"/>
                  </a:lnTo>
                  <a:lnTo>
                    <a:pt x="318" y="39"/>
                  </a:lnTo>
                  <a:lnTo>
                    <a:pt x="314" y="48"/>
                  </a:lnTo>
                  <a:lnTo>
                    <a:pt x="315" y="52"/>
                  </a:lnTo>
                  <a:lnTo>
                    <a:pt x="294" y="53"/>
                  </a:lnTo>
                  <a:lnTo>
                    <a:pt x="292" y="45"/>
                  </a:lnTo>
                  <a:lnTo>
                    <a:pt x="292" y="37"/>
                  </a:lnTo>
                  <a:lnTo>
                    <a:pt x="270" y="33"/>
                  </a:lnTo>
                  <a:lnTo>
                    <a:pt x="262" y="40"/>
                  </a:lnTo>
                  <a:lnTo>
                    <a:pt x="262" y="48"/>
                  </a:lnTo>
                  <a:lnTo>
                    <a:pt x="260" y="49"/>
                  </a:lnTo>
                  <a:lnTo>
                    <a:pt x="259" y="55"/>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0" name="Freeform 39">
              <a:extLst>
                <a:ext uri="{FF2B5EF4-FFF2-40B4-BE49-F238E27FC236}">
                  <a16:creationId xmlns:a16="http://schemas.microsoft.com/office/drawing/2014/main" id="{BD0C51D3-0DE4-C867-EBDF-C6C73681ED2A}"/>
                </a:ext>
              </a:extLst>
            </p:cNvPr>
            <p:cNvSpPr>
              <a:spLocks noChangeAspect="1"/>
            </p:cNvSpPr>
            <p:nvPr/>
          </p:nvSpPr>
          <p:spPr bwMode="gray">
            <a:xfrm>
              <a:off x="3763853" y="4641997"/>
              <a:ext cx="580728" cy="464864"/>
            </a:xfrm>
            <a:custGeom>
              <a:avLst/>
              <a:gdLst>
                <a:gd name="T0" fmla="*/ 2 w 491"/>
                <a:gd name="T1" fmla="*/ 76 h 371"/>
                <a:gd name="T2" fmla="*/ 8 w 491"/>
                <a:gd name="T3" fmla="*/ 70 h 371"/>
                <a:gd name="T4" fmla="*/ 10 w 491"/>
                <a:gd name="T5" fmla="*/ 64 h 371"/>
                <a:gd name="T6" fmla="*/ 6 w 491"/>
                <a:gd name="T7" fmla="*/ 59 h 371"/>
                <a:gd name="T8" fmla="*/ 6 w 491"/>
                <a:gd name="T9" fmla="*/ 52 h 371"/>
                <a:gd name="T10" fmla="*/ 3 w 491"/>
                <a:gd name="T11" fmla="*/ 47 h 371"/>
                <a:gd name="T12" fmla="*/ 6 w 491"/>
                <a:gd name="T13" fmla="*/ 43 h 371"/>
                <a:gd name="T14" fmla="*/ 18 w 491"/>
                <a:gd name="T15" fmla="*/ 41 h 371"/>
                <a:gd name="T16" fmla="*/ 24 w 491"/>
                <a:gd name="T17" fmla="*/ 41 h 371"/>
                <a:gd name="T18" fmla="*/ 28 w 491"/>
                <a:gd name="T19" fmla="*/ 39 h 371"/>
                <a:gd name="T20" fmla="*/ 34 w 491"/>
                <a:gd name="T21" fmla="*/ 40 h 371"/>
                <a:gd name="T22" fmla="*/ 39 w 491"/>
                <a:gd name="T23" fmla="*/ 35 h 371"/>
                <a:gd name="T24" fmla="*/ 49 w 491"/>
                <a:gd name="T25" fmla="*/ 29 h 371"/>
                <a:gd name="T26" fmla="*/ 54 w 491"/>
                <a:gd name="T27" fmla="*/ 23 h 371"/>
                <a:gd name="T28" fmla="*/ 63 w 491"/>
                <a:gd name="T29" fmla="*/ 25 h 371"/>
                <a:gd name="T30" fmla="*/ 67 w 491"/>
                <a:gd name="T31" fmla="*/ 14 h 371"/>
                <a:gd name="T32" fmla="*/ 70 w 491"/>
                <a:gd name="T33" fmla="*/ 5 h 371"/>
                <a:gd name="T34" fmla="*/ 83 w 491"/>
                <a:gd name="T35" fmla="*/ 1 h 371"/>
                <a:gd name="T36" fmla="*/ 90 w 491"/>
                <a:gd name="T37" fmla="*/ 1 h 371"/>
                <a:gd name="T38" fmla="*/ 103 w 491"/>
                <a:gd name="T39" fmla="*/ 2 h 371"/>
                <a:gd name="T40" fmla="*/ 116 w 491"/>
                <a:gd name="T41" fmla="*/ 4 h 371"/>
                <a:gd name="T42" fmla="*/ 132 w 491"/>
                <a:gd name="T43" fmla="*/ 8 h 371"/>
                <a:gd name="T44" fmla="*/ 152 w 491"/>
                <a:gd name="T45" fmla="*/ 25 h 371"/>
                <a:gd name="T46" fmla="*/ 160 w 491"/>
                <a:gd name="T47" fmla="*/ 54 h 371"/>
                <a:gd name="T48" fmla="*/ 161 w 491"/>
                <a:gd name="T49" fmla="*/ 64 h 371"/>
                <a:gd name="T50" fmla="*/ 156 w 491"/>
                <a:gd name="T51" fmla="*/ 82 h 371"/>
                <a:gd name="T52" fmla="*/ 152 w 491"/>
                <a:gd name="T53" fmla="*/ 99 h 371"/>
                <a:gd name="T54" fmla="*/ 144 w 491"/>
                <a:gd name="T55" fmla="*/ 114 h 371"/>
                <a:gd name="T56" fmla="*/ 136 w 491"/>
                <a:gd name="T57" fmla="*/ 125 h 371"/>
                <a:gd name="T58" fmla="*/ 130 w 491"/>
                <a:gd name="T59" fmla="*/ 129 h 371"/>
                <a:gd name="T60" fmla="*/ 125 w 491"/>
                <a:gd name="T61" fmla="*/ 128 h 371"/>
                <a:gd name="T62" fmla="*/ 116 w 491"/>
                <a:gd name="T63" fmla="*/ 130 h 371"/>
                <a:gd name="T64" fmla="*/ 99 w 491"/>
                <a:gd name="T65" fmla="*/ 127 h 371"/>
                <a:gd name="T66" fmla="*/ 88 w 491"/>
                <a:gd name="T67" fmla="*/ 122 h 371"/>
                <a:gd name="T68" fmla="*/ 81 w 491"/>
                <a:gd name="T69" fmla="*/ 114 h 371"/>
                <a:gd name="T70" fmla="*/ 70 w 491"/>
                <a:gd name="T71" fmla="*/ 114 h 371"/>
                <a:gd name="T72" fmla="*/ 63 w 491"/>
                <a:gd name="T73" fmla="*/ 119 h 371"/>
                <a:gd name="T74" fmla="*/ 57 w 491"/>
                <a:gd name="T75" fmla="*/ 113 h 371"/>
                <a:gd name="T76" fmla="*/ 50 w 491"/>
                <a:gd name="T77" fmla="*/ 113 h 371"/>
                <a:gd name="T78" fmla="*/ 44 w 491"/>
                <a:gd name="T79" fmla="*/ 117 h 371"/>
                <a:gd name="T80" fmla="*/ 41 w 491"/>
                <a:gd name="T81" fmla="*/ 122 h 371"/>
                <a:gd name="T82" fmla="*/ 36 w 491"/>
                <a:gd name="T83" fmla="*/ 116 h 371"/>
                <a:gd name="T84" fmla="*/ 27 w 491"/>
                <a:gd name="T85" fmla="*/ 122 h 371"/>
                <a:gd name="T86" fmla="*/ 25 w 491"/>
                <a:gd name="T87" fmla="*/ 116 h 371"/>
                <a:gd name="T88" fmla="*/ 25 w 491"/>
                <a:gd name="T89" fmla="*/ 105 h 371"/>
                <a:gd name="T90" fmla="*/ 17 w 491"/>
                <a:gd name="T91" fmla="*/ 101 h 371"/>
                <a:gd name="T92" fmla="*/ 16 w 491"/>
                <a:gd name="T93" fmla="*/ 97 h 371"/>
                <a:gd name="T94" fmla="*/ 9 w 491"/>
                <a:gd name="T95" fmla="*/ 94 h 371"/>
                <a:gd name="T96" fmla="*/ 4 w 491"/>
                <a:gd name="T97" fmla="*/ 88 h 371"/>
                <a:gd name="T98" fmla="*/ 0 w 491"/>
                <a:gd name="T99" fmla="*/ 79 h 3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1"/>
                <a:gd name="T151" fmla="*/ 0 h 371"/>
                <a:gd name="T152" fmla="*/ 491 w 491"/>
                <a:gd name="T153" fmla="*/ 371 h 3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1" h="371">
                  <a:moveTo>
                    <a:pt x="0" y="222"/>
                  </a:moveTo>
                  <a:lnTo>
                    <a:pt x="0" y="210"/>
                  </a:lnTo>
                  <a:lnTo>
                    <a:pt x="5" y="213"/>
                  </a:lnTo>
                  <a:lnTo>
                    <a:pt x="11" y="212"/>
                  </a:lnTo>
                  <a:lnTo>
                    <a:pt x="17" y="203"/>
                  </a:lnTo>
                  <a:lnTo>
                    <a:pt x="24" y="198"/>
                  </a:lnTo>
                  <a:lnTo>
                    <a:pt x="26" y="192"/>
                  </a:lnTo>
                  <a:lnTo>
                    <a:pt x="31" y="187"/>
                  </a:lnTo>
                  <a:lnTo>
                    <a:pt x="31" y="181"/>
                  </a:lnTo>
                  <a:lnTo>
                    <a:pt x="26" y="177"/>
                  </a:lnTo>
                  <a:lnTo>
                    <a:pt x="27" y="169"/>
                  </a:lnTo>
                  <a:lnTo>
                    <a:pt x="18" y="166"/>
                  </a:lnTo>
                  <a:lnTo>
                    <a:pt x="18" y="162"/>
                  </a:lnTo>
                  <a:lnTo>
                    <a:pt x="21" y="159"/>
                  </a:lnTo>
                  <a:lnTo>
                    <a:pt x="20" y="147"/>
                  </a:lnTo>
                  <a:lnTo>
                    <a:pt x="8" y="147"/>
                  </a:lnTo>
                  <a:lnTo>
                    <a:pt x="6" y="142"/>
                  </a:lnTo>
                  <a:lnTo>
                    <a:pt x="10" y="132"/>
                  </a:lnTo>
                  <a:lnTo>
                    <a:pt x="3" y="124"/>
                  </a:lnTo>
                  <a:lnTo>
                    <a:pt x="15" y="121"/>
                  </a:lnTo>
                  <a:lnTo>
                    <a:pt x="19" y="123"/>
                  </a:lnTo>
                  <a:lnTo>
                    <a:pt x="40" y="110"/>
                  </a:lnTo>
                  <a:lnTo>
                    <a:pt x="50" y="111"/>
                  </a:lnTo>
                  <a:lnTo>
                    <a:pt x="54" y="115"/>
                  </a:lnTo>
                  <a:lnTo>
                    <a:pt x="62" y="110"/>
                  </a:lnTo>
                  <a:lnTo>
                    <a:pt x="66" y="117"/>
                  </a:lnTo>
                  <a:lnTo>
                    <a:pt x="72" y="114"/>
                  </a:lnTo>
                  <a:lnTo>
                    <a:pt x="74" y="117"/>
                  </a:lnTo>
                  <a:lnTo>
                    <a:pt x="80" y="116"/>
                  </a:lnTo>
                  <a:lnTo>
                    <a:pt x="84" y="111"/>
                  </a:lnTo>
                  <a:lnTo>
                    <a:pt x="90" y="113"/>
                  </a:lnTo>
                  <a:lnTo>
                    <a:pt x="94" y="109"/>
                  </a:lnTo>
                  <a:lnTo>
                    <a:pt x="102" y="112"/>
                  </a:lnTo>
                  <a:lnTo>
                    <a:pt x="115" y="111"/>
                  </a:lnTo>
                  <a:lnTo>
                    <a:pt x="119" y="106"/>
                  </a:lnTo>
                  <a:lnTo>
                    <a:pt x="118" y="98"/>
                  </a:lnTo>
                  <a:lnTo>
                    <a:pt x="123" y="93"/>
                  </a:lnTo>
                  <a:lnTo>
                    <a:pt x="141" y="82"/>
                  </a:lnTo>
                  <a:lnTo>
                    <a:pt x="149" y="83"/>
                  </a:lnTo>
                  <a:lnTo>
                    <a:pt x="155" y="81"/>
                  </a:lnTo>
                  <a:lnTo>
                    <a:pt x="164" y="73"/>
                  </a:lnTo>
                  <a:lnTo>
                    <a:pt x="164" y="64"/>
                  </a:lnTo>
                  <a:lnTo>
                    <a:pt x="170" y="65"/>
                  </a:lnTo>
                  <a:lnTo>
                    <a:pt x="175" y="60"/>
                  </a:lnTo>
                  <a:lnTo>
                    <a:pt x="189" y="70"/>
                  </a:lnTo>
                  <a:lnTo>
                    <a:pt x="191" y="62"/>
                  </a:lnTo>
                  <a:lnTo>
                    <a:pt x="204" y="51"/>
                  </a:lnTo>
                  <a:lnTo>
                    <a:pt x="203" y="41"/>
                  </a:lnTo>
                  <a:lnTo>
                    <a:pt x="206" y="30"/>
                  </a:lnTo>
                  <a:lnTo>
                    <a:pt x="209" y="27"/>
                  </a:lnTo>
                  <a:lnTo>
                    <a:pt x="212" y="13"/>
                  </a:lnTo>
                  <a:lnTo>
                    <a:pt x="218" y="7"/>
                  </a:lnTo>
                  <a:lnTo>
                    <a:pt x="228" y="2"/>
                  </a:lnTo>
                  <a:lnTo>
                    <a:pt x="253" y="4"/>
                  </a:lnTo>
                  <a:lnTo>
                    <a:pt x="253" y="6"/>
                  </a:lnTo>
                  <a:lnTo>
                    <a:pt x="257" y="3"/>
                  </a:lnTo>
                  <a:lnTo>
                    <a:pt x="271" y="2"/>
                  </a:lnTo>
                  <a:lnTo>
                    <a:pt x="288" y="2"/>
                  </a:lnTo>
                  <a:lnTo>
                    <a:pt x="296" y="1"/>
                  </a:lnTo>
                  <a:lnTo>
                    <a:pt x="312" y="5"/>
                  </a:lnTo>
                  <a:lnTo>
                    <a:pt x="317" y="5"/>
                  </a:lnTo>
                  <a:lnTo>
                    <a:pt x="319" y="0"/>
                  </a:lnTo>
                  <a:lnTo>
                    <a:pt x="352" y="10"/>
                  </a:lnTo>
                  <a:lnTo>
                    <a:pt x="376" y="12"/>
                  </a:lnTo>
                  <a:lnTo>
                    <a:pt x="390" y="15"/>
                  </a:lnTo>
                  <a:lnTo>
                    <a:pt x="401" y="23"/>
                  </a:lnTo>
                  <a:lnTo>
                    <a:pt x="412" y="28"/>
                  </a:lnTo>
                  <a:lnTo>
                    <a:pt x="430" y="45"/>
                  </a:lnTo>
                  <a:lnTo>
                    <a:pt x="459" y="70"/>
                  </a:lnTo>
                  <a:lnTo>
                    <a:pt x="479" y="102"/>
                  </a:lnTo>
                  <a:lnTo>
                    <a:pt x="484" y="126"/>
                  </a:lnTo>
                  <a:lnTo>
                    <a:pt x="484" y="152"/>
                  </a:lnTo>
                  <a:lnTo>
                    <a:pt x="486" y="159"/>
                  </a:lnTo>
                  <a:lnTo>
                    <a:pt x="490" y="171"/>
                  </a:lnTo>
                  <a:lnTo>
                    <a:pt x="487" y="181"/>
                  </a:lnTo>
                  <a:lnTo>
                    <a:pt x="482" y="195"/>
                  </a:lnTo>
                  <a:lnTo>
                    <a:pt x="483" y="208"/>
                  </a:lnTo>
                  <a:lnTo>
                    <a:pt x="473" y="232"/>
                  </a:lnTo>
                  <a:lnTo>
                    <a:pt x="465" y="244"/>
                  </a:lnTo>
                  <a:lnTo>
                    <a:pt x="461" y="263"/>
                  </a:lnTo>
                  <a:lnTo>
                    <a:pt x="461" y="279"/>
                  </a:lnTo>
                  <a:lnTo>
                    <a:pt x="452" y="310"/>
                  </a:lnTo>
                  <a:lnTo>
                    <a:pt x="447" y="317"/>
                  </a:lnTo>
                  <a:lnTo>
                    <a:pt x="436" y="321"/>
                  </a:lnTo>
                  <a:lnTo>
                    <a:pt x="426" y="334"/>
                  </a:lnTo>
                  <a:lnTo>
                    <a:pt x="419" y="345"/>
                  </a:lnTo>
                  <a:lnTo>
                    <a:pt x="413" y="352"/>
                  </a:lnTo>
                  <a:lnTo>
                    <a:pt x="400" y="367"/>
                  </a:lnTo>
                  <a:lnTo>
                    <a:pt x="394" y="370"/>
                  </a:lnTo>
                  <a:lnTo>
                    <a:pt x="394" y="363"/>
                  </a:lnTo>
                  <a:lnTo>
                    <a:pt x="389" y="357"/>
                  </a:lnTo>
                  <a:lnTo>
                    <a:pt x="386" y="361"/>
                  </a:lnTo>
                  <a:lnTo>
                    <a:pt x="380" y="361"/>
                  </a:lnTo>
                  <a:lnTo>
                    <a:pt x="366" y="361"/>
                  </a:lnTo>
                  <a:lnTo>
                    <a:pt x="360" y="359"/>
                  </a:lnTo>
                  <a:lnTo>
                    <a:pt x="351" y="367"/>
                  </a:lnTo>
                  <a:lnTo>
                    <a:pt x="321" y="361"/>
                  </a:lnTo>
                  <a:lnTo>
                    <a:pt x="315" y="358"/>
                  </a:lnTo>
                  <a:lnTo>
                    <a:pt x="301" y="359"/>
                  </a:lnTo>
                  <a:lnTo>
                    <a:pt x="293" y="364"/>
                  </a:lnTo>
                  <a:lnTo>
                    <a:pt x="277" y="359"/>
                  </a:lnTo>
                  <a:lnTo>
                    <a:pt x="269" y="343"/>
                  </a:lnTo>
                  <a:lnTo>
                    <a:pt x="258" y="339"/>
                  </a:lnTo>
                  <a:lnTo>
                    <a:pt x="261" y="329"/>
                  </a:lnTo>
                  <a:lnTo>
                    <a:pt x="245" y="322"/>
                  </a:lnTo>
                  <a:lnTo>
                    <a:pt x="224" y="329"/>
                  </a:lnTo>
                  <a:lnTo>
                    <a:pt x="217" y="327"/>
                  </a:lnTo>
                  <a:lnTo>
                    <a:pt x="212" y="320"/>
                  </a:lnTo>
                  <a:lnTo>
                    <a:pt x="203" y="324"/>
                  </a:lnTo>
                  <a:lnTo>
                    <a:pt x="195" y="325"/>
                  </a:lnTo>
                  <a:lnTo>
                    <a:pt x="191" y="334"/>
                  </a:lnTo>
                  <a:lnTo>
                    <a:pt x="183" y="331"/>
                  </a:lnTo>
                  <a:lnTo>
                    <a:pt x="179" y="322"/>
                  </a:lnTo>
                  <a:lnTo>
                    <a:pt x="172" y="319"/>
                  </a:lnTo>
                  <a:lnTo>
                    <a:pt x="163" y="322"/>
                  </a:lnTo>
                  <a:lnTo>
                    <a:pt x="158" y="317"/>
                  </a:lnTo>
                  <a:lnTo>
                    <a:pt x="152" y="319"/>
                  </a:lnTo>
                  <a:lnTo>
                    <a:pt x="144" y="331"/>
                  </a:lnTo>
                  <a:lnTo>
                    <a:pt x="137" y="332"/>
                  </a:lnTo>
                  <a:lnTo>
                    <a:pt x="134" y="329"/>
                  </a:lnTo>
                  <a:lnTo>
                    <a:pt x="129" y="331"/>
                  </a:lnTo>
                  <a:lnTo>
                    <a:pt x="128" y="342"/>
                  </a:lnTo>
                  <a:lnTo>
                    <a:pt x="125" y="344"/>
                  </a:lnTo>
                  <a:lnTo>
                    <a:pt x="121" y="329"/>
                  </a:lnTo>
                  <a:lnTo>
                    <a:pt x="109" y="329"/>
                  </a:lnTo>
                  <a:lnTo>
                    <a:pt x="109" y="325"/>
                  </a:lnTo>
                  <a:lnTo>
                    <a:pt x="102" y="325"/>
                  </a:lnTo>
                  <a:lnTo>
                    <a:pt x="98" y="332"/>
                  </a:lnTo>
                  <a:lnTo>
                    <a:pt x="82" y="343"/>
                  </a:lnTo>
                  <a:lnTo>
                    <a:pt x="82" y="335"/>
                  </a:lnTo>
                  <a:lnTo>
                    <a:pt x="76" y="336"/>
                  </a:lnTo>
                  <a:lnTo>
                    <a:pt x="77" y="327"/>
                  </a:lnTo>
                  <a:lnTo>
                    <a:pt x="72" y="325"/>
                  </a:lnTo>
                  <a:lnTo>
                    <a:pt x="76" y="314"/>
                  </a:lnTo>
                  <a:lnTo>
                    <a:pt x="76" y="297"/>
                  </a:lnTo>
                  <a:lnTo>
                    <a:pt x="59" y="298"/>
                  </a:lnTo>
                  <a:lnTo>
                    <a:pt x="58" y="289"/>
                  </a:lnTo>
                  <a:lnTo>
                    <a:pt x="52" y="286"/>
                  </a:lnTo>
                  <a:lnTo>
                    <a:pt x="53" y="282"/>
                  </a:lnTo>
                  <a:lnTo>
                    <a:pt x="55" y="279"/>
                  </a:lnTo>
                  <a:lnTo>
                    <a:pt x="49" y="274"/>
                  </a:lnTo>
                  <a:lnTo>
                    <a:pt x="41" y="272"/>
                  </a:lnTo>
                  <a:lnTo>
                    <a:pt x="40" y="264"/>
                  </a:lnTo>
                  <a:lnTo>
                    <a:pt x="27" y="264"/>
                  </a:lnTo>
                  <a:lnTo>
                    <a:pt x="25" y="260"/>
                  </a:lnTo>
                  <a:lnTo>
                    <a:pt x="26" y="248"/>
                  </a:lnTo>
                  <a:lnTo>
                    <a:pt x="12" y="246"/>
                  </a:lnTo>
                  <a:lnTo>
                    <a:pt x="11" y="236"/>
                  </a:lnTo>
                  <a:lnTo>
                    <a:pt x="6" y="234"/>
                  </a:lnTo>
                  <a:lnTo>
                    <a:pt x="0" y="222"/>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1" name="Freeform 40">
              <a:extLst>
                <a:ext uri="{FF2B5EF4-FFF2-40B4-BE49-F238E27FC236}">
                  <a16:creationId xmlns:a16="http://schemas.microsoft.com/office/drawing/2014/main" id="{0995AE4F-07A7-71E3-D403-C617440C992D}"/>
                </a:ext>
              </a:extLst>
            </p:cNvPr>
            <p:cNvSpPr>
              <a:spLocks noChangeAspect="1"/>
            </p:cNvSpPr>
            <p:nvPr/>
          </p:nvSpPr>
          <p:spPr bwMode="gray">
            <a:xfrm>
              <a:off x="1457414" y="4332788"/>
              <a:ext cx="22653" cy="25241"/>
            </a:xfrm>
            <a:custGeom>
              <a:avLst/>
              <a:gdLst>
                <a:gd name="T0" fmla="*/ 0 w 19"/>
                <a:gd name="T1" fmla="*/ 0 h 19"/>
                <a:gd name="T2" fmla="*/ 1 w 19"/>
                <a:gd name="T3" fmla="*/ 6 h 19"/>
                <a:gd name="T4" fmla="*/ 6 w 19"/>
                <a:gd name="T5" fmla="*/ 7 h 19"/>
                <a:gd name="T6" fmla="*/ 6 w 19"/>
                <a:gd name="T7" fmla="*/ 1 h 19"/>
                <a:gd name="T8" fmla="*/ 0 w 19"/>
                <a:gd name="T9" fmla="*/ 0 h 19"/>
                <a:gd name="T10" fmla="*/ 0 60000 65536"/>
                <a:gd name="T11" fmla="*/ 0 60000 65536"/>
                <a:gd name="T12" fmla="*/ 0 60000 65536"/>
                <a:gd name="T13" fmla="*/ 0 60000 65536"/>
                <a:gd name="T14" fmla="*/ 0 60000 65536"/>
                <a:gd name="T15" fmla="*/ 0 w 19"/>
                <a:gd name="T16" fmla="*/ 0 h 19"/>
                <a:gd name="T17" fmla="*/ 19 w 19"/>
                <a:gd name="T18" fmla="*/ 19 h 19"/>
              </a:gdLst>
              <a:ahLst/>
              <a:cxnLst>
                <a:cxn ang="T10">
                  <a:pos x="T0" y="T1"/>
                </a:cxn>
                <a:cxn ang="T11">
                  <a:pos x="T2" y="T3"/>
                </a:cxn>
                <a:cxn ang="T12">
                  <a:pos x="T4" y="T5"/>
                </a:cxn>
                <a:cxn ang="T13">
                  <a:pos x="T6" y="T7"/>
                </a:cxn>
                <a:cxn ang="T14">
                  <a:pos x="T8" y="T9"/>
                </a:cxn>
              </a:cxnLst>
              <a:rect l="T15" t="T16" r="T17" b="T18"/>
              <a:pathLst>
                <a:path w="19" h="19">
                  <a:moveTo>
                    <a:pt x="0" y="0"/>
                  </a:moveTo>
                  <a:lnTo>
                    <a:pt x="4" y="16"/>
                  </a:lnTo>
                  <a:lnTo>
                    <a:pt x="18" y="18"/>
                  </a:lnTo>
                  <a:lnTo>
                    <a:pt x="18" y="2"/>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2" name="Freeform 41">
              <a:extLst>
                <a:ext uri="{FF2B5EF4-FFF2-40B4-BE49-F238E27FC236}">
                  <a16:creationId xmlns:a16="http://schemas.microsoft.com/office/drawing/2014/main" id="{51793C58-3D1C-14E9-60A6-E54DC3931E3E}"/>
                </a:ext>
              </a:extLst>
            </p:cNvPr>
            <p:cNvSpPr>
              <a:spLocks noChangeAspect="1"/>
            </p:cNvSpPr>
            <p:nvPr/>
          </p:nvSpPr>
          <p:spPr bwMode="gray">
            <a:xfrm>
              <a:off x="1735422" y="4993274"/>
              <a:ext cx="32949" cy="21035"/>
            </a:xfrm>
            <a:custGeom>
              <a:avLst/>
              <a:gdLst>
                <a:gd name="T0" fmla="*/ 0 w 27"/>
                <a:gd name="T1" fmla="*/ 5 h 19"/>
                <a:gd name="T2" fmla="*/ 1 w 27"/>
                <a:gd name="T3" fmla="*/ 0 h 19"/>
                <a:gd name="T4" fmla="*/ 9 w 27"/>
                <a:gd name="T5" fmla="*/ 4 h 19"/>
                <a:gd name="T6" fmla="*/ 0 w 27"/>
                <a:gd name="T7" fmla="*/ 5 h 19"/>
                <a:gd name="T8" fmla="*/ 0 60000 65536"/>
                <a:gd name="T9" fmla="*/ 0 60000 65536"/>
                <a:gd name="T10" fmla="*/ 0 60000 65536"/>
                <a:gd name="T11" fmla="*/ 0 60000 65536"/>
                <a:gd name="T12" fmla="*/ 0 w 27"/>
                <a:gd name="T13" fmla="*/ 0 h 19"/>
                <a:gd name="T14" fmla="*/ 27 w 27"/>
                <a:gd name="T15" fmla="*/ 19 h 19"/>
              </a:gdLst>
              <a:ahLst/>
              <a:cxnLst>
                <a:cxn ang="T8">
                  <a:pos x="T0" y="T1"/>
                </a:cxn>
                <a:cxn ang="T9">
                  <a:pos x="T2" y="T3"/>
                </a:cxn>
                <a:cxn ang="T10">
                  <a:pos x="T4" y="T5"/>
                </a:cxn>
                <a:cxn ang="T11">
                  <a:pos x="T6" y="T7"/>
                </a:cxn>
              </a:cxnLst>
              <a:rect l="T12" t="T13" r="T14" b="T15"/>
              <a:pathLst>
                <a:path w="27" h="19">
                  <a:moveTo>
                    <a:pt x="0" y="18"/>
                  </a:moveTo>
                  <a:lnTo>
                    <a:pt x="2" y="0"/>
                  </a:lnTo>
                  <a:lnTo>
                    <a:pt x="26" y="16"/>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3" name="Freeform 42">
              <a:extLst>
                <a:ext uri="{FF2B5EF4-FFF2-40B4-BE49-F238E27FC236}">
                  <a16:creationId xmlns:a16="http://schemas.microsoft.com/office/drawing/2014/main" id="{F5F5F074-3D04-8F7F-411B-E7F223DE8C53}"/>
                </a:ext>
              </a:extLst>
            </p:cNvPr>
            <p:cNvSpPr>
              <a:spLocks noChangeAspect="1"/>
            </p:cNvSpPr>
            <p:nvPr/>
          </p:nvSpPr>
          <p:spPr bwMode="gray">
            <a:xfrm>
              <a:off x="1426524" y="4385375"/>
              <a:ext cx="43246" cy="23138"/>
            </a:xfrm>
            <a:custGeom>
              <a:avLst/>
              <a:gdLst>
                <a:gd name="T0" fmla="*/ 0 w 38"/>
                <a:gd name="T1" fmla="*/ 0 h 19"/>
                <a:gd name="T2" fmla="*/ 11 w 38"/>
                <a:gd name="T3" fmla="*/ 6 h 19"/>
                <a:gd name="T4" fmla="*/ 9 w 38"/>
                <a:gd name="T5" fmla="*/ 3 h 19"/>
                <a:gd name="T6" fmla="*/ 11 w 38"/>
                <a:gd name="T7" fmla="*/ 3 h 19"/>
                <a:gd name="T8" fmla="*/ 0 w 38"/>
                <a:gd name="T9" fmla="*/ 0 h 19"/>
                <a:gd name="T10" fmla="*/ 0 60000 65536"/>
                <a:gd name="T11" fmla="*/ 0 60000 65536"/>
                <a:gd name="T12" fmla="*/ 0 60000 65536"/>
                <a:gd name="T13" fmla="*/ 0 60000 65536"/>
                <a:gd name="T14" fmla="*/ 0 60000 65536"/>
                <a:gd name="T15" fmla="*/ 0 w 38"/>
                <a:gd name="T16" fmla="*/ 0 h 19"/>
                <a:gd name="T17" fmla="*/ 38 w 38"/>
                <a:gd name="T18" fmla="*/ 19 h 19"/>
              </a:gdLst>
              <a:ahLst/>
              <a:cxnLst>
                <a:cxn ang="T10">
                  <a:pos x="T0" y="T1"/>
                </a:cxn>
                <a:cxn ang="T11">
                  <a:pos x="T2" y="T3"/>
                </a:cxn>
                <a:cxn ang="T12">
                  <a:pos x="T4" y="T5"/>
                </a:cxn>
                <a:cxn ang="T13">
                  <a:pos x="T6" y="T7"/>
                </a:cxn>
                <a:cxn ang="T14">
                  <a:pos x="T8" y="T9"/>
                </a:cxn>
              </a:cxnLst>
              <a:rect l="T15" t="T16" r="T17" b="T18"/>
              <a:pathLst>
                <a:path w="38" h="19">
                  <a:moveTo>
                    <a:pt x="0" y="0"/>
                  </a:moveTo>
                  <a:lnTo>
                    <a:pt x="37" y="18"/>
                  </a:lnTo>
                  <a:lnTo>
                    <a:pt x="30" y="11"/>
                  </a:lnTo>
                  <a:lnTo>
                    <a:pt x="35" y="8"/>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4" name="Freeform 43">
              <a:extLst>
                <a:ext uri="{FF2B5EF4-FFF2-40B4-BE49-F238E27FC236}">
                  <a16:creationId xmlns:a16="http://schemas.microsoft.com/office/drawing/2014/main" id="{C3D2E23B-EEFC-3556-6D7D-233438A8271B}"/>
                </a:ext>
              </a:extLst>
            </p:cNvPr>
            <p:cNvSpPr>
              <a:spLocks noChangeAspect="1"/>
            </p:cNvSpPr>
            <p:nvPr/>
          </p:nvSpPr>
          <p:spPr bwMode="gray">
            <a:xfrm>
              <a:off x="1317380" y="5043757"/>
              <a:ext cx="26771" cy="25241"/>
            </a:xfrm>
            <a:custGeom>
              <a:avLst/>
              <a:gdLst>
                <a:gd name="T0" fmla="*/ 0 w 22"/>
                <a:gd name="T1" fmla="*/ 0 h 19"/>
                <a:gd name="T2" fmla="*/ 7 w 22"/>
                <a:gd name="T3" fmla="*/ 3 h 19"/>
                <a:gd name="T4" fmla="*/ 1 w 22"/>
                <a:gd name="T5" fmla="*/ 7 h 19"/>
                <a:gd name="T6" fmla="*/ 0 w 22"/>
                <a:gd name="T7" fmla="*/ 0 h 19"/>
                <a:gd name="T8" fmla="*/ 0 60000 65536"/>
                <a:gd name="T9" fmla="*/ 0 60000 65536"/>
                <a:gd name="T10" fmla="*/ 0 60000 65536"/>
                <a:gd name="T11" fmla="*/ 0 60000 65536"/>
                <a:gd name="T12" fmla="*/ 0 w 22"/>
                <a:gd name="T13" fmla="*/ 0 h 19"/>
                <a:gd name="T14" fmla="*/ 22 w 22"/>
                <a:gd name="T15" fmla="*/ 19 h 19"/>
              </a:gdLst>
              <a:ahLst/>
              <a:cxnLst>
                <a:cxn ang="T8">
                  <a:pos x="T0" y="T1"/>
                </a:cxn>
                <a:cxn ang="T9">
                  <a:pos x="T2" y="T3"/>
                </a:cxn>
                <a:cxn ang="T10">
                  <a:pos x="T4" y="T5"/>
                </a:cxn>
                <a:cxn ang="T11">
                  <a:pos x="T6" y="T7"/>
                </a:cxn>
              </a:cxnLst>
              <a:rect l="T12" t="T13" r="T14" b="T15"/>
              <a:pathLst>
                <a:path w="22" h="19">
                  <a:moveTo>
                    <a:pt x="0" y="0"/>
                  </a:moveTo>
                  <a:lnTo>
                    <a:pt x="21" y="8"/>
                  </a:lnTo>
                  <a:lnTo>
                    <a:pt x="2" y="18"/>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5" name="Freeform 44">
              <a:extLst>
                <a:ext uri="{FF2B5EF4-FFF2-40B4-BE49-F238E27FC236}">
                  <a16:creationId xmlns:a16="http://schemas.microsoft.com/office/drawing/2014/main" id="{D6730F41-265F-13A1-2CB0-23B798DA4CFA}"/>
                </a:ext>
              </a:extLst>
            </p:cNvPr>
            <p:cNvSpPr>
              <a:spLocks noChangeAspect="1"/>
            </p:cNvSpPr>
            <p:nvPr/>
          </p:nvSpPr>
          <p:spPr bwMode="gray">
            <a:xfrm>
              <a:off x="1212354" y="4894412"/>
              <a:ext cx="22653" cy="25241"/>
            </a:xfrm>
            <a:custGeom>
              <a:avLst/>
              <a:gdLst>
                <a:gd name="T0" fmla="*/ 0 w 19"/>
                <a:gd name="T1" fmla="*/ 7 h 19"/>
                <a:gd name="T2" fmla="*/ 6 w 19"/>
                <a:gd name="T3" fmla="*/ 1 h 19"/>
                <a:gd name="T4" fmla="*/ 3 w 19"/>
                <a:gd name="T5" fmla="*/ 0 h 19"/>
                <a:gd name="T6" fmla="*/ 0 w 19"/>
                <a:gd name="T7" fmla="*/ 7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8"/>
                  </a:moveTo>
                  <a:lnTo>
                    <a:pt x="18" y="2"/>
                  </a:lnTo>
                  <a:lnTo>
                    <a:pt x="10" y="0"/>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6" name="Freeform 45">
              <a:extLst>
                <a:ext uri="{FF2B5EF4-FFF2-40B4-BE49-F238E27FC236}">
                  <a16:creationId xmlns:a16="http://schemas.microsoft.com/office/drawing/2014/main" id="{61DFAF75-6C19-EEED-DF63-324DEA8B60D3}"/>
                </a:ext>
              </a:extLst>
            </p:cNvPr>
            <p:cNvSpPr>
              <a:spLocks noChangeAspect="1"/>
            </p:cNvSpPr>
            <p:nvPr/>
          </p:nvSpPr>
          <p:spPr bwMode="gray">
            <a:xfrm>
              <a:off x="1171168" y="4814480"/>
              <a:ext cx="24712" cy="21035"/>
            </a:xfrm>
            <a:custGeom>
              <a:avLst/>
              <a:gdLst>
                <a:gd name="T0" fmla="*/ 0 w 19"/>
                <a:gd name="T1" fmla="*/ 5 h 19"/>
                <a:gd name="T2" fmla="*/ 6 w 19"/>
                <a:gd name="T3" fmla="*/ 3 h 19"/>
                <a:gd name="T4" fmla="*/ 7 w 19"/>
                <a:gd name="T5" fmla="*/ 0 h 19"/>
                <a:gd name="T6" fmla="*/ 0 w 19"/>
                <a:gd name="T7" fmla="*/ 5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8"/>
                  </a:moveTo>
                  <a:lnTo>
                    <a:pt x="16" y="9"/>
                  </a:lnTo>
                  <a:lnTo>
                    <a:pt x="18" y="0"/>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7" name="Freeform 46">
              <a:extLst>
                <a:ext uri="{FF2B5EF4-FFF2-40B4-BE49-F238E27FC236}">
                  <a16:creationId xmlns:a16="http://schemas.microsoft.com/office/drawing/2014/main" id="{81C57C7B-E4A5-F56C-4E42-78B9531A8BA6}"/>
                </a:ext>
              </a:extLst>
            </p:cNvPr>
            <p:cNvSpPr>
              <a:spLocks noChangeAspect="1"/>
            </p:cNvSpPr>
            <p:nvPr/>
          </p:nvSpPr>
          <p:spPr bwMode="gray">
            <a:xfrm>
              <a:off x="1473888" y="4412720"/>
              <a:ext cx="20593" cy="25241"/>
            </a:xfrm>
            <a:custGeom>
              <a:avLst/>
              <a:gdLst>
                <a:gd name="T0" fmla="*/ 0 w 19"/>
                <a:gd name="T1" fmla="*/ 7 h 19"/>
                <a:gd name="T2" fmla="*/ 5 w 19"/>
                <a:gd name="T3" fmla="*/ 4 h 19"/>
                <a:gd name="T4" fmla="*/ 4 w 19"/>
                <a:gd name="T5" fmla="*/ 0 h 19"/>
                <a:gd name="T6" fmla="*/ 0 w 19"/>
                <a:gd name="T7" fmla="*/ 7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8"/>
                  </a:moveTo>
                  <a:lnTo>
                    <a:pt x="18" y="11"/>
                  </a:lnTo>
                  <a:lnTo>
                    <a:pt x="16" y="0"/>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8" name="Freeform 47">
              <a:extLst>
                <a:ext uri="{FF2B5EF4-FFF2-40B4-BE49-F238E27FC236}">
                  <a16:creationId xmlns:a16="http://schemas.microsoft.com/office/drawing/2014/main" id="{58725CD2-C255-C9BC-26E8-AF97586EA32C}"/>
                </a:ext>
              </a:extLst>
            </p:cNvPr>
            <p:cNvSpPr>
              <a:spLocks noChangeAspect="1"/>
            </p:cNvSpPr>
            <p:nvPr/>
          </p:nvSpPr>
          <p:spPr bwMode="gray">
            <a:xfrm>
              <a:off x="1228829" y="5047964"/>
              <a:ext cx="24712" cy="25241"/>
            </a:xfrm>
            <a:custGeom>
              <a:avLst/>
              <a:gdLst>
                <a:gd name="T0" fmla="*/ 0 w 19"/>
                <a:gd name="T1" fmla="*/ 7 h 19"/>
                <a:gd name="T2" fmla="*/ 7 w 19"/>
                <a:gd name="T3" fmla="*/ 1 h 19"/>
                <a:gd name="T4" fmla="*/ 5 w 19"/>
                <a:gd name="T5" fmla="*/ 0 h 19"/>
                <a:gd name="T6" fmla="*/ 0 w 19"/>
                <a:gd name="T7" fmla="*/ 7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8"/>
                  </a:moveTo>
                  <a:lnTo>
                    <a:pt x="18" y="3"/>
                  </a:lnTo>
                  <a:lnTo>
                    <a:pt x="12" y="0"/>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19" name="Freeform 48">
              <a:extLst>
                <a:ext uri="{FF2B5EF4-FFF2-40B4-BE49-F238E27FC236}">
                  <a16:creationId xmlns:a16="http://schemas.microsoft.com/office/drawing/2014/main" id="{FF2648EE-583C-BE48-2AD6-03ACC7A3B248}"/>
                </a:ext>
              </a:extLst>
            </p:cNvPr>
            <p:cNvSpPr>
              <a:spLocks noChangeAspect="1"/>
            </p:cNvSpPr>
            <p:nvPr/>
          </p:nvSpPr>
          <p:spPr bwMode="gray">
            <a:xfrm>
              <a:off x="1463592" y="4320168"/>
              <a:ext cx="20593" cy="23138"/>
            </a:xfrm>
            <a:custGeom>
              <a:avLst/>
              <a:gdLst>
                <a:gd name="T0" fmla="*/ 0 w 19"/>
                <a:gd name="T1" fmla="*/ 0 h 19"/>
                <a:gd name="T2" fmla="*/ 5 w 19"/>
                <a:gd name="T3" fmla="*/ 5 h 19"/>
                <a:gd name="T4" fmla="*/ 1 w 19"/>
                <a:gd name="T5" fmla="*/ 6 h 19"/>
                <a:gd name="T6" fmla="*/ 0 w 19"/>
                <a:gd name="T7" fmla="*/ 0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0"/>
                  </a:moveTo>
                  <a:lnTo>
                    <a:pt x="18" y="15"/>
                  </a:lnTo>
                  <a:lnTo>
                    <a:pt x="3" y="18"/>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0" name="Freeform 49">
              <a:extLst>
                <a:ext uri="{FF2B5EF4-FFF2-40B4-BE49-F238E27FC236}">
                  <a16:creationId xmlns:a16="http://schemas.microsoft.com/office/drawing/2014/main" id="{D4AF6851-8A31-5F42-888C-E71D46A8DBC5}"/>
                </a:ext>
              </a:extLst>
            </p:cNvPr>
            <p:cNvSpPr>
              <a:spLocks noChangeAspect="1"/>
            </p:cNvSpPr>
            <p:nvPr/>
          </p:nvSpPr>
          <p:spPr bwMode="gray">
            <a:xfrm>
              <a:off x="1401812" y="5142620"/>
              <a:ext cx="20593" cy="23138"/>
            </a:xfrm>
            <a:custGeom>
              <a:avLst/>
              <a:gdLst>
                <a:gd name="T0" fmla="*/ 0 w 18"/>
                <a:gd name="T1" fmla="*/ 5 h 19"/>
                <a:gd name="T2" fmla="*/ 2 w 18"/>
                <a:gd name="T3" fmla="*/ 6 h 19"/>
                <a:gd name="T4" fmla="*/ 5 w 18"/>
                <a:gd name="T5" fmla="*/ 0 h 19"/>
                <a:gd name="T6" fmla="*/ 0 w 18"/>
                <a:gd name="T7" fmla="*/ 5 h 19"/>
                <a:gd name="T8" fmla="*/ 0 60000 65536"/>
                <a:gd name="T9" fmla="*/ 0 60000 65536"/>
                <a:gd name="T10" fmla="*/ 0 60000 65536"/>
                <a:gd name="T11" fmla="*/ 0 60000 65536"/>
                <a:gd name="T12" fmla="*/ 0 w 18"/>
                <a:gd name="T13" fmla="*/ 0 h 19"/>
                <a:gd name="T14" fmla="*/ 18 w 18"/>
                <a:gd name="T15" fmla="*/ 19 h 19"/>
              </a:gdLst>
              <a:ahLst/>
              <a:cxnLst>
                <a:cxn ang="T8">
                  <a:pos x="T0" y="T1"/>
                </a:cxn>
                <a:cxn ang="T9">
                  <a:pos x="T2" y="T3"/>
                </a:cxn>
                <a:cxn ang="T10">
                  <a:pos x="T4" y="T5"/>
                </a:cxn>
                <a:cxn ang="T11">
                  <a:pos x="T6" y="T7"/>
                </a:cxn>
              </a:cxnLst>
              <a:rect l="T12" t="T13" r="T14" b="T15"/>
              <a:pathLst>
                <a:path w="18" h="19">
                  <a:moveTo>
                    <a:pt x="0" y="13"/>
                  </a:moveTo>
                  <a:lnTo>
                    <a:pt x="6" y="18"/>
                  </a:lnTo>
                  <a:lnTo>
                    <a:pt x="17" y="0"/>
                  </a:lnTo>
                  <a:lnTo>
                    <a:pt x="0" y="13"/>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1" name="Freeform 50">
              <a:extLst>
                <a:ext uri="{FF2B5EF4-FFF2-40B4-BE49-F238E27FC236}">
                  <a16:creationId xmlns:a16="http://schemas.microsoft.com/office/drawing/2014/main" id="{0C98C581-65D3-4653-1FDD-E5FB22EC06A9}"/>
                </a:ext>
              </a:extLst>
            </p:cNvPr>
            <p:cNvSpPr>
              <a:spLocks noChangeAspect="1"/>
            </p:cNvSpPr>
            <p:nvPr/>
          </p:nvSpPr>
          <p:spPr bwMode="gray">
            <a:xfrm>
              <a:off x="1344151" y="4160305"/>
              <a:ext cx="24712" cy="23138"/>
            </a:xfrm>
            <a:custGeom>
              <a:avLst/>
              <a:gdLst>
                <a:gd name="T0" fmla="*/ 0 w 18"/>
                <a:gd name="T1" fmla="*/ 0 h 18"/>
                <a:gd name="T2" fmla="*/ 5 w 18"/>
                <a:gd name="T3" fmla="*/ 6 h 18"/>
                <a:gd name="T4" fmla="*/ 7 w 18"/>
                <a:gd name="T5" fmla="*/ 2 h 18"/>
                <a:gd name="T6" fmla="*/ 0 w 18"/>
                <a:gd name="T7" fmla="*/ 0 h 18"/>
                <a:gd name="T8" fmla="*/ 0 60000 65536"/>
                <a:gd name="T9" fmla="*/ 0 60000 65536"/>
                <a:gd name="T10" fmla="*/ 0 60000 65536"/>
                <a:gd name="T11" fmla="*/ 0 60000 65536"/>
                <a:gd name="T12" fmla="*/ 0 w 18"/>
                <a:gd name="T13" fmla="*/ 0 h 18"/>
                <a:gd name="T14" fmla="*/ 18 w 18"/>
                <a:gd name="T15" fmla="*/ 18 h 18"/>
              </a:gdLst>
              <a:ahLst/>
              <a:cxnLst>
                <a:cxn ang="T8">
                  <a:pos x="T0" y="T1"/>
                </a:cxn>
                <a:cxn ang="T9">
                  <a:pos x="T2" y="T3"/>
                </a:cxn>
                <a:cxn ang="T10">
                  <a:pos x="T4" y="T5"/>
                </a:cxn>
                <a:cxn ang="T11">
                  <a:pos x="T6" y="T7"/>
                </a:cxn>
              </a:cxnLst>
              <a:rect l="T12" t="T13" r="T14" b="T15"/>
              <a:pathLst>
                <a:path w="18" h="18">
                  <a:moveTo>
                    <a:pt x="0" y="0"/>
                  </a:moveTo>
                  <a:lnTo>
                    <a:pt x="12" y="17"/>
                  </a:lnTo>
                  <a:lnTo>
                    <a:pt x="17" y="5"/>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2" name="Freeform 51">
              <a:extLst>
                <a:ext uri="{FF2B5EF4-FFF2-40B4-BE49-F238E27FC236}">
                  <a16:creationId xmlns:a16="http://schemas.microsoft.com/office/drawing/2014/main" id="{51D46344-3DB3-5661-C317-F0435D3ACE74}"/>
                </a:ext>
              </a:extLst>
            </p:cNvPr>
            <p:cNvSpPr>
              <a:spLocks noChangeAspect="1"/>
            </p:cNvSpPr>
            <p:nvPr/>
          </p:nvSpPr>
          <p:spPr bwMode="gray">
            <a:xfrm>
              <a:off x="1486244" y="4429547"/>
              <a:ext cx="20593" cy="25241"/>
            </a:xfrm>
            <a:custGeom>
              <a:avLst/>
              <a:gdLst>
                <a:gd name="T0" fmla="*/ 0 w 19"/>
                <a:gd name="T1" fmla="*/ 7 h 19"/>
                <a:gd name="T2" fmla="*/ 5 w 19"/>
                <a:gd name="T3" fmla="*/ 4 h 19"/>
                <a:gd name="T4" fmla="*/ 2 w 19"/>
                <a:gd name="T5" fmla="*/ 0 h 19"/>
                <a:gd name="T6" fmla="*/ 0 w 19"/>
                <a:gd name="T7" fmla="*/ 7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8"/>
                  </a:moveTo>
                  <a:lnTo>
                    <a:pt x="18" y="11"/>
                  </a:lnTo>
                  <a:lnTo>
                    <a:pt x="7" y="0"/>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3" name="Freeform 52">
              <a:extLst>
                <a:ext uri="{FF2B5EF4-FFF2-40B4-BE49-F238E27FC236}">
                  <a16:creationId xmlns:a16="http://schemas.microsoft.com/office/drawing/2014/main" id="{36645B59-D413-3F1D-8241-4701B02E28C9}"/>
                </a:ext>
              </a:extLst>
            </p:cNvPr>
            <p:cNvSpPr>
              <a:spLocks noChangeAspect="1"/>
            </p:cNvSpPr>
            <p:nvPr/>
          </p:nvSpPr>
          <p:spPr bwMode="gray">
            <a:xfrm>
              <a:off x="3010141" y="3375715"/>
              <a:ext cx="685754" cy="769866"/>
            </a:xfrm>
            <a:custGeom>
              <a:avLst/>
              <a:gdLst>
                <a:gd name="T0" fmla="*/ 58 w 578"/>
                <a:gd name="T1" fmla="*/ 84 h 615"/>
                <a:gd name="T2" fmla="*/ 41 w 578"/>
                <a:gd name="T3" fmla="*/ 94 h 615"/>
                <a:gd name="T4" fmla="*/ 40 w 578"/>
                <a:gd name="T5" fmla="*/ 107 h 615"/>
                <a:gd name="T6" fmla="*/ 29 w 578"/>
                <a:gd name="T7" fmla="*/ 105 h 615"/>
                <a:gd name="T8" fmla="*/ 24 w 578"/>
                <a:gd name="T9" fmla="*/ 112 h 615"/>
                <a:gd name="T10" fmla="*/ 17 w 578"/>
                <a:gd name="T11" fmla="*/ 117 h 615"/>
                <a:gd name="T12" fmla="*/ 10 w 578"/>
                <a:gd name="T13" fmla="*/ 133 h 615"/>
                <a:gd name="T14" fmla="*/ 2 w 578"/>
                <a:gd name="T15" fmla="*/ 155 h 615"/>
                <a:gd name="T16" fmla="*/ 2 w 578"/>
                <a:gd name="T17" fmla="*/ 163 h 615"/>
                <a:gd name="T18" fmla="*/ 10 w 578"/>
                <a:gd name="T19" fmla="*/ 176 h 615"/>
                <a:gd name="T20" fmla="*/ 14 w 578"/>
                <a:gd name="T21" fmla="*/ 187 h 615"/>
                <a:gd name="T22" fmla="*/ 21 w 578"/>
                <a:gd name="T23" fmla="*/ 201 h 615"/>
                <a:gd name="T24" fmla="*/ 27 w 578"/>
                <a:gd name="T25" fmla="*/ 196 h 615"/>
                <a:gd name="T26" fmla="*/ 24 w 578"/>
                <a:gd name="T27" fmla="*/ 204 h 615"/>
                <a:gd name="T28" fmla="*/ 26 w 578"/>
                <a:gd name="T29" fmla="*/ 214 h 615"/>
                <a:gd name="T30" fmla="*/ 32 w 578"/>
                <a:gd name="T31" fmla="*/ 213 h 615"/>
                <a:gd name="T32" fmla="*/ 40 w 578"/>
                <a:gd name="T33" fmla="*/ 199 h 615"/>
                <a:gd name="T34" fmla="*/ 45 w 578"/>
                <a:gd name="T35" fmla="*/ 206 h 615"/>
                <a:gd name="T36" fmla="*/ 52 w 578"/>
                <a:gd name="T37" fmla="*/ 204 h 615"/>
                <a:gd name="T38" fmla="*/ 65 w 578"/>
                <a:gd name="T39" fmla="*/ 203 h 615"/>
                <a:gd name="T40" fmla="*/ 77 w 578"/>
                <a:gd name="T41" fmla="*/ 197 h 615"/>
                <a:gd name="T42" fmla="*/ 82 w 578"/>
                <a:gd name="T43" fmla="*/ 198 h 615"/>
                <a:gd name="T44" fmla="*/ 89 w 578"/>
                <a:gd name="T45" fmla="*/ 187 h 615"/>
                <a:gd name="T46" fmla="*/ 90 w 578"/>
                <a:gd name="T47" fmla="*/ 177 h 615"/>
                <a:gd name="T48" fmla="*/ 99 w 578"/>
                <a:gd name="T49" fmla="*/ 171 h 615"/>
                <a:gd name="T50" fmla="*/ 107 w 578"/>
                <a:gd name="T51" fmla="*/ 170 h 615"/>
                <a:gd name="T52" fmla="*/ 116 w 578"/>
                <a:gd name="T53" fmla="*/ 168 h 615"/>
                <a:gd name="T54" fmla="*/ 124 w 578"/>
                <a:gd name="T55" fmla="*/ 168 h 615"/>
                <a:gd name="T56" fmla="*/ 133 w 578"/>
                <a:gd name="T57" fmla="*/ 164 h 615"/>
                <a:gd name="T58" fmla="*/ 143 w 578"/>
                <a:gd name="T59" fmla="*/ 170 h 615"/>
                <a:gd name="T60" fmla="*/ 146 w 578"/>
                <a:gd name="T61" fmla="*/ 167 h 615"/>
                <a:gd name="T62" fmla="*/ 152 w 578"/>
                <a:gd name="T63" fmla="*/ 170 h 615"/>
                <a:gd name="T64" fmla="*/ 159 w 578"/>
                <a:gd name="T65" fmla="*/ 168 h 615"/>
                <a:gd name="T66" fmla="*/ 165 w 578"/>
                <a:gd name="T67" fmla="*/ 167 h 615"/>
                <a:gd name="T68" fmla="*/ 175 w 578"/>
                <a:gd name="T69" fmla="*/ 167 h 615"/>
                <a:gd name="T70" fmla="*/ 185 w 578"/>
                <a:gd name="T71" fmla="*/ 168 h 615"/>
                <a:gd name="T72" fmla="*/ 191 w 578"/>
                <a:gd name="T73" fmla="*/ 159 h 615"/>
                <a:gd name="T74" fmla="*/ 171 w 578"/>
                <a:gd name="T75" fmla="*/ 151 h 615"/>
                <a:gd name="T76" fmla="*/ 165 w 578"/>
                <a:gd name="T77" fmla="*/ 152 h 615"/>
                <a:gd name="T78" fmla="*/ 162 w 578"/>
                <a:gd name="T79" fmla="*/ 138 h 615"/>
                <a:gd name="T80" fmla="*/ 154 w 578"/>
                <a:gd name="T81" fmla="*/ 107 h 615"/>
                <a:gd name="T82" fmla="*/ 143 w 578"/>
                <a:gd name="T83" fmla="*/ 85 h 615"/>
                <a:gd name="T84" fmla="*/ 141 w 578"/>
                <a:gd name="T85" fmla="*/ 68 h 615"/>
                <a:gd name="T86" fmla="*/ 141 w 578"/>
                <a:gd name="T87" fmla="*/ 52 h 615"/>
                <a:gd name="T88" fmla="*/ 138 w 578"/>
                <a:gd name="T89" fmla="*/ 34 h 615"/>
                <a:gd name="T90" fmla="*/ 127 w 578"/>
                <a:gd name="T91" fmla="*/ 21 h 615"/>
                <a:gd name="T92" fmla="*/ 115 w 578"/>
                <a:gd name="T93" fmla="*/ 7 h 615"/>
                <a:gd name="T94" fmla="*/ 98 w 578"/>
                <a:gd name="T95" fmla="*/ 19 h 615"/>
                <a:gd name="T96" fmla="*/ 97 w 578"/>
                <a:gd name="T97" fmla="*/ 36 h 615"/>
                <a:gd name="T98" fmla="*/ 90 w 578"/>
                <a:gd name="T99" fmla="*/ 53 h 615"/>
                <a:gd name="T100" fmla="*/ 73 w 578"/>
                <a:gd name="T101" fmla="*/ 64 h 615"/>
                <a:gd name="T102" fmla="*/ 65 w 578"/>
                <a:gd name="T103" fmla="*/ 77 h 61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8"/>
                <a:gd name="T157" fmla="*/ 0 h 615"/>
                <a:gd name="T158" fmla="*/ 578 w 578"/>
                <a:gd name="T159" fmla="*/ 615 h 61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8" h="615">
                  <a:moveTo>
                    <a:pt x="197" y="217"/>
                  </a:moveTo>
                  <a:lnTo>
                    <a:pt x="195" y="224"/>
                  </a:lnTo>
                  <a:lnTo>
                    <a:pt x="187" y="227"/>
                  </a:lnTo>
                  <a:lnTo>
                    <a:pt x="181" y="234"/>
                  </a:lnTo>
                  <a:lnTo>
                    <a:pt x="174" y="237"/>
                  </a:lnTo>
                  <a:lnTo>
                    <a:pt x="168" y="247"/>
                  </a:lnTo>
                  <a:lnTo>
                    <a:pt x="162" y="249"/>
                  </a:lnTo>
                  <a:lnTo>
                    <a:pt x="145" y="268"/>
                  </a:lnTo>
                  <a:lnTo>
                    <a:pt x="131" y="263"/>
                  </a:lnTo>
                  <a:lnTo>
                    <a:pt x="125" y="265"/>
                  </a:lnTo>
                  <a:lnTo>
                    <a:pt x="123" y="291"/>
                  </a:lnTo>
                  <a:lnTo>
                    <a:pt x="117" y="299"/>
                  </a:lnTo>
                  <a:lnTo>
                    <a:pt x="117" y="301"/>
                  </a:lnTo>
                  <a:lnTo>
                    <a:pt x="121" y="301"/>
                  </a:lnTo>
                  <a:lnTo>
                    <a:pt x="121" y="303"/>
                  </a:lnTo>
                  <a:lnTo>
                    <a:pt x="105" y="307"/>
                  </a:lnTo>
                  <a:lnTo>
                    <a:pt x="103" y="302"/>
                  </a:lnTo>
                  <a:lnTo>
                    <a:pt x="97" y="302"/>
                  </a:lnTo>
                  <a:lnTo>
                    <a:pt x="96" y="298"/>
                  </a:lnTo>
                  <a:lnTo>
                    <a:pt x="87" y="297"/>
                  </a:lnTo>
                  <a:lnTo>
                    <a:pt x="80" y="302"/>
                  </a:lnTo>
                  <a:lnTo>
                    <a:pt x="75" y="307"/>
                  </a:lnTo>
                  <a:lnTo>
                    <a:pt x="73" y="312"/>
                  </a:lnTo>
                  <a:lnTo>
                    <a:pt x="80" y="319"/>
                  </a:lnTo>
                  <a:lnTo>
                    <a:pt x="73" y="318"/>
                  </a:lnTo>
                  <a:lnTo>
                    <a:pt x="76" y="325"/>
                  </a:lnTo>
                  <a:lnTo>
                    <a:pt x="72" y="321"/>
                  </a:lnTo>
                  <a:lnTo>
                    <a:pt x="64" y="319"/>
                  </a:lnTo>
                  <a:lnTo>
                    <a:pt x="62" y="315"/>
                  </a:lnTo>
                  <a:lnTo>
                    <a:pt x="50" y="331"/>
                  </a:lnTo>
                  <a:lnTo>
                    <a:pt x="49" y="339"/>
                  </a:lnTo>
                  <a:lnTo>
                    <a:pt x="42" y="353"/>
                  </a:lnTo>
                  <a:lnTo>
                    <a:pt x="44" y="360"/>
                  </a:lnTo>
                  <a:lnTo>
                    <a:pt x="40" y="366"/>
                  </a:lnTo>
                  <a:lnTo>
                    <a:pt x="30" y="374"/>
                  </a:lnTo>
                  <a:lnTo>
                    <a:pt x="24" y="386"/>
                  </a:lnTo>
                  <a:lnTo>
                    <a:pt x="12" y="405"/>
                  </a:lnTo>
                  <a:lnTo>
                    <a:pt x="12" y="417"/>
                  </a:lnTo>
                  <a:lnTo>
                    <a:pt x="10" y="422"/>
                  </a:lnTo>
                  <a:lnTo>
                    <a:pt x="7" y="437"/>
                  </a:lnTo>
                  <a:lnTo>
                    <a:pt x="3" y="445"/>
                  </a:lnTo>
                  <a:lnTo>
                    <a:pt x="1" y="449"/>
                  </a:lnTo>
                  <a:lnTo>
                    <a:pt x="0" y="452"/>
                  </a:lnTo>
                  <a:lnTo>
                    <a:pt x="2" y="458"/>
                  </a:lnTo>
                  <a:lnTo>
                    <a:pt x="6" y="460"/>
                  </a:lnTo>
                  <a:lnTo>
                    <a:pt x="9" y="468"/>
                  </a:lnTo>
                  <a:lnTo>
                    <a:pt x="19" y="483"/>
                  </a:lnTo>
                  <a:lnTo>
                    <a:pt x="20" y="487"/>
                  </a:lnTo>
                  <a:lnTo>
                    <a:pt x="22" y="489"/>
                  </a:lnTo>
                  <a:lnTo>
                    <a:pt x="30" y="497"/>
                  </a:lnTo>
                  <a:lnTo>
                    <a:pt x="38" y="512"/>
                  </a:lnTo>
                  <a:lnTo>
                    <a:pt x="43" y="512"/>
                  </a:lnTo>
                  <a:lnTo>
                    <a:pt x="41" y="514"/>
                  </a:lnTo>
                  <a:lnTo>
                    <a:pt x="42" y="522"/>
                  </a:lnTo>
                  <a:lnTo>
                    <a:pt x="41" y="530"/>
                  </a:lnTo>
                  <a:lnTo>
                    <a:pt x="43" y="535"/>
                  </a:lnTo>
                  <a:lnTo>
                    <a:pt x="45" y="544"/>
                  </a:lnTo>
                  <a:lnTo>
                    <a:pt x="53" y="553"/>
                  </a:lnTo>
                  <a:lnTo>
                    <a:pt x="61" y="567"/>
                  </a:lnTo>
                  <a:lnTo>
                    <a:pt x="64" y="568"/>
                  </a:lnTo>
                  <a:lnTo>
                    <a:pt x="69" y="567"/>
                  </a:lnTo>
                  <a:lnTo>
                    <a:pt x="73" y="568"/>
                  </a:lnTo>
                  <a:lnTo>
                    <a:pt x="76" y="565"/>
                  </a:lnTo>
                  <a:lnTo>
                    <a:pt x="77" y="560"/>
                  </a:lnTo>
                  <a:lnTo>
                    <a:pt x="80" y="553"/>
                  </a:lnTo>
                  <a:lnTo>
                    <a:pt x="81" y="545"/>
                  </a:lnTo>
                  <a:lnTo>
                    <a:pt x="84" y="555"/>
                  </a:lnTo>
                  <a:lnTo>
                    <a:pt x="81" y="563"/>
                  </a:lnTo>
                  <a:lnTo>
                    <a:pt x="79" y="573"/>
                  </a:lnTo>
                  <a:lnTo>
                    <a:pt x="72" y="574"/>
                  </a:lnTo>
                  <a:lnTo>
                    <a:pt x="72" y="579"/>
                  </a:lnTo>
                  <a:lnTo>
                    <a:pt x="76" y="578"/>
                  </a:lnTo>
                  <a:lnTo>
                    <a:pt x="74" y="584"/>
                  </a:lnTo>
                  <a:lnTo>
                    <a:pt x="73" y="594"/>
                  </a:lnTo>
                  <a:lnTo>
                    <a:pt x="78" y="603"/>
                  </a:lnTo>
                  <a:lnTo>
                    <a:pt x="83" y="601"/>
                  </a:lnTo>
                  <a:lnTo>
                    <a:pt x="91" y="614"/>
                  </a:lnTo>
                  <a:lnTo>
                    <a:pt x="94" y="611"/>
                  </a:lnTo>
                  <a:lnTo>
                    <a:pt x="92" y="605"/>
                  </a:lnTo>
                  <a:lnTo>
                    <a:pt x="98" y="601"/>
                  </a:lnTo>
                  <a:lnTo>
                    <a:pt x="107" y="592"/>
                  </a:lnTo>
                  <a:lnTo>
                    <a:pt x="109" y="586"/>
                  </a:lnTo>
                  <a:lnTo>
                    <a:pt x="114" y="578"/>
                  </a:lnTo>
                  <a:lnTo>
                    <a:pt x="115" y="572"/>
                  </a:lnTo>
                  <a:lnTo>
                    <a:pt x="121" y="562"/>
                  </a:lnTo>
                  <a:lnTo>
                    <a:pt x="121" y="571"/>
                  </a:lnTo>
                  <a:lnTo>
                    <a:pt x="125" y="576"/>
                  </a:lnTo>
                  <a:lnTo>
                    <a:pt x="125" y="584"/>
                  </a:lnTo>
                  <a:lnTo>
                    <a:pt x="129" y="588"/>
                  </a:lnTo>
                  <a:lnTo>
                    <a:pt x="136" y="582"/>
                  </a:lnTo>
                  <a:lnTo>
                    <a:pt x="144" y="580"/>
                  </a:lnTo>
                  <a:lnTo>
                    <a:pt x="148" y="573"/>
                  </a:lnTo>
                  <a:lnTo>
                    <a:pt x="164" y="561"/>
                  </a:lnTo>
                  <a:lnTo>
                    <a:pt x="155" y="574"/>
                  </a:lnTo>
                  <a:lnTo>
                    <a:pt x="157" y="577"/>
                  </a:lnTo>
                  <a:lnTo>
                    <a:pt x="167" y="570"/>
                  </a:lnTo>
                  <a:lnTo>
                    <a:pt x="174" y="576"/>
                  </a:lnTo>
                  <a:lnTo>
                    <a:pt x="189" y="580"/>
                  </a:lnTo>
                  <a:lnTo>
                    <a:pt x="191" y="574"/>
                  </a:lnTo>
                  <a:lnTo>
                    <a:pt x="195" y="573"/>
                  </a:lnTo>
                  <a:lnTo>
                    <a:pt x="196" y="570"/>
                  </a:lnTo>
                  <a:lnTo>
                    <a:pt x="203" y="572"/>
                  </a:lnTo>
                  <a:lnTo>
                    <a:pt x="208" y="571"/>
                  </a:lnTo>
                  <a:lnTo>
                    <a:pt x="223" y="562"/>
                  </a:lnTo>
                  <a:lnTo>
                    <a:pt x="232" y="557"/>
                  </a:lnTo>
                  <a:lnTo>
                    <a:pt x="236" y="557"/>
                  </a:lnTo>
                  <a:lnTo>
                    <a:pt x="235" y="563"/>
                  </a:lnTo>
                  <a:lnTo>
                    <a:pt x="243" y="561"/>
                  </a:lnTo>
                  <a:lnTo>
                    <a:pt x="247" y="562"/>
                  </a:lnTo>
                  <a:lnTo>
                    <a:pt x="249" y="558"/>
                  </a:lnTo>
                  <a:lnTo>
                    <a:pt x="255" y="562"/>
                  </a:lnTo>
                  <a:lnTo>
                    <a:pt x="261" y="562"/>
                  </a:lnTo>
                  <a:lnTo>
                    <a:pt x="263" y="557"/>
                  </a:lnTo>
                  <a:lnTo>
                    <a:pt x="261" y="548"/>
                  </a:lnTo>
                  <a:lnTo>
                    <a:pt x="267" y="530"/>
                  </a:lnTo>
                  <a:lnTo>
                    <a:pt x="264" y="524"/>
                  </a:lnTo>
                  <a:lnTo>
                    <a:pt x="257" y="519"/>
                  </a:lnTo>
                  <a:lnTo>
                    <a:pt x="265" y="512"/>
                  </a:lnTo>
                  <a:lnTo>
                    <a:pt x="274" y="508"/>
                  </a:lnTo>
                  <a:lnTo>
                    <a:pt x="270" y="500"/>
                  </a:lnTo>
                  <a:lnTo>
                    <a:pt x="274" y="488"/>
                  </a:lnTo>
                  <a:lnTo>
                    <a:pt x="280" y="482"/>
                  </a:lnTo>
                  <a:lnTo>
                    <a:pt x="288" y="485"/>
                  </a:lnTo>
                  <a:lnTo>
                    <a:pt x="292" y="482"/>
                  </a:lnTo>
                  <a:lnTo>
                    <a:pt x="296" y="482"/>
                  </a:lnTo>
                  <a:lnTo>
                    <a:pt x="299" y="486"/>
                  </a:lnTo>
                  <a:lnTo>
                    <a:pt x="304" y="480"/>
                  </a:lnTo>
                  <a:lnTo>
                    <a:pt x="311" y="480"/>
                  </a:lnTo>
                  <a:lnTo>
                    <a:pt x="318" y="477"/>
                  </a:lnTo>
                  <a:lnTo>
                    <a:pt x="323" y="481"/>
                  </a:lnTo>
                  <a:lnTo>
                    <a:pt x="333" y="486"/>
                  </a:lnTo>
                  <a:lnTo>
                    <a:pt x="337" y="485"/>
                  </a:lnTo>
                  <a:lnTo>
                    <a:pt x="344" y="480"/>
                  </a:lnTo>
                  <a:lnTo>
                    <a:pt x="348" y="481"/>
                  </a:lnTo>
                  <a:lnTo>
                    <a:pt x="350" y="476"/>
                  </a:lnTo>
                  <a:lnTo>
                    <a:pt x="358" y="473"/>
                  </a:lnTo>
                  <a:lnTo>
                    <a:pt x="358" y="466"/>
                  </a:lnTo>
                  <a:lnTo>
                    <a:pt x="368" y="465"/>
                  </a:lnTo>
                  <a:lnTo>
                    <a:pt x="370" y="472"/>
                  </a:lnTo>
                  <a:lnTo>
                    <a:pt x="374" y="475"/>
                  </a:lnTo>
                  <a:lnTo>
                    <a:pt x="377" y="470"/>
                  </a:lnTo>
                  <a:lnTo>
                    <a:pt x="379" y="460"/>
                  </a:lnTo>
                  <a:lnTo>
                    <a:pt x="389" y="457"/>
                  </a:lnTo>
                  <a:lnTo>
                    <a:pt x="401" y="460"/>
                  </a:lnTo>
                  <a:lnTo>
                    <a:pt x="401" y="464"/>
                  </a:lnTo>
                  <a:lnTo>
                    <a:pt x="415" y="466"/>
                  </a:lnTo>
                  <a:lnTo>
                    <a:pt x="415" y="472"/>
                  </a:lnTo>
                  <a:lnTo>
                    <a:pt x="422" y="477"/>
                  </a:lnTo>
                  <a:lnTo>
                    <a:pt x="426" y="481"/>
                  </a:lnTo>
                  <a:lnTo>
                    <a:pt x="430" y="479"/>
                  </a:lnTo>
                  <a:lnTo>
                    <a:pt x="435" y="479"/>
                  </a:lnTo>
                  <a:lnTo>
                    <a:pt x="438" y="486"/>
                  </a:lnTo>
                  <a:lnTo>
                    <a:pt x="443" y="486"/>
                  </a:lnTo>
                  <a:lnTo>
                    <a:pt x="441" y="479"/>
                  </a:lnTo>
                  <a:lnTo>
                    <a:pt x="440" y="473"/>
                  </a:lnTo>
                  <a:lnTo>
                    <a:pt x="446" y="473"/>
                  </a:lnTo>
                  <a:lnTo>
                    <a:pt x="447" y="479"/>
                  </a:lnTo>
                  <a:lnTo>
                    <a:pt x="451" y="475"/>
                  </a:lnTo>
                  <a:lnTo>
                    <a:pt x="457" y="476"/>
                  </a:lnTo>
                  <a:lnTo>
                    <a:pt x="459" y="480"/>
                  </a:lnTo>
                  <a:lnTo>
                    <a:pt x="465" y="481"/>
                  </a:lnTo>
                  <a:lnTo>
                    <a:pt x="467" y="483"/>
                  </a:lnTo>
                  <a:lnTo>
                    <a:pt x="472" y="483"/>
                  </a:lnTo>
                  <a:lnTo>
                    <a:pt x="476" y="474"/>
                  </a:lnTo>
                  <a:lnTo>
                    <a:pt x="479" y="474"/>
                  </a:lnTo>
                  <a:lnTo>
                    <a:pt x="482" y="476"/>
                  </a:lnTo>
                  <a:lnTo>
                    <a:pt x="484" y="475"/>
                  </a:lnTo>
                  <a:lnTo>
                    <a:pt x="487" y="470"/>
                  </a:lnTo>
                  <a:lnTo>
                    <a:pt x="492" y="469"/>
                  </a:lnTo>
                  <a:lnTo>
                    <a:pt x="496" y="471"/>
                  </a:lnTo>
                  <a:lnTo>
                    <a:pt x="502" y="470"/>
                  </a:lnTo>
                  <a:lnTo>
                    <a:pt x="509" y="472"/>
                  </a:lnTo>
                  <a:lnTo>
                    <a:pt x="512" y="470"/>
                  </a:lnTo>
                  <a:lnTo>
                    <a:pt x="522" y="475"/>
                  </a:lnTo>
                  <a:lnTo>
                    <a:pt x="528" y="472"/>
                  </a:lnTo>
                  <a:lnTo>
                    <a:pt x="533" y="473"/>
                  </a:lnTo>
                  <a:lnTo>
                    <a:pt x="537" y="476"/>
                  </a:lnTo>
                  <a:lnTo>
                    <a:pt x="546" y="477"/>
                  </a:lnTo>
                  <a:lnTo>
                    <a:pt x="551" y="478"/>
                  </a:lnTo>
                  <a:lnTo>
                    <a:pt x="557" y="475"/>
                  </a:lnTo>
                  <a:lnTo>
                    <a:pt x="562" y="477"/>
                  </a:lnTo>
                  <a:lnTo>
                    <a:pt x="568" y="475"/>
                  </a:lnTo>
                  <a:lnTo>
                    <a:pt x="566" y="464"/>
                  </a:lnTo>
                  <a:lnTo>
                    <a:pt x="570" y="455"/>
                  </a:lnTo>
                  <a:lnTo>
                    <a:pt x="577" y="450"/>
                  </a:lnTo>
                  <a:lnTo>
                    <a:pt x="556" y="443"/>
                  </a:lnTo>
                  <a:lnTo>
                    <a:pt x="548" y="439"/>
                  </a:lnTo>
                  <a:lnTo>
                    <a:pt x="534" y="437"/>
                  </a:lnTo>
                  <a:lnTo>
                    <a:pt x="524" y="427"/>
                  </a:lnTo>
                  <a:lnTo>
                    <a:pt x="513" y="425"/>
                  </a:lnTo>
                  <a:lnTo>
                    <a:pt x="507" y="421"/>
                  </a:lnTo>
                  <a:lnTo>
                    <a:pt x="508" y="430"/>
                  </a:lnTo>
                  <a:lnTo>
                    <a:pt x="503" y="437"/>
                  </a:lnTo>
                  <a:lnTo>
                    <a:pt x="496" y="441"/>
                  </a:lnTo>
                  <a:lnTo>
                    <a:pt x="498" y="428"/>
                  </a:lnTo>
                  <a:lnTo>
                    <a:pt x="502" y="423"/>
                  </a:lnTo>
                  <a:lnTo>
                    <a:pt x="503" y="417"/>
                  </a:lnTo>
                  <a:lnTo>
                    <a:pt x="500" y="408"/>
                  </a:lnTo>
                  <a:lnTo>
                    <a:pt x="504" y="404"/>
                  </a:lnTo>
                  <a:lnTo>
                    <a:pt x="487" y="389"/>
                  </a:lnTo>
                  <a:lnTo>
                    <a:pt x="474" y="367"/>
                  </a:lnTo>
                  <a:lnTo>
                    <a:pt x="468" y="341"/>
                  </a:lnTo>
                  <a:lnTo>
                    <a:pt x="464" y="319"/>
                  </a:lnTo>
                  <a:lnTo>
                    <a:pt x="467" y="311"/>
                  </a:lnTo>
                  <a:lnTo>
                    <a:pt x="466" y="302"/>
                  </a:lnTo>
                  <a:lnTo>
                    <a:pt x="455" y="291"/>
                  </a:lnTo>
                  <a:lnTo>
                    <a:pt x="451" y="276"/>
                  </a:lnTo>
                  <a:lnTo>
                    <a:pt x="444" y="262"/>
                  </a:lnTo>
                  <a:lnTo>
                    <a:pt x="434" y="240"/>
                  </a:lnTo>
                  <a:lnTo>
                    <a:pt x="430" y="238"/>
                  </a:lnTo>
                  <a:lnTo>
                    <a:pt x="438" y="229"/>
                  </a:lnTo>
                  <a:lnTo>
                    <a:pt x="432" y="217"/>
                  </a:lnTo>
                  <a:lnTo>
                    <a:pt x="432" y="208"/>
                  </a:lnTo>
                  <a:lnTo>
                    <a:pt x="428" y="207"/>
                  </a:lnTo>
                  <a:lnTo>
                    <a:pt x="424" y="193"/>
                  </a:lnTo>
                  <a:lnTo>
                    <a:pt x="430" y="179"/>
                  </a:lnTo>
                  <a:lnTo>
                    <a:pt x="428" y="176"/>
                  </a:lnTo>
                  <a:lnTo>
                    <a:pt x="422" y="163"/>
                  </a:lnTo>
                  <a:lnTo>
                    <a:pt x="420" y="156"/>
                  </a:lnTo>
                  <a:lnTo>
                    <a:pt x="424" y="147"/>
                  </a:lnTo>
                  <a:lnTo>
                    <a:pt x="422" y="138"/>
                  </a:lnTo>
                  <a:lnTo>
                    <a:pt x="423" y="118"/>
                  </a:lnTo>
                  <a:lnTo>
                    <a:pt x="418" y="114"/>
                  </a:lnTo>
                  <a:lnTo>
                    <a:pt x="414" y="99"/>
                  </a:lnTo>
                  <a:lnTo>
                    <a:pt x="417" y="95"/>
                  </a:lnTo>
                  <a:lnTo>
                    <a:pt x="412" y="85"/>
                  </a:lnTo>
                  <a:lnTo>
                    <a:pt x="400" y="74"/>
                  </a:lnTo>
                  <a:lnTo>
                    <a:pt x="393" y="72"/>
                  </a:lnTo>
                  <a:lnTo>
                    <a:pt x="387" y="67"/>
                  </a:lnTo>
                  <a:lnTo>
                    <a:pt x="383" y="59"/>
                  </a:lnTo>
                  <a:lnTo>
                    <a:pt x="379" y="67"/>
                  </a:lnTo>
                  <a:lnTo>
                    <a:pt x="367" y="47"/>
                  </a:lnTo>
                  <a:lnTo>
                    <a:pt x="370" y="45"/>
                  </a:lnTo>
                  <a:lnTo>
                    <a:pt x="354" y="33"/>
                  </a:lnTo>
                  <a:lnTo>
                    <a:pt x="347" y="21"/>
                  </a:lnTo>
                  <a:lnTo>
                    <a:pt x="337" y="0"/>
                  </a:lnTo>
                  <a:lnTo>
                    <a:pt x="324" y="9"/>
                  </a:lnTo>
                  <a:lnTo>
                    <a:pt x="325" y="22"/>
                  </a:lnTo>
                  <a:lnTo>
                    <a:pt x="321" y="22"/>
                  </a:lnTo>
                  <a:lnTo>
                    <a:pt x="295" y="53"/>
                  </a:lnTo>
                  <a:lnTo>
                    <a:pt x="296" y="64"/>
                  </a:lnTo>
                  <a:lnTo>
                    <a:pt x="278" y="60"/>
                  </a:lnTo>
                  <a:lnTo>
                    <a:pt x="284" y="84"/>
                  </a:lnTo>
                  <a:lnTo>
                    <a:pt x="293" y="92"/>
                  </a:lnTo>
                  <a:lnTo>
                    <a:pt x="294" y="101"/>
                  </a:lnTo>
                  <a:lnTo>
                    <a:pt x="302" y="126"/>
                  </a:lnTo>
                  <a:lnTo>
                    <a:pt x="292" y="138"/>
                  </a:lnTo>
                  <a:lnTo>
                    <a:pt x="283" y="136"/>
                  </a:lnTo>
                  <a:lnTo>
                    <a:pt x="271" y="144"/>
                  </a:lnTo>
                  <a:lnTo>
                    <a:pt x="272" y="150"/>
                  </a:lnTo>
                  <a:lnTo>
                    <a:pt x="263" y="163"/>
                  </a:lnTo>
                  <a:lnTo>
                    <a:pt x="253" y="160"/>
                  </a:lnTo>
                  <a:lnTo>
                    <a:pt x="239" y="163"/>
                  </a:lnTo>
                  <a:lnTo>
                    <a:pt x="230" y="180"/>
                  </a:lnTo>
                  <a:lnTo>
                    <a:pt x="221" y="180"/>
                  </a:lnTo>
                  <a:lnTo>
                    <a:pt x="209" y="197"/>
                  </a:lnTo>
                  <a:lnTo>
                    <a:pt x="212" y="203"/>
                  </a:lnTo>
                  <a:lnTo>
                    <a:pt x="205" y="209"/>
                  </a:lnTo>
                  <a:lnTo>
                    <a:pt x="202" y="209"/>
                  </a:lnTo>
                  <a:lnTo>
                    <a:pt x="197" y="217"/>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4" name="Freeform 53">
              <a:extLst>
                <a:ext uri="{FF2B5EF4-FFF2-40B4-BE49-F238E27FC236}">
                  <a16:creationId xmlns:a16="http://schemas.microsoft.com/office/drawing/2014/main" id="{66ABF91D-77E1-7B06-2F0B-3A19E629F6E1}"/>
                </a:ext>
              </a:extLst>
            </p:cNvPr>
            <p:cNvSpPr>
              <a:spLocks noChangeAspect="1"/>
            </p:cNvSpPr>
            <p:nvPr/>
          </p:nvSpPr>
          <p:spPr bwMode="gray">
            <a:xfrm>
              <a:off x="2709480" y="3964683"/>
              <a:ext cx="125619" cy="157759"/>
            </a:xfrm>
            <a:custGeom>
              <a:avLst/>
              <a:gdLst>
                <a:gd name="T0" fmla="*/ 0 w 107"/>
                <a:gd name="T1" fmla="*/ 43 h 123"/>
                <a:gd name="T2" fmla="*/ 1 w 107"/>
                <a:gd name="T3" fmla="*/ 45 h 123"/>
                <a:gd name="T4" fmla="*/ 2 w 107"/>
                <a:gd name="T5" fmla="*/ 45 h 123"/>
                <a:gd name="T6" fmla="*/ 3 w 107"/>
                <a:gd name="T7" fmla="*/ 44 h 123"/>
                <a:gd name="T8" fmla="*/ 5 w 107"/>
                <a:gd name="T9" fmla="*/ 44 h 123"/>
                <a:gd name="T10" fmla="*/ 5 w 107"/>
                <a:gd name="T11" fmla="*/ 43 h 123"/>
                <a:gd name="T12" fmla="*/ 6 w 107"/>
                <a:gd name="T13" fmla="*/ 43 h 123"/>
                <a:gd name="T14" fmla="*/ 9 w 107"/>
                <a:gd name="T15" fmla="*/ 45 h 123"/>
                <a:gd name="T16" fmla="*/ 12 w 107"/>
                <a:gd name="T17" fmla="*/ 43 h 123"/>
                <a:gd name="T18" fmla="*/ 13 w 107"/>
                <a:gd name="T19" fmla="*/ 45 h 123"/>
                <a:gd name="T20" fmla="*/ 14 w 107"/>
                <a:gd name="T21" fmla="*/ 41 h 123"/>
                <a:gd name="T22" fmla="*/ 18 w 107"/>
                <a:gd name="T23" fmla="*/ 40 h 123"/>
                <a:gd name="T24" fmla="*/ 18 w 107"/>
                <a:gd name="T25" fmla="*/ 38 h 123"/>
                <a:gd name="T26" fmla="*/ 21 w 107"/>
                <a:gd name="T27" fmla="*/ 38 h 123"/>
                <a:gd name="T28" fmla="*/ 24 w 107"/>
                <a:gd name="T29" fmla="*/ 35 h 123"/>
                <a:gd name="T30" fmla="*/ 23 w 107"/>
                <a:gd name="T31" fmla="*/ 33 h 123"/>
                <a:gd name="T32" fmla="*/ 27 w 107"/>
                <a:gd name="T33" fmla="*/ 31 h 123"/>
                <a:gd name="T34" fmla="*/ 29 w 107"/>
                <a:gd name="T35" fmla="*/ 29 h 123"/>
                <a:gd name="T36" fmla="*/ 29 w 107"/>
                <a:gd name="T37" fmla="*/ 25 h 123"/>
                <a:gd name="T38" fmla="*/ 34 w 107"/>
                <a:gd name="T39" fmla="*/ 16 h 123"/>
                <a:gd name="T40" fmla="*/ 34 w 107"/>
                <a:gd name="T41" fmla="*/ 13 h 123"/>
                <a:gd name="T42" fmla="*/ 30 w 107"/>
                <a:gd name="T43" fmla="*/ 11 h 123"/>
                <a:gd name="T44" fmla="*/ 31 w 107"/>
                <a:gd name="T45" fmla="*/ 7 h 123"/>
                <a:gd name="T46" fmla="*/ 32 w 107"/>
                <a:gd name="T47" fmla="*/ 2 h 123"/>
                <a:gd name="T48" fmla="*/ 31 w 107"/>
                <a:gd name="T49" fmla="*/ 0 h 123"/>
                <a:gd name="T50" fmla="*/ 26 w 107"/>
                <a:gd name="T51" fmla="*/ 1 h 123"/>
                <a:gd name="T52" fmla="*/ 22 w 107"/>
                <a:gd name="T53" fmla="*/ 4 h 123"/>
                <a:gd name="T54" fmla="*/ 18 w 107"/>
                <a:gd name="T55" fmla="*/ 8 h 123"/>
                <a:gd name="T56" fmla="*/ 16 w 107"/>
                <a:gd name="T57" fmla="*/ 14 h 123"/>
                <a:gd name="T58" fmla="*/ 12 w 107"/>
                <a:gd name="T59" fmla="*/ 18 h 123"/>
                <a:gd name="T60" fmla="*/ 9 w 107"/>
                <a:gd name="T61" fmla="*/ 21 h 123"/>
                <a:gd name="T62" fmla="*/ 6 w 107"/>
                <a:gd name="T63" fmla="*/ 23 h 123"/>
                <a:gd name="T64" fmla="*/ 6 w 107"/>
                <a:gd name="T65" fmla="*/ 26 h 123"/>
                <a:gd name="T66" fmla="*/ 4 w 107"/>
                <a:gd name="T67" fmla="*/ 29 h 123"/>
                <a:gd name="T68" fmla="*/ 4 w 107"/>
                <a:gd name="T69" fmla="*/ 34 h 123"/>
                <a:gd name="T70" fmla="*/ 3 w 107"/>
                <a:gd name="T71" fmla="*/ 37 h 123"/>
                <a:gd name="T72" fmla="*/ 1 w 107"/>
                <a:gd name="T73" fmla="*/ 37 h 123"/>
                <a:gd name="T74" fmla="*/ 1 w 107"/>
                <a:gd name="T75" fmla="*/ 40 h 123"/>
                <a:gd name="T76" fmla="*/ 2 w 107"/>
                <a:gd name="T77" fmla="*/ 40 h 123"/>
                <a:gd name="T78" fmla="*/ 0 w 107"/>
                <a:gd name="T79" fmla="*/ 43 h 12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7"/>
                <a:gd name="T121" fmla="*/ 0 h 123"/>
                <a:gd name="T122" fmla="*/ 107 w 107"/>
                <a:gd name="T123" fmla="*/ 123 h 12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7" h="123">
                  <a:moveTo>
                    <a:pt x="0" y="115"/>
                  </a:moveTo>
                  <a:lnTo>
                    <a:pt x="2" y="121"/>
                  </a:lnTo>
                  <a:lnTo>
                    <a:pt x="6" y="122"/>
                  </a:lnTo>
                  <a:lnTo>
                    <a:pt x="10" y="118"/>
                  </a:lnTo>
                  <a:lnTo>
                    <a:pt x="14" y="118"/>
                  </a:lnTo>
                  <a:lnTo>
                    <a:pt x="15" y="116"/>
                  </a:lnTo>
                  <a:lnTo>
                    <a:pt x="20" y="115"/>
                  </a:lnTo>
                  <a:lnTo>
                    <a:pt x="26" y="121"/>
                  </a:lnTo>
                  <a:lnTo>
                    <a:pt x="36" y="117"/>
                  </a:lnTo>
                  <a:lnTo>
                    <a:pt x="39" y="119"/>
                  </a:lnTo>
                  <a:lnTo>
                    <a:pt x="44" y="110"/>
                  </a:lnTo>
                  <a:lnTo>
                    <a:pt x="54" y="107"/>
                  </a:lnTo>
                  <a:lnTo>
                    <a:pt x="57" y="101"/>
                  </a:lnTo>
                  <a:lnTo>
                    <a:pt x="64" y="101"/>
                  </a:lnTo>
                  <a:lnTo>
                    <a:pt x="73" y="95"/>
                  </a:lnTo>
                  <a:lnTo>
                    <a:pt x="72" y="88"/>
                  </a:lnTo>
                  <a:lnTo>
                    <a:pt x="82" y="84"/>
                  </a:lnTo>
                  <a:lnTo>
                    <a:pt x="89" y="77"/>
                  </a:lnTo>
                  <a:lnTo>
                    <a:pt x="88" y="68"/>
                  </a:lnTo>
                  <a:lnTo>
                    <a:pt x="106" y="42"/>
                  </a:lnTo>
                  <a:lnTo>
                    <a:pt x="103" y="35"/>
                  </a:lnTo>
                  <a:lnTo>
                    <a:pt x="93" y="30"/>
                  </a:lnTo>
                  <a:lnTo>
                    <a:pt x="94" y="18"/>
                  </a:lnTo>
                  <a:lnTo>
                    <a:pt x="99" y="6"/>
                  </a:lnTo>
                  <a:lnTo>
                    <a:pt x="97" y="0"/>
                  </a:lnTo>
                  <a:lnTo>
                    <a:pt x="81" y="4"/>
                  </a:lnTo>
                  <a:lnTo>
                    <a:pt x="67" y="11"/>
                  </a:lnTo>
                  <a:lnTo>
                    <a:pt x="57" y="21"/>
                  </a:lnTo>
                  <a:lnTo>
                    <a:pt x="49" y="38"/>
                  </a:lnTo>
                  <a:lnTo>
                    <a:pt x="37" y="48"/>
                  </a:lnTo>
                  <a:lnTo>
                    <a:pt x="28" y="58"/>
                  </a:lnTo>
                  <a:lnTo>
                    <a:pt x="19" y="62"/>
                  </a:lnTo>
                  <a:lnTo>
                    <a:pt x="17" y="71"/>
                  </a:lnTo>
                  <a:lnTo>
                    <a:pt x="12" y="78"/>
                  </a:lnTo>
                  <a:lnTo>
                    <a:pt x="12" y="91"/>
                  </a:lnTo>
                  <a:lnTo>
                    <a:pt x="8" y="99"/>
                  </a:lnTo>
                  <a:lnTo>
                    <a:pt x="4" y="100"/>
                  </a:lnTo>
                  <a:lnTo>
                    <a:pt x="4" y="107"/>
                  </a:lnTo>
                  <a:lnTo>
                    <a:pt x="6" y="109"/>
                  </a:lnTo>
                  <a:lnTo>
                    <a:pt x="0" y="115"/>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5" name="Freeform 54">
              <a:extLst>
                <a:ext uri="{FF2B5EF4-FFF2-40B4-BE49-F238E27FC236}">
                  <a16:creationId xmlns:a16="http://schemas.microsoft.com/office/drawing/2014/main" id="{A29609A5-097A-9196-E083-B01C96EA8B94}"/>
                </a:ext>
              </a:extLst>
            </p:cNvPr>
            <p:cNvSpPr>
              <a:spLocks noChangeAspect="1"/>
            </p:cNvSpPr>
            <p:nvPr/>
          </p:nvSpPr>
          <p:spPr bwMode="gray">
            <a:xfrm>
              <a:off x="3096633" y="4071960"/>
              <a:ext cx="321254" cy="574244"/>
            </a:xfrm>
            <a:custGeom>
              <a:avLst/>
              <a:gdLst>
                <a:gd name="T0" fmla="*/ 33 w 270"/>
                <a:gd name="T1" fmla="*/ 112 h 457"/>
                <a:gd name="T2" fmla="*/ 28 w 270"/>
                <a:gd name="T3" fmla="*/ 119 h 457"/>
                <a:gd name="T4" fmla="*/ 18 w 270"/>
                <a:gd name="T5" fmla="*/ 116 h 457"/>
                <a:gd name="T6" fmla="*/ 12 w 270"/>
                <a:gd name="T7" fmla="*/ 100 h 457"/>
                <a:gd name="T8" fmla="*/ 2 w 270"/>
                <a:gd name="T9" fmla="*/ 104 h 457"/>
                <a:gd name="T10" fmla="*/ 5 w 270"/>
                <a:gd name="T11" fmla="*/ 114 h 457"/>
                <a:gd name="T12" fmla="*/ 9 w 270"/>
                <a:gd name="T13" fmla="*/ 124 h 457"/>
                <a:gd name="T14" fmla="*/ 17 w 270"/>
                <a:gd name="T15" fmla="*/ 133 h 457"/>
                <a:gd name="T16" fmla="*/ 18 w 270"/>
                <a:gd name="T17" fmla="*/ 141 h 457"/>
                <a:gd name="T18" fmla="*/ 23 w 270"/>
                <a:gd name="T19" fmla="*/ 148 h 457"/>
                <a:gd name="T20" fmla="*/ 31 w 270"/>
                <a:gd name="T21" fmla="*/ 158 h 457"/>
                <a:gd name="T22" fmla="*/ 37 w 270"/>
                <a:gd name="T23" fmla="*/ 157 h 457"/>
                <a:gd name="T24" fmla="*/ 44 w 270"/>
                <a:gd name="T25" fmla="*/ 162 h 457"/>
                <a:gd name="T26" fmla="*/ 51 w 270"/>
                <a:gd name="T27" fmla="*/ 161 h 457"/>
                <a:gd name="T28" fmla="*/ 55 w 270"/>
                <a:gd name="T29" fmla="*/ 151 h 457"/>
                <a:gd name="T30" fmla="*/ 61 w 270"/>
                <a:gd name="T31" fmla="*/ 147 h 457"/>
                <a:gd name="T32" fmla="*/ 68 w 270"/>
                <a:gd name="T33" fmla="*/ 142 h 457"/>
                <a:gd name="T34" fmla="*/ 76 w 270"/>
                <a:gd name="T35" fmla="*/ 136 h 457"/>
                <a:gd name="T36" fmla="*/ 85 w 270"/>
                <a:gd name="T37" fmla="*/ 129 h 457"/>
                <a:gd name="T38" fmla="*/ 84 w 270"/>
                <a:gd name="T39" fmla="*/ 118 h 457"/>
                <a:gd name="T40" fmla="*/ 84 w 270"/>
                <a:gd name="T41" fmla="*/ 109 h 457"/>
                <a:gd name="T42" fmla="*/ 85 w 270"/>
                <a:gd name="T43" fmla="*/ 99 h 457"/>
                <a:gd name="T44" fmla="*/ 90 w 270"/>
                <a:gd name="T45" fmla="*/ 91 h 457"/>
                <a:gd name="T46" fmla="*/ 85 w 270"/>
                <a:gd name="T47" fmla="*/ 82 h 457"/>
                <a:gd name="T48" fmla="*/ 81 w 270"/>
                <a:gd name="T49" fmla="*/ 70 h 457"/>
                <a:gd name="T50" fmla="*/ 74 w 270"/>
                <a:gd name="T51" fmla="*/ 69 h 457"/>
                <a:gd name="T52" fmla="*/ 75 w 270"/>
                <a:gd name="T53" fmla="*/ 60 h 457"/>
                <a:gd name="T54" fmla="*/ 82 w 270"/>
                <a:gd name="T55" fmla="*/ 49 h 457"/>
                <a:gd name="T56" fmla="*/ 72 w 270"/>
                <a:gd name="T57" fmla="*/ 38 h 457"/>
                <a:gd name="T58" fmla="*/ 68 w 270"/>
                <a:gd name="T59" fmla="*/ 33 h 457"/>
                <a:gd name="T60" fmla="*/ 63 w 270"/>
                <a:gd name="T61" fmla="*/ 30 h 457"/>
                <a:gd name="T62" fmla="*/ 61 w 270"/>
                <a:gd name="T63" fmla="*/ 24 h 457"/>
                <a:gd name="T64" fmla="*/ 53 w 270"/>
                <a:gd name="T65" fmla="*/ 21 h 457"/>
                <a:gd name="T66" fmla="*/ 49 w 270"/>
                <a:gd name="T67" fmla="*/ 10 h 457"/>
                <a:gd name="T68" fmla="*/ 53 w 270"/>
                <a:gd name="T69" fmla="*/ 0 h 457"/>
                <a:gd name="T70" fmla="*/ 42 w 270"/>
                <a:gd name="T71" fmla="*/ 4 h 457"/>
                <a:gd name="T72" fmla="*/ 34 w 270"/>
                <a:gd name="T73" fmla="*/ 7 h 457"/>
                <a:gd name="T74" fmla="*/ 29 w 270"/>
                <a:gd name="T75" fmla="*/ 12 h 457"/>
                <a:gd name="T76" fmla="*/ 29 w 270"/>
                <a:gd name="T77" fmla="*/ 18 h 457"/>
                <a:gd name="T78" fmla="*/ 22 w 270"/>
                <a:gd name="T79" fmla="*/ 24 h 457"/>
                <a:gd name="T80" fmla="*/ 27 w 270"/>
                <a:gd name="T81" fmla="*/ 29 h 457"/>
                <a:gd name="T82" fmla="*/ 23 w 270"/>
                <a:gd name="T83" fmla="*/ 36 h 457"/>
                <a:gd name="T84" fmla="*/ 17 w 270"/>
                <a:gd name="T85" fmla="*/ 39 h 457"/>
                <a:gd name="T86" fmla="*/ 15 w 270"/>
                <a:gd name="T87" fmla="*/ 38 h 457"/>
                <a:gd name="T88" fmla="*/ 12 w 270"/>
                <a:gd name="T89" fmla="*/ 56 h 457"/>
                <a:gd name="T90" fmla="*/ 22 w 270"/>
                <a:gd name="T91" fmla="*/ 62 h 457"/>
                <a:gd name="T92" fmla="*/ 27 w 270"/>
                <a:gd name="T93" fmla="*/ 64 h 457"/>
                <a:gd name="T94" fmla="*/ 18 w 270"/>
                <a:gd name="T95" fmla="*/ 69 h 457"/>
                <a:gd name="T96" fmla="*/ 8 w 270"/>
                <a:gd name="T97" fmla="*/ 83 h 457"/>
                <a:gd name="T98" fmla="*/ 10 w 270"/>
                <a:gd name="T99" fmla="*/ 91 h 457"/>
                <a:gd name="T100" fmla="*/ 14 w 270"/>
                <a:gd name="T101" fmla="*/ 106 h 457"/>
                <a:gd name="T102" fmla="*/ 25 w 270"/>
                <a:gd name="T103" fmla="*/ 115 h 45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70"/>
                <a:gd name="T157" fmla="*/ 0 h 457"/>
                <a:gd name="T158" fmla="*/ 270 w 270"/>
                <a:gd name="T159" fmla="*/ 457 h 45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70" h="457">
                  <a:moveTo>
                    <a:pt x="77" y="323"/>
                  </a:moveTo>
                  <a:lnTo>
                    <a:pt x="86" y="321"/>
                  </a:lnTo>
                  <a:lnTo>
                    <a:pt x="91" y="317"/>
                  </a:lnTo>
                  <a:lnTo>
                    <a:pt x="98" y="315"/>
                  </a:lnTo>
                  <a:lnTo>
                    <a:pt x="97" y="317"/>
                  </a:lnTo>
                  <a:lnTo>
                    <a:pt x="92" y="323"/>
                  </a:lnTo>
                  <a:lnTo>
                    <a:pt x="91" y="328"/>
                  </a:lnTo>
                  <a:lnTo>
                    <a:pt x="85" y="333"/>
                  </a:lnTo>
                  <a:lnTo>
                    <a:pt x="69" y="333"/>
                  </a:lnTo>
                  <a:lnTo>
                    <a:pt x="66" y="329"/>
                  </a:lnTo>
                  <a:lnTo>
                    <a:pt x="60" y="329"/>
                  </a:lnTo>
                  <a:lnTo>
                    <a:pt x="55" y="327"/>
                  </a:lnTo>
                  <a:lnTo>
                    <a:pt x="48" y="312"/>
                  </a:lnTo>
                  <a:lnTo>
                    <a:pt x="40" y="301"/>
                  </a:lnTo>
                  <a:lnTo>
                    <a:pt x="37" y="287"/>
                  </a:lnTo>
                  <a:lnTo>
                    <a:pt x="34" y="281"/>
                  </a:lnTo>
                  <a:lnTo>
                    <a:pt x="28" y="281"/>
                  </a:lnTo>
                  <a:lnTo>
                    <a:pt x="19" y="286"/>
                  </a:lnTo>
                  <a:lnTo>
                    <a:pt x="10" y="289"/>
                  </a:lnTo>
                  <a:lnTo>
                    <a:pt x="6" y="292"/>
                  </a:lnTo>
                  <a:lnTo>
                    <a:pt x="1" y="294"/>
                  </a:lnTo>
                  <a:lnTo>
                    <a:pt x="0" y="300"/>
                  </a:lnTo>
                  <a:lnTo>
                    <a:pt x="2" y="306"/>
                  </a:lnTo>
                  <a:lnTo>
                    <a:pt x="13" y="318"/>
                  </a:lnTo>
                  <a:lnTo>
                    <a:pt x="18" y="327"/>
                  </a:lnTo>
                  <a:lnTo>
                    <a:pt x="26" y="337"/>
                  </a:lnTo>
                  <a:lnTo>
                    <a:pt x="23" y="344"/>
                  </a:lnTo>
                  <a:lnTo>
                    <a:pt x="28" y="348"/>
                  </a:lnTo>
                  <a:lnTo>
                    <a:pt x="37" y="350"/>
                  </a:lnTo>
                  <a:lnTo>
                    <a:pt x="48" y="361"/>
                  </a:lnTo>
                  <a:lnTo>
                    <a:pt x="53" y="367"/>
                  </a:lnTo>
                  <a:lnTo>
                    <a:pt x="52" y="373"/>
                  </a:lnTo>
                  <a:lnTo>
                    <a:pt x="43" y="377"/>
                  </a:lnTo>
                  <a:lnTo>
                    <a:pt x="41" y="381"/>
                  </a:lnTo>
                  <a:lnTo>
                    <a:pt x="45" y="391"/>
                  </a:lnTo>
                  <a:lnTo>
                    <a:pt x="53" y="395"/>
                  </a:lnTo>
                  <a:lnTo>
                    <a:pt x="60" y="394"/>
                  </a:lnTo>
                  <a:lnTo>
                    <a:pt x="64" y="397"/>
                  </a:lnTo>
                  <a:lnTo>
                    <a:pt x="60" y="406"/>
                  </a:lnTo>
                  <a:lnTo>
                    <a:pt x="67" y="415"/>
                  </a:lnTo>
                  <a:lnTo>
                    <a:pt x="72" y="435"/>
                  </a:lnTo>
                  <a:lnTo>
                    <a:pt x="76" y="439"/>
                  </a:lnTo>
                  <a:lnTo>
                    <a:pt x="83" y="439"/>
                  </a:lnTo>
                  <a:lnTo>
                    <a:pt x="91" y="443"/>
                  </a:lnTo>
                  <a:lnTo>
                    <a:pt x="101" y="437"/>
                  </a:lnTo>
                  <a:lnTo>
                    <a:pt x="103" y="439"/>
                  </a:lnTo>
                  <a:lnTo>
                    <a:pt x="108" y="437"/>
                  </a:lnTo>
                  <a:lnTo>
                    <a:pt x="110" y="441"/>
                  </a:lnTo>
                  <a:lnTo>
                    <a:pt x="117" y="443"/>
                  </a:lnTo>
                  <a:lnTo>
                    <a:pt x="118" y="451"/>
                  </a:lnTo>
                  <a:lnTo>
                    <a:pt x="128" y="451"/>
                  </a:lnTo>
                  <a:lnTo>
                    <a:pt x="132" y="456"/>
                  </a:lnTo>
                  <a:lnTo>
                    <a:pt x="134" y="449"/>
                  </a:lnTo>
                  <a:lnTo>
                    <a:pt x="137" y="449"/>
                  </a:lnTo>
                  <a:lnTo>
                    <a:pt x="142" y="451"/>
                  </a:lnTo>
                  <a:lnTo>
                    <a:pt x="153" y="451"/>
                  </a:lnTo>
                  <a:lnTo>
                    <a:pt x="155" y="445"/>
                  </a:lnTo>
                  <a:lnTo>
                    <a:pt x="167" y="441"/>
                  </a:lnTo>
                  <a:lnTo>
                    <a:pt x="167" y="435"/>
                  </a:lnTo>
                  <a:lnTo>
                    <a:pt x="165" y="424"/>
                  </a:lnTo>
                  <a:lnTo>
                    <a:pt x="167" y="420"/>
                  </a:lnTo>
                  <a:lnTo>
                    <a:pt x="173" y="418"/>
                  </a:lnTo>
                  <a:lnTo>
                    <a:pt x="178" y="412"/>
                  </a:lnTo>
                  <a:lnTo>
                    <a:pt x="182" y="411"/>
                  </a:lnTo>
                  <a:lnTo>
                    <a:pt x="187" y="412"/>
                  </a:lnTo>
                  <a:lnTo>
                    <a:pt x="189" y="408"/>
                  </a:lnTo>
                  <a:lnTo>
                    <a:pt x="198" y="406"/>
                  </a:lnTo>
                  <a:lnTo>
                    <a:pt x="202" y="398"/>
                  </a:lnTo>
                  <a:lnTo>
                    <a:pt x="210" y="389"/>
                  </a:lnTo>
                  <a:lnTo>
                    <a:pt x="217" y="386"/>
                  </a:lnTo>
                  <a:lnTo>
                    <a:pt x="219" y="379"/>
                  </a:lnTo>
                  <a:lnTo>
                    <a:pt x="228" y="381"/>
                  </a:lnTo>
                  <a:lnTo>
                    <a:pt x="233" y="379"/>
                  </a:lnTo>
                  <a:lnTo>
                    <a:pt x="248" y="372"/>
                  </a:lnTo>
                  <a:lnTo>
                    <a:pt x="248" y="367"/>
                  </a:lnTo>
                  <a:lnTo>
                    <a:pt x="254" y="362"/>
                  </a:lnTo>
                  <a:lnTo>
                    <a:pt x="254" y="359"/>
                  </a:lnTo>
                  <a:lnTo>
                    <a:pt x="248" y="353"/>
                  </a:lnTo>
                  <a:lnTo>
                    <a:pt x="248" y="345"/>
                  </a:lnTo>
                  <a:lnTo>
                    <a:pt x="251" y="329"/>
                  </a:lnTo>
                  <a:lnTo>
                    <a:pt x="246" y="322"/>
                  </a:lnTo>
                  <a:lnTo>
                    <a:pt x="248" y="315"/>
                  </a:lnTo>
                  <a:lnTo>
                    <a:pt x="246" y="310"/>
                  </a:lnTo>
                  <a:lnTo>
                    <a:pt x="252" y="306"/>
                  </a:lnTo>
                  <a:lnTo>
                    <a:pt x="254" y="299"/>
                  </a:lnTo>
                  <a:lnTo>
                    <a:pt x="250" y="293"/>
                  </a:lnTo>
                  <a:lnTo>
                    <a:pt x="251" y="282"/>
                  </a:lnTo>
                  <a:lnTo>
                    <a:pt x="254" y="278"/>
                  </a:lnTo>
                  <a:lnTo>
                    <a:pt x="254" y="272"/>
                  </a:lnTo>
                  <a:lnTo>
                    <a:pt x="258" y="262"/>
                  </a:lnTo>
                  <a:lnTo>
                    <a:pt x="264" y="261"/>
                  </a:lnTo>
                  <a:lnTo>
                    <a:pt x="268" y="256"/>
                  </a:lnTo>
                  <a:lnTo>
                    <a:pt x="269" y="248"/>
                  </a:lnTo>
                  <a:lnTo>
                    <a:pt x="262" y="243"/>
                  </a:lnTo>
                  <a:lnTo>
                    <a:pt x="260" y="238"/>
                  </a:lnTo>
                  <a:lnTo>
                    <a:pt x="254" y="231"/>
                  </a:lnTo>
                  <a:lnTo>
                    <a:pt x="252" y="223"/>
                  </a:lnTo>
                  <a:lnTo>
                    <a:pt x="244" y="219"/>
                  </a:lnTo>
                  <a:lnTo>
                    <a:pt x="242" y="211"/>
                  </a:lnTo>
                  <a:lnTo>
                    <a:pt x="242" y="198"/>
                  </a:lnTo>
                  <a:lnTo>
                    <a:pt x="238" y="198"/>
                  </a:lnTo>
                  <a:lnTo>
                    <a:pt x="232" y="202"/>
                  </a:lnTo>
                  <a:lnTo>
                    <a:pt x="221" y="199"/>
                  </a:lnTo>
                  <a:lnTo>
                    <a:pt x="221" y="193"/>
                  </a:lnTo>
                  <a:lnTo>
                    <a:pt x="218" y="190"/>
                  </a:lnTo>
                  <a:lnTo>
                    <a:pt x="217" y="184"/>
                  </a:lnTo>
                  <a:lnTo>
                    <a:pt x="222" y="176"/>
                  </a:lnTo>
                  <a:lnTo>
                    <a:pt x="225" y="169"/>
                  </a:lnTo>
                  <a:lnTo>
                    <a:pt x="225" y="161"/>
                  </a:lnTo>
                  <a:lnTo>
                    <a:pt x="228" y="156"/>
                  </a:lnTo>
                  <a:lnTo>
                    <a:pt x="244" y="145"/>
                  </a:lnTo>
                  <a:lnTo>
                    <a:pt x="246" y="138"/>
                  </a:lnTo>
                  <a:lnTo>
                    <a:pt x="238" y="134"/>
                  </a:lnTo>
                  <a:lnTo>
                    <a:pt x="231" y="122"/>
                  </a:lnTo>
                  <a:lnTo>
                    <a:pt x="226" y="112"/>
                  </a:lnTo>
                  <a:lnTo>
                    <a:pt x="214" y="107"/>
                  </a:lnTo>
                  <a:lnTo>
                    <a:pt x="214" y="98"/>
                  </a:lnTo>
                  <a:lnTo>
                    <a:pt x="210" y="95"/>
                  </a:lnTo>
                  <a:lnTo>
                    <a:pt x="207" y="99"/>
                  </a:lnTo>
                  <a:lnTo>
                    <a:pt x="202" y="94"/>
                  </a:lnTo>
                  <a:lnTo>
                    <a:pt x="202" y="90"/>
                  </a:lnTo>
                  <a:lnTo>
                    <a:pt x="196" y="90"/>
                  </a:lnTo>
                  <a:lnTo>
                    <a:pt x="194" y="86"/>
                  </a:lnTo>
                  <a:lnTo>
                    <a:pt x="189" y="86"/>
                  </a:lnTo>
                  <a:lnTo>
                    <a:pt x="186" y="81"/>
                  </a:lnTo>
                  <a:lnTo>
                    <a:pt x="188" y="78"/>
                  </a:lnTo>
                  <a:lnTo>
                    <a:pt x="186" y="74"/>
                  </a:lnTo>
                  <a:lnTo>
                    <a:pt x="182" y="68"/>
                  </a:lnTo>
                  <a:lnTo>
                    <a:pt x="175" y="71"/>
                  </a:lnTo>
                  <a:lnTo>
                    <a:pt x="160" y="71"/>
                  </a:lnTo>
                  <a:lnTo>
                    <a:pt x="156" y="67"/>
                  </a:lnTo>
                  <a:lnTo>
                    <a:pt x="157" y="58"/>
                  </a:lnTo>
                  <a:lnTo>
                    <a:pt x="154" y="51"/>
                  </a:lnTo>
                  <a:lnTo>
                    <a:pt x="140" y="41"/>
                  </a:lnTo>
                  <a:lnTo>
                    <a:pt x="140" y="26"/>
                  </a:lnTo>
                  <a:lnTo>
                    <a:pt x="146" y="26"/>
                  </a:lnTo>
                  <a:lnTo>
                    <a:pt x="157" y="11"/>
                  </a:lnTo>
                  <a:lnTo>
                    <a:pt x="163" y="6"/>
                  </a:lnTo>
                  <a:lnTo>
                    <a:pt x="164" y="0"/>
                  </a:lnTo>
                  <a:lnTo>
                    <a:pt x="160" y="0"/>
                  </a:lnTo>
                  <a:lnTo>
                    <a:pt x="151" y="5"/>
                  </a:lnTo>
                  <a:lnTo>
                    <a:pt x="136" y="14"/>
                  </a:lnTo>
                  <a:lnTo>
                    <a:pt x="130" y="14"/>
                  </a:lnTo>
                  <a:lnTo>
                    <a:pt x="124" y="12"/>
                  </a:lnTo>
                  <a:lnTo>
                    <a:pt x="122" y="16"/>
                  </a:lnTo>
                  <a:lnTo>
                    <a:pt x="118" y="17"/>
                  </a:lnTo>
                  <a:lnTo>
                    <a:pt x="117" y="23"/>
                  </a:lnTo>
                  <a:lnTo>
                    <a:pt x="101" y="18"/>
                  </a:lnTo>
                  <a:lnTo>
                    <a:pt x="95" y="12"/>
                  </a:lnTo>
                  <a:lnTo>
                    <a:pt x="84" y="20"/>
                  </a:lnTo>
                  <a:lnTo>
                    <a:pt x="88" y="26"/>
                  </a:lnTo>
                  <a:lnTo>
                    <a:pt x="88" y="33"/>
                  </a:lnTo>
                  <a:lnTo>
                    <a:pt x="91" y="35"/>
                  </a:lnTo>
                  <a:lnTo>
                    <a:pt x="92" y="39"/>
                  </a:lnTo>
                  <a:lnTo>
                    <a:pt x="88" y="42"/>
                  </a:lnTo>
                  <a:lnTo>
                    <a:pt x="87" y="50"/>
                  </a:lnTo>
                  <a:lnTo>
                    <a:pt x="82" y="49"/>
                  </a:lnTo>
                  <a:lnTo>
                    <a:pt x="72" y="55"/>
                  </a:lnTo>
                  <a:lnTo>
                    <a:pt x="72" y="61"/>
                  </a:lnTo>
                  <a:lnTo>
                    <a:pt x="66" y="67"/>
                  </a:lnTo>
                  <a:lnTo>
                    <a:pt x="70" y="79"/>
                  </a:lnTo>
                  <a:lnTo>
                    <a:pt x="72" y="82"/>
                  </a:lnTo>
                  <a:lnTo>
                    <a:pt x="81" y="78"/>
                  </a:lnTo>
                  <a:lnTo>
                    <a:pt x="82" y="81"/>
                  </a:lnTo>
                  <a:lnTo>
                    <a:pt x="76" y="84"/>
                  </a:lnTo>
                  <a:lnTo>
                    <a:pt x="75" y="91"/>
                  </a:lnTo>
                  <a:lnTo>
                    <a:pt x="77" y="95"/>
                  </a:lnTo>
                  <a:lnTo>
                    <a:pt x="67" y="101"/>
                  </a:lnTo>
                  <a:lnTo>
                    <a:pt x="66" y="100"/>
                  </a:lnTo>
                  <a:lnTo>
                    <a:pt x="63" y="100"/>
                  </a:lnTo>
                  <a:lnTo>
                    <a:pt x="51" y="106"/>
                  </a:lnTo>
                  <a:lnTo>
                    <a:pt x="50" y="111"/>
                  </a:lnTo>
                  <a:lnTo>
                    <a:pt x="50" y="120"/>
                  </a:lnTo>
                  <a:lnTo>
                    <a:pt x="47" y="118"/>
                  </a:lnTo>
                  <a:lnTo>
                    <a:pt x="48" y="107"/>
                  </a:lnTo>
                  <a:lnTo>
                    <a:pt x="45" y="107"/>
                  </a:lnTo>
                  <a:lnTo>
                    <a:pt x="37" y="106"/>
                  </a:lnTo>
                  <a:lnTo>
                    <a:pt x="37" y="118"/>
                  </a:lnTo>
                  <a:lnTo>
                    <a:pt x="36" y="134"/>
                  </a:lnTo>
                  <a:lnTo>
                    <a:pt x="35" y="155"/>
                  </a:lnTo>
                  <a:lnTo>
                    <a:pt x="36" y="166"/>
                  </a:lnTo>
                  <a:lnTo>
                    <a:pt x="42" y="174"/>
                  </a:lnTo>
                  <a:lnTo>
                    <a:pt x="49" y="177"/>
                  </a:lnTo>
                  <a:lnTo>
                    <a:pt x="66" y="174"/>
                  </a:lnTo>
                  <a:lnTo>
                    <a:pt x="69" y="177"/>
                  </a:lnTo>
                  <a:lnTo>
                    <a:pt x="74" y="176"/>
                  </a:lnTo>
                  <a:lnTo>
                    <a:pt x="79" y="176"/>
                  </a:lnTo>
                  <a:lnTo>
                    <a:pt x="80" y="179"/>
                  </a:lnTo>
                  <a:lnTo>
                    <a:pt x="75" y="179"/>
                  </a:lnTo>
                  <a:lnTo>
                    <a:pt x="69" y="181"/>
                  </a:lnTo>
                  <a:lnTo>
                    <a:pt x="60" y="190"/>
                  </a:lnTo>
                  <a:lnTo>
                    <a:pt x="55" y="192"/>
                  </a:lnTo>
                  <a:lnTo>
                    <a:pt x="51" y="192"/>
                  </a:lnTo>
                  <a:lnTo>
                    <a:pt x="38" y="204"/>
                  </a:lnTo>
                  <a:lnTo>
                    <a:pt x="31" y="218"/>
                  </a:lnTo>
                  <a:lnTo>
                    <a:pt x="22" y="233"/>
                  </a:lnTo>
                  <a:lnTo>
                    <a:pt x="22" y="238"/>
                  </a:lnTo>
                  <a:lnTo>
                    <a:pt x="24" y="242"/>
                  </a:lnTo>
                  <a:lnTo>
                    <a:pt x="30" y="252"/>
                  </a:lnTo>
                  <a:lnTo>
                    <a:pt x="30" y="255"/>
                  </a:lnTo>
                  <a:lnTo>
                    <a:pt x="33" y="265"/>
                  </a:lnTo>
                  <a:lnTo>
                    <a:pt x="39" y="279"/>
                  </a:lnTo>
                  <a:lnTo>
                    <a:pt x="39" y="289"/>
                  </a:lnTo>
                  <a:lnTo>
                    <a:pt x="43" y="298"/>
                  </a:lnTo>
                  <a:lnTo>
                    <a:pt x="49" y="305"/>
                  </a:lnTo>
                  <a:lnTo>
                    <a:pt x="56" y="308"/>
                  </a:lnTo>
                  <a:lnTo>
                    <a:pt x="69" y="321"/>
                  </a:lnTo>
                  <a:lnTo>
                    <a:pt x="77" y="323"/>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6" name="Freeform 55">
              <a:extLst>
                <a:ext uri="{FF2B5EF4-FFF2-40B4-BE49-F238E27FC236}">
                  <a16:creationId xmlns:a16="http://schemas.microsoft.com/office/drawing/2014/main" id="{F610AF4C-5BAA-33BD-CE0A-4E3847327C88}"/>
                </a:ext>
              </a:extLst>
            </p:cNvPr>
            <p:cNvSpPr>
              <a:spLocks noChangeAspect="1"/>
            </p:cNvSpPr>
            <p:nvPr/>
          </p:nvSpPr>
          <p:spPr bwMode="gray">
            <a:xfrm>
              <a:off x="1204117" y="3487198"/>
              <a:ext cx="1184109" cy="1663835"/>
            </a:xfrm>
            <a:custGeom>
              <a:avLst/>
              <a:gdLst>
                <a:gd name="T0" fmla="*/ 21 w 1000"/>
                <a:gd name="T1" fmla="*/ 363 h 1331"/>
                <a:gd name="T2" fmla="*/ 47 w 1000"/>
                <a:gd name="T3" fmla="*/ 347 h 1331"/>
                <a:gd name="T4" fmla="*/ 105 w 1000"/>
                <a:gd name="T5" fmla="*/ 328 h 1331"/>
                <a:gd name="T6" fmla="*/ 109 w 1000"/>
                <a:gd name="T7" fmla="*/ 311 h 1331"/>
                <a:gd name="T8" fmla="*/ 93 w 1000"/>
                <a:gd name="T9" fmla="*/ 322 h 1331"/>
                <a:gd name="T10" fmla="*/ 63 w 1000"/>
                <a:gd name="T11" fmla="*/ 320 h 1331"/>
                <a:gd name="T12" fmla="*/ 81 w 1000"/>
                <a:gd name="T13" fmla="*/ 302 h 1331"/>
                <a:gd name="T14" fmla="*/ 82 w 1000"/>
                <a:gd name="T15" fmla="*/ 283 h 1331"/>
                <a:gd name="T16" fmla="*/ 122 w 1000"/>
                <a:gd name="T17" fmla="*/ 258 h 1331"/>
                <a:gd name="T18" fmla="*/ 78 w 1000"/>
                <a:gd name="T19" fmla="*/ 244 h 1331"/>
                <a:gd name="T20" fmla="*/ 59 w 1000"/>
                <a:gd name="T21" fmla="*/ 230 h 1331"/>
                <a:gd name="T22" fmla="*/ 51 w 1000"/>
                <a:gd name="T23" fmla="*/ 219 h 1331"/>
                <a:gd name="T24" fmla="*/ 54 w 1000"/>
                <a:gd name="T25" fmla="*/ 199 h 1331"/>
                <a:gd name="T26" fmla="*/ 86 w 1000"/>
                <a:gd name="T27" fmla="*/ 172 h 1331"/>
                <a:gd name="T28" fmla="*/ 74 w 1000"/>
                <a:gd name="T29" fmla="*/ 148 h 1331"/>
                <a:gd name="T30" fmla="*/ 69 w 1000"/>
                <a:gd name="T31" fmla="*/ 128 h 1331"/>
                <a:gd name="T32" fmla="*/ 63 w 1000"/>
                <a:gd name="T33" fmla="*/ 118 h 1331"/>
                <a:gd name="T34" fmla="*/ 77 w 1000"/>
                <a:gd name="T35" fmla="*/ 114 h 1331"/>
                <a:gd name="T36" fmla="*/ 118 w 1000"/>
                <a:gd name="T37" fmla="*/ 115 h 1331"/>
                <a:gd name="T38" fmla="*/ 133 w 1000"/>
                <a:gd name="T39" fmla="*/ 119 h 1331"/>
                <a:gd name="T40" fmla="*/ 163 w 1000"/>
                <a:gd name="T41" fmla="*/ 124 h 1331"/>
                <a:gd name="T42" fmla="*/ 188 w 1000"/>
                <a:gd name="T43" fmla="*/ 102 h 1331"/>
                <a:gd name="T44" fmla="*/ 190 w 1000"/>
                <a:gd name="T45" fmla="*/ 82 h 1331"/>
                <a:gd name="T46" fmla="*/ 155 w 1000"/>
                <a:gd name="T47" fmla="*/ 76 h 1331"/>
                <a:gd name="T48" fmla="*/ 186 w 1000"/>
                <a:gd name="T49" fmla="*/ 57 h 1331"/>
                <a:gd name="T50" fmla="*/ 186 w 1000"/>
                <a:gd name="T51" fmla="*/ 37 h 1331"/>
                <a:gd name="T52" fmla="*/ 220 w 1000"/>
                <a:gd name="T53" fmla="*/ 14 h 1331"/>
                <a:gd name="T54" fmla="*/ 236 w 1000"/>
                <a:gd name="T55" fmla="*/ 13 h 1331"/>
                <a:gd name="T56" fmla="*/ 238 w 1000"/>
                <a:gd name="T57" fmla="*/ 38 h 1331"/>
                <a:gd name="T58" fmla="*/ 259 w 1000"/>
                <a:gd name="T59" fmla="*/ 6 h 1331"/>
                <a:gd name="T60" fmla="*/ 265 w 1000"/>
                <a:gd name="T61" fmla="*/ 40 h 1331"/>
                <a:gd name="T62" fmla="*/ 227 w 1000"/>
                <a:gd name="T63" fmla="*/ 79 h 1331"/>
                <a:gd name="T64" fmla="*/ 204 w 1000"/>
                <a:gd name="T65" fmla="*/ 103 h 1331"/>
                <a:gd name="T66" fmla="*/ 228 w 1000"/>
                <a:gd name="T67" fmla="*/ 149 h 1331"/>
                <a:gd name="T68" fmla="*/ 251 w 1000"/>
                <a:gd name="T69" fmla="*/ 155 h 1331"/>
                <a:gd name="T70" fmla="*/ 274 w 1000"/>
                <a:gd name="T71" fmla="*/ 121 h 1331"/>
                <a:gd name="T72" fmla="*/ 316 w 1000"/>
                <a:gd name="T73" fmla="*/ 164 h 1331"/>
                <a:gd name="T74" fmla="*/ 311 w 1000"/>
                <a:gd name="T75" fmla="*/ 190 h 1331"/>
                <a:gd name="T76" fmla="*/ 316 w 1000"/>
                <a:gd name="T77" fmla="*/ 218 h 1331"/>
                <a:gd name="T78" fmla="*/ 327 w 1000"/>
                <a:gd name="T79" fmla="*/ 256 h 1331"/>
                <a:gd name="T80" fmla="*/ 316 w 1000"/>
                <a:gd name="T81" fmla="*/ 264 h 1331"/>
                <a:gd name="T82" fmla="*/ 327 w 1000"/>
                <a:gd name="T83" fmla="*/ 308 h 1331"/>
                <a:gd name="T84" fmla="*/ 294 w 1000"/>
                <a:gd name="T85" fmla="*/ 379 h 1331"/>
                <a:gd name="T86" fmla="*/ 292 w 1000"/>
                <a:gd name="T87" fmla="*/ 391 h 1331"/>
                <a:gd name="T88" fmla="*/ 262 w 1000"/>
                <a:gd name="T89" fmla="*/ 396 h 1331"/>
                <a:gd name="T90" fmla="*/ 247 w 1000"/>
                <a:gd name="T91" fmla="*/ 404 h 1331"/>
                <a:gd name="T92" fmla="*/ 206 w 1000"/>
                <a:gd name="T93" fmla="*/ 408 h 1331"/>
                <a:gd name="T94" fmla="*/ 188 w 1000"/>
                <a:gd name="T95" fmla="*/ 421 h 1331"/>
                <a:gd name="T96" fmla="*/ 158 w 1000"/>
                <a:gd name="T97" fmla="*/ 439 h 1331"/>
                <a:gd name="T98" fmla="*/ 131 w 1000"/>
                <a:gd name="T99" fmla="*/ 449 h 1331"/>
                <a:gd name="T100" fmla="*/ 98 w 1000"/>
                <a:gd name="T101" fmla="*/ 464 h 1331"/>
                <a:gd name="T102" fmla="*/ 72 w 1000"/>
                <a:gd name="T103" fmla="*/ 463 h 1331"/>
                <a:gd name="T104" fmla="*/ 63 w 1000"/>
                <a:gd name="T105" fmla="*/ 455 h 1331"/>
                <a:gd name="T106" fmla="*/ 37 w 1000"/>
                <a:gd name="T107" fmla="*/ 462 h 1331"/>
                <a:gd name="T108" fmla="*/ 49 w 1000"/>
                <a:gd name="T109" fmla="*/ 444 h 1331"/>
                <a:gd name="T110" fmla="*/ 45 w 1000"/>
                <a:gd name="T111" fmla="*/ 436 h 1331"/>
                <a:gd name="T112" fmla="*/ 19 w 1000"/>
                <a:gd name="T113" fmla="*/ 440 h 1331"/>
                <a:gd name="T114" fmla="*/ 3 w 1000"/>
                <a:gd name="T115" fmla="*/ 417 h 1331"/>
                <a:gd name="T116" fmla="*/ 45 w 1000"/>
                <a:gd name="T117" fmla="*/ 382 h 1331"/>
                <a:gd name="T118" fmla="*/ 18 w 1000"/>
                <a:gd name="T119" fmla="*/ 375 h 133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000"/>
                <a:gd name="T181" fmla="*/ 0 h 1331"/>
                <a:gd name="T182" fmla="*/ 1000 w 1000"/>
                <a:gd name="T183" fmla="*/ 1331 h 133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000" h="1331">
                  <a:moveTo>
                    <a:pt x="0" y="1068"/>
                  </a:moveTo>
                  <a:lnTo>
                    <a:pt x="14" y="1030"/>
                  </a:lnTo>
                  <a:lnTo>
                    <a:pt x="20" y="1043"/>
                  </a:lnTo>
                  <a:lnTo>
                    <a:pt x="24" y="1023"/>
                  </a:lnTo>
                  <a:lnTo>
                    <a:pt x="72" y="1010"/>
                  </a:lnTo>
                  <a:lnTo>
                    <a:pt x="65" y="1028"/>
                  </a:lnTo>
                  <a:lnTo>
                    <a:pt x="84" y="1026"/>
                  </a:lnTo>
                  <a:lnTo>
                    <a:pt x="94" y="1006"/>
                  </a:lnTo>
                  <a:lnTo>
                    <a:pt x="111" y="1035"/>
                  </a:lnTo>
                  <a:lnTo>
                    <a:pt x="159" y="1034"/>
                  </a:lnTo>
                  <a:lnTo>
                    <a:pt x="131" y="1023"/>
                  </a:lnTo>
                  <a:lnTo>
                    <a:pt x="142" y="983"/>
                  </a:lnTo>
                  <a:lnTo>
                    <a:pt x="122" y="975"/>
                  </a:lnTo>
                  <a:lnTo>
                    <a:pt x="181" y="957"/>
                  </a:lnTo>
                  <a:lnTo>
                    <a:pt x="188" y="933"/>
                  </a:lnTo>
                  <a:lnTo>
                    <a:pt x="202" y="923"/>
                  </a:lnTo>
                  <a:lnTo>
                    <a:pt x="265" y="940"/>
                  </a:lnTo>
                  <a:lnTo>
                    <a:pt x="317" y="929"/>
                  </a:lnTo>
                  <a:lnTo>
                    <a:pt x="347" y="912"/>
                  </a:lnTo>
                  <a:lnTo>
                    <a:pt x="391" y="913"/>
                  </a:lnTo>
                  <a:lnTo>
                    <a:pt x="347" y="903"/>
                  </a:lnTo>
                  <a:lnTo>
                    <a:pt x="355" y="894"/>
                  </a:lnTo>
                  <a:lnTo>
                    <a:pt x="347" y="876"/>
                  </a:lnTo>
                  <a:lnTo>
                    <a:pt x="330" y="881"/>
                  </a:lnTo>
                  <a:lnTo>
                    <a:pt x="332" y="889"/>
                  </a:lnTo>
                  <a:lnTo>
                    <a:pt x="302" y="921"/>
                  </a:lnTo>
                  <a:lnTo>
                    <a:pt x="282" y="918"/>
                  </a:lnTo>
                  <a:lnTo>
                    <a:pt x="275" y="928"/>
                  </a:lnTo>
                  <a:lnTo>
                    <a:pt x="264" y="922"/>
                  </a:lnTo>
                  <a:lnTo>
                    <a:pt x="280" y="910"/>
                  </a:lnTo>
                  <a:lnTo>
                    <a:pt x="249" y="920"/>
                  </a:lnTo>
                  <a:lnTo>
                    <a:pt x="224" y="906"/>
                  </a:lnTo>
                  <a:lnTo>
                    <a:pt x="224" y="893"/>
                  </a:lnTo>
                  <a:lnTo>
                    <a:pt x="213" y="892"/>
                  </a:lnTo>
                  <a:lnTo>
                    <a:pt x="220" y="904"/>
                  </a:lnTo>
                  <a:lnTo>
                    <a:pt x="189" y="907"/>
                  </a:lnTo>
                  <a:lnTo>
                    <a:pt x="184" y="920"/>
                  </a:lnTo>
                  <a:lnTo>
                    <a:pt x="134" y="921"/>
                  </a:lnTo>
                  <a:lnTo>
                    <a:pt x="200" y="885"/>
                  </a:lnTo>
                  <a:lnTo>
                    <a:pt x="210" y="868"/>
                  </a:lnTo>
                  <a:lnTo>
                    <a:pt x="228" y="871"/>
                  </a:lnTo>
                  <a:lnTo>
                    <a:pt x="243" y="856"/>
                  </a:lnTo>
                  <a:lnTo>
                    <a:pt x="240" y="846"/>
                  </a:lnTo>
                  <a:lnTo>
                    <a:pt x="253" y="837"/>
                  </a:lnTo>
                  <a:lnTo>
                    <a:pt x="256" y="821"/>
                  </a:lnTo>
                  <a:lnTo>
                    <a:pt x="276" y="809"/>
                  </a:lnTo>
                  <a:lnTo>
                    <a:pt x="274" y="800"/>
                  </a:lnTo>
                  <a:lnTo>
                    <a:pt x="249" y="801"/>
                  </a:lnTo>
                  <a:lnTo>
                    <a:pt x="304" y="730"/>
                  </a:lnTo>
                  <a:lnTo>
                    <a:pt x="341" y="747"/>
                  </a:lnTo>
                  <a:lnTo>
                    <a:pt x="334" y="737"/>
                  </a:lnTo>
                  <a:lnTo>
                    <a:pt x="368" y="730"/>
                  </a:lnTo>
                  <a:lnTo>
                    <a:pt x="381" y="751"/>
                  </a:lnTo>
                  <a:lnTo>
                    <a:pt x="371" y="730"/>
                  </a:lnTo>
                  <a:lnTo>
                    <a:pt x="389" y="720"/>
                  </a:lnTo>
                  <a:lnTo>
                    <a:pt x="363" y="718"/>
                  </a:lnTo>
                  <a:lnTo>
                    <a:pt x="377" y="703"/>
                  </a:lnTo>
                  <a:lnTo>
                    <a:pt x="255" y="699"/>
                  </a:lnTo>
                  <a:lnTo>
                    <a:pt x="249" y="679"/>
                  </a:lnTo>
                  <a:lnTo>
                    <a:pt x="234" y="691"/>
                  </a:lnTo>
                  <a:lnTo>
                    <a:pt x="242" y="673"/>
                  </a:lnTo>
                  <a:lnTo>
                    <a:pt x="237" y="660"/>
                  </a:lnTo>
                  <a:lnTo>
                    <a:pt x="249" y="658"/>
                  </a:lnTo>
                  <a:lnTo>
                    <a:pt x="243" y="634"/>
                  </a:lnTo>
                  <a:lnTo>
                    <a:pt x="213" y="661"/>
                  </a:lnTo>
                  <a:lnTo>
                    <a:pt x="177" y="651"/>
                  </a:lnTo>
                  <a:lnTo>
                    <a:pt x="183" y="638"/>
                  </a:lnTo>
                  <a:lnTo>
                    <a:pt x="208" y="626"/>
                  </a:lnTo>
                  <a:lnTo>
                    <a:pt x="186" y="629"/>
                  </a:lnTo>
                  <a:lnTo>
                    <a:pt x="185" y="617"/>
                  </a:lnTo>
                  <a:lnTo>
                    <a:pt x="177" y="630"/>
                  </a:lnTo>
                  <a:lnTo>
                    <a:pt x="153" y="619"/>
                  </a:lnTo>
                  <a:lnTo>
                    <a:pt x="123" y="614"/>
                  </a:lnTo>
                  <a:lnTo>
                    <a:pt x="135" y="600"/>
                  </a:lnTo>
                  <a:lnTo>
                    <a:pt x="144" y="608"/>
                  </a:lnTo>
                  <a:lnTo>
                    <a:pt x="156" y="601"/>
                  </a:lnTo>
                  <a:lnTo>
                    <a:pt x="127" y="565"/>
                  </a:lnTo>
                  <a:lnTo>
                    <a:pt x="164" y="564"/>
                  </a:lnTo>
                  <a:lnTo>
                    <a:pt x="161" y="549"/>
                  </a:lnTo>
                  <a:lnTo>
                    <a:pt x="203" y="555"/>
                  </a:lnTo>
                  <a:lnTo>
                    <a:pt x="192" y="537"/>
                  </a:lnTo>
                  <a:lnTo>
                    <a:pt x="197" y="502"/>
                  </a:lnTo>
                  <a:lnTo>
                    <a:pt x="275" y="497"/>
                  </a:lnTo>
                  <a:lnTo>
                    <a:pt x="259" y="488"/>
                  </a:lnTo>
                  <a:lnTo>
                    <a:pt x="273" y="479"/>
                  </a:lnTo>
                  <a:lnTo>
                    <a:pt x="275" y="466"/>
                  </a:lnTo>
                  <a:lnTo>
                    <a:pt x="197" y="460"/>
                  </a:lnTo>
                  <a:lnTo>
                    <a:pt x="208" y="440"/>
                  </a:lnTo>
                  <a:lnTo>
                    <a:pt x="226" y="438"/>
                  </a:lnTo>
                  <a:lnTo>
                    <a:pt x="225" y="419"/>
                  </a:lnTo>
                  <a:lnTo>
                    <a:pt x="213" y="411"/>
                  </a:lnTo>
                  <a:lnTo>
                    <a:pt x="226" y="381"/>
                  </a:lnTo>
                  <a:lnTo>
                    <a:pt x="201" y="393"/>
                  </a:lnTo>
                  <a:lnTo>
                    <a:pt x="200" y="381"/>
                  </a:lnTo>
                  <a:lnTo>
                    <a:pt x="216" y="375"/>
                  </a:lnTo>
                  <a:lnTo>
                    <a:pt x="208" y="364"/>
                  </a:lnTo>
                  <a:lnTo>
                    <a:pt x="218" y="350"/>
                  </a:lnTo>
                  <a:lnTo>
                    <a:pt x="203" y="335"/>
                  </a:lnTo>
                  <a:lnTo>
                    <a:pt x="183" y="356"/>
                  </a:lnTo>
                  <a:lnTo>
                    <a:pt x="182" y="380"/>
                  </a:lnTo>
                  <a:lnTo>
                    <a:pt x="170" y="375"/>
                  </a:lnTo>
                  <a:lnTo>
                    <a:pt x="191" y="335"/>
                  </a:lnTo>
                  <a:lnTo>
                    <a:pt x="186" y="323"/>
                  </a:lnTo>
                  <a:lnTo>
                    <a:pt x="205" y="312"/>
                  </a:lnTo>
                  <a:lnTo>
                    <a:pt x="228" y="324"/>
                  </a:lnTo>
                  <a:lnTo>
                    <a:pt x="210" y="338"/>
                  </a:lnTo>
                  <a:lnTo>
                    <a:pt x="233" y="340"/>
                  </a:lnTo>
                  <a:lnTo>
                    <a:pt x="233" y="321"/>
                  </a:lnTo>
                  <a:lnTo>
                    <a:pt x="247" y="319"/>
                  </a:lnTo>
                  <a:lnTo>
                    <a:pt x="236" y="312"/>
                  </a:lnTo>
                  <a:lnTo>
                    <a:pt x="253" y="300"/>
                  </a:lnTo>
                  <a:lnTo>
                    <a:pt x="334" y="329"/>
                  </a:lnTo>
                  <a:lnTo>
                    <a:pt x="341" y="318"/>
                  </a:lnTo>
                  <a:lnTo>
                    <a:pt x="358" y="325"/>
                  </a:lnTo>
                  <a:lnTo>
                    <a:pt x="360" y="340"/>
                  </a:lnTo>
                  <a:lnTo>
                    <a:pt x="366" y="334"/>
                  </a:lnTo>
                  <a:lnTo>
                    <a:pt x="363" y="361"/>
                  </a:lnTo>
                  <a:lnTo>
                    <a:pt x="384" y="382"/>
                  </a:lnTo>
                  <a:lnTo>
                    <a:pt x="381" y="369"/>
                  </a:lnTo>
                  <a:lnTo>
                    <a:pt x="401" y="337"/>
                  </a:lnTo>
                  <a:lnTo>
                    <a:pt x="445" y="358"/>
                  </a:lnTo>
                  <a:lnTo>
                    <a:pt x="481" y="356"/>
                  </a:lnTo>
                  <a:lnTo>
                    <a:pt x="494" y="379"/>
                  </a:lnTo>
                  <a:lnTo>
                    <a:pt x="502" y="375"/>
                  </a:lnTo>
                  <a:lnTo>
                    <a:pt x="488" y="360"/>
                  </a:lnTo>
                  <a:lnTo>
                    <a:pt x="492" y="352"/>
                  </a:lnTo>
                  <a:lnTo>
                    <a:pt x="517" y="357"/>
                  </a:lnTo>
                  <a:lnTo>
                    <a:pt x="501" y="335"/>
                  </a:lnTo>
                  <a:lnTo>
                    <a:pt x="480" y="329"/>
                  </a:lnTo>
                  <a:lnTo>
                    <a:pt x="532" y="289"/>
                  </a:lnTo>
                  <a:lnTo>
                    <a:pt x="575" y="297"/>
                  </a:lnTo>
                  <a:lnTo>
                    <a:pt x="568" y="288"/>
                  </a:lnTo>
                  <a:lnTo>
                    <a:pt x="584" y="286"/>
                  </a:lnTo>
                  <a:lnTo>
                    <a:pt x="572" y="275"/>
                  </a:lnTo>
                  <a:lnTo>
                    <a:pt x="593" y="255"/>
                  </a:lnTo>
                  <a:lnTo>
                    <a:pt x="592" y="236"/>
                  </a:lnTo>
                  <a:lnTo>
                    <a:pt x="568" y="249"/>
                  </a:lnTo>
                  <a:lnTo>
                    <a:pt x="574" y="232"/>
                  </a:lnTo>
                  <a:lnTo>
                    <a:pt x="546" y="247"/>
                  </a:lnTo>
                  <a:lnTo>
                    <a:pt x="550" y="232"/>
                  </a:lnTo>
                  <a:lnTo>
                    <a:pt x="531" y="242"/>
                  </a:lnTo>
                  <a:lnTo>
                    <a:pt x="531" y="232"/>
                  </a:lnTo>
                  <a:lnTo>
                    <a:pt x="509" y="239"/>
                  </a:lnTo>
                  <a:lnTo>
                    <a:pt x="470" y="215"/>
                  </a:lnTo>
                  <a:lnTo>
                    <a:pt x="471" y="199"/>
                  </a:lnTo>
                  <a:lnTo>
                    <a:pt x="482" y="199"/>
                  </a:lnTo>
                  <a:lnTo>
                    <a:pt x="484" y="189"/>
                  </a:lnTo>
                  <a:lnTo>
                    <a:pt x="542" y="175"/>
                  </a:lnTo>
                  <a:lnTo>
                    <a:pt x="535" y="162"/>
                  </a:lnTo>
                  <a:lnTo>
                    <a:pt x="562" y="162"/>
                  </a:lnTo>
                  <a:lnTo>
                    <a:pt x="560" y="149"/>
                  </a:lnTo>
                  <a:lnTo>
                    <a:pt x="574" y="152"/>
                  </a:lnTo>
                  <a:lnTo>
                    <a:pt x="571" y="140"/>
                  </a:lnTo>
                  <a:lnTo>
                    <a:pt x="550" y="137"/>
                  </a:lnTo>
                  <a:lnTo>
                    <a:pt x="554" y="101"/>
                  </a:lnTo>
                  <a:lnTo>
                    <a:pt x="564" y="105"/>
                  </a:lnTo>
                  <a:lnTo>
                    <a:pt x="568" y="90"/>
                  </a:lnTo>
                  <a:lnTo>
                    <a:pt x="577" y="92"/>
                  </a:lnTo>
                  <a:lnTo>
                    <a:pt x="595" y="53"/>
                  </a:lnTo>
                  <a:lnTo>
                    <a:pt x="647" y="53"/>
                  </a:lnTo>
                  <a:lnTo>
                    <a:pt x="651" y="39"/>
                  </a:lnTo>
                  <a:lnTo>
                    <a:pt x="665" y="41"/>
                  </a:lnTo>
                  <a:lnTo>
                    <a:pt x="679" y="67"/>
                  </a:lnTo>
                  <a:lnTo>
                    <a:pt x="681" y="38"/>
                  </a:lnTo>
                  <a:lnTo>
                    <a:pt x="698" y="31"/>
                  </a:lnTo>
                  <a:lnTo>
                    <a:pt x="701" y="53"/>
                  </a:lnTo>
                  <a:lnTo>
                    <a:pt x="712" y="84"/>
                  </a:lnTo>
                  <a:lnTo>
                    <a:pt x="713" y="37"/>
                  </a:lnTo>
                  <a:lnTo>
                    <a:pt x="700" y="51"/>
                  </a:lnTo>
                  <a:lnTo>
                    <a:pt x="706" y="30"/>
                  </a:lnTo>
                  <a:lnTo>
                    <a:pt x="732" y="24"/>
                  </a:lnTo>
                  <a:lnTo>
                    <a:pt x="731" y="53"/>
                  </a:lnTo>
                  <a:lnTo>
                    <a:pt x="748" y="80"/>
                  </a:lnTo>
                  <a:lnTo>
                    <a:pt x="720" y="107"/>
                  </a:lnTo>
                  <a:lnTo>
                    <a:pt x="721" y="134"/>
                  </a:lnTo>
                  <a:lnTo>
                    <a:pt x="760" y="78"/>
                  </a:lnTo>
                  <a:lnTo>
                    <a:pt x="744" y="55"/>
                  </a:lnTo>
                  <a:lnTo>
                    <a:pt x="754" y="25"/>
                  </a:lnTo>
                  <a:lnTo>
                    <a:pt x="772" y="28"/>
                  </a:lnTo>
                  <a:lnTo>
                    <a:pt x="785" y="17"/>
                  </a:lnTo>
                  <a:lnTo>
                    <a:pt x="784" y="0"/>
                  </a:lnTo>
                  <a:lnTo>
                    <a:pt x="827" y="14"/>
                  </a:lnTo>
                  <a:lnTo>
                    <a:pt x="827" y="30"/>
                  </a:lnTo>
                  <a:lnTo>
                    <a:pt x="873" y="54"/>
                  </a:lnTo>
                  <a:lnTo>
                    <a:pt x="815" y="85"/>
                  </a:lnTo>
                  <a:lnTo>
                    <a:pt x="801" y="113"/>
                  </a:lnTo>
                  <a:lnTo>
                    <a:pt x="755" y="148"/>
                  </a:lnTo>
                  <a:lnTo>
                    <a:pt x="739" y="201"/>
                  </a:lnTo>
                  <a:lnTo>
                    <a:pt x="731" y="197"/>
                  </a:lnTo>
                  <a:lnTo>
                    <a:pt x="729" y="214"/>
                  </a:lnTo>
                  <a:lnTo>
                    <a:pt x="708" y="211"/>
                  </a:lnTo>
                  <a:lnTo>
                    <a:pt x="686" y="224"/>
                  </a:lnTo>
                  <a:lnTo>
                    <a:pt x="668" y="210"/>
                  </a:lnTo>
                  <a:lnTo>
                    <a:pt x="663" y="244"/>
                  </a:lnTo>
                  <a:lnTo>
                    <a:pt x="690" y="251"/>
                  </a:lnTo>
                  <a:lnTo>
                    <a:pt x="661" y="279"/>
                  </a:lnTo>
                  <a:lnTo>
                    <a:pt x="627" y="275"/>
                  </a:lnTo>
                  <a:lnTo>
                    <a:pt x="616" y="292"/>
                  </a:lnTo>
                  <a:lnTo>
                    <a:pt x="590" y="298"/>
                  </a:lnTo>
                  <a:lnTo>
                    <a:pt x="592" y="308"/>
                  </a:lnTo>
                  <a:lnTo>
                    <a:pt x="641" y="364"/>
                  </a:lnTo>
                  <a:lnTo>
                    <a:pt x="648" y="398"/>
                  </a:lnTo>
                  <a:lnTo>
                    <a:pt x="676" y="401"/>
                  </a:lnTo>
                  <a:lnTo>
                    <a:pt x="690" y="422"/>
                  </a:lnTo>
                  <a:lnTo>
                    <a:pt x="718" y="434"/>
                  </a:lnTo>
                  <a:lnTo>
                    <a:pt x="732" y="425"/>
                  </a:lnTo>
                  <a:lnTo>
                    <a:pt x="758" y="446"/>
                  </a:lnTo>
                  <a:lnTo>
                    <a:pt x="749" y="431"/>
                  </a:lnTo>
                  <a:lnTo>
                    <a:pt x="763" y="422"/>
                  </a:lnTo>
                  <a:lnTo>
                    <a:pt x="760" y="440"/>
                  </a:lnTo>
                  <a:lnTo>
                    <a:pt x="769" y="411"/>
                  </a:lnTo>
                  <a:lnTo>
                    <a:pt x="786" y="413"/>
                  </a:lnTo>
                  <a:lnTo>
                    <a:pt x="790" y="389"/>
                  </a:lnTo>
                  <a:lnTo>
                    <a:pt x="780" y="379"/>
                  </a:lnTo>
                  <a:lnTo>
                    <a:pt x="817" y="341"/>
                  </a:lnTo>
                  <a:lnTo>
                    <a:pt x="830" y="342"/>
                  </a:lnTo>
                  <a:lnTo>
                    <a:pt x="874" y="427"/>
                  </a:lnTo>
                  <a:lnTo>
                    <a:pt x="892" y="431"/>
                  </a:lnTo>
                  <a:lnTo>
                    <a:pt x="891" y="477"/>
                  </a:lnTo>
                  <a:lnTo>
                    <a:pt x="945" y="472"/>
                  </a:lnTo>
                  <a:lnTo>
                    <a:pt x="943" y="463"/>
                  </a:lnTo>
                  <a:lnTo>
                    <a:pt x="957" y="465"/>
                  </a:lnTo>
                  <a:lnTo>
                    <a:pt x="988" y="494"/>
                  </a:lnTo>
                  <a:lnTo>
                    <a:pt x="999" y="505"/>
                  </a:lnTo>
                  <a:lnTo>
                    <a:pt x="983" y="512"/>
                  </a:lnTo>
                  <a:lnTo>
                    <a:pt x="955" y="498"/>
                  </a:lnTo>
                  <a:lnTo>
                    <a:pt x="939" y="516"/>
                  </a:lnTo>
                  <a:lnTo>
                    <a:pt x="940" y="538"/>
                  </a:lnTo>
                  <a:lnTo>
                    <a:pt x="965" y="552"/>
                  </a:lnTo>
                  <a:lnTo>
                    <a:pt x="958" y="571"/>
                  </a:lnTo>
                  <a:lnTo>
                    <a:pt x="967" y="576"/>
                  </a:lnTo>
                  <a:lnTo>
                    <a:pt x="962" y="580"/>
                  </a:lnTo>
                  <a:lnTo>
                    <a:pt x="965" y="606"/>
                  </a:lnTo>
                  <a:lnTo>
                    <a:pt x="957" y="617"/>
                  </a:lnTo>
                  <a:lnTo>
                    <a:pt x="974" y="650"/>
                  </a:lnTo>
                  <a:lnTo>
                    <a:pt x="983" y="650"/>
                  </a:lnTo>
                  <a:lnTo>
                    <a:pt x="988" y="662"/>
                  </a:lnTo>
                  <a:lnTo>
                    <a:pt x="976" y="702"/>
                  </a:lnTo>
                  <a:lnTo>
                    <a:pt x="978" y="718"/>
                  </a:lnTo>
                  <a:lnTo>
                    <a:pt x="990" y="724"/>
                  </a:lnTo>
                  <a:lnTo>
                    <a:pt x="988" y="728"/>
                  </a:lnTo>
                  <a:lnTo>
                    <a:pt x="973" y="720"/>
                  </a:lnTo>
                  <a:lnTo>
                    <a:pt x="950" y="729"/>
                  </a:lnTo>
                  <a:lnTo>
                    <a:pt x="960" y="736"/>
                  </a:lnTo>
                  <a:lnTo>
                    <a:pt x="952" y="736"/>
                  </a:lnTo>
                  <a:lnTo>
                    <a:pt x="956" y="747"/>
                  </a:lnTo>
                  <a:lnTo>
                    <a:pt x="979" y="762"/>
                  </a:lnTo>
                  <a:lnTo>
                    <a:pt x="973" y="765"/>
                  </a:lnTo>
                  <a:lnTo>
                    <a:pt x="973" y="785"/>
                  </a:lnTo>
                  <a:lnTo>
                    <a:pt x="983" y="815"/>
                  </a:lnTo>
                  <a:lnTo>
                    <a:pt x="980" y="864"/>
                  </a:lnTo>
                  <a:lnTo>
                    <a:pt x="987" y="872"/>
                  </a:lnTo>
                  <a:lnTo>
                    <a:pt x="972" y="908"/>
                  </a:lnTo>
                  <a:lnTo>
                    <a:pt x="951" y="928"/>
                  </a:lnTo>
                  <a:lnTo>
                    <a:pt x="947" y="969"/>
                  </a:lnTo>
                  <a:lnTo>
                    <a:pt x="930" y="979"/>
                  </a:lnTo>
                  <a:lnTo>
                    <a:pt x="934" y="1008"/>
                  </a:lnTo>
                  <a:lnTo>
                    <a:pt x="891" y="1073"/>
                  </a:lnTo>
                  <a:lnTo>
                    <a:pt x="892" y="1084"/>
                  </a:lnTo>
                  <a:lnTo>
                    <a:pt x="879" y="1076"/>
                  </a:lnTo>
                  <a:lnTo>
                    <a:pt x="872" y="1084"/>
                  </a:lnTo>
                  <a:lnTo>
                    <a:pt x="881" y="1102"/>
                  </a:lnTo>
                  <a:lnTo>
                    <a:pt x="889" y="1089"/>
                  </a:lnTo>
                  <a:lnTo>
                    <a:pt x="883" y="1108"/>
                  </a:lnTo>
                  <a:lnTo>
                    <a:pt x="899" y="1122"/>
                  </a:lnTo>
                  <a:lnTo>
                    <a:pt x="887" y="1144"/>
                  </a:lnTo>
                  <a:lnTo>
                    <a:pt x="860" y="1130"/>
                  </a:lnTo>
                  <a:lnTo>
                    <a:pt x="836" y="1141"/>
                  </a:lnTo>
                  <a:lnTo>
                    <a:pt x="826" y="1129"/>
                  </a:lnTo>
                  <a:lnTo>
                    <a:pt x="791" y="1123"/>
                  </a:lnTo>
                  <a:lnTo>
                    <a:pt x="801" y="1111"/>
                  </a:lnTo>
                  <a:lnTo>
                    <a:pt x="786" y="1117"/>
                  </a:lnTo>
                  <a:lnTo>
                    <a:pt x="784" y="1135"/>
                  </a:lnTo>
                  <a:lnTo>
                    <a:pt x="762" y="1150"/>
                  </a:lnTo>
                  <a:lnTo>
                    <a:pt x="759" y="1115"/>
                  </a:lnTo>
                  <a:lnTo>
                    <a:pt x="748" y="1142"/>
                  </a:lnTo>
                  <a:lnTo>
                    <a:pt x="722" y="1145"/>
                  </a:lnTo>
                  <a:lnTo>
                    <a:pt x="724" y="1138"/>
                  </a:lnTo>
                  <a:lnTo>
                    <a:pt x="715" y="1134"/>
                  </a:lnTo>
                  <a:lnTo>
                    <a:pt x="708" y="1141"/>
                  </a:lnTo>
                  <a:lnTo>
                    <a:pt x="670" y="1137"/>
                  </a:lnTo>
                  <a:lnTo>
                    <a:pt x="624" y="1154"/>
                  </a:lnTo>
                  <a:lnTo>
                    <a:pt x="619" y="1146"/>
                  </a:lnTo>
                  <a:lnTo>
                    <a:pt x="615" y="1162"/>
                  </a:lnTo>
                  <a:lnTo>
                    <a:pt x="626" y="1163"/>
                  </a:lnTo>
                  <a:lnTo>
                    <a:pt x="615" y="1181"/>
                  </a:lnTo>
                  <a:lnTo>
                    <a:pt x="584" y="1193"/>
                  </a:lnTo>
                  <a:lnTo>
                    <a:pt x="568" y="1193"/>
                  </a:lnTo>
                  <a:lnTo>
                    <a:pt x="566" y="1200"/>
                  </a:lnTo>
                  <a:lnTo>
                    <a:pt x="554" y="1197"/>
                  </a:lnTo>
                  <a:lnTo>
                    <a:pt x="549" y="1216"/>
                  </a:lnTo>
                  <a:lnTo>
                    <a:pt x="514" y="1225"/>
                  </a:lnTo>
                  <a:lnTo>
                    <a:pt x="504" y="1237"/>
                  </a:lnTo>
                  <a:lnTo>
                    <a:pt x="478" y="1243"/>
                  </a:lnTo>
                  <a:lnTo>
                    <a:pt x="460" y="1237"/>
                  </a:lnTo>
                  <a:lnTo>
                    <a:pt x="478" y="1221"/>
                  </a:lnTo>
                  <a:lnTo>
                    <a:pt x="480" y="1204"/>
                  </a:lnTo>
                  <a:lnTo>
                    <a:pt x="444" y="1196"/>
                  </a:lnTo>
                  <a:lnTo>
                    <a:pt x="444" y="1258"/>
                  </a:lnTo>
                  <a:lnTo>
                    <a:pt x="397" y="1271"/>
                  </a:lnTo>
                  <a:lnTo>
                    <a:pt x="391" y="1296"/>
                  </a:lnTo>
                  <a:lnTo>
                    <a:pt x="385" y="1284"/>
                  </a:lnTo>
                  <a:lnTo>
                    <a:pt x="361" y="1284"/>
                  </a:lnTo>
                  <a:lnTo>
                    <a:pt x="350" y="1304"/>
                  </a:lnTo>
                  <a:lnTo>
                    <a:pt x="321" y="1294"/>
                  </a:lnTo>
                  <a:lnTo>
                    <a:pt x="296" y="1312"/>
                  </a:lnTo>
                  <a:lnTo>
                    <a:pt x="297" y="1304"/>
                  </a:lnTo>
                  <a:lnTo>
                    <a:pt x="283" y="1293"/>
                  </a:lnTo>
                  <a:lnTo>
                    <a:pt x="284" y="1299"/>
                  </a:lnTo>
                  <a:lnTo>
                    <a:pt x="240" y="1313"/>
                  </a:lnTo>
                  <a:lnTo>
                    <a:pt x="233" y="1322"/>
                  </a:lnTo>
                  <a:lnTo>
                    <a:pt x="219" y="1311"/>
                  </a:lnTo>
                  <a:lnTo>
                    <a:pt x="216" y="1330"/>
                  </a:lnTo>
                  <a:lnTo>
                    <a:pt x="200" y="1319"/>
                  </a:lnTo>
                  <a:lnTo>
                    <a:pt x="209" y="1304"/>
                  </a:lnTo>
                  <a:lnTo>
                    <a:pt x="195" y="1311"/>
                  </a:lnTo>
                  <a:lnTo>
                    <a:pt x="201" y="1293"/>
                  </a:lnTo>
                  <a:lnTo>
                    <a:pt x="189" y="1288"/>
                  </a:lnTo>
                  <a:lnTo>
                    <a:pt x="186" y="1299"/>
                  </a:lnTo>
                  <a:lnTo>
                    <a:pt x="149" y="1306"/>
                  </a:lnTo>
                  <a:lnTo>
                    <a:pt x="145" y="1295"/>
                  </a:lnTo>
                  <a:lnTo>
                    <a:pt x="130" y="1313"/>
                  </a:lnTo>
                  <a:lnTo>
                    <a:pt x="114" y="1317"/>
                  </a:lnTo>
                  <a:lnTo>
                    <a:pt x="113" y="1309"/>
                  </a:lnTo>
                  <a:lnTo>
                    <a:pt x="107" y="1317"/>
                  </a:lnTo>
                  <a:lnTo>
                    <a:pt x="101" y="1304"/>
                  </a:lnTo>
                  <a:lnTo>
                    <a:pt x="145" y="1287"/>
                  </a:lnTo>
                  <a:lnTo>
                    <a:pt x="174" y="1264"/>
                  </a:lnTo>
                  <a:lnTo>
                    <a:pt x="101" y="1281"/>
                  </a:lnTo>
                  <a:lnTo>
                    <a:pt x="147" y="1257"/>
                  </a:lnTo>
                  <a:lnTo>
                    <a:pt x="193" y="1244"/>
                  </a:lnTo>
                  <a:lnTo>
                    <a:pt x="195" y="1228"/>
                  </a:lnTo>
                  <a:lnTo>
                    <a:pt x="189" y="1231"/>
                  </a:lnTo>
                  <a:lnTo>
                    <a:pt x="176" y="1218"/>
                  </a:lnTo>
                  <a:lnTo>
                    <a:pt x="158" y="1239"/>
                  </a:lnTo>
                  <a:lnTo>
                    <a:pt x="135" y="1235"/>
                  </a:lnTo>
                  <a:lnTo>
                    <a:pt x="134" y="1241"/>
                  </a:lnTo>
                  <a:lnTo>
                    <a:pt x="92" y="1243"/>
                  </a:lnTo>
                  <a:lnTo>
                    <a:pt x="86" y="1253"/>
                  </a:lnTo>
                  <a:lnTo>
                    <a:pt x="35" y="1259"/>
                  </a:lnTo>
                  <a:lnTo>
                    <a:pt x="37" y="1247"/>
                  </a:lnTo>
                  <a:lnTo>
                    <a:pt x="58" y="1246"/>
                  </a:lnTo>
                  <a:lnTo>
                    <a:pt x="140" y="1183"/>
                  </a:lnTo>
                  <a:lnTo>
                    <a:pt x="174" y="1173"/>
                  </a:lnTo>
                  <a:lnTo>
                    <a:pt x="48" y="1204"/>
                  </a:lnTo>
                  <a:lnTo>
                    <a:pt x="34" y="1187"/>
                  </a:lnTo>
                  <a:lnTo>
                    <a:pt x="46" y="1161"/>
                  </a:lnTo>
                  <a:lnTo>
                    <a:pt x="8" y="1181"/>
                  </a:lnTo>
                  <a:lnTo>
                    <a:pt x="3" y="1145"/>
                  </a:lnTo>
                  <a:lnTo>
                    <a:pt x="21" y="1143"/>
                  </a:lnTo>
                  <a:lnTo>
                    <a:pt x="35" y="1113"/>
                  </a:lnTo>
                  <a:lnTo>
                    <a:pt x="109" y="1093"/>
                  </a:lnTo>
                  <a:lnTo>
                    <a:pt x="119" y="1071"/>
                  </a:lnTo>
                  <a:lnTo>
                    <a:pt x="137" y="1080"/>
                  </a:lnTo>
                  <a:lnTo>
                    <a:pt x="139" y="1068"/>
                  </a:lnTo>
                  <a:lnTo>
                    <a:pt x="105" y="1068"/>
                  </a:lnTo>
                  <a:lnTo>
                    <a:pt x="110" y="1080"/>
                  </a:lnTo>
                  <a:lnTo>
                    <a:pt x="100" y="1067"/>
                  </a:lnTo>
                  <a:lnTo>
                    <a:pt x="55" y="1072"/>
                  </a:lnTo>
                  <a:lnTo>
                    <a:pt x="55" y="1062"/>
                  </a:lnTo>
                  <a:lnTo>
                    <a:pt x="38" y="1059"/>
                  </a:lnTo>
                  <a:lnTo>
                    <a:pt x="38" y="1068"/>
                  </a:lnTo>
                  <a:lnTo>
                    <a:pt x="18" y="1059"/>
                  </a:lnTo>
                  <a:lnTo>
                    <a:pt x="0" y="106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7" name="Freeform 56">
              <a:extLst>
                <a:ext uri="{FF2B5EF4-FFF2-40B4-BE49-F238E27FC236}">
                  <a16:creationId xmlns:a16="http://schemas.microsoft.com/office/drawing/2014/main" id="{9A022A33-AAF7-6ACF-EEA9-E9D90CBECA0A}"/>
                </a:ext>
              </a:extLst>
            </p:cNvPr>
            <p:cNvSpPr>
              <a:spLocks noChangeAspect="1"/>
            </p:cNvSpPr>
            <p:nvPr/>
          </p:nvSpPr>
          <p:spPr bwMode="gray">
            <a:xfrm>
              <a:off x="1375041" y="3994132"/>
              <a:ext cx="74136" cy="65207"/>
            </a:xfrm>
            <a:custGeom>
              <a:avLst/>
              <a:gdLst>
                <a:gd name="T0" fmla="*/ 0 w 63"/>
                <a:gd name="T1" fmla="*/ 2 h 54"/>
                <a:gd name="T2" fmla="*/ 10 w 63"/>
                <a:gd name="T3" fmla="*/ 5 h 54"/>
                <a:gd name="T4" fmla="*/ 10 w 63"/>
                <a:gd name="T5" fmla="*/ 11 h 54"/>
                <a:gd name="T6" fmla="*/ 17 w 63"/>
                <a:gd name="T7" fmla="*/ 17 h 54"/>
                <a:gd name="T8" fmla="*/ 19 w 63"/>
                <a:gd name="T9" fmla="*/ 7 h 54"/>
                <a:gd name="T10" fmla="*/ 20 w 63"/>
                <a:gd name="T11" fmla="*/ 3 h 54"/>
                <a:gd name="T12" fmla="*/ 18 w 63"/>
                <a:gd name="T13" fmla="*/ 0 h 54"/>
                <a:gd name="T14" fmla="*/ 0 w 63"/>
                <a:gd name="T15" fmla="*/ 2 h 54"/>
                <a:gd name="T16" fmla="*/ 0 60000 65536"/>
                <a:gd name="T17" fmla="*/ 0 60000 65536"/>
                <a:gd name="T18" fmla="*/ 0 60000 65536"/>
                <a:gd name="T19" fmla="*/ 0 60000 65536"/>
                <a:gd name="T20" fmla="*/ 0 60000 65536"/>
                <a:gd name="T21" fmla="*/ 0 60000 65536"/>
                <a:gd name="T22" fmla="*/ 0 60000 65536"/>
                <a:gd name="T23" fmla="*/ 0 60000 65536"/>
                <a:gd name="T24" fmla="*/ 0 w 63"/>
                <a:gd name="T25" fmla="*/ 0 h 54"/>
                <a:gd name="T26" fmla="*/ 63 w 63"/>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3" h="54">
                  <a:moveTo>
                    <a:pt x="0" y="7"/>
                  </a:moveTo>
                  <a:lnTo>
                    <a:pt x="31" y="15"/>
                  </a:lnTo>
                  <a:lnTo>
                    <a:pt x="32" y="35"/>
                  </a:lnTo>
                  <a:lnTo>
                    <a:pt x="51" y="53"/>
                  </a:lnTo>
                  <a:lnTo>
                    <a:pt x="57" y="23"/>
                  </a:lnTo>
                  <a:lnTo>
                    <a:pt x="62" y="11"/>
                  </a:lnTo>
                  <a:lnTo>
                    <a:pt x="54" y="0"/>
                  </a:lnTo>
                  <a:lnTo>
                    <a:pt x="0" y="7"/>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8" name="Freeform 57">
              <a:extLst>
                <a:ext uri="{FF2B5EF4-FFF2-40B4-BE49-F238E27FC236}">
                  <a16:creationId xmlns:a16="http://schemas.microsoft.com/office/drawing/2014/main" id="{B5AB0413-8B08-E823-C264-0289A3CE7D65}"/>
                </a:ext>
              </a:extLst>
            </p:cNvPr>
            <p:cNvSpPr>
              <a:spLocks noChangeAspect="1"/>
            </p:cNvSpPr>
            <p:nvPr/>
          </p:nvSpPr>
          <p:spPr bwMode="gray">
            <a:xfrm>
              <a:off x="1405931" y="4080373"/>
              <a:ext cx="30890" cy="23138"/>
            </a:xfrm>
            <a:custGeom>
              <a:avLst/>
              <a:gdLst>
                <a:gd name="T0" fmla="*/ 0 w 23"/>
                <a:gd name="T1" fmla="*/ 6 h 19"/>
                <a:gd name="T2" fmla="*/ 8 w 23"/>
                <a:gd name="T3" fmla="*/ 0 h 19"/>
                <a:gd name="T4" fmla="*/ 9 w 23"/>
                <a:gd name="T5" fmla="*/ 5 h 19"/>
                <a:gd name="T6" fmla="*/ 0 w 23"/>
                <a:gd name="T7" fmla="*/ 6 h 19"/>
                <a:gd name="T8" fmla="*/ 0 60000 65536"/>
                <a:gd name="T9" fmla="*/ 0 60000 65536"/>
                <a:gd name="T10" fmla="*/ 0 60000 65536"/>
                <a:gd name="T11" fmla="*/ 0 60000 65536"/>
                <a:gd name="T12" fmla="*/ 0 w 23"/>
                <a:gd name="T13" fmla="*/ 0 h 19"/>
                <a:gd name="T14" fmla="*/ 23 w 23"/>
                <a:gd name="T15" fmla="*/ 19 h 19"/>
              </a:gdLst>
              <a:ahLst/>
              <a:cxnLst>
                <a:cxn ang="T8">
                  <a:pos x="T0" y="T1"/>
                </a:cxn>
                <a:cxn ang="T9">
                  <a:pos x="T2" y="T3"/>
                </a:cxn>
                <a:cxn ang="T10">
                  <a:pos x="T4" y="T5"/>
                </a:cxn>
                <a:cxn ang="T11">
                  <a:pos x="T6" y="T7"/>
                </a:cxn>
              </a:cxnLst>
              <a:rect l="T12" t="T13" r="T14" b="T15"/>
              <a:pathLst>
                <a:path w="23" h="19">
                  <a:moveTo>
                    <a:pt x="0" y="18"/>
                  </a:moveTo>
                  <a:lnTo>
                    <a:pt x="18" y="0"/>
                  </a:lnTo>
                  <a:lnTo>
                    <a:pt x="22" y="16"/>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29" name="Freeform 58">
              <a:extLst>
                <a:ext uri="{FF2B5EF4-FFF2-40B4-BE49-F238E27FC236}">
                  <a16:creationId xmlns:a16="http://schemas.microsoft.com/office/drawing/2014/main" id="{9F5957D1-A5AA-2C32-F927-54102BA944DF}"/>
                </a:ext>
              </a:extLst>
            </p:cNvPr>
            <p:cNvSpPr>
              <a:spLocks noChangeAspect="1"/>
            </p:cNvSpPr>
            <p:nvPr/>
          </p:nvSpPr>
          <p:spPr bwMode="gray">
            <a:xfrm>
              <a:off x="1830151" y="3600785"/>
              <a:ext cx="24712" cy="25241"/>
            </a:xfrm>
            <a:custGeom>
              <a:avLst/>
              <a:gdLst>
                <a:gd name="T0" fmla="*/ 0 w 18"/>
                <a:gd name="T1" fmla="*/ 6 h 19"/>
                <a:gd name="T2" fmla="*/ 6 w 18"/>
                <a:gd name="T3" fmla="*/ 0 h 19"/>
                <a:gd name="T4" fmla="*/ 7 w 18"/>
                <a:gd name="T5" fmla="*/ 7 h 19"/>
                <a:gd name="T6" fmla="*/ 0 w 18"/>
                <a:gd name="T7" fmla="*/ 6 h 19"/>
                <a:gd name="T8" fmla="*/ 0 60000 65536"/>
                <a:gd name="T9" fmla="*/ 0 60000 65536"/>
                <a:gd name="T10" fmla="*/ 0 60000 65536"/>
                <a:gd name="T11" fmla="*/ 0 60000 65536"/>
                <a:gd name="T12" fmla="*/ 0 w 18"/>
                <a:gd name="T13" fmla="*/ 0 h 19"/>
                <a:gd name="T14" fmla="*/ 18 w 18"/>
                <a:gd name="T15" fmla="*/ 19 h 19"/>
              </a:gdLst>
              <a:ahLst/>
              <a:cxnLst>
                <a:cxn ang="T8">
                  <a:pos x="T0" y="T1"/>
                </a:cxn>
                <a:cxn ang="T9">
                  <a:pos x="T2" y="T3"/>
                </a:cxn>
                <a:cxn ang="T10">
                  <a:pos x="T4" y="T5"/>
                </a:cxn>
                <a:cxn ang="T11">
                  <a:pos x="T6" y="T7"/>
                </a:cxn>
              </a:cxnLst>
              <a:rect l="T12" t="T13" r="T14" b="T15"/>
              <a:pathLst>
                <a:path w="18" h="19">
                  <a:moveTo>
                    <a:pt x="0" y="14"/>
                  </a:moveTo>
                  <a:lnTo>
                    <a:pt x="13" y="0"/>
                  </a:lnTo>
                  <a:lnTo>
                    <a:pt x="17" y="18"/>
                  </a:lnTo>
                  <a:lnTo>
                    <a:pt x="0" y="14"/>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0" name="Freeform 59">
              <a:extLst>
                <a:ext uri="{FF2B5EF4-FFF2-40B4-BE49-F238E27FC236}">
                  <a16:creationId xmlns:a16="http://schemas.microsoft.com/office/drawing/2014/main" id="{3DF269E1-8710-95E4-7AFA-75637C41A0E6}"/>
                </a:ext>
              </a:extLst>
            </p:cNvPr>
            <p:cNvSpPr>
              <a:spLocks noChangeAspect="1"/>
            </p:cNvSpPr>
            <p:nvPr/>
          </p:nvSpPr>
          <p:spPr bwMode="gray">
            <a:xfrm>
              <a:off x="1379159" y="4124546"/>
              <a:ext cx="22653" cy="21035"/>
            </a:xfrm>
            <a:custGeom>
              <a:avLst/>
              <a:gdLst>
                <a:gd name="T0" fmla="*/ 0 w 19"/>
                <a:gd name="T1" fmla="*/ 5 h 19"/>
                <a:gd name="T2" fmla="*/ 6 w 19"/>
                <a:gd name="T3" fmla="*/ 2 h 19"/>
                <a:gd name="T4" fmla="*/ 2 w 19"/>
                <a:gd name="T5" fmla="*/ 0 h 19"/>
                <a:gd name="T6" fmla="*/ 0 w 19"/>
                <a:gd name="T7" fmla="*/ 5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8"/>
                  </a:moveTo>
                  <a:lnTo>
                    <a:pt x="18" y="7"/>
                  </a:lnTo>
                  <a:lnTo>
                    <a:pt x="5" y="0"/>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1" name="Freeform 60">
              <a:extLst>
                <a:ext uri="{FF2B5EF4-FFF2-40B4-BE49-F238E27FC236}">
                  <a16:creationId xmlns:a16="http://schemas.microsoft.com/office/drawing/2014/main" id="{A781D39F-F340-A46C-9DFA-038ACED3156D}"/>
                </a:ext>
              </a:extLst>
            </p:cNvPr>
            <p:cNvSpPr>
              <a:spLocks noChangeAspect="1"/>
            </p:cNvSpPr>
            <p:nvPr/>
          </p:nvSpPr>
          <p:spPr bwMode="gray">
            <a:xfrm>
              <a:off x="1924879" y="3499819"/>
              <a:ext cx="24712" cy="25241"/>
            </a:xfrm>
            <a:custGeom>
              <a:avLst/>
              <a:gdLst>
                <a:gd name="T0" fmla="*/ 0 w 19"/>
                <a:gd name="T1" fmla="*/ 3 h 19"/>
                <a:gd name="T2" fmla="*/ 1 w 19"/>
                <a:gd name="T3" fmla="*/ 0 h 19"/>
                <a:gd name="T4" fmla="*/ 7 w 19"/>
                <a:gd name="T5" fmla="*/ 7 h 19"/>
                <a:gd name="T6" fmla="*/ 0 w 19"/>
                <a:gd name="T7" fmla="*/ 3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8"/>
                  </a:moveTo>
                  <a:lnTo>
                    <a:pt x="1" y="0"/>
                  </a:lnTo>
                  <a:lnTo>
                    <a:pt x="18" y="18"/>
                  </a:lnTo>
                  <a:lnTo>
                    <a:pt x="0" y="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2" name="Freeform 61">
              <a:extLst>
                <a:ext uri="{FF2B5EF4-FFF2-40B4-BE49-F238E27FC236}">
                  <a16:creationId xmlns:a16="http://schemas.microsoft.com/office/drawing/2014/main" id="{F36BFCA9-5219-FC52-CDAF-9A6413A32D7D}"/>
                </a:ext>
              </a:extLst>
            </p:cNvPr>
            <p:cNvSpPr>
              <a:spLocks noChangeAspect="1"/>
            </p:cNvSpPr>
            <p:nvPr/>
          </p:nvSpPr>
          <p:spPr bwMode="gray">
            <a:xfrm>
              <a:off x="1836329" y="3796407"/>
              <a:ext cx="24712" cy="18931"/>
            </a:xfrm>
            <a:custGeom>
              <a:avLst/>
              <a:gdLst>
                <a:gd name="T0" fmla="*/ 0 w 19"/>
                <a:gd name="T1" fmla="*/ 4 h 19"/>
                <a:gd name="T2" fmla="*/ 7 w 19"/>
                <a:gd name="T3" fmla="*/ 0 h 19"/>
                <a:gd name="T4" fmla="*/ 3 w 19"/>
                <a:gd name="T5" fmla="*/ 4 h 19"/>
                <a:gd name="T6" fmla="*/ 0 w 19"/>
                <a:gd name="T7" fmla="*/ 4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8"/>
                  </a:moveTo>
                  <a:lnTo>
                    <a:pt x="18" y="0"/>
                  </a:lnTo>
                  <a:lnTo>
                    <a:pt x="6" y="18"/>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3" name="Freeform 62">
              <a:extLst>
                <a:ext uri="{FF2B5EF4-FFF2-40B4-BE49-F238E27FC236}">
                  <a16:creationId xmlns:a16="http://schemas.microsoft.com/office/drawing/2014/main" id="{A1F2636E-1195-4144-3255-706D4581ED28}"/>
                </a:ext>
              </a:extLst>
            </p:cNvPr>
            <p:cNvSpPr>
              <a:spLocks noChangeAspect="1"/>
            </p:cNvSpPr>
            <p:nvPr/>
          </p:nvSpPr>
          <p:spPr bwMode="gray">
            <a:xfrm>
              <a:off x="1904286" y="3556612"/>
              <a:ext cx="667220" cy="546899"/>
            </a:xfrm>
            <a:custGeom>
              <a:avLst/>
              <a:gdLst>
                <a:gd name="T0" fmla="*/ 17 w 563"/>
                <a:gd name="T1" fmla="*/ 108 h 439"/>
                <a:gd name="T2" fmla="*/ 33 w 563"/>
                <a:gd name="T3" fmla="*/ 128 h 439"/>
                <a:gd name="T4" fmla="*/ 56 w 563"/>
                <a:gd name="T5" fmla="*/ 136 h 439"/>
                <a:gd name="T6" fmla="*/ 56 w 563"/>
                <a:gd name="T7" fmla="*/ 134 h 439"/>
                <a:gd name="T8" fmla="*/ 66 w 563"/>
                <a:gd name="T9" fmla="*/ 117 h 439"/>
                <a:gd name="T10" fmla="*/ 80 w 563"/>
                <a:gd name="T11" fmla="*/ 100 h 439"/>
                <a:gd name="T12" fmla="*/ 100 w 563"/>
                <a:gd name="T13" fmla="*/ 147 h 439"/>
                <a:gd name="T14" fmla="*/ 122 w 563"/>
                <a:gd name="T15" fmla="*/ 143 h 439"/>
                <a:gd name="T16" fmla="*/ 130 w 563"/>
                <a:gd name="T17" fmla="*/ 146 h 439"/>
                <a:gd name="T18" fmla="*/ 136 w 563"/>
                <a:gd name="T19" fmla="*/ 151 h 439"/>
                <a:gd name="T20" fmla="*/ 146 w 563"/>
                <a:gd name="T21" fmla="*/ 150 h 439"/>
                <a:gd name="T22" fmla="*/ 152 w 563"/>
                <a:gd name="T23" fmla="*/ 142 h 439"/>
                <a:gd name="T24" fmla="*/ 153 w 563"/>
                <a:gd name="T25" fmla="*/ 130 h 439"/>
                <a:gd name="T26" fmla="*/ 157 w 563"/>
                <a:gd name="T27" fmla="*/ 126 h 439"/>
                <a:gd name="T28" fmla="*/ 168 w 563"/>
                <a:gd name="T29" fmla="*/ 129 h 439"/>
                <a:gd name="T30" fmla="*/ 171 w 563"/>
                <a:gd name="T31" fmla="*/ 127 h 439"/>
                <a:gd name="T32" fmla="*/ 175 w 563"/>
                <a:gd name="T33" fmla="*/ 111 h 439"/>
                <a:gd name="T34" fmla="*/ 171 w 563"/>
                <a:gd name="T35" fmla="*/ 104 h 439"/>
                <a:gd name="T36" fmla="*/ 167 w 563"/>
                <a:gd name="T37" fmla="*/ 92 h 439"/>
                <a:gd name="T38" fmla="*/ 177 w 563"/>
                <a:gd name="T39" fmla="*/ 92 h 439"/>
                <a:gd name="T40" fmla="*/ 176 w 563"/>
                <a:gd name="T41" fmla="*/ 106 h 439"/>
                <a:gd name="T42" fmla="*/ 178 w 563"/>
                <a:gd name="T43" fmla="*/ 114 h 439"/>
                <a:gd name="T44" fmla="*/ 182 w 563"/>
                <a:gd name="T45" fmla="*/ 111 h 439"/>
                <a:gd name="T46" fmla="*/ 186 w 563"/>
                <a:gd name="T47" fmla="*/ 99 h 439"/>
                <a:gd name="T48" fmla="*/ 184 w 563"/>
                <a:gd name="T49" fmla="*/ 90 h 439"/>
                <a:gd name="T50" fmla="*/ 178 w 563"/>
                <a:gd name="T51" fmla="*/ 76 h 439"/>
                <a:gd name="T52" fmla="*/ 167 w 563"/>
                <a:gd name="T53" fmla="*/ 75 h 439"/>
                <a:gd name="T54" fmla="*/ 155 w 563"/>
                <a:gd name="T55" fmla="*/ 81 h 439"/>
                <a:gd name="T56" fmla="*/ 159 w 563"/>
                <a:gd name="T57" fmla="*/ 72 h 439"/>
                <a:gd name="T58" fmla="*/ 171 w 563"/>
                <a:gd name="T59" fmla="*/ 65 h 439"/>
                <a:gd name="T60" fmla="*/ 167 w 563"/>
                <a:gd name="T61" fmla="*/ 52 h 439"/>
                <a:gd name="T62" fmla="*/ 166 w 563"/>
                <a:gd name="T63" fmla="*/ 58 h 439"/>
                <a:gd name="T64" fmla="*/ 162 w 563"/>
                <a:gd name="T65" fmla="*/ 49 h 439"/>
                <a:gd name="T66" fmla="*/ 157 w 563"/>
                <a:gd name="T67" fmla="*/ 37 h 439"/>
                <a:gd name="T68" fmla="*/ 155 w 563"/>
                <a:gd name="T69" fmla="*/ 27 h 439"/>
                <a:gd name="T70" fmla="*/ 152 w 563"/>
                <a:gd name="T71" fmla="*/ 21 h 439"/>
                <a:gd name="T72" fmla="*/ 140 w 563"/>
                <a:gd name="T73" fmla="*/ 7 h 439"/>
                <a:gd name="T74" fmla="*/ 128 w 563"/>
                <a:gd name="T75" fmla="*/ 3 h 439"/>
                <a:gd name="T76" fmla="*/ 115 w 563"/>
                <a:gd name="T77" fmla="*/ 4 h 439"/>
                <a:gd name="T78" fmla="*/ 99 w 563"/>
                <a:gd name="T79" fmla="*/ 8 h 439"/>
                <a:gd name="T80" fmla="*/ 88 w 563"/>
                <a:gd name="T81" fmla="*/ 12 h 439"/>
                <a:gd name="T82" fmla="*/ 78 w 563"/>
                <a:gd name="T83" fmla="*/ 21 h 439"/>
                <a:gd name="T84" fmla="*/ 70 w 563"/>
                <a:gd name="T85" fmla="*/ 20 h 439"/>
                <a:gd name="T86" fmla="*/ 47 w 563"/>
                <a:gd name="T87" fmla="*/ 49 h 439"/>
                <a:gd name="T88" fmla="*/ 32 w 563"/>
                <a:gd name="T89" fmla="*/ 59 h 439"/>
                <a:gd name="T90" fmla="*/ 33 w 563"/>
                <a:gd name="T91" fmla="*/ 68 h 439"/>
                <a:gd name="T92" fmla="*/ 9 w 563"/>
                <a:gd name="T93" fmla="*/ 82 h 43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63"/>
                <a:gd name="T142" fmla="*/ 0 h 439"/>
                <a:gd name="T143" fmla="*/ 563 w 563"/>
                <a:gd name="T144" fmla="*/ 439 h 43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63" h="439">
                  <a:moveTo>
                    <a:pt x="0" y="240"/>
                  </a:moveTo>
                  <a:lnTo>
                    <a:pt x="2" y="251"/>
                  </a:lnTo>
                  <a:lnTo>
                    <a:pt x="51" y="307"/>
                  </a:lnTo>
                  <a:lnTo>
                    <a:pt x="58" y="340"/>
                  </a:lnTo>
                  <a:lnTo>
                    <a:pt x="86" y="343"/>
                  </a:lnTo>
                  <a:lnTo>
                    <a:pt x="99" y="364"/>
                  </a:lnTo>
                  <a:lnTo>
                    <a:pt x="128" y="376"/>
                  </a:lnTo>
                  <a:lnTo>
                    <a:pt x="142" y="367"/>
                  </a:lnTo>
                  <a:lnTo>
                    <a:pt x="168" y="388"/>
                  </a:lnTo>
                  <a:lnTo>
                    <a:pt x="159" y="373"/>
                  </a:lnTo>
                  <a:lnTo>
                    <a:pt x="173" y="364"/>
                  </a:lnTo>
                  <a:lnTo>
                    <a:pt x="170" y="382"/>
                  </a:lnTo>
                  <a:lnTo>
                    <a:pt x="179" y="353"/>
                  </a:lnTo>
                  <a:lnTo>
                    <a:pt x="197" y="355"/>
                  </a:lnTo>
                  <a:lnTo>
                    <a:pt x="200" y="332"/>
                  </a:lnTo>
                  <a:lnTo>
                    <a:pt x="190" y="321"/>
                  </a:lnTo>
                  <a:lnTo>
                    <a:pt x="228" y="283"/>
                  </a:lnTo>
                  <a:lnTo>
                    <a:pt x="241" y="285"/>
                  </a:lnTo>
                  <a:lnTo>
                    <a:pt x="285" y="369"/>
                  </a:lnTo>
                  <a:lnTo>
                    <a:pt x="303" y="373"/>
                  </a:lnTo>
                  <a:lnTo>
                    <a:pt x="301" y="419"/>
                  </a:lnTo>
                  <a:lnTo>
                    <a:pt x="355" y="414"/>
                  </a:lnTo>
                  <a:lnTo>
                    <a:pt x="353" y="405"/>
                  </a:lnTo>
                  <a:lnTo>
                    <a:pt x="368" y="407"/>
                  </a:lnTo>
                  <a:lnTo>
                    <a:pt x="382" y="408"/>
                  </a:lnTo>
                  <a:lnTo>
                    <a:pt x="393" y="411"/>
                  </a:lnTo>
                  <a:lnTo>
                    <a:pt x="393" y="417"/>
                  </a:lnTo>
                  <a:lnTo>
                    <a:pt x="397" y="419"/>
                  </a:lnTo>
                  <a:lnTo>
                    <a:pt x="415" y="425"/>
                  </a:lnTo>
                  <a:lnTo>
                    <a:pt x="411" y="431"/>
                  </a:lnTo>
                  <a:lnTo>
                    <a:pt x="416" y="438"/>
                  </a:lnTo>
                  <a:lnTo>
                    <a:pt x="430" y="431"/>
                  </a:lnTo>
                  <a:lnTo>
                    <a:pt x="439" y="429"/>
                  </a:lnTo>
                  <a:lnTo>
                    <a:pt x="447" y="420"/>
                  </a:lnTo>
                  <a:lnTo>
                    <a:pt x="455" y="416"/>
                  </a:lnTo>
                  <a:lnTo>
                    <a:pt x="459" y="404"/>
                  </a:lnTo>
                  <a:lnTo>
                    <a:pt x="465" y="391"/>
                  </a:lnTo>
                  <a:lnTo>
                    <a:pt x="462" y="382"/>
                  </a:lnTo>
                  <a:lnTo>
                    <a:pt x="462" y="369"/>
                  </a:lnTo>
                  <a:lnTo>
                    <a:pt x="471" y="362"/>
                  </a:lnTo>
                  <a:lnTo>
                    <a:pt x="474" y="354"/>
                  </a:lnTo>
                  <a:lnTo>
                    <a:pt x="475" y="360"/>
                  </a:lnTo>
                  <a:lnTo>
                    <a:pt x="486" y="360"/>
                  </a:lnTo>
                  <a:lnTo>
                    <a:pt x="502" y="361"/>
                  </a:lnTo>
                  <a:lnTo>
                    <a:pt x="507" y="368"/>
                  </a:lnTo>
                  <a:lnTo>
                    <a:pt x="512" y="366"/>
                  </a:lnTo>
                  <a:lnTo>
                    <a:pt x="514" y="360"/>
                  </a:lnTo>
                  <a:lnTo>
                    <a:pt x="518" y="362"/>
                  </a:lnTo>
                  <a:lnTo>
                    <a:pt x="537" y="342"/>
                  </a:lnTo>
                  <a:lnTo>
                    <a:pt x="533" y="327"/>
                  </a:lnTo>
                  <a:lnTo>
                    <a:pt x="528" y="316"/>
                  </a:lnTo>
                  <a:lnTo>
                    <a:pt x="506" y="321"/>
                  </a:lnTo>
                  <a:lnTo>
                    <a:pt x="516" y="310"/>
                  </a:lnTo>
                  <a:lnTo>
                    <a:pt x="518" y="297"/>
                  </a:lnTo>
                  <a:lnTo>
                    <a:pt x="516" y="287"/>
                  </a:lnTo>
                  <a:lnTo>
                    <a:pt x="518" y="268"/>
                  </a:lnTo>
                  <a:lnTo>
                    <a:pt x="505" y="261"/>
                  </a:lnTo>
                  <a:lnTo>
                    <a:pt x="514" y="248"/>
                  </a:lnTo>
                  <a:lnTo>
                    <a:pt x="532" y="266"/>
                  </a:lnTo>
                  <a:lnTo>
                    <a:pt x="535" y="264"/>
                  </a:lnTo>
                  <a:lnTo>
                    <a:pt x="539" y="279"/>
                  </a:lnTo>
                  <a:lnTo>
                    <a:pt x="536" y="301"/>
                  </a:lnTo>
                  <a:lnTo>
                    <a:pt x="530" y="303"/>
                  </a:lnTo>
                  <a:lnTo>
                    <a:pt x="530" y="313"/>
                  </a:lnTo>
                  <a:lnTo>
                    <a:pt x="534" y="315"/>
                  </a:lnTo>
                  <a:lnTo>
                    <a:pt x="539" y="326"/>
                  </a:lnTo>
                  <a:lnTo>
                    <a:pt x="545" y="338"/>
                  </a:lnTo>
                  <a:lnTo>
                    <a:pt x="547" y="323"/>
                  </a:lnTo>
                  <a:lnTo>
                    <a:pt x="551" y="318"/>
                  </a:lnTo>
                  <a:lnTo>
                    <a:pt x="551" y="303"/>
                  </a:lnTo>
                  <a:lnTo>
                    <a:pt x="557" y="298"/>
                  </a:lnTo>
                  <a:lnTo>
                    <a:pt x="562" y="284"/>
                  </a:lnTo>
                  <a:lnTo>
                    <a:pt x="558" y="283"/>
                  </a:lnTo>
                  <a:lnTo>
                    <a:pt x="553" y="266"/>
                  </a:lnTo>
                  <a:lnTo>
                    <a:pt x="554" y="256"/>
                  </a:lnTo>
                  <a:lnTo>
                    <a:pt x="548" y="246"/>
                  </a:lnTo>
                  <a:lnTo>
                    <a:pt x="545" y="230"/>
                  </a:lnTo>
                  <a:lnTo>
                    <a:pt x="538" y="218"/>
                  </a:lnTo>
                  <a:lnTo>
                    <a:pt x="529" y="213"/>
                  </a:lnTo>
                  <a:lnTo>
                    <a:pt x="521" y="216"/>
                  </a:lnTo>
                  <a:lnTo>
                    <a:pt x="504" y="212"/>
                  </a:lnTo>
                  <a:lnTo>
                    <a:pt x="493" y="215"/>
                  </a:lnTo>
                  <a:lnTo>
                    <a:pt x="478" y="224"/>
                  </a:lnTo>
                  <a:lnTo>
                    <a:pt x="470" y="231"/>
                  </a:lnTo>
                  <a:lnTo>
                    <a:pt x="469" y="227"/>
                  </a:lnTo>
                  <a:lnTo>
                    <a:pt x="472" y="213"/>
                  </a:lnTo>
                  <a:lnTo>
                    <a:pt x="482" y="204"/>
                  </a:lnTo>
                  <a:lnTo>
                    <a:pt x="500" y="195"/>
                  </a:lnTo>
                  <a:lnTo>
                    <a:pt x="512" y="191"/>
                  </a:lnTo>
                  <a:lnTo>
                    <a:pt x="516" y="184"/>
                  </a:lnTo>
                  <a:lnTo>
                    <a:pt x="516" y="173"/>
                  </a:lnTo>
                  <a:lnTo>
                    <a:pt x="512" y="155"/>
                  </a:lnTo>
                  <a:lnTo>
                    <a:pt x="505" y="149"/>
                  </a:lnTo>
                  <a:lnTo>
                    <a:pt x="500" y="148"/>
                  </a:lnTo>
                  <a:lnTo>
                    <a:pt x="499" y="153"/>
                  </a:lnTo>
                  <a:lnTo>
                    <a:pt x="503" y="165"/>
                  </a:lnTo>
                  <a:lnTo>
                    <a:pt x="495" y="155"/>
                  </a:lnTo>
                  <a:lnTo>
                    <a:pt x="496" y="147"/>
                  </a:lnTo>
                  <a:lnTo>
                    <a:pt x="490" y="140"/>
                  </a:lnTo>
                  <a:lnTo>
                    <a:pt x="488" y="133"/>
                  </a:lnTo>
                  <a:lnTo>
                    <a:pt x="480" y="120"/>
                  </a:lnTo>
                  <a:lnTo>
                    <a:pt x="475" y="107"/>
                  </a:lnTo>
                  <a:lnTo>
                    <a:pt x="464" y="101"/>
                  </a:lnTo>
                  <a:lnTo>
                    <a:pt x="469" y="91"/>
                  </a:lnTo>
                  <a:lnTo>
                    <a:pt x="470" y="77"/>
                  </a:lnTo>
                  <a:lnTo>
                    <a:pt x="453" y="76"/>
                  </a:lnTo>
                  <a:lnTo>
                    <a:pt x="455" y="63"/>
                  </a:lnTo>
                  <a:lnTo>
                    <a:pt x="458" y="61"/>
                  </a:lnTo>
                  <a:lnTo>
                    <a:pt x="461" y="40"/>
                  </a:lnTo>
                  <a:lnTo>
                    <a:pt x="439" y="16"/>
                  </a:lnTo>
                  <a:lnTo>
                    <a:pt x="422" y="20"/>
                  </a:lnTo>
                  <a:lnTo>
                    <a:pt x="405" y="6"/>
                  </a:lnTo>
                  <a:lnTo>
                    <a:pt x="397" y="3"/>
                  </a:lnTo>
                  <a:lnTo>
                    <a:pt x="388" y="8"/>
                  </a:lnTo>
                  <a:lnTo>
                    <a:pt x="375" y="0"/>
                  </a:lnTo>
                  <a:lnTo>
                    <a:pt x="361" y="5"/>
                  </a:lnTo>
                  <a:lnTo>
                    <a:pt x="347" y="12"/>
                  </a:lnTo>
                  <a:lnTo>
                    <a:pt x="332" y="12"/>
                  </a:lnTo>
                  <a:lnTo>
                    <a:pt x="315" y="22"/>
                  </a:lnTo>
                  <a:lnTo>
                    <a:pt x="299" y="22"/>
                  </a:lnTo>
                  <a:lnTo>
                    <a:pt x="286" y="20"/>
                  </a:lnTo>
                  <a:lnTo>
                    <a:pt x="275" y="12"/>
                  </a:lnTo>
                  <a:lnTo>
                    <a:pt x="266" y="36"/>
                  </a:lnTo>
                  <a:lnTo>
                    <a:pt x="259" y="44"/>
                  </a:lnTo>
                  <a:lnTo>
                    <a:pt x="253" y="59"/>
                  </a:lnTo>
                  <a:lnTo>
                    <a:pt x="237" y="59"/>
                  </a:lnTo>
                  <a:lnTo>
                    <a:pt x="226" y="52"/>
                  </a:lnTo>
                  <a:lnTo>
                    <a:pt x="216" y="53"/>
                  </a:lnTo>
                  <a:lnTo>
                    <a:pt x="212" y="56"/>
                  </a:lnTo>
                  <a:lnTo>
                    <a:pt x="166" y="91"/>
                  </a:lnTo>
                  <a:lnTo>
                    <a:pt x="149" y="144"/>
                  </a:lnTo>
                  <a:lnTo>
                    <a:pt x="141" y="140"/>
                  </a:lnTo>
                  <a:lnTo>
                    <a:pt x="139" y="157"/>
                  </a:lnTo>
                  <a:lnTo>
                    <a:pt x="118" y="154"/>
                  </a:lnTo>
                  <a:lnTo>
                    <a:pt x="96" y="167"/>
                  </a:lnTo>
                  <a:lnTo>
                    <a:pt x="78" y="153"/>
                  </a:lnTo>
                  <a:lnTo>
                    <a:pt x="72" y="187"/>
                  </a:lnTo>
                  <a:lnTo>
                    <a:pt x="100" y="193"/>
                  </a:lnTo>
                  <a:lnTo>
                    <a:pt x="71" y="222"/>
                  </a:lnTo>
                  <a:lnTo>
                    <a:pt x="37" y="217"/>
                  </a:lnTo>
                  <a:lnTo>
                    <a:pt x="26" y="235"/>
                  </a:lnTo>
                  <a:lnTo>
                    <a:pt x="0" y="24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4" name="Freeform 63">
              <a:extLst>
                <a:ext uri="{FF2B5EF4-FFF2-40B4-BE49-F238E27FC236}">
                  <a16:creationId xmlns:a16="http://schemas.microsoft.com/office/drawing/2014/main" id="{93959AEB-3203-1C61-FF34-9495561A0A61}"/>
                </a:ext>
              </a:extLst>
            </p:cNvPr>
            <p:cNvSpPr>
              <a:spLocks noChangeAspect="1"/>
            </p:cNvSpPr>
            <p:nvPr/>
          </p:nvSpPr>
          <p:spPr bwMode="gray">
            <a:xfrm>
              <a:off x="2466481" y="2088399"/>
              <a:ext cx="1031720" cy="1783732"/>
            </a:xfrm>
            <a:custGeom>
              <a:avLst/>
              <a:gdLst>
                <a:gd name="T0" fmla="*/ 148 w 872"/>
                <a:gd name="T1" fmla="*/ 118 h 1425"/>
                <a:gd name="T2" fmla="*/ 209 w 872"/>
                <a:gd name="T3" fmla="*/ 27 h 1425"/>
                <a:gd name="T4" fmla="*/ 138 w 872"/>
                <a:gd name="T5" fmla="*/ 16 h 1425"/>
                <a:gd name="T6" fmla="*/ 105 w 872"/>
                <a:gd name="T7" fmla="*/ 15 h 1425"/>
                <a:gd name="T8" fmla="*/ 82 w 872"/>
                <a:gd name="T9" fmla="*/ 42 h 1425"/>
                <a:gd name="T10" fmla="*/ 63 w 872"/>
                <a:gd name="T11" fmla="*/ 63 h 1425"/>
                <a:gd name="T12" fmla="*/ 61 w 872"/>
                <a:gd name="T13" fmla="*/ 88 h 1425"/>
                <a:gd name="T14" fmla="*/ 36 w 872"/>
                <a:gd name="T15" fmla="*/ 108 h 1425"/>
                <a:gd name="T16" fmla="*/ 43 w 872"/>
                <a:gd name="T17" fmla="*/ 139 h 1425"/>
                <a:gd name="T18" fmla="*/ 34 w 872"/>
                <a:gd name="T19" fmla="*/ 166 h 1425"/>
                <a:gd name="T20" fmla="*/ 31 w 872"/>
                <a:gd name="T21" fmla="*/ 194 h 1425"/>
                <a:gd name="T22" fmla="*/ 24 w 872"/>
                <a:gd name="T23" fmla="*/ 221 h 1425"/>
                <a:gd name="T24" fmla="*/ 21 w 872"/>
                <a:gd name="T25" fmla="*/ 245 h 1425"/>
                <a:gd name="T26" fmla="*/ 68 w 872"/>
                <a:gd name="T27" fmla="*/ 231 h 1425"/>
                <a:gd name="T28" fmla="*/ 49 w 872"/>
                <a:gd name="T29" fmla="*/ 267 h 1425"/>
                <a:gd name="T30" fmla="*/ 36 w 872"/>
                <a:gd name="T31" fmla="*/ 297 h 1425"/>
                <a:gd name="T32" fmla="*/ 37 w 872"/>
                <a:gd name="T33" fmla="*/ 314 h 1425"/>
                <a:gd name="T34" fmla="*/ 29 w 872"/>
                <a:gd name="T35" fmla="*/ 340 h 1425"/>
                <a:gd name="T36" fmla="*/ 22 w 872"/>
                <a:gd name="T37" fmla="*/ 378 h 1425"/>
                <a:gd name="T38" fmla="*/ 32 w 872"/>
                <a:gd name="T39" fmla="*/ 408 h 1425"/>
                <a:gd name="T40" fmla="*/ 44 w 872"/>
                <a:gd name="T41" fmla="*/ 343 h 1425"/>
                <a:gd name="T42" fmla="*/ 49 w 872"/>
                <a:gd name="T43" fmla="*/ 346 h 1425"/>
                <a:gd name="T44" fmla="*/ 68 w 872"/>
                <a:gd name="T45" fmla="*/ 347 h 1425"/>
                <a:gd name="T46" fmla="*/ 81 w 872"/>
                <a:gd name="T47" fmla="*/ 333 h 1425"/>
                <a:gd name="T48" fmla="*/ 80 w 872"/>
                <a:gd name="T49" fmla="*/ 337 h 1425"/>
                <a:gd name="T50" fmla="*/ 79 w 872"/>
                <a:gd name="T51" fmla="*/ 375 h 1425"/>
                <a:gd name="T52" fmla="*/ 83 w 872"/>
                <a:gd name="T53" fmla="*/ 403 h 1425"/>
                <a:gd name="T54" fmla="*/ 61 w 872"/>
                <a:gd name="T55" fmla="*/ 464 h 1425"/>
                <a:gd name="T56" fmla="*/ 53 w 872"/>
                <a:gd name="T57" fmla="*/ 471 h 1425"/>
                <a:gd name="T58" fmla="*/ 70 w 872"/>
                <a:gd name="T59" fmla="*/ 498 h 1425"/>
                <a:gd name="T60" fmla="*/ 91 w 872"/>
                <a:gd name="T61" fmla="*/ 493 h 1425"/>
                <a:gd name="T62" fmla="*/ 111 w 872"/>
                <a:gd name="T63" fmla="*/ 481 h 1425"/>
                <a:gd name="T64" fmla="*/ 140 w 872"/>
                <a:gd name="T65" fmla="*/ 481 h 1425"/>
                <a:gd name="T66" fmla="*/ 161 w 872"/>
                <a:gd name="T67" fmla="*/ 467 h 1425"/>
                <a:gd name="T68" fmla="*/ 193 w 872"/>
                <a:gd name="T69" fmla="*/ 467 h 1425"/>
                <a:gd name="T70" fmla="*/ 214 w 872"/>
                <a:gd name="T71" fmla="*/ 445 h 1425"/>
                <a:gd name="T72" fmla="*/ 228 w 872"/>
                <a:gd name="T73" fmla="*/ 428 h 1425"/>
                <a:gd name="T74" fmla="*/ 252 w 872"/>
                <a:gd name="T75" fmla="*/ 409 h 1425"/>
                <a:gd name="T76" fmla="*/ 260 w 872"/>
                <a:gd name="T77" fmla="*/ 372 h 1425"/>
                <a:gd name="T78" fmla="*/ 246 w 872"/>
                <a:gd name="T79" fmla="*/ 349 h 1425"/>
                <a:gd name="T80" fmla="*/ 219 w 872"/>
                <a:gd name="T81" fmla="*/ 332 h 1425"/>
                <a:gd name="T82" fmla="*/ 182 w 872"/>
                <a:gd name="T83" fmla="*/ 341 h 1425"/>
                <a:gd name="T84" fmla="*/ 152 w 872"/>
                <a:gd name="T85" fmla="*/ 326 h 1425"/>
                <a:gd name="T86" fmla="*/ 182 w 872"/>
                <a:gd name="T87" fmla="*/ 333 h 1425"/>
                <a:gd name="T88" fmla="*/ 210 w 872"/>
                <a:gd name="T89" fmla="*/ 315 h 1425"/>
                <a:gd name="T90" fmla="*/ 218 w 872"/>
                <a:gd name="T91" fmla="*/ 298 h 1425"/>
                <a:gd name="T92" fmla="*/ 208 w 872"/>
                <a:gd name="T93" fmla="*/ 283 h 1425"/>
                <a:gd name="T94" fmla="*/ 193 w 872"/>
                <a:gd name="T95" fmla="*/ 288 h 1425"/>
                <a:gd name="T96" fmla="*/ 222 w 872"/>
                <a:gd name="T97" fmla="*/ 280 h 1425"/>
                <a:gd name="T98" fmla="*/ 240 w 872"/>
                <a:gd name="T99" fmla="*/ 252 h 1425"/>
                <a:gd name="T100" fmla="*/ 265 w 872"/>
                <a:gd name="T101" fmla="*/ 198 h 1425"/>
                <a:gd name="T102" fmla="*/ 283 w 872"/>
                <a:gd name="T103" fmla="*/ 166 h 1425"/>
                <a:gd name="T104" fmla="*/ 284 w 872"/>
                <a:gd name="T105" fmla="*/ 143 h 1425"/>
                <a:gd name="T106" fmla="*/ 258 w 872"/>
                <a:gd name="T107" fmla="*/ 131 h 1425"/>
                <a:gd name="T108" fmla="*/ 229 w 872"/>
                <a:gd name="T109" fmla="*/ 129 h 1425"/>
                <a:gd name="T110" fmla="*/ 179 w 872"/>
                <a:gd name="T111" fmla="*/ 126 h 142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72"/>
                <a:gd name="T169" fmla="*/ 0 h 1425"/>
                <a:gd name="T170" fmla="*/ 872 w 872"/>
                <a:gd name="T171" fmla="*/ 1425 h 142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72" h="1425">
                  <a:moveTo>
                    <a:pt x="493" y="373"/>
                  </a:moveTo>
                  <a:lnTo>
                    <a:pt x="433" y="389"/>
                  </a:lnTo>
                  <a:lnTo>
                    <a:pt x="412" y="416"/>
                  </a:lnTo>
                  <a:lnTo>
                    <a:pt x="371" y="412"/>
                  </a:lnTo>
                  <a:lnTo>
                    <a:pt x="402" y="410"/>
                  </a:lnTo>
                  <a:lnTo>
                    <a:pt x="447" y="358"/>
                  </a:lnTo>
                  <a:lnTo>
                    <a:pt x="384" y="364"/>
                  </a:lnTo>
                  <a:lnTo>
                    <a:pt x="449" y="332"/>
                  </a:lnTo>
                  <a:lnTo>
                    <a:pt x="451" y="350"/>
                  </a:lnTo>
                  <a:lnTo>
                    <a:pt x="488" y="288"/>
                  </a:lnTo>
                  <a:lnTo>
                    <a:pt x="476" y="302"/>
                  </a:lnTo>
                  <a:lnTo>
                    <a:pt x="420" y="286"/>
                  </a:lnTo>
                  <a:lnTo>
                    <a:pt x="453" y="285"/>
                  </a:lnTo>
                  <a:lnTo>
                    <a:pt x="462" y="248"/>
                  </a:lnTo>
                  <a:lnTo>
                    <a:pt x="629" y="113"/>
                  </a:lnTo>
                  <a:lnTo>
                    <a:pt x="631" y="78"/>
                  </a:lnTo>
                  <a:lnTo>
                    <a:pt x="649" y="21"/>
                  </a:lnTo>
                  <a:lnTo>
                    <a:pt x="583" y="0"/>
                  </a:lnTo>
                  <a:lnTo>
                    <a:pt x="583" y="32"/>
                  </a:lnTo>
                  <a:lnTo>
                    <a:pt x="529" y="22"/>
                  </a:lnTo>
                  <a:lnTo>
                    <a:pt x="507" y="38"/>
                  </a:lnTo>
                  <a:lnTo>
                    <a:pt x="465" y="32"/>
                  </a:lnTo>
                  <a:lnTo>
                    <a:pt x="463" y="23"/>
                  </a:lnTo>
                  <a:lnTo>
                    <a:pt x="419" y="45"/>
                  </a:lnTo>
                  <a:lnTo>
                    <a:pt x="402" y="41"/>
                  </a:lnTo>
                  <a:lnTo>
                    <a:pt x="379" y="72"/>
                  </a:lnTo>
                  <a:lnTo>
                    <a:pt x="385" y="35"/>
                  </a:lnTo>
                  <a:lnTo>
                    <a:pt x="359" y="28"/>
                  </a:lnTo>
                  <a:lnTo>
                    <a:pt x="326" y="73"/>
                  </a:lnTo>
                  <a:lnTo>
                    <a:pt x="345" y="37"/>
                  </a:lnTo>
                  <a:lnTo>
                    <a:pt x="326" y="12"/>
                  </a:lnTo>
                  <a:lnTo>
                    <a:pt x="318" y="44"/>
                  </a:lnTo>
                  <a:lnTo>
                    <a:pt x="318" y="19"/>
                  </a:lnTo>
                  <a:lnTo>
                    <a:pt x="284" y="1"/>
                  </a:lnTo>
                  <a:lnTo>
                    <a:pt x="268" y="34"/>
                  </a:lnTo>
                  <a:lnTo>
                    <a:pt x="254" y="42"/>
                  </a:lnTo>
                  <a:lnTo>
                    <a:pt x="257" y="77"/>
                  </a:lnTo>
                  <a:lnTo>
                    <a:pt x="267" y="89"/>
                  </a:lnTo>
                  <a:lnTo>
                    <a:pt x="253" y="78"/>
                  </a:lnTo>
                  <a:lnTo>
                    <a:pt x="248" y="120"/>
                  </a:lnTo>
                  <a:lnTo>
                    <a:pt x="284" y="148"/>
                  </a:lnTo>
                  <a:lnTo>
                    <a:pt x="252" y="130"/>
                  </a:lnTo>
                  <a:lnTo>
                    <a:pt x="214" y="142"/>
                  </a:lnTo>
                  <a:lnTo>
                    <a:pt x="205" y="127"/>
                  </a:lnTo>
                  <a:lnTo>
                    <a:pt x="200" y="138"/>
                  </a:lnTo>
                  <a:lnTo>
                    <a:pt x="222" y="175"/>
                  </a:lnTo>
                  <a:lnTo>
                    <a:pt x="213" y="201"/>
                  </a:lnTo>
                  <a:lnTo>
                    <a:pt x="190" y="178"/>
                  </a:lnTo>
                  <a:lnTo>
                    <a:pt x="188" y="202"/>
                  </a:lnTo>
                  <a:lnTo>
                    <a:pt x="210" y="232"/>
                  </a:lnTo>
                  <a:lnTo>
                    <a:pt x="232" y="236"/>
                  </a:lnTo>
                  <a:lnTo>
                    <a:pt x="225" y="247"/>
                  </a:lnTo>
                  <a:lnTo>
                    <a:pt x="242" y="266"/>
                  </a:lnTo>
                  <a:lnTo>
                    <a:pt x="192" y="243"/>
                  </a:lnTo>
                  <a:lnTo>
                    <a:pt x="225" y="274"/>
                  </a:lnTo>
                  <a:lnTo>
                    <a:pt x="186" y="249"/>
                  </a:lnTo>
                  <a:lnTo>
                    <a:pt x="178" y="269"/>
                  </a:lnTo>
                  <a:lnTo>
                    <a:pt x="166" y="268"/>
                  </a:lnTo>
                  <a:lnTo>
                    <a:pt x="156" y="243"/>
                  </a:lnTo>
                  <a:lnTo>
                    <a:pt x="145" y="247"/>
                  </a:lnTo>
                  <a:lnTo>
                    <a:pt x="147" y="296"/>
                  </a:lnTo>
                  <a:lnTo>
                    <a:pt x="135" y="265"/>
                  </a:lnTo>
                  <a:lnTo>
                    <a:pt x="112" y="261"/>
                  </a:lnTo>
                  <a:lnTo>
                    <a:pt x="108" y="306"/>
                  </a:lnTo>
                  <a:lnTo>
                    <a:pt x="134" y="318"/>
                  </a:lnTo>
                  <a:lnTo>
                    <a:pt x="113" y="322"/>
                  </a:lnTo>
                  <a:lnTo>
                    <a:pt x="104" y="344"/>
                  </a:lnTo>
                  <a:lnTo>
                    <a:pt x="119" y="350"/>
                  </a:lnTo>
                  <a:lnTo>
                    <a:pt x="133" y="375"/>
                  </a:lnTo>
                  <a:lnTo>
                    <a:pt x="158" y="383"/>
                  </a:lnTo>
                  <a:lnTo>
                    <a:pt x="135" y="383"/>
                  </a:lnTo>
                  <a:lnTo>
                    <a:pt x="131" y="393"/>
                  </a:lnTo>
                  <a:lnTo>
                    <a:pt x="124" y="375"/>
                  </a:lnTo>
                  <a:lnTo>
                    <a:pt x="101" y="362"/>
                  </a:lnTo>
                  <a:lnTo>
                    <a:pt x="90" y="412"/>
                  </a:lnTo>
                  <a:lnTo>
                    <a:pt x="98" y="449"/>
                  </a:lnTo>
                  <a:lnTo>
                    <a:pt x="140" y="430"/>
                  </a:lnTo>
                  <a:lnTo>
                    <a:pt x="132" y="437"/>
                  </a:lnTo>
                  <a:lnTo>
                    <a:pt x="139" y="446"/>
                  </a:lnTo>
                  <a:lnTo>
                    <a:pt x="104" y="469"/>
                  </a:lnTo>
                  <a:lnTo>
                    <a:pt x="152" y="474"/>
                  </a:lnTo>
                  <a:lnTo>
                    <a:pt x="127" y="486"/>
                  </a:lnTo>
                  <a:lnTo>
                    <a:pt x="128" y="496"/>
                  </a:lnTo>
                  <a:lnTo>
                    <a:pt x="115" y="509"/>
                  </a:lnTo>
                  <a:lnTo>
                    <a:pt x="118" y="520"/>
                  </a:lnTo>
                  <a:lnTo>
                    <a:pt x="157" y="535"/>
                  </a:lnTo>
                  <a:lnTo>
                    <a:pt x="107" y="533"/>
                  </a:lnTo>
                  <a:lnTo>
                    <a:pt x="94" y="548"/>
                  </a:lnTo>
                  <a:lnTo>
                    <a:pt x="121" y="581"/>
                  </a:lnTo>
                  <a:lnTo>
                    <a:pt x="84" y="566"/>
                  </a:lnTo>
                  <a:lnTo>
                    <a:pt x="70" y="604"/>
                  </a:lnTo>
                  <a:lnTo>
                    <a:pt x="61" y="601"/>
                  </a:lnTo>
                  <a:lnTo>
                    <a:pt x="93" y="612"/>
                  </a:lnTo>
                  <a:lnTo>
                    <a:pt x="86" y="619"/>
                  </a:lnTo>
                  <a:lnTo>
                    <a:pt x="95" y="624"/>
                  </a:lnTo>
                  <a:lnTo>
                    <a:pt x="71" y="624"/>
                  </a:lnTo>
                  <a:lnTo>
                    <a:pt x="82" y="645"/>
                  </a:lnTo>
                  <a:lnTo>
                    <a:pt x="65" y="642"/>
                  </a:lnTo>
                  <a:lnTo>
                    <a:pt x="58" y="651"/>
                  </a:lnTo>
                  <a:lnTo>
                    <a:pt x="50" y="639"/>
                  </a:lnTo>
                  <a:lnTo>
                    <a:pt x="0" y="663"/>
                  </a:lnTo>
                  <a:lnTo>
                    <a:pt x="3" y="672"/>
                  </a:lnTo>
                  <a:lnTo>
                    <a:pt x="91" y="677"/>
                  </a:lnTo>
                  <a:lnTo>
                    <a:pt x="64" y="690"/>
                  </a:lnTo>
                  <a:lnTo>
                    <a:pt x="70" y="702"/>
                  </a:lnTo>
                  <a:lnTo>
                    <a:pt x="58" y="688"/>
                  </a:lnTo>
                  <a:lnTo>
                    <a:pt x="41" y="690"/>
                  </a:lnTo>
                  <a:lnTo>
                    <a:pt x="54" y="724"/>
                  </a:lnTo>
                  <a:lnTo>
                    <a:pt x="98" y="751"/>
                  </a:lnTo>
                  <a:lnTo>
                    <a:pt x="121" y="736"/>
                  </a:lnTo>
                  <a:lnTo>
                    <a:pt x="147" y="697"/>
                  </a:lnTo>
                  <a:lnTo>
                    <a:pt x="206" y="654"/>
                  </a:lnTo>
                  <a:lnTo>
                    <a:pt x="193" y="677"/>
                  </a:lnTo>
                  <a:lnTo>
                    <a:pt x="215" y="682"/>
                  </a:lnTo>
                  <a:lnTo>
                    <a:pt x="172" y="700"/>
                  </a:lnTo>
                  <a:lnTo>
                    <a:pt x="174" y="708"/>
                  </a:lnTo>
                  <a:lnTo>
                    <a:pt x="160" y="717"/>
                  </a:lnTo>
                  <a:lnTo>
                    <a:pt x="147" y="743"/>
                  </a:lnTo>
                  <a:lnTo>
                    <a:pt x="138" y="755"/>
                  </a:lnTo>
                  <a:lnTo>
                    <a:pt x="149" y="752"/>
                  </a:lnTo>
                  <a:lnTo>
                    <a:pt x="154" y="767"/>
                  </a:lnTo>
                  <a:lnTo>
                    <a:pt x="134" y="771"/>
                  </a:lnTo>
                  <a:lnTo>
                    <a:pt x="125" y="787"/>
                  </a:lnTo>
                  <a:lnTo>
                    <a:pt x="123" y="802"/>
                  </a:lnTo>
                  <a:lnTo>
                    <a:pt x="103" y="807"/>
                  </a:lnTo>
                  <a:lnTo>
                    <a:pt x="95" y="817"/>
                  </a:lnTo>
                  <a:lnTo>
                    <a:pt x="104" y="838"/>
                  </a:lnTo>
                  <a:lnTo>
                    <a:pt x="109" y="839"/>
                  </a:lnTo>
                  <a:lnTo>
                    <a:pt x="127" y="834"/>
                  </a:lnTo>
                  <a:lnTo>
                    <a:pt x="113" y="844"/>
                  </a:lnTo>
                  <a:lnTo>
                    <a:pt x="116" y="849"/>
                  </a:lnTo>
                  <a:lnTo>
                    <a:pt x="105" y="867"/>
                  </a:lnTo>
                  <a:lnTo>
                    <a:pt x="102" y="882"/>
                  </a:lnTo>
                  <a:lnTo>
                    <a:pt x="115" y="871"/>
                  </a:lnTo>
                  <a:lnTo>
                    <a:pt x="117" y="876"/>
                  </a:lnTo>
                  <a:lnTo>
                    <a:pt x="111" y="886"/>
                  </a:lnTo>
                  <a:lnTo>
                    <a:pt x="115" y="898"/>
                  </a:lnTo>
                  <a:lnTo>
                    <a:pt x="104" y="893"/>
                  </a:lnTo>
                  <a:lnTo>
                    <a:pt x="92" y="908"/>
                  </a:lnTo>
                  <a:lnTo>
                    <a:pt x="73" y="939"/>
                  </a:lnTo>
                  <a:lnTo>
                    <a:pt x="78" y="947"/>
                  </a:lnTo>
                  <a:lnTo>
                    <a:pt x="77" y="961"/>
                  </a:lnTo>
                  <a:lnTo>
                    <a:pt x="102" y="945"/>
                  </a:lnTo>
                  <a:lnTo>
                    <a:pt x="88" y="962"/>
                  </a:lnTo>
                  <a:lnTo>
                    <a:pt x="83" y="997"/>
                  </a:lnTo>
                  <a:lnTo>
                    <a:pt x="87" y="997"/>
                  </a:lnTo>
                  <a:lnTo>
                    <a:pt x="88" y="1005"/>
                  </a:lnTo>
                  <a:lnTo>
                    <a:pt x="118" y="985"/>
                  </a:lnTo>
                  <a:lnTo>
                    <a:pt x="90" y="1005"/>
                  </a:lnTo>
                  <a:lnTo>
                    <a:pt x="76" y="1043"/>
                  </a:lnTo>
                  <a:lnTo>
                    <a:pt x="71" y="1046"/>
                  </a:lnTo>
                  <a:lnTo>
                    <a:pt x="66" y="1068"/>
                  </a:lnTo>
                  <a:lnTo>
                    <a:pt x="62" y="1071"/>
                  </a:lnTo>
                  <a:lnTo>
                    <a:pt x="55" y="1121"/>
                  </a:lnTo>
                  <a:lnTo>
                    <a:pt x="49" y="1124"/>
                  </a:lnTo>
                  <a:lnTo>
                    <a:pt x="42" y="1139"/>
                  </a:lnTo>
                  <a:lnTo>
                    <a:pt x="38" y="1164"/>
                  </a:lnTo>
                  <a:lnTo>
                    <a:pt x="58" y="1176"/>
                  </a:lnTo>
                  <a:lnTo>
                    <a:pt x="78" y="1166"/>
                  </a:lnTo>
                  <a:lnTo>
                    <a:pt x="97" y="1151"/>
                  </a:lnTo>
                  <a:lnTo>
                    <a:pt x="84" y="1129"/>
                  </a:lnTo>
                  <a:lnTo>
                    <a:pt x="105" y="1077"/>
                  </a:lnTo>
                  <a:lnTo>
                    <a:pt x="113" y="1075"/>
                  </a:lnTo>
                  <a:lnTo>
                    <a:pt x="115" y="1048"/>
                  </a:lnTo>
                  <a:lnTo>
                    <a:pt x="123" y="1024"/>
                  </a:lnTo>
                  <a:lnTo>
                    <a:pt x="146" y="1011"/>
                  </a:lnTo>
                  <a:lnTo>
                    <a:pt x="147" y="1002"/>
                  </a:lnTo>
                  <a:lnTo>
                    <a:pt x="134" y="968"/>
                  </a:lnTo>
                  <a:lnTo>
                    <a:pt x="130" y="939"/>
                  </a:lnTo>
                  <a:lnTo>
                    <a:pt x="133" y="917"/>
                  </a:lnTo>
                  <a:lnTo>
                    <a:pt x="139" y="925"/>
                  </a:lnTo>
                  <a:lnTo>
                    <a:pt x="154" y="907"/>
                  </a:lnTo>
                  <a:lnTo>
                    <a:pt x="176" y="890"/>
                  </a:lnTo>
                  <a:lnTo>
                    <a:pt x="149" y="932"/>
                  </a:lnTo>
                  <a:lnTo>
                    <a:pt x="143" y="963"/>
                  </a:lnTo>
                  <a:lnTo>
                    <a:pt x="150" y="976"/>
                  </a:lnTo>
                  <a:lnTo>
                    <a:pt x="170" y="990"/>
                  </a:lnTo>
                  <a:lnTo>
                    <a:pt x="166" y="968"/>
                  </a:lnTo>
                  <a:lnTo>
                    <a:pt x="169" y="957"/>
                  </a:lnTo>
                  <a:lnTo>
                    <a:pt x="178" y="955"/>
                  </a:lnTo>
                  <a:lnTo>
                    <a:pt x="197" y="964"/>
                  </a:lnTo>
                  <a:lnTo>
                    <a:pt x="198" y="950"/>
                  </a:lnTo>
                  <a:lnTo>
                    <a:pt x="203" y="954"/>
                  </a:lnTo>
                  <a:lnTo>
                    <a:pt x="206" y="980"/>
                  </a:lnTo>
                  <a:lnTo>
                    <a:pt x="215" y="983"/>
                  </a:lnTo>
                  <a:lnTo>
                    <a:pt x="222" y="980"/>
                  </a:lnTo>
                  <a:lnTo>
                    <a:pt x="229" y="965"/>
                  </a:lnTo>
                  <a:lnTo>
                    <a:pt x="236" y="936"/>
                  </a:lnTo>
                  <a:lnTo>
                    <a:pt x="234" y="917"/>
                  </a:lnTo>
                  <a:lnTo>
                    <a:pt x="257" y="879"/>
                  </a:lnTo>
                  <a:lnTo>
                    <a:pt x="239" y="914"/>
                  </a:lnTo>
                  <a:lnTo>
                    <a:pt x="245" y="941"/>
                  </a:lnTo>
                  <a:lnTo>
                    <a:pt x="262" y="939"/>
                  </a:lnTo>
                  <a:lnTo>
                    <a:pt x="254" y="920"/>
                  </a:lnTo>
                  <a:lnTo>
                    <a:pt x="264" y="933"/>
                  </a:lnTo>
                  <a:lnTo>
                    <a:pt x="289" y="958"/>
                  </a:lnTo>
                  <a:lnTo>
                    <a:pt x="310" y="965"/>
                  </a:lnTo>
                  <a:lnTo>
                    <a:pt x="279" y="962"/>
                  </a:lnTo>
                  <a:lnTo>
                    <a:pt x="254" y="949"/>
                  </a:lnTo>
                  <a:lnTo>
                    <a:pt x="242" y="952"/>
                  </a:lnTo>
                  <a:lnTo>
                    <a:pt x="234" y="972"/>
                  </a:lnTo>
                  <a:lnTo>
                    <a:pt x="234" y="995"/>
                  </a:lnTo>
                  <a:lnTo>
                    <a:pt x="238" y="1012"/>
                  </a:lnTo>
                  <a:lnTo>
                    <a:pt x="238" y="1025"/>
                  </a:lnTo>
                  <a:lnTo>
                    <a:pt x="231" y="1032"/>
                  </a:lnTo>
                  <a:lnTo>
                    <a:pt x="226" y="1042"/>
                  </a:lnTo>
                  <a:lnTo>
                    <a:pt x="232" y="1045"/>
                  </a:lnTo>
                  <a:lnTo>
                    <a:pt x="239" y="1059"/>
                  </a:lnTo>
                  <a:lnTo>
                    <a:pt x="252" y="1062"/>
                  </a:lnTo>
                  <a:lnTo>
                    <a:pt x="264" y="1073"/>
                  </a:lnTo>
                  <a:lnTo>
                    <a:pt x="269" y="1089"/>
                  </a:lnTo>
                  <a:lnTo>
                    <a:pt x="264" y="1097"/>
                  </a:lnTo>
                  <a:lnTo>
                    <a:pt x="273" y="1106"/>
                  </a:lnTo>
                  <a:lnTo>
                    <a:pt x="275" y="1117"/>
                  </a:lnTo>
                  <a:lnTo>
                    <a:pt x="269" y="1133"/>
                  </a:lnTo>
                  <a:lnTo>
                    <a:pt x="250" y="1139"/>
                  </a:lnTo>
                  <a:lnTo>
                    <a:pt x="244" y="1151"/>
                  </a:lnTo>
                  <a:lnTo>
                    <a:pt x="243" y="1159"/>
                  </a:lnTo>
                  <a:lnTo>
                    <a:pt x="227" y="1172"/>
                  </a:lnTo>
                  <a:lnTo>
                    <a:pt x="229" y="1182"/>
                  </a:lnTo>
                  <a:lnTo>
                    <a:pt x="223" y="1207"/>
                  </a:lnTo>
                  <a:lnTo>
                    <a:pt x="203" y="1230"/>
                  </a:lnTo>
                  <a:lnTo>
                    <a:pt x="195" y="1236"/>
                  </a:lnTo>
                  <a:lnTo>
                    <a:pt x="187" y="1310"/>
                  </a:lnTo>
                  <a:lnTo>
                    <a:pt x="184" y="1320"/>
                  </a:lnTo>
                  <a:lnTo>
                    <a:pt x="176" y="1312"/>
                  </a:lnTo>
                  <a:lnTo>
                    <a:pt x="176" y="1300"/>
                  </a:lnTo>
                  <a:lnTo>
                    <a:pt x="167" y="1281"/>
                  </a:lnTo>
                  <a:lnTo>
                    <a:pt x="164" y="1284"/>
                  </a:lnTo>
                  <a:lnTo>
                    <a:pt x="158" y="1286"/>
                  </a:lnTo>
                  <a:lnTo>
                    <a:pt x="152" y="1317"/>
                  </a:lnTo>
                  <a:lnTo>
                    <a:pt x="160" y="1329"/>
                  </a:lnTo>
                  <a:lnTo>
                    <a:pt x="162" y="1343"/>
                  </a:lnTo>
                  <a:lnTo>
                    <a:pt x="185" y="1368"/>
                  </a:lnTo>
                  <a:lnTo>
                    <a:pt x="196" y="1396"/>
                  </a:lnTo>
                  <a:lnTo>
                    <a:pt x="195" y="1409"/>
                  </a:lnTo>
                  <a:lnTo>
                    <a:pt x="203" y="1419"/>
                  </a:lnTo>
                  <a:lnTo>
                    <a:pt x="215" y="1424"/>
                  </a:lnTo>
                  <a:lnTo>
                    <a:pt x="211" y="1416"/>
                  </a:lnTo>
                  <a:lnTo>
                    <a:pt x="213" y="1407"/>
                  </a:lnTo>
                  <a:lnTo>
                    <a:pt x="198" y="1361"/>
                  </a:lnTo>
                  <a:lnTo>
                    <a:pt x="202" y="1351"/>
                  </a:lnTo>
                  <a:lnTo>
                    <a:pt x="225" y="1341"/>
                  </a:lnTo>
                  <a:lnTo>
                    <a:pt x="235" y="1355"/>
                  </a:lnTo>
                  <a:lnTo>
                    <a:pt x="250" y="1358"/>
                  </a:lnTo>
                  <a:lnTo>
                    <a:pt x="253" y="1366"/>
                  </a:lnTo>
                  <a:lnTo>
                    <a:pt x="269" y="1376"/>
                  </a:lnTo>
                  <a:lnTo>
                    <a:pt x="275" y="1392"/>
                  </a:lnTo>
                  <a:lnTo>
                    <a:pt x="312" y="1413"/>
                  </a:lnTo>
                  <a:lnTo>
                    <a:pt x="322" y="1401"/>
                  </a:lnTo>
                  <a:lnTo>
                    <a:pt x="322" y="1368"/>
                  </a:lnTo>
                  <a:lnTo>
                    <a:pt x="311" y="1360"/>
                  </a:lnTo>
                  <a:lnTo>
                    <a:pt x="307" y="1342"/>
                  </a:lnTo>
                  <a:lnTo>
                    <a:pt x="316" y="1338"/>
                  </a:lnTo>
                  <a:lnTo>
                    <a:pt x="322" y="1351"/>
                  </a:lnTo>
                  <a:lnTo>
                    <a:pt x="338" y="1359"/>
                  </a:lnTo>
                  <a:lnTo>
                    <a:pt x="347" y="1355"/>
                  </a:lnTo>
                  <a:lnTo>
                    <a:pt x="357" y="1381"/>
                  </a:lnTo>
                  <a:lnTo>
                    <a:pt x="372" y="1385"/>
                  </a:lnTo>
                  <a:lnTo>
                    <a:pt x="374" y="1371"/>
                  </a:lnTo>
                  <a:lnTo>
                    <a:pt x="380" y="1385"/>
                  </a:lnTo>
                  <a:lnTo>
                    <a:pt x="397" y="1385"/>
                  </a:lnTo>
                  <a:lnTo>
                    <a:pt x="427" y="1368"/>
                  </a:lnTo>
                  <a:lnTo>
                    <a:pt x="423" y="1360"/>
                  </a:lnTo>
                  <a:lnTo>
                    <a:pt x="430" y="1358"/>
                  </a:lnTo>
                  <a:lnTo>
                    <a:pt x="431" y="1349"/>
                  </a:lnTo>
                  <a:lnTo>
                    <a:pt x="436" y="1358"/>
                  </a:lnTo>
                  <a:lnTo>
                    <a:pt x="454" y="1349"/>
                  </a:lnTo>
                  <a:lnTo>
                    <a:pt x="456" y="1352"/>
                  </a:lnTo>
                  <a:lnTo>
                    <a:pt x="475" y="1353"/>
                  </a:lnTo>
                  <a:lnTo>
                    <a:pt x="479" y="1310"/>
                  </a:lnTo>
                  <a:lnTo>
                    <a:pt x="488" y="1319"/>
                  </a:lnTo>
                  <a:lnTo>
                    <a:pt x="501" y="1323"/>
                  </a:lnTo>
                  <a:lnTo>
                    <a:pt x="507" y="1313"/>
                  </a:lnTo>
                  <a:lnTo>
                    <a:pt x="519" y="1319"/>
                  </a:lnTo>
                  <a:lnTo>
                    <a:pt x="529" y="1318"/>
                  </a:lnTo>
                  <a:lnTo>
                    <a:pt x="538" y="1323"/>
                  </a:lnTo>
                  <a:lnTo>
                    <a:pt x="550" y="1320"/>
                  </a:lnTo>
                  <a:lnTo>
                    <a:pt x="562" y="1323"/>
                  </a:lnTo>
                  <a:lnTo>
                    <a:pt x="584" y="1319"/>
                  </a:lnTo>
                  <a:lnTo>
                    <a:pt x="586" y="1293"/>
                  </a:lnTo>
                  <a:lnTo>
                    <a:pt x="592" y="1291"/>
                  </a:lnTo>
                  <a:lnTo>
                    <a:pt x="606" y="1296"/>
                  </a:lnTo>
                  <a:lnTo>
                    <a:pt x="624" y="1277"/>
                  </a:lnTo>
                  <a:lnTo>
                    <a:pt x="629" y="1275"/>
                  </a:lnTo>
                  <a:lnTo>
                    <a:pt x="635" y="1265"/>
                  </a:lnTo>
                  <a:lnTo>
                    <a:pt x="642" y="1263"/>
                  </a:lnTo>
                  <a:lnTo>
                    <a:pt x="649" y="1255"/>
                  </a:lnTo>
                  <a:lnTo>
                    <a:pt x="656" y="1252"/>
                  </a:lnTo>
                  <a:lnTo>
                    <a:pt x="659" y="1246"/>
                  </a:lnTo>
                  <a:lnTo>
                    <a:pt x="663" y="1237"/>
                  </a:lnTo>
                  <a:lnTo>
                    <a:pt x="666" y="1238"/>
                  </a:lnTo>
                  <a:lnTo>
                    <a:pt x="673" y="1231"/>
                  </a:lnTo>
                  <a:lnTo>
                    <a:pt x="670" y="1225"/>
                  </a:lnTo>
                  <a:lnTo>
                    <a:pt x="682" y="1209"/>
                  </a:lnTo>
                  <a:lnTo>
                    <a:pt x="691" y="1208"/>
                  </a:lnTo>
                  <a:lnTo>
                    <a:pt x="700" y="1191"/>
                  </a:lnTo>
                  <a:lnTo>
                    <a:pt x="714" y="1189"/>
                  </a:lnTo>
                  <a:lnTo>
                    <a:pt x="724" y="1191"/>
                  </a:lnTo>
                  <a:lnTo>
                    <a:pt x="733" y="1178"/>
                  </a:lnTo>
                  <a:lnTo>
                    <a:pt x="732" y="1172"/>
                  </a:lnTo>
                  <a:lnTo>
                    <a:pt x="744" y="1164"/>
                  </a:lnTo>
                  <a:lnTo>
                    <a:pt x="753" y="1166"/>
                  </a:lnTo>
                  <a:lnTo>
                    <a:pt x="763" y="1154"/>
                  </a:lnTo>
                  <a:lnTo>
                    <a:pt x="755" y="1130"/>
                  </a:lnTo>
                  <a:lnTo>
                    <a:pt x="754" y="1121"/>
                  </a:lnTo>
                  <a:lnTo>
                    <a:pt x="745" y="1112"/>
                  </a:lnTo>
                  <a:lnTo>
                    <a:pt x="739" y="1089"/>
                  </a:lnTo>
                  <a:lnTo>
                    <a:pt x="757" y="1093"/>
                  </a:lnTo>
                  <a:lnTo>
                    <a:pt x="756" y="1082"/>
                  </a:lnTo>
                  <a:lnTo>
                    <a:pt x="782" y="1051"/>
                  </a:lnTo>
                  <a:lnTo>
                    <a:pt x="786" y="1050"/>
                  </a:lnTo>
                  <a:lnTo>
                    <a:pt x="785" y="1038"/>
                  </a:lnTo>
                  <a:lnTo>
                    <a:pt x="799" y="1028"/>
                  </a:lnTo>
                  <a:lnTo>
                    <a:pt x="789" y="1007"/>
                  </a:lnTo>
                  <a:lnTo>
                    <a:pt x="782" y="1005"/>
                  </a:lnTo>
                  <a:lnTo>
                    <a:pt x="776" y="995"/>
                  </a:lnTo>
                  <a:lnTo>
                    <a:pt x="762" y="989"/>
                  </a:lnTo>
                  <a:lnTo>
                    <a:pt x="757" y="991"/>
                  </a:lnTo>
                  <a:lnTo>
                    <a:pt x="745" y="987"/>
                  </a:lnTo>
                  <a:lnTo>
                    <a:pt x="733" y="980"/>
                  </a:lnTo>
                  <a:lnTo>
                    <a:pt x="712" y="963"/>
                  </a:lnTo>
                  <a:lnTo>
                    <a:pt x="700" y="958"/>
                  </a:lnTo>
                  <a:lnTo>
                    <a:pt x="699" y="961"/>
                  </a:lnTo>
                  <a:lnTo>
                    <a:pt x="690" y="960"/>
                  </a:lnTo>
                  <a:lnTo>
                    <a:pt x="690" y="954"/>
                  </a:lnTo>
                  <a:lnTo>
                    <a:pt x="678" y="941"/>
                  </a:lnTo>
                  <a:lnTo>
                    <a:pt x="664" y="937"/>
                  </a:lnTo>
                  <a:lnTo>
                    <a:pt x="650" y="937"/>
                  </a:lnTo>
                  <a:lnTo>
                    <a:pt x="639" y="947"/>
                  </a:lnTo>
                  <a:lnTo>
                    <a:pt x="624" y="966"/>
                  </a:lnTo>
                  <a:lnTo>
                    <a:pt x="613" y="967"/>
                  </a:lnTo>
                  <a:lnTo>
                    <a:pt x="606" y="974"/>
                  </a:lnTo>
                  <a:lnTo>
                    <a:pt x="591" y="972"/>
                  </a:lnTo>
                  <a:lnTo>
                    <a:pt x="575" y="962"/>
                  </a:lnTo>
                  <a:lnTo>
                    <a:pt x="552" y="963"/>
                  </a:lnTo>
                  <a:lnTo>
                    <a:pt x="542" y="957"/>
                  </a:lnTo>
                  <a:lnTo>
                    <a:pt x="527" y="958"/>
                  </a:lnTo>
                  <a:lnTo>
                    <a:pt x="505" y="953"/>
                  </a:lnTo>
                  <a:lnTo>
                    <a:pt x="491" y="945"/>
                  </a:lnTo>
                  <a:lnTo>
                    <a:pt x="480" y="947"/>
                  </a:lnTo>
                  <a:lnTo>
                    <a:pt x="476" y="941"/>
                  </a:lnTo>
                  <a:lnTo>
                    <a:pt x="468" y="939"/>
                  </a:lnTo>
                  <a:lnTo>
                    <a:pt x="459" y="920"/>
                  </a:lnTo>
                  <a:lnTo>
                    <a:pt x="466" y="923"/>
                  </a:lnTo>
                  <a:lnTo>
                    <a:pt x="476" y="934"/>
                  </a:lnTo>
                  <a:lnTo>
                    <a:pt x="496" y="935"/>
                  </a:lnTo>
                  <a:lnTo>
                    <a:pt x="503" y="941"/>
                  </a:lnTo>
                  <a:lnTo>
                    <a:pt x="519" y="946"/>
                  </a:lnTo>
                  <a:lnTo>
                    <a:pt x="521" y="950"/>
                  </a:lnTo>
                  <a:lnTo>
                    <a:pt x="534" y="949"/>
                  </a:lnTo>
                  <a:lnTo>
                    <a:pt x="552" y="939"/>
                  </a:lnTo>
                  <a:lnTo>
                    <a:pt x="566" y="941"/>
                  </a:lnTo>
                  <a:lnTo>
                    <a:pt x="579" y="935"/>
                  </a:lnTo>
                  <a:lnTo>
                    <a:pt x="593" y="908"/>
                  </a:lnTo>
                  <a:lnTo>
                    <a:pt x="598" y="910"/>
                  </a:lnTo>
                  <a:lnTo>
                    <a:pt x="611" y="898"/>
                  </a:lnTo>
                  <a:lnTo>
                    <a:pt x="614" y="890"/>
                  </a:lnTo>
                  <a:lnTo>
                    <a:pt x="622" y="887"/>
                  </a:lnTo>
                  <a:lnTo>
                    <a:pt x="635" y="890"/>
                  </a:lnTo>
                  <a:lnTo>
                    <a:pt x="641" y="895"/>
                  </a:lnTo>
                  <a:lnTo>
                    <a:pt x="650" y="894"/>
                  </a:lnTo>
                  <a:lnTo>
                    <a:pt x="673" y="884"/>
                  </a:lnTo>
                  <a:lnTo>
                    <a:pt x="694" y="862"/>
                  </a:lnTo>
                  <a:lnTo>
                    <a:pt x="685" y="856"/>
                  </a:lnTo>
                  <a:lnTo>
                    <a:pt x="679" y="849"/>
                  </a:lnTo>
                  <a:lnTo>
                    <a:pt x="673" y="844"/>
                  </a:lnTo>
                  <a:lnTo>
                    <a:pt x="659" y="842"/>
                  </a:lnTo>
                  <a:lnTo>
                    <a:pt x="653" y="836"/>
                  </a:lnTo>
                  <a:lnTo>
                    <a:pt x="651" y="832"/>
                  </a:lnTo>
                  <a:lnTo>
                    <a:pt x="645" y="830"/>
                  </a:lnTo>
                  <a:lnTo>
                    <a:pt x="649" y="826"/>
                  </a:lnTo>
                  <a:lnTo>
                    <a:pt x="653" y="811"/>
                  </a:lnTo>
                  <a:lnTo>
                    <a:pt x="651" y="803"/>
                  </a:lnTo>
                  <a:lnTo>
                    <a:pt x="641" y="799"/>
                  </a:lnTo>
                  <a:lnTo>
                    <a:pt x="630" y="799"/>
                  </a:lnTo>
                  <a:lnTo>
                    <a:pt x="618" y="807"/>
                  </a:lnTo>
                  <a:lnTo>
                    <a:pt x="607" y="809"/>
                  </a:lnTo>
                  <a:lnTo>
                    <a:pt x="600" y="817"/>
                  </a:lnTo>
                  <a:lnTo>
                    <a:pt x="586" y="821"/>
                  </a:lnTo>
                  <a:lnTo>
                    <a:pt x="574" y="830"/>
                  </a:lnTo>
                  <a:lnTo>
                    <a:pt x="563" y="832"/>
                  </a:lnTo>
                  <a:lnTo>
                    <a:pt x="552" y="828"/>
                  </a:lnTo>
                  <a:lnTo>
                    <a:pt x="584" y="814"/>
                  </a:lnTo>
                  <a:lnTo>
                    <a:pt x="600" y="802"/>
                  </a:lnTo>
                  <a:lnTo>
                    <a:pt x="615" y="802"/>
                  </a:lnTo>
                  <a:lnTo>
                    <a:pt x="628" y="795"/>
                  </a:lnTo>
                  <a:lnTo>
                    <a:pt x="652" y="793"/>
                  </a:lnTo>
                  <a:lnTo>
                    <a:pt x="658" y="794"/>
                  </a:lnTo>
                  <a:lnTo>
                    <a:pt x="664" y="799"/>
                  </a:lnTo>
                  <a:lnTo>
                    <a:pt x="669" y="797"/>
                  </a:lnTo>
                  <a:lnTo>
                    <a:pt x="671" y="789"/>
                  </a:lnTo>
                  <a:lnTo>
                    <a:pt x="679" y="783"/>
                  </a:lnTo>
                  <a:lnTo>
                    <a:pt x="696" y="769"/>
                  </a:lnTo>
                  <a:lnTo>
                    <a:pt x="706" y="762"/>
                  </a:lnTo>
                  <a:lnTo>
                    <a:pt x="718" y="740"/>
                  </a:lnTo>
                  <a:lnTo>
                    <a:pt x="715" y="734"/>
                  </a:lnTo>
                  <a:lnTo>
                    <a:pt x="725" y="723"/>
                  </a:lnTo>
                  <a:lnTo>
                    <a:pt x="727" y="715"/>
                  </a:lnTo>
                  <a:lnTo>
                    <a:pt x="725" y="713"/>
                  </a:lnTo>
                  <a:lnTo>
                    <a:pt x="729" y="696"/>
                  </a:lnTo>
                  <a:lnTo>
                    <a:pt x="740" y="690"/>
                  </a:lnTo>
                  <a:lnTo>
                    <a:pt x="754" y="678"/>
                  </a:lnTo>
                  <a:lnTo>
                    <a:pt x="772" y="654"/>
                  </a:lnTo>
                  <a:lnTo>
                    <a:pt x="776" y="630"/>
                  </a:lnTo>
                  <a:lnTo>
                    <a:pt x="790" y="598"/>
                  </a:lnTo>
                  <a:lnTo>
                    <a:pt x="807" y="564"/>
                  </a:lnTo>
                  <a:lnTo>
                    <a:pt x="802" y="560"/>
                  </a:lnTo>
                  <a:lnTo>
                    <a:pt x="808" y="528"/>
                  </a:lnTo>
                  <a:lnTo>
                    <a:pt x="812" y="517"/>
                  </a:lnTo>
                  <a:lnTo>
                    <a:pt x="825" y="499"/>
                  </a:lnTo>
                  <a:lnTo>
                    <a:pt x="825" y="485"/>
                  </a:lnTo>
                  <a:lnTo>
                    <a:pt x="827" y="493"/>
                  </a:lnTo>
                  <a:lnTo>
                    <a:pt x="836" y="490"/>
                  </a:lnTo>
                  <a:lnTo>
                    <a:pt x="852" y="471"/>
                  </a:lnTo>
                  <a:lnTo>
                    <a:pt x="857" y="469"/>
                  </a:lnTo>
                  <a:lnTo>
                    <a:pt x="858" y="462"/>
                  </a:lnTo>
                  <a:lnTo>
                    <a:pt x="869" y="442"/>
                  </a:lnTo>
                  <a:lnTo>
                    <a:pt x="867" y="434"/>
                  </a:lnTo>
                  <a:lnTo>
                    <a:pt x="871" y="431"/>
                  </a:lnTo>
                  <a:lnTo>
                    <a:pt x="864" y="424"/>
                  </a:lnTo>
                  <a:lnTo>
                    <a:pt x="864" y="414"/>
                  </a:lnTo>
                  <a:lnTo>
                    <a:pt x="861" y="411"/>
                  </a:lnTo>
                  <a:lnTo>
                    <a:pt x="860" y="403"/>
                  </a:lnTo>
                  <a:lnTo>
                    <a:pt x="860" y="396"/>
                  </a:lnTo>
                  <a:lnTo>
                    <a:pt x="850" y="382"/>
                  </a:lnTo>
                  <a:lnTo>
                    <a:pt x="842" y="370"/>
                  </a:lnTo>
                  <a:lnTo>
                    <a:pt x="834" y="369"/>
                  </a:lnTo>
                  <a:lnTo>
                    <a:pt x="829" y="363"/>
                  </a:lnTo>
                  <a:lnTo>
                    <a:pt x="805" y="362"/>
                  </a:lnTo>
                  <a:lnTo>
                    <a:pt x="797" y="369"/>
                  </a:lnTo>
                  <a:lnTo>
                    <a:pt x="782" y="369"/>
                  </a:lnTo>
                  <a:lnTo>
                    <a:pt x="772" y="364"/>
                  </a:lnTo>
                  <a:lnTo>
                    <a:pt x="765" y="366"/>
                  </a:lnTo>
                  <a:lnTo>
                    <a:pt x="763" y="369"/>
                  </a:lnTo>
                  <a:lnTo>
                    <a:pt x="745" y="366"/>
                  </a:lnTo>
                  <a:lnTo>
                    <a:pt x="731" y="365"/>
                  </a:lnTo>
                  <a:lnTo>
                    <a:pt x="723" y="368"/>
                  </a:lnTo>
                  <a:lnTo>
                    <a:pt x="702" y="363"/>
                  </a:lnTo>
                  <a:lnTo>
                    <a:pt x="692" y="364"/>
                  </a:lnTo>
                  <a:lnTo>
                    <a:pt x="665" y="359"/>
                  </a:lnTo>
                  <a:lnTo>
                    <a:pt x="661" y="356"/>
                  </a:lnTo>
                  <a:lnTo>
                    <a:pt x="651" y="358"/>
                  </a:lnTo>
                  <a:lnTo>
                    <a:pt x="629" y="369"/>
                  </a:lnTo>
                  <a:lnTo>
                    <a:pt x="602" y="360"/>
                  </a:lnTo>
                  <a:lnTo>
                    <a:pt x="583" y="345"/>
                  </a:lnTo>
                  <a:lnTo>
                    <a:pt x="542" y="352"/>
                  </a:lnTo>
                  <a:lnTo>
                    <a:pt x="543" y="357"/>
                  </a:lnTo>
                  <a:lnTo>
                    <a:pt x="536" y="365"/>
                  </a:lnTo>
                  <a:lnTo>
                    <a:pt x="508" y="362"/>
                  </a:lnTo>
                  <a:lnTo>
                    <a:pt x="493" y="373"/>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5" name="Freeform 64">
              <a:extLst>
                <a:ext uri="{FF2B5EF4-FFF2-40B4-BE49-F238E27FC236}">
                  <a16:creationId xmlns:a16="http://schemas.microsoft.com/office/drawing/2014/main" id="{23BE3216-9B24-6991-1B1B-83D2EC1B4EE0}"/>
                </a:ext>
              </a:extLst>
            </p:cNvPr>
            <p:cNvSpPr>
              <a:spLocks noChangeAspect="1"/>
            </p:cNvSpPr>
            <p:nvPr/>
          </p:nvSpPr>
          <p:spPr bwMode="gray">
            <a:xfrm>
              <a:off x="2299676" y="2111537"/>
              <a:ext cx="240941" cy="336553"/>
            </a:xfrm>
            <a:custGeom>
              <a:avLst/>
              <a:gdLst>
                <a:gd name="T0" fmla="*/ 0 w 203"/>
                <a:gd name="T1" fmla="*/ 81 h 269"/>
                <a:gd name="T2" fmla="*/ 10 w 203"/>
                <a:gd name="T3" fmla="*/ 95 h 269"/>
                <a:gd name="T4" fmla="*/ 21 w 203"/>
                <a:gd name="T5" fmla="*/ 88 h 269"/>
                <a:gd name="T6" fmla="*/ 22 w 203"/>
                <a:gd name="T7" fmla="*/ 76 h 269"/>
                <a:gd name="T8" fmla="*/ 29 w 203"/>
                <a:gd name="T9" fmla="*/ 78 h 269"/>
                <a:gd name="T10" fmla="*/ 28 w 203"/>
                <a:gd name="T11" fmla="*/ 64 h 269"/>
                <a:gd name="T12" fmla="*/ 33 w 203"/>
                <a:gd name="T13" fmla="*/ 72 h 269"/>
                <a:gd name="T14" fmla="*/ 33 w 203"/>
                <a:gd name="T15" fmla="*/ 67 h 269"/>
                <a:gd name="T16" fmla="*/ 35 w 203"/>
                <a:gd name="T17" fmla="*/ 74 h 269"/>
                <a:gd name="T18" fmla="*/ 38 w 203"/>
                <a:gd name="T19" fmla="*/ 70 h 269"/>
                <a:gd name="T20" fmla="*/ 43 w 203"/>
                <a:gd name="T21" fmla="*/ 73 h 269"/>
                <a:gd name="T22" fmla="*/ 45 w 203"/>
                <a:gd name="T23" fmla="*/ 48 h 269"/>
                <a:gd name="T24" fmla="*/ 49 w 203"/>
                <a:gd name="T25" fmla="*/ 50 h 269"/>
                <a:gd name="T26" fmla="*/ 50 w 203"/>
                <a:gd name="T27" fmla="*/ 40 h 269"/>
                <a:gd name="T28" fmla="*/ 58 w 203"/>
                <a:gd name="T29" fmla="*/ 43 h 269"/>
                <a:gd name="T30" fmla="*/ 66 w 203"/>
                <a:gd name="T31" fmla="*/ 33 h 269"/>
                <a:gd name="T32" fmla="*/ 55 w 203"/>
                <a:gd name="T33" fmla="*/ 39 h 269"/>
                <a:gd name="T34" fmla="*/ 67 w 203"/>
                <a:gd name="T35" fmla="*/ 23 h 269"/>
                <a:gd name="T36" fmla="*/ 66 w 203"/>
                <a:gd name="T37" fmla="*/ 9 h 269"/>
                <a:gd name="T38" fmla="*/ 63 w 203"/>
                <a:gd name="T39" fmla="*/ 0 h 269"/>
                <a:gd name="T40" fmla="*/ 31 w 203"/>
                <a:gd name="T41" fmla="*/ 23 h 269"/>
                <a:gd name="T42" fmla="*/ 30 w 203"/>
                <a:gd name="T43" fmla="*/ 42 h 269"/>
                <a:gd name="T44" fmla="*/ 25 w 203"/>
                <a:gd name="T45" fmla="*/ 38 h 269"/>
                <a:gd name="T46" fmla="*/ 21 w 203"/>
                <a:gd name="T47" fmla="*/ 43 h 269"/>
                <a:gd name="T48" fmla="*/ 12 w 203"/>
                <a:gd name="T49" fmla="*/ 32 h 269"/>
                <a:gd name="T50" fmla="*/ 10 w 203"/>
                <a:gd name="T51" fmla="*/ 55 h 269"/>
                <a:gd name="T52" fmla="*/ 7 w 203"/>
                <a:gd name="T53" fmla="*/ 60 h 269"/>
                <a:gd name="T54" fmla="*/ 7 w 203"/>
                <a:gd name="T55" fmla="*/ 67 h 269"/>
                <a:gd name="T56" fmla="*/ 20 w 203"/>
                <a:gd name="T57" fmla="*/ 74 h 269"/>
                <a:gd name="T58" fmla="*/ 14 w 203"/>
                <a:gd name="T59" fmla="*/ 79 h 269"/>
                <a:gd name="T60" fmla="*/ 0 w 203"/>
                <a:gd name="T61" fmla="*/ 81 h 26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3"/>
                <a:gd name="T94" fmla="*/ 0 h 269"/>
                <a:gd name="T95" fmla="*/ 203 w 203"/>
                <a:gd name="T96" fmla="*/ 269 h 26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3" h="269">
                  <a:moveTo>
                    <a:pt x="0" y="230"/>
                  </a:moveTo>
                  <a:lnTo>
                    <a:pt x="30" y="268"/>
                  </a:lnTo>
                  <a:lnTo>
                    <a:pt x="62" y="249"/>
                  </a:lnTo>
                  <a:lnTo>
                    <a:pt x="68" y="214"/>
                  </a:lnTo>
                  <a:lnTo>
                    <a:pt x="87" y="220"/>
                  </a:lnTo>
                  <a:lnTo>
                    <a:pt x="84" y="181"/>
                  </a:lnTo>
                  <a:lnTo>
                    <a:pt x="99" y="204"/>
                  </a:lnTo>
                  <a:lnTo>
                    <a:pt x="99" y="188"/>
                  </a:lnTo>
                  <a:lnTo>
                    <a:pt x="104" y="208"/>
                  </a:lnTo>
                  <a:lnTo>
                    <a:pt x="114" y="197"/>
                  </a:lnTo>
                  <a:lnTo>
                    <a:pt x="128" y="207"/>
                  </a:lnTo>
                  <a:lnTo>
                    <a:pt x="135" y="136"/>
                  </a:lnTo>
                  <a:lnTo>
                    <a:pt x="147" y="141"/>
                  </a:lnTo>
                  <a:lnTo>
                    <a:pt x="150" y="115"/>
                  </a:lnTo>
                  <a:lnTo>
                    <a:pt x="176" y="123"/>
                  </a:lnTo>
                  <a:lnTo>
                    <a:pt x="197" y="93"/>
                  </a:lnTo>
                  <a:lnTo>
                    <a:pt x="167" y="111"/>
                  </a:lnTo>
                  <a:lnTo>
                    <a:pt x="202" y="65"/>
                  </a:lnTo>
                  <a:lnTo>
                    <a:pt x="199" y="25"/>
                  </a:lnTo>
                  <a:lnTo>
                    <a:pt x="189" y="0"/>
                  </a:lnTo>
                  <a:lnTo>
                    <a:pt x="93" y="65"/>
                  </a:lnTo>
                  <a:lnTo>
                    <a:pt x="91" y="117"/>
                  </a:lnTo>
                  <a:lnTo>
                    <a:pt x="75" y="107"/>
                  </a:lnTo>
                  <a:lnTo>
                    <a:pt x="64" y="123"/>
                  </a:lnTo>
                  <a:lnTo>
                    <a:pt x="36" y="91"/>
                  </a:lnTo>
                  <a:lnTo>
                    <a:pt x="30" y="156"/>
                  </a:lnTo>
                  <a:lnTo>
                    <a:pt x="21" y="169"/>
                  </a:lnTo>
                  <a:lnTo>
                    <a:pt x="20" y="188"/>
                  </a:lnTo>
                  <a:lnTo>
                    <a:pt x="60" y="210"/>
                  </a:lnTo>
                  <a:lnTo>
                    <a:pt x="41" y="224"/>
                  </a:lnTo>
                  <a:lnTo>
                    <a:pt x="0" y="23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6" name="Freeform 65">
              <a:extLst>
                <a:ext uri="{FF2B5EF4-FFF2-40B4-BE49-F238E27FC236}">
                  <a16:creationId xmlns:a16="http://schemas.microsoft.com/office/drawing/2014/main" id="{2FC5414A-BBD6-817C-D52F-32398F20A264}"/>
                </a:ext>
              </a:extLst>
            </p:cNvPr>
            <p:cNvSpPr>
              <a:spLocks noChangeAspect="1"/>
            </p:cNvSpPr>
            <p:nvPr/>
          </p:nvSpPr>
          <p:spPr bwMode="gray">
            <a:xfrm>
              <a:off x="2363515" y="2477538"/>
              <a:ext cx="240941" cy="305001"/>
            </a:xfrm>
            <a:custGeom>
              <a:avLst/>
              <a:gdLst>
                <a:gd name="T0" fmla="*/ 0 w 205"/>
                <a:gd name="T1" fmla="*/ 33 h 243"/>
                <a:gd name="T2" fmla="*/ 12 w 205"/>
                <a:gd name="T3" fmla="*/ 44 h 243"/>
                <a:gd name="T4" fmla="*/ 15 w 205"/>
                <a:gd name="T5" fmla="*/ 36 h 243"/>
                <a:gd name="T6" fmla="*/ 26 w 205"/>
                <a:gd name="T7" fmla="*/ 49 h 243"/>
                <a:gd name="T8" fmla="*/ 19 w 205"/>
                <a:gd name="T9" fmla="*/ 48 h 243"/>
                <a:gd name="T10" fmla="*/ 26 w 205"/>
                <a:gd name="T11" fmla="*/ 57 h 243"/>
                <a:gd name="T12" fmla="*/ 23 w 205"/>
                <a:gd name="T13" fmla="*/ 60 h 243"/>
                <a:gd name="T14" fmla="*/ 29 w 205"/>
                <a:gd name="T15" fmla="*/ 63 h 243"/>
                <a:gd name="T16" fmla="*/ 26 w 205"/>
                <a:gd name="T17" fmla="*/ 67 h 243"/>
                <a:gd name="T18" fmla="*/ 36 w 205"/>
                <a:gd name="T19" fmla="*/ 65 h 243"/>
                <a:gd name="T20" fmla="*/ 40 w 205"/>
                <a:gd name="T21" fmla="*/ 72 h 243"/>
                <a:gd name="T22" fmla="*/ 44 w 205"/>
                <a:gd name="T23" fmla="*/ 62 h 243"/>
                <a:gd name="T24" fmla="*/ 56 w 205"/>
                <a:gd name="T25" fmla="*/ 68 h 243"/>
                <a:gd name="T26" fmla="*/ 47 w 205"/>
                <a:gd name="T27" fmla="*/ 72 h 243"/>
                <a:gd name="T28" fmla="*/ 43 w 205"/>
                <a:gd name="T29" fmla="*/ 81 h 243"/>
                <a:gd name="T30" fmla="*/ 45 w 205"/>
                <a:gd name="T31" fmla="*/ 86 h 243"/>
                <a:gd name="T32" fmla="*/ 52 w 205"/>
                <a:gd name="T33" fmla="*/ 84 h 243"/>
                <a:gd name="T34" fmla="*/ 66 w 205"/>
                <a:gd name="T35" fmla="*/ 61 h 243"/>
                <a:gd name="T36" fmla="*/ 38 w 205"/>
                <a:gd name="T37" fmla="*/ 53 h 243"/>
                <a:gd name="T38" fmla="*/ 38 w 205"/>
                <a:gd name="T39" fmla="*/ 39 h 243"/>
                <a:gd name="T40" fmla="*/ 41 w 205"/>
                <a:gd name="T41" fmla="*/ 17 h 243"/>
                <a:gd name="T42" fmla="*/ 29 w 205"/>
                <a:gd name="T43" fmla="*/ 0 h 243"/>
                <a:gd name="T44" fmla="*/ 24 w 205"/>
                <a:gd name="T45" fmla="*/ 8 h 243"/>
                <a:gd name="T46" fmla="*/ 29 w 205"/>
                <a:gd name="T47" fmla="*/ 30 h 243"/>
                <a:gd name="T48" fmla="*/ 11 w 205"/>
                <a:gd name="T49" fmla="*/ 11 h 243"/>
                <a:gd name="T50" fmla="*/ 14 w 205"/>
                <a:gd name="T51" fmla="*/ 24 h 243"/>
                <a:gd name="T52" fmla="*/ 10 w 205"/>
                <a:gd name="T53" fmla="*/ 23 h 243"/>
                <a:gd name="T54" fmla="*/ 10 w 205"/>
                <a:gd name="T55" fmla="*/ 30 h 243"/>
                <a:gd name="T56" fmla="*/ 5 w 205"/>
                <a:gd name="T57" fmla="*/ 23 h 243"/>
                <a:gd name="T58" fmla="*/ 0 w 205"/>
                <a:gd name="T59" fmla="*/ 33 h 2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05"/>
                <a:gd name="T91" fmla="*/ 0 h 243"/>
                <a:gd name="T92" fmla="*/ 205 w 205"/>
                <a:gd name="T93" fmla="*/ 243 h 24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05" h="243">
                  <a:moveTo>
                    <a:pt x="0" y="93"/>
                  </a:moveTo>
                  <a:lnTo>
                    <a:pt x="36" y="123"/>
                  </a:lnTo>
                  <a:lnTo>
                    <a:pt x="47" y="102"/>
                  </a:lnTo>
                  <a:lnTo>
                    <a:pt x="79" y="138"/>
                  </a:lnTo>
                  <a:lnTo>
                    <a:pt x="57" y="134"/>
                  </a:lnTo>
                  <a:lnTo>
                    <a:pt x="79" y="161"/>
                  </a:lnTo>
                  <a:lnTo>
                    <a:pt x="71" y="167"/>
                  </a:lnTo>
                  <a:lnTo>
                    <a:pt x="87" y="176"/>
                  </a:lnTo>
                  <a:lnTo>
                    <a:pt x="81" y="187"/>
                  </a:lnTo>
                  <a:lnTo>
                    <a:pt x="110" y="183"/>
                  </a:lnTo>
                  <a:lnTo>
                    <a:pt x="122" y="202"/>
                  </a:lnTo>
                  <a:lnTo>
                    <a:pt x="135" y="174"/>
                  </a:lnTo>
                  <a:lnTo>
                    <a:pt x="172" y="191"/>
                  </a:lnTo>
                  <a:lnTo>
                    <a:pt x="144" y="203"/>
                  </a:lnTo>
                  <a:lnTo>
                    <a:pt x="131" y="228"/>
                  </a:lnTo>
                  <a:lnTo>
                    <a:pt x="137" y="242"/>
                  </a:lnTo>
                  <a:lnTo>
                    <a:pt x="160" y="235"/>
                  </a:lnTo>
                  <a:lnTo>
                    <a:pt x="204" y="172"/>
                  </a:lnTo>
                  <a:lnTo>
                    <a:pt x="116" y="147"/>
                  </a:lnTo>
                  <a:lnTo>
                    <a:pt x="117" y="110"/>
                  </a:lnTo>
                  <a:lnTo>
                    <a:pt x="126" y="47"/>
                  </a:lnTo>
                  <a:lnTo>
                    <a:pt x="90" y="0"/>
                  </a:lnTo>
                  <a:lnTo>
                    <a:pt x="73" y="22"/>
                  </a:lnTo>
                  <a:lnTo>
                    <a:pt x="89" y="83"/>
                  </a:lnTo>
                  <a:lnTo>
                    <a:pt x="34" y="30"/>
                  </a:lnTo>
                  <a:lnTo>
                    <a:pt x="42" y="67"/>
                  </a:lnTo>
                  <a:lnTo>
                    <a:pt x="29" y="63"/>
                  </a:lnTo>
                  <a:lnTo>
                    <a:pt x="32" y="84"/>
                  </a:lnTo>
                  <a:lnTo>
                    <a:pt x="15" y="64"/>
                  </a:lnTo>
                  <a:lnTo>
                    <a:pt x="0" y="93"/>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7" name="Freeform 66">
              <a:extLst>
                <a:ext uri="{FF2B5EF4-FFF2-40B4-BE49-F238E27FC236}">
                  <a16:creationId xmlns:a16="http://schemas.microsoft.com/office/drawing/2014/main" id="{96F1DFC1-A649-DFD7-D0A5-822BA7635203}"/>
                </a:ext>
              </a:extLst>
            </p:cNvPr>
            <p:cNvSpPr>
              <a:spLocks noChangeAspect="1"/>
            </p:cNvSpPr>
            <p:nvPr/>
          </p:nvSpPr>
          <p:spPr bwMode="gray">
            <a:xfrm>
              <a:off x="2408820" y="2952920"/>
              <a:ext cx="179161" cy="166173"/>
            </a:xfrm>
            <a:custGeom>
              <a:avLst/>
              <a:gdLst>
                <a:gd name="T0" fmla="*/ 0 w 150"/>
                <a:gd name="T1" fmla="*/ 39 h 135"/>
                <a:gd name="T2" fmla="*/ 1 w 150"/>
                <a:gd name="T3" fmla="*/ 37 h 135"/>
                <a:gd name="T4" fmla="*/ 2 w 150"/>
                <a:gd name="T5" fmla="*/ 35 h 135"/>
                <a:gd name="T6" fmla="*/ 7 w 150"/>
                <a:gd name="T7" fmla="*/ 37 h 135"/>
                <a:gd name="T8" fmla="*/ 6 w 150"/>
                <a:gd name="T9" fmla="*/ 38 h 135"/>
                <a:gd name="T10" fmla="*/ 9 w 150"/>
                <a:gd name="T11" fmla="*/ 39 h 135"/>
                <a:gd name="T12" fmla="*/ 9 w 150"/>
                <a:gd name="T13" fmla="*/ 38 h 135"/>
                <a:gd name="T14" fmla="*/ 8 w 150"/>
                <a:gd name="T15" fmla="*/ 37 h 135"/>
                <a:gd name="T16" fmla="*/ 9 w 150"/>
                <a:gd name="T17" fmla="*/ 37 h 135"/>
                <a:gd name="T18" fmla="*/ 11 w 150"/>
                <a:gd name="T19" fmla="*/ 37 h 135"/>
                <a:gd name="T20" fmla="*/ 16 w 150"/>
                <a:gd name="T21" fmla="*/ 37 h 135"/>
                <a:gd name="T22" fmla="*/ 26 w 150"/>
                <a:gd name="T23" fmla="*/ 33 h 135"/>
                <a:gd name="T24" fmla="*/ 26 w 150"/>
                <a:gd name="T25" fmla="*/ 32 h 135"/>
                <a:gd name="T26" fmla="*/ 20 w 150"/>
                <a:gd name="T27" fmla="*/ 35 h 135"/>
                <a:gd name="T28" fmla="*/ 12 w 150"/>
                <a:gd name="T29" fmla="*/ 35 h 135"/>
                <a:gd name="T30" fmla="*/ 12 w 150"/>
                <a:gd name="T31" fmla="*/ 32 h 135"/>
                <a:gd name="T32" fmla="*/ 16 w 150"/>
                <a:gd name="T33" fmla="*/ 29 h 135"/>
                <a:gd name="T34" fmla="*/ 19 w 150"/>
                <a:gd name="T35" fmla="*/ 25 h 135"/>
                <a:gd name="T36" fmla="*/ 23 w 150"/>
                <a:gd name="T37" fmla="*/ 25 h 135"/>
                <a:gd name="T38" fmla="*/ 28 w 150"/>
                <a:gd name="T39" fmla="*/ 20 h 135"/>
                <a:gd name="T40" fmla="*/ 27 w 150"/>
                <a:gd name="T41" fmla="*/ 19 h 135"/>
                <a:gd name="T42" fmla="*/ 23 w 150"/>
                <a:gd name="T43" fmla="*/ 22 h 135"/>
                <a:gd name="T44" fmla="*/ 18 w 150"/>
                <a:gd name="T45" fmla="*/ 22 h 135"/>
                <a:gd name="T46" fmla="*/ 16 w 150"/>
                <a:gd name="T47" fmla="*/ 18 h 135"/>
                <a:gd name="T48" fmla="*/ 11 w 150"/>
                <a:gd name="T49" fmla="*/ 13 h 135"/>
                <a:gd name="T50" fmla="*/ 8 w 150"/>
                <a:gd name="T51" fmla="*/ 15 h 135"/>
                <a:gd name="T52" fmla="*/ 5 w 150"/>
                <a:gd name="T53" fmla="*/ 12 h 135"/>
                <a:gd name="T54" fmla="*/ 5 w 150"/>
                <a:gd name="T55" fmla="*/ 11 h 135"/>
                <a:gd name="T56" fmla="*/ 7 w 150"/>
                <a:gd name="T57" fmla="*/ 9 h 135"/>
                <a:gd name="T58" fmla="*/ 6 w 150"/>
                <a:gd name="T59" fmla="*/ 5 h 135"/>
                <a:gd name="T60" fmla="*/ 11 w 150"/>
                <a:gd name="T61" fmla="*/ 3 h 135"/>
                <a:gd name="T62" fmla="*/ 13 w 150"/>
                <a:gd name="T63" fmla="*/ 5 h 135"/>
                <a:gd name="T64" fmla="*/ 12 w 150"/>
                <a:gd name="T65" fmla="*/ 1 h 135"/>
                <a:gd name="T66" fmla="*/ 21 w 150"/>
                <a:gd name="T67" fmla="*/ 0 h 135"/>
                <a:gd name="T68" fmla="*/ 25 w 150"/>
                <a:gd name="T69" fmla="*/ 3 h 135"/>
                <a:gd name="T70" fmla="*/ 31 w 150"/>
                <a:gd name="T71" fmla="*/ 17 h 135"/>
                <a:gd name="T72" fmla="*/ 41 w 150"/>
                <a:gd name="T73" fmla="*/ 19 h 135"/>
                <a:gd name="T74" fmla="*/ 44 w 150"/>
                <a:gd name="T75" fmla="*/ 23 h 135"/>
                <a:gd name="T76" fmla="*/ 50 w 150"/>
                <a:gd name="T77" fmla="*/ 28 h 135"/>
                <a:gd name="T78" fmla="*/ 49 w 150"/>
                <a:gd name="T79" fmla="*/ 34 h 135"/>
                <a:gd name="T80" fmla="*/ 47 w 150"/>
                <a:gd name="T81" fmla="*/ 37 h 135"/>
                <a:gd name="T82" fmla="*/ 36 w 150"/>
                <a:gd name="T83" fmla="*/ 43 h 135"/>
                <a:gd name="T84" fmla="*/ 33 w 150"/>
                <a:gd name="T85" fmla="*/ 42 h 135"/>
                <a:gd name="T86" fmla="*/ 35 w 150"/>
                <a:gd name="T87" fmla="*/ 39 h 135"/>
                <a:gd name="T88" fmla="*/ 29 w 150"/>
                <a:gd name="T89" fmla="*/ 42 h 135"/>
                <a:gd name="T90" fmla="*/ 27 w 150"/>
                <a:gd name="T91" fmla="*/ 40 h 135"/>
                <a:gd name="T92" fmla="*/ 24 w 150"/>
                <a:gd name="T93" fmla="*/ 43 h 135"/>
                <a:gd name="T94" fmla="*/ 17 w 150"/>
                <a:gd name="T95" fmla="*/ 42 h 135"/>
                <a:gd name="T96" fmla="*/ 16 w 150"/>
                <a:gd name="T97" fmla="*/ 44 h 135"/>
                <a:gd name="T98" fmla="*/ 9 w 150"/>
                <a:gd name="T99" fmla="*/ 43 h 135"/>
                <a:gd name="T100" fmla="*/ 7 w 150"/>
                <a:gd name="T101" fmla="*/ 46 h 135"/>
                <a:gd name="T102" fmla="*/ 2 w 150"/>
                <a:gd name="T103" fmla="*/ 46 h 135"/>
                <a:gd name="T104" fmla="*/ 0 w 150"/>
                <a:gd name="T105" fmla="*/ 39 h 13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0"/>
                <a:gd name="T160" fmla="*/ 0 h 135"/>
                <a:gd name="T161" fmla="*/ 150 w 150"/>
                <a:gd name="T162" fmla="*/ 135 h 13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0" h="135">
                  <a:moveTo>
                    <a:pt x="0" y="115"/>
                  </a:moveTo>
                  <a:lnTo>
                    <a:pt x="2" y="107"/>
                  </a:lnTo>
                  <a:lnTo>
                    <a:pt x="7" y="103"/>
                  </a:lnTo>
                  <a:lnTo>
                    <a:pt x="20" y="109"/>
                  </a:lnTo>
                  <a:lnTo>
                    <a:pt x="19" y="111"/>
                  </a:lnTo>
                  <a:lnTo>
                    <a:pt x="25" y="114"/>
                  </a:lnTo>
                  <a:lnTo>
                    <a:pt x="27" y="111"/>
                  </a:lnTo>
                  <a:lnTo>
                    <a:pt x="24" y="109"/>
                  </a:lnTo>
                  <a:lnTo>
                    <a:pt x="26" y="107"/>
                  </a:lnTo>
                  <a:lnTo>
                    <a:pt x="32" y="110"/>
                  </a:lnTo>
                  <a:lnTo>
                    <a:pt x="47" y="109"/>
                  </a:lnTo>
                  <a:lnTo>
                    <a:pt x="75" y="98"/>
                  </a:lnTo>
                  <a:lnTo>
                    <a:pt x="75" y="92"/>
                  </a:lnTo>
                  <a:lnTo>
                    <a:pt x="59" y="101"/>
                  </a:lnTo>
                  <a:lnTo>
                    <a:pt x="37" y="103"/>
                  </a:lnTo>
                  <a:lnTo>
                    <a:pt x="35" y="93"/>
                  </a:lnTo>
                  <a:lnTo>
                    <a:pt x="49" y="84"/>
                  </a:lnTo>
                  <a:lnTo>
                    <a:pt x="55" y="72"/>
                  </a:lnTo>
                  <a:lnTo>
                    <a:pt x="68" y="71"/>
                  </a:lnTo>
                  <a:lnTo>
                    <a:pt x="82" y="59"/>
                  </a:lnTo>
                  <a:lnTo>
                    <a:pt x="80" y="57"/>
                  </a:lnTo>
                  <a:lnTo>
                    <a:pt x="68" y="63"/>
                  </a:lnTo>
                  <a:lnTo>
                    <a:pt x="53" y="64"/>
                  </a:lnTo>
                  <a:lnTo>
                    <a:pt x="49" y="52"/>
                  </a:lnTo>
                  <a:lnTo>
                    <a:pt x="33" y="40"/>
                  </a:lnTo>
                  <a:lnTo>
                    <a:pt x="23" y="42"/>
                  </a:lnTo>
                  <a:lnTo>
                    <a:pt x="14" y="36"/>
                  </a:lnTo>
                  <a:lnTo>
                    <a:pt x="15" y="30"/>
                  </a:lnTo>
                  <a:lnTo>
                    <a:pt x="20" y="27"/>
                  </a:lnTo>
                  <a:lnTo>
                    <a:pt x="18" y="13"/>
                  </a:lnTo>
                  <a:lnTo>
                    <a:pt x="33" y="8"/>
                  </a:lnTo>
                  <a:lnTo>
                    <a:pt x="39" y="16"/>
                  </a:lnTo>
                  <a:lnTo>
                    <a:pt x="37" y="4"/>
                  </a:lnTo>
                  <a:lnTo>
                    <a:pt x="62" y="0"/>
                  </a:lnTo>
                  <a:lnTo>
                    <a:pt x="74" y="8"/>
                  </a:lnTo>
                  <a:lnTo>
                    <a:pt x="93" y="49"/>
                  </a:lnTo>
                  <a:lnTo>
                    <a:pt x="123" y="56"/>
                  </a:lnTo>
                  <a:lnTo>
                    <a:pt x="130" y="69"/>
                  </a:lnTo>
                  <a:lnTo>
                    <a:pt x="149" y="81"/>
                  </a:lnTo>
                  <a:lnTo>
                    <a:pt x="145" y="99"/>
                  </a:lnTo>
                  <a:lnTo>
                    <a:pt x="139" y="108"/>
                  </a:lnTo>
                  <a:lnTo>
                    <a:pt x="107" y="125"/>
                  </a:lnTo>
                  <a:lnTo>
                    <a:pt x="99" y="122"/>
                  </a:lnTo>
                  <a:lnTo>
                    <a:pt x="106" y="113"/>
                  </a:lnTo>
                  <a:lnTo>
                    <a:pt x="87" y="121"/>
                  </a:lnTo>
                  <a:lnTo>
                    <a:pt x="81" y="118"/>
                  </a:lnTo>
                  <a:lnTo>
                    <a:pt x="70" y="127"/>
                  </a:lnTo>
                  <a:lnTo>
                    <a:pt x="51" y="123"/>
                  </a:lnTo>
                  <a:lnTo>
                    <a:pt x="47" y="128"/>
                  </a:lnTo>
                  <a:lnTo>
                    <a:pt x="25" y="127"/>
                  </a:lnTo>
                  <a:lnTo>
                    <a:pt x="21" y="134"/>
                  </a:lnTo>
                  <a:lnTo>
                    <a:pt x="7" y="134"/>
                  </a:lnTo>
                  <a:lnTo>
                    <a:pt x="0" y="115"/>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8" name="Freeform 67">
              <a:extLst>
                <a:ext uri="{FF2B5EF4-FFF2-40B4-BE49-F238E27FC236}">
                  <a16:creationId xmlns:a16="http://schemas.microsoft.com/office/drawing/2014/main" id="{2C8E21B2-C95E-6C84-6DA2-40122B6E01CD}"/>
                </a:ext>
              </a:extLst>
            </p:cNvPr>
            <p:cNvSpPr>
              <a:spLocks noChangeAspect="1"/>
            </p:cNvSpPr>
            <p:nvPr/>
          </p:nvSpPr>
          <p:spPr bwMode="gray">
            <a:xfrm>
              <a:off x="2351159" y="3260025"/>
              <a:ext cx="117381" cy="159863"/>
            </a:xfrm>
            <a:custGeom>
              <a:avLst/>
              <a:gdLst>
                <a:gd name="T0" fmla="*/ 0 w 101"/>
                <a:gd name="T1" fmla="*/ 29 h 127"/>
                <a:gd name="T2" fmla="*/ 2 w 101"/>
                <a:gd name="T3" fmla="*/ 32 h 127"/>
                <a:gd name="T4" fmla="*/ 10 w 101"/>
                <a:gd name="T5" fmla="*/ 25 h 127"/>
                <a:gd name="T6" fmla="*/ 14 w 101"/>
                <a:gd name="T7" fmla="*/ 19 h 127"/>
                <a:gd name="T8" fmla="*/ 17 w 101"/>
                <a:gd name="T9" fmla="*/ 19 h 127"/>
                <a:gd name="T10" fmla="*/ 18 w 101"/>
                <a:gd name="T11" fmla="*/ 23 h 127"/>
                <a:gd name="T12" fmla="*/ 14 w 101"/>
                <a:gd name="T13" fmla="*/ 25 h 127"/>
                <a:gd name="T14" fmla="*/ 14 w 101"/>
                <a:gd name="T15" fmla="*/ 27 h 127"/>
                <a:gd name="T16" fmla="*/ 15 w 101"/>
                <a:gd name="T17" fmla="*/ 27 h 127"/>
                <a:gd name="T18" fmla="*/ 18 w 101"/>
                <a:gd name="T19" fmla="*/ 34 h 127"/>
                <a:gd name="T20" fmla="*/ 15 w 101"/>
                <a:gd name="T21" fmla="*/ 35 h 127"/>
                <a:gd name="T22" fmla="*/ 11 w 101"/>
                <a:gd name="T23" fmla="*/ 42 h 127"/>
                <a:gd name="T24" fmla="*/ 13 w 101"/>
                <a:gd name="T25" fmla="*/ 45 h 127"/>
                <a:gd name="T26" fmla="*/ 18 w 101"/>
                <a:gd name="T27" fmla="*/ 44 h 127"/>
                <a:gd name="T28" fmla="*/ 20 w 101"/>
                <a:gd name="T29" fmla="*/ 41 h 127"/>
                <a:gd name="T30" fmla="*/ 28 w 101"/>
                <a:gd name="T31" fmla="*/ 38 h 127"/>
                <a:gd name="T32" fmla="*/ 28 w 101"/>
                <a:gd name="T33" fmla="*/ 36 h 127"/>
                <a:gd name="T34" fmla="*/ 31 w 101"/>
                <a:gd name="T35" fmla="*/ 35 h 127"/>
                <a:gd name="T36" fmla="*/ 32 w 101"/>
                <a:gd name="T37" fmla="*/ 33 h 127"/>
                <a:gd name="T38" fmla="*/ 31 w 101"/>
                <a:gd name="T39" fmla="*/ 32 h 127"/>
                <a:gd name="T40" fmla="*/ 31 w 101"/>
                <a:gd name="T41" fmla="*/ 26 h 127"/>
                <a:gd name="T42" fmla="*/ 30 w 101"/>
                <a:gd name="T43" fmla="*/ 25 h 127"/>
                <a:gd name="T44" fmla="*/ 28 w 101"/>
                <a:gd name="T45" fmla="*/ 5 h 127"/>
                <a:gd name="T46" fmla="*/ 28 w 101"/>
                <a:gd name="T47" fmla="*/ 0 h 127"/>
                <a:gd name="T48" fmla="*/ 24 w 101"/>
                <a:gd name="T49" fmla="*/ 1 h 127"/>
                <a:gd name="T50" fmla="*/ 16 w 101"/>
                <a:gd name="T51" fmla="*/ 7 h 127"/>
                <a:gd name="T52" fmla="*/ 15 w 101"/>
                <a:gd name="T53" fmla="*/ 13 h 127"/>
                <a:gd name="T54" fmla="*/ 14 w 101"/>
                <a:gd name="T55" fmla="*/ 14 h 127"/>
                <a:gd name="T56" fmla="*/ 15 w 101"/>
                <a:gd name="T57" fmla="*/ 5 h 127"/>
                <a:gd name="T58" fmla="*/ 11 w 101"/>
                <a:gd name="T59" fmla="*/ 10 h 127"/>
                <a:gd name="T60" fmla="*/ 10 w 101"/>
                <a:gd name="T61" fmla="*/ 8 h 127"/>
                <a:gd name="T62" fmla="*/ 7 w 101"/>
                <a:gd name="T63" fmla="*/ 10 h 127"/>
                <a:gd name="T64" fmla="*/ 7 w 101"/>
                <a:gd name="T65" fmla="*/ 14 h 127"/>
                <a:gd name="T66" fmla="*/ 4 w 101"/>
                <a:gd name="T67" fmla="*/ 19 h 127"/>
                <a:gd name="T68" fmla="*/ 6 w 101"/>
                <a:gd name="T69" fmla="*/ 19 h 127"/>
                <a:gd name="T70" fmla="*/ 5 w 101"/>
                <a:gd name="T71" fmla="*/ 21 h 127"/>
                <a:gd name="T72" fmla="*/ 2 w 101"/>
                <a:gd name="T73" fmla="*/ 24 h 127"/>
                <a:gd name="T74" fmla="*/ 0 w 101"/>
                <a:gd name="T75" fmla="*/ 29 h 1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1"/>
                <a:gd name="T115" fmla="*/ 0 h 127"/>
                <a:gd name="T116" fmla="*/ 101 w 101"/>
                <a:gd name="T117" fmla="*/ 127 h 1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1" h="127">
                  <a:moveTo>
                    <a:pt x="0" y="82"/>
                  </a:moveTo>
                  <a:lnTo>
                    <a:pt x="6" y="88"/>
                  </a:lnTo>
                  <a:lnTo>
                    <a:pt x="31" y="70"/>
                  </a:lnTo>
                  <a:lnTo>
                    <a:pt x="43" y="51"/>
                  </a:lnTo>
                  <a:lnTo>
                    <a:pt x="54" y="53"/>
                  </a:lnTo>
                  <a:lnTo>
                    <a:pt x="57" y="63"/>
                  </a:lnTo>
                  <a:lnTo>
                    <a:pt x="43" y="69"/>
                  </a:lnTo>
                  <a:lnTo>
                    <a:pt x="43" y="76"/>
                  </a:lnTo>
                  <a:lnTo>
                    <a:pt x="48" y="76"/>
                  </a:lnTo>
                  <a:lnTo>
                    <a:pt x="57" y="96"/>
                  </a:lnTo>
                  <a:lnTo>
                    <a:pt x="46" y="99"/>
                  </a:lnTo>
                  <a:lnTo>
                    <a:pt x="36" y="117"/>
                  </a:lnTo>
                  <a:lnTo>
                    <a:pt x="40" y="126"/>
                  </a:lnTo>
                  <a:lnTo>
                    <a:pt x="56" y="122"/>
                  </a:lnTo>
                  <a:lnTo>
                    <a:pt x="64" y="113"/>
                  </a:lnTo>
                  <a:lnTo>
                    <a:pt x="86" y="107"/>
                  </a:lnTo>
                  <a:lnTo>
                    <a:pt x="88" y="101"/>
                  </a:lnTo>
                  <a:lnTo>
                    <a:pt x="98" y="97"/>
                  </a:lnTo>
                  <a:lnTo>
                    <a:pt x="100" y="92"/>
                  </a:lnTo>
                  <a:lnTo>
                    <a:pt x="97" y="89"/>
                  </a:lnTo>
                  <a:lnTo>
                    <a:pt x="98" y="74"/>
                  </a:lnTo>
                  <a:lnTo>
                    <a:pt x="96" y="70"/>
                  </a:lnTo>
                  <a:lnTo>
                    <a:pt x="86" y="14"/>
                  </a:lnTo>
                  <a:lnTo>
                    <a:pt x="89" y="0"/>
                  </a:lnTo>
                  <a:lnTo>
                    <a:pt x="75" y="3"/>
                  </a:lnTo>
                  <a:lnTo>
                    <a:pt x="52" y="20"/>
                  </a:lnTo>
                  <a:lnTo>
                    <a:pt x="46" y="37"/>
                  </a:lnTo>
                  <a:lnTo>
                    <a:pt x="42" y="38"/>
                  </a:lnTo>
                  <a:lnTo>
                    <a:pt x="48" y="14"/>
                  </a:lnTo>
                  <a:lnTo>
                    <a:pt x="36" y="26"/>
                  </a:lnTo>
                  <a:lnTo>
                    <a:pt x="32" y="24"/>
                  </a:lnTo>
                  <a:lnTo>
                    <a:pt x="23" y="28"/>
                  </a:lnTo>
                  <a:lnTo>
                    <a:pt x="21" y="39"/>
                  </a:lnTo>
                  <a:lnTo>
                    <a:pt x="13" y="51"/>
                  </a:lnTo>
                  <a:lnTo>
                    <a:pt x="17" y="53"/>
                  </a:lnTo>
                  <a:lnTo>
                    <a:pt x="15" y="59"/>
                  </a:lnTo>
                  <a:lnTo>
                    <a:pt x="7" y="67"/>
                  </a:lnTo>
                  <a:lnTo>
                    <a:pt x="0" y="82"/>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39" name="Freeform 68">
              <a:extLst>
                <a:ext uri="{FF2B5EF4-FFF2-40B4-BE49-F238E27FC236}">
                  <a16:creationId xmlns:a16="http://schemas.microsoft.com/office/drawing/2014/main" id="{27315B71-3FDD-AC45-5EED-8BFB6C9F16C8}"/>
                </a:ext>
              </a:extLst>
            </p:cNvPr>
            <p:cNvSpPr>
              <a:spLocks noChangeAspect="1"/>
            </p:cNvSpPr>
            <p:nvPr/>
          </p:nvSpPr>
          <p:spPr bwMode="gray">
            <a:xfrm>
              <a:off x="3168709" y="1880156"/>
              <a:ext cx="140034" cy="132518"/>
            </a:xfrm>
            <a:custGeom>
              <a:avLst/>
              <a:gdLst>
                <a:gd name="T0" fmla="*/ 0 w 117"/>
                <a:gd name="T1" fmla="*/ 25 h 107"/>
                <a:gd name="T2" fmla="*/ 2 w 117"/>
                <a:gd name="T3" fmla="*/ 6 h 107"/>
                <a:gd name="T4" fmla="*/ 10 w 117"/>
                <a:gd name="T5" fmla="*/ 0 h 107"/>
                <a:gd name="T6" fmla="*/ 20 w 117"/>
                <a:gd name="T7" fmla="*/ 11 h 107"/>
                <a:gd name="T8" fmla="*/ 19 w 117"/>
                <a:gd name="T9" fmla="*/ 16 h 107"/>
                <a:gd name="T10" fmla="*/ 13 w 117"/>
                <a:gd name="T11" fmla="*/ 19 h 107"/>
                <a:gd name="T12" fmla="*/ 20 w 117"/>
                <a:gd name="T13" fmla="*/ 19 h 107"/>
                <a:gd name="T14" fmla="*/ 28 w 117"/>
                <a:gd name="T15" fmla="*/ 23 h 107"/>
                <a:gd name="T16" fmla="*/ 26 w 117"/>
                <a:gd name="T17" fmla="*/ 26 h 107"/>
                <a:gd name="T18" fmla="*/ 34 w 117"/>
                <a:gd name="T19" fmla="*/ 23 h 107"/>
                <a:gd name="T20" fmla="*/ 32 w 117"/>
                <a:gd name="T21" fmla="*/ 26 h 107"/>
                <a:gd name="T22" fmla="*/ 34 w 117"/>
                <a:gd name="T23" fmla="*/ 31 h 107"/>
                <a:gd name="T24" fmla="*/ 34 w 117"/>
                <a:gd name="T25" fmla="*/ 28 h 107"/>
                <a:gd name="T26" fmla="*/ 39 w 117"/>
                <a:gd name="T27" fmla="*/ 28 h 107"/>
                <a:gd name="T28" fmla="*/ 39 w 117"/>
                <a:gd name="T29" fmla="*/ 32 h 107"/>
                <a:gd name="T30" fmla="*/ 32 w 117"/>
                <a:gd name="T31" fmla="*/ 37 h 107"/>
                <a:gd name="T32" fmla="*/ 26 w 117"/>
                <a:gd name="T33" fmla="*/ 35 h 107"/>
                <a:gd name="T34" fmla="*/ 20 w 117"/>
                <a:gd name="T35" fmla="*/ 27 h 107"/>
                <a:gd name="T36" fmla="*/ 7 w 117"/>
                <a:gd name="T37" fmla="*/ 29 h 107"/>
                <a:gd name="T38" fmla="*/ 6 w 117"/>
                <a:gd name="T39" fmla="*/ 25 h 107"/>
                <a:gd name="T40" fmla="*/ 0 w 117"/>
                <a:gd name="T41" fmla="*/ 25 h 1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7"/>
                <a:gd name="T64" fmla="*/ 0 h 107"/>
                <a:gd name="T65" fmla="*/ 117 w 117"/>
                <a:gd name="T66" fmla="*/ 107 h 10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7" h="107">
                  <a:moveTo>
                    <a:pt x="0" y="71"/>
                  </a:moveTo>
                  <a:lnTo>
                    <a:pt x="6" y="17"/>
                  </a:lnTo>
                  <a:lnTo>
                    <a:pt x="30" y="0"/>
                  </a:lnTo>
                  <a:lnTo>
                    <a:pt x="60" y="32"/>
                  </a:lnTo>
                  <a:lnTo>
                    <a:pt x="57" y="46"/>
                  </a:lnTo>
                  <a:lnTo>
                    <a:pt x="39" y="54"/>
                  </a:lnTo>
                  <a:lnTo>
                    <a:pt x="59" y="56"/>
                  </a:lnTo>
                  <a:lnTo>
                    <a:pt x="83" y="66"/>
                  </a:lnTo>
                  <a:lnTo>
                    <a:pt x="78" y="74"/>
                  </a:lnTo>
                  <a:lnTo>
                    <a:pt x="101" y="67"/>
                  </a:lnTo>
                  <a:lnTo>
                    <a:pt x="95" y="76"/>
                  </a:lnTo>
                  <a:lnTo>
                    <a:pt x="102" y="89"/>
                  </a:lnTo>
                  <a:lnTo>
                    <a:pt x="100" y="80"/>
                  </a:lnTo>
                  <a:lnTo>
                    <a:pt x="116" y="80"/>
                  </a:lnTo>
                  <a:lnTo>
                    <a:pt x="115" y="91"/>
                  </a:lnTo>
                  <a:lnTo>
                    <a:pt x="94" y="106"/>
                  </a:lnTo>
                  <a:lnTo>
                    <a:pt x="76" y="101"/>
                  </a:lnTo>
                  <a:lnTo>
                    <a:pt x="59" y="78"/>
                  </a:lnTo>
                  <a:lnTo>
                    <a:pt x="20" y="84"/>
                  </a:lnTo>
                  <a:lnTo>
                    <a:pt x="18" y="71"/>
                  </a:lnTo>
                  <a:lnTo>
                    <a:pt x="0" y="71"/>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0" name="Freeform 69">
              <a:extLst>
                <a:ext uri="{FF2B5EF4-FFF2-40B4-BE49-F238E27FC236}">
                  <a16:creationId xmlns:a16="http://schemas.microsoft.com/office/drawing/2014/main" id="{D59A5808-7741-FC46-0576-F336D4F311D1}"/>
                </a:ext>
              </a:extLst>
            </p:cNvPr>
            <p:cNvSpPr>
              <a:spLocks noChangeAspect="1"/>
            </p:cNvSpPr>
            <p:nvPr/>
          </p:nvSpPr>
          <p:spPr bwMode="gray">
            <a:xfrm>
              <a:off x="2612692" y="3375715"/>
              <a:ext cx="78254" cy="138828"/>
            </a:xfrm>
            <a:custGeom>
              <a:avLst/>
              <a:gdLst>
                <a:gd name="T0" fmla="*/ 0 w 64"/>
                <a:gd name="T1" fmla="*/ 15 h 108"/>
                <a:gd name="T2" fmla="*/ 3 w 64"/>
                <a:gd name="T3" fmla="*/ 21 h 108"/>
                <a:gd name="T4" fmla="*/ 3 w 64"/>
                <a:gd name="T5" fmla="*/ 34 h 108"/>
                <a:gd name="T6" fmla="*/ 10 w 64"/>
                <a:gd name="T7" fmla="*/ 40 h 108"/>
                <a:gd name="T8" fmla="*/ 18 w 64"/>
                <a:gd name="T9" fmla="*/ 40 h 108"/>
                <a:gd name="T10" fmla="*/ 22 w 64"/>
                <a:gd name="T11" fmla="*/ 29 h 108"/>
                <a:gd name="T12" fmla="*/ 20 w 64"/>
                <a:gd name="T13" fmla="*/ 27 h 108"/>
                <a:gd name="T14" fmla="*/ 22 w 64"/>
                <a:gd name="T15" fmla="*/ 24 h 108"/>
                <a:gd name="T16" fmla="*/ 20 w 64"/>
                <a:gd name="T17" fmla="*/ 21 h 108"/>
                <a:gd name="T18" fmla="*/ 18 w 64"/>
                <a:gd name="T19" fmla="*/ 20 h 108"/>
                <a:gd name="T20" fmla="*/ 20 w 64"/>
                <a:gd name="T21" fmla="*/ 18 h 108"/>
                <a:gd name="T22" fmla="*/ 20 w 64"/>
                <a:gd name="T23" fmla="*/ 12 h 108"/>
                <a:gd name="T24" fmla="*/ 18 w 64"/>
                <a:gd name="T25" fmla="*/ 7 h 108"/>
                <a:gd name="T26" fmla="*/ 14 w 64"/>
                <a:gd name="T27" fmla="*/ 1 h 108"/>
                <a:gd name="T28" fmla="*/ 10 w 64"/>
                <a:gd name="T29" fmla="*/ 0 h 108"/>
                <a:gd name="T30" fmla="*/ 4 w 64"/>
                <a:gd name="T31" fmla="*/ 4 h 108"/>
                <a:gd name="T32" fmla="*/ 0 w 64"/>
                <a:gd name="T33" fmla="*/ 15 h 10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4"/>
                <a:gd name="T52" fmla="*/ 0 h 108"/>
                <a:gd name="T53" fmla="*/ 64 w 64"/>
                <a:gd name="T54" fmla="*/ 108 h 10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4" h="108">
                  <a:moveTo>
                    <a:pt x="0" y="39"/>
                  </a:moveTo>
                  <a:lnTo>
                    <a:pt x="9" y="56"/>
                  </a:lnTo>
                  <a:lnTo>
                    <a:pt x="9" y="92"/>
                  </a:lnTo>
                  <a:lnTo>
                    <a:pt x="28" y="106"/>
                  </a:lnTo>
                  <a:lnTo>
                    <a:pt x="53" y="107"/>
                  </a:lnTo>
                  <a:lnTo>
                    <a:pt x="62" y="77"/>
                  </a:lnTo>
                  <a:lnTo>
                    <a:pt x="58" y="72"/>
                  </a:lnTo>
                  <a:lnTo>
                    <a:pt x="63" y="65"/>
                  </a:lnTo>
                  <a:lnTo>
                    <a:pt x="58" y="55"/>
                  </a:lnTo>
                  <a:lnTo>
                    <a:pt x="53" y="52"/>
                  </a:lnTo>
                  <a:lnTo>
                    <a:pt x="56" y="48"/>
                  </a:lnTo>
                  <a:lnTo>
                    <a:pt x="57" y="33"/>
                  </a:lnTo>
                  <a:lnTo>
                    <a:pt x="52" y="18"/>
                  </a:lnTo>
                  <a:lnTo>
                    <a:pt x="40" y="2"/>
                  </a:lnTo>
                  <a:lnTo>
                    <a:pt x="28" y="0"/>
                  </a:lnTo>
                  <a:lnTo>
                    <a:pt x="11" y="12"/>
                  </a:lnTo>
                  <a:lnTo>
                    <a:pt x="0" y="39"/>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1" name="Freeform 70">
              <a:extLst>
                <a:ext uri="{FF2B5EF4-FFF2-40B4-BE49-F238E27FC236}">
                  <a16:creationId xmlns:a16="http://schemas.microsoft.com/office/drawing/2014/main" id="{DBE2D4AE-1900-716F-7FCF-476DDC96766E}"/>
                </a:ext>
              </a:extLst>
            </p:cNvPr>
            <p:cNvSpPr>
              <a:spLocks noChangeAspect="1"/>
            </p:cNvSpPr>
            <p:nvPr/>
          </p:nvSpPr>
          <p:spPr bwMode="gray">
            <a:xfrm>
              <a:off x="2200828" y="2462814"/>
              <a:ext cx="109144" cy="84138"/>
            </a:xfrm>
            <a:custGeom>
              <a:avLst/>
              <a:gdLst>
                <a:gd name="T0" fmla="*/ 0 w 92"/>
                <a:gd name="T1" fmla="*/ 9 h 68"/>
                <a:gd name="T2" fmla="*/ 4 w 92"/>
                <a:gd name="T3" fmla="*/ 2 h 68"/>
                <a:gd name="T4" fmla="*/ 14 w 92"/>
                <a:gd name="T5" fmla="*/ 4 h 68"/>
                <a:gd name="T6" fmla="*/ 23 w 92"/>
                <a:gd name="T7" fmla="*/ 0 h 68"/>
                <a:gd name="T8" fmla="*/ 30 w 92"/>
                <a:gd name="T9" fmla="*/ 5 h 68"/>
                <a:gd name="T10" fmla="*/ 27 w 92"/>
                <a:gd name="T11" fmla="*/ 9 h 68"/>
                <a:gd name="T12" fmla="*/ 23 w 92"/>
                <a:gd name="T13" fmla="*/ 6 h 68"/>
                <a:gd name="T14" fmla="*/ 27 w 92"/>
                <a:gd name="T15" fmla="*/ 11 h 68"/>
                <a:gd name="T16" fmla="*/ 16 w 92"/>
                <a:gd name="T17" fmla="*/ 16 h 68"/>
                <a:gd name="T18" fmla="*/ 24 w 92"/>
                <a:gd name="T19" fmla="*/ 17 h 68"/>
                <a:gd name="T20" fmla="*/ 21 w 92"/>
                <a:gd name="T21" fmla="*/ 23 h 68"/>
                <a:gd name="T22" fmla="*/ 12 w 92"/>
                <a:gd name="T23" fmla="*/ 21 h 68"/>
                <a:gd name="T24" fmla="*/ 0 w 92"/>
                <a:gd name="T25" fmla="*/ 9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8"/>
                <a:gd name="T41" fmla="*/ 92 w 92"/>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8">
                  <a:moveTo>
                    <a:pt x="0" y="25"/>
                  </a:moveTo>
                  <a:lnTo>
                    <a:pt x="12" y="7"/>
                  </a:lnTo>
                  <a:lnTo>
                    <a:pt x="41" y="10"/>
                  </a:lnTo>
                  <a:lnTo>
                    <a:pt x="69" y="0"/>
                  </a:lnTo>
                  <a:lnTo>
                    <a:pt x="91" y="16"/>
                  </a:lnTo>
                  <a:lnTo>
                    <a:pt x="82" y="25"/>
                  </a:lnTo>
                  <a:lnTo>
                    <a:pt x="69" y="17"/>
                  </a:lnTo>
                  <a:lnTo>
                    <a:pt x="80" y="32"/>
                  </a:lnTo>
                  <a:lnTo>
                    <a:pt x="47" y="48"/>
                  </a:lnTo>
                  <a:lnTo>
                    <a:pt x="72" y="50"/>
                  </a:lnTo>
                  <a:lnTo>
                    <a:pt x="64" y="67"/>
                  </a:lnTo>
                  <a:lnTo>
                    <a:pt x="35" y="62"/>
                  </a:lnTo>
                  <a:lnTo>
                    <a:pt x="0" y="25"/>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2" name="Freeform 71">
              <a:extLst>
                <a:ext uri="{FF2B5EF4-FFF2-40B4-BE49-F238E27FC236}">
                  <a16:creationId xmlns:a16="http://schemas.microsoft.com/office/drawing/2014/main" id="{EF51F5F2-5417-C469-C749-DCFBB0835337}"/>
                </a:ext>
              </a:extLst>
            </p:cNvPr>
            <p:cNvSpPr>
              <a:spLocks noChangeAspect="1"/>
            </p:cNvSpPr>
            <p:nvPr/>
          </p:nvSpPr>
          <p:spPr bwMode="gray">
            <a:xfrm>
              <a:off x="2462362" y="3182197"/>
              <a:ext cx="105025" cy="140932"/>
            </a:xfrm>
            <a:custGeom>
              <a:avLst/>
              <a:gdLst>
                <a:gd name="T0" fmla="*/ 0 w 88"/>
                <a:gd name="T1" fmla="*/ 27 h 116"/>
                <a:gd name="T2" fmla="*/ 2 w 88"/>
                <a:gd name="T3" fmla="*/ 38 h 116"/>
                <a:gd name="T4" fmla="*/ 6 w 88"/>
                <a:gd name="T5" fmla="*/ 38 h 116"/>
                <a:gd name="T6" fmla="*/ 16 w 88"/>
                <a:gd name="T7" fmla="*/ 24 h 116"/>
                <a:gd name="T8" fmla="*/ 17 w 88"/>
                <a:gd name="T9" fmla="*/ 21 h 116"/>
                <a:gd name="T10" fmla="*/ 21 w 88"/>
                <a:gd name="T11" fmla="*/ 17 h 116"/>
                <a:gd name="T12" fmla="*/ 28 w 88"/>
                <a:gd name="T13" fmla="*/ 8 h 116"/>
                <a:gd name="T14" fmla="*/ 29 w 88"/>
                <a:gd name="T15" fmla="*/ 4 h 116"/>
                <a:gd name="T16" fmla="*/ 28 w 88"/>
                <a:gd name="T17" fmla="*/ 0 h 116"/>
                <a:gd name="T18" fmla="*/ 26 w 88"/>
                <a:gd name="T19" fmla="*/ 1 h 116"/>
                <a:gd name="T20" fmla="*/ 24 w 88"/>
                <a:gd name="T21" fmla="*/ 4 h 116"/>
                <a:gd name="T22" fmla="*/ 23 w 88"/>
                <a:gd name="T23" fmla="*/ 3 h 116"/>
                <a:gd name="T24" fmla="*/ 21 w 88"/>
                <a:gd name="T25" fmla="*/ 5 h 116"/>
                <a:gd name="T26" fmla="*/ 12 w 88"/>
                <a:gd name="T27" fmla="*/ 12 h 116"/>
                <a:gd name="T28" fmla="*/ 10 w 88"/>
                <a:gd name="T29" fmla="*/ 16 h 116"/>
                <a:gd name="T30" fmla="*/ 9 w 88"/>
                <a:gd name="T31" fmla="*/ 16 h 116"/>
                <a:gd name="T32" fmla="*/ 7 w 88"/>
                <a:gd name="T33" fmla="*/ 18 h 116"/>
                <a:gd name="T34" fmla="*/ 12 w 88"/>
                <a:gd name="T35" fmla="*/ 20 h 116"/>
                <a:gd name="T36" fmla="*/ 15 w 88"/>
                <a:gd name="T37" fmla="*/ 18 h 116"/>
                <a:gd name="T38" fmla="*/ 15 w 88"/>
                <a:gd name="T39" fmla="*/ 20 h 116"/>
                <a:gd name="T40" fmla="*/ 9 w 88"/>
                <a:gd name="T41" fmla="*/ 21 h 116"/>
                <a:gd name="T42" fmla="*/ 7 w 88"/>
                <a:gd name="T43" fmla="*/ 20 h 116"/>
                <a:gd name="T44" fmla="*/ 3 w 88"/>
                <a:gd name="T45" fmla="*/ 22 h 116"/>
                <a:gd name="T46" fmla="*/ 0 w 88"/>
                <a:gd name="T47" fmla="*/ 27 h 11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8"/>
                <a:gd name="T73" fmla="*/ 0 h 116"/>
                <a:gd name="T74" fmla="*/ 88 w 88"/>
                <a:gd name="T75" fmla="*/ 116 h 11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8" h="116">
                  <a:moveTo>
                    <a:pt x="0" y="82"/>
                  </a:moveTo>
                  <a:lnTo>
                    <a:pt x="6" y="114"/>
                  </a:lnTo>
                  <a:lnTo>
                    <a:pt x="19" y="115"/>
                  </a:lnTo>
                  <a:lnTo>
                    <a:pt x="48" y="73"/>
                  </a:lnTo>
                  <a:lnTo>
                    <a:pt x="52" y="62"/>
                  </a:lnTo>
                  <a:lnTo>
                    <a:pt x="62" y="52"/>
                  </a:lnTo>
                  <a:lnTo>
                    <a:pt x="82" y="23"/>
                  </a:lnTo>
                  <a:lnTo>
                    <a:pt x="87" y="12"/>
                  </a:lnTo>
                  <a:lnTo>
                    <a:pt x="84" y="0"/>
                  </a:lnTo>
                  <a:lnTo>
                    <a:pt x="76" y="4"/>
                  </a:lnTo>
                  <a:lnTo>
                    <a:pt x="72" y="12"/>
                  </a:lnTo>
                  <a:lnTo>
                    <a:pt x="69" y="10"/>
                  </a:lnTo>
                  <a:lnTo>
                    <a:pt x="64" y="16"/>
                  </a:lnTo>
                  <a:lnTo>
                    <a:pt x="36" y="35"/>
                  </a:lnTo>
                  <a:lnTo>
                    <a:pt x="30" y="46"/>
                  </a:lnTo>
                  <a:lnTo>
                    <a:pt x="26" y="46"/>
                  </a:lnTo>
                  <a:lnTo>
                    <a:pt x="21" y="55"/>
                  </a:lnTo>
                  <a:lnTo>
                    <a:pt x="34" y="58"/>
                  </a:lnTo>
                  <a:lnTo>
                    <a:pt x="45" y="55"/>
                  </a:lnTo>
                  <a:lnTo>
                    <a:pt x="45" y="59"/>
                  </a:lnTo>
                  <a:lnTo>
                    <a:pt x="27" y="63"/>
                  </a:lnTo>
                  <a:lnTo>
                    <a:pt x="20" y="60"/>
                  </a:lnTo>
                  <a:lnTo>
                    <a:pt x="9" y="65"/>
                  </a:lnTo>
                  <a:lnTo>
                    <a:pt x="0" y="82"/>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3" name="Freeform 72">
              <a:extLst>
                <a:ext uri="{FF2B5EF4-FFF2-40B4-BE49-F238E27FC236}">
                  <a16:creationId xmlns:a16="http://schemas.microsoft.com/office/drawing/2014/main" id="{4442D89E-040B-CCEF-C134-8FECB0FAF583}"/>
                </a:ext>
              </a:extLst>
            </p:cNvPr>
            <p:cNvSpPr>
              <a:spLocks noChangeAspect="1"/>
            </p:cNvSpPr>
            <p:nvPr/>
          </p:nvSpPr>
          <p:spPr bwMode="gray">
            <a:xfrm>
              <a:off x="2207006" y="2586918"/>
              <a:ext cx="55602" cy="138828"/>
            </a:xfrm>
            <a:custGeom>
              <a:avLst/>
              <a:gdLst>
                <a:gd name="T0" fmla="*/ 0 w 45"/>
                <a:gd name="T1" fmla="*/ 16 h 109"/>
                <a:gd name="T2" fmla="*/ 1 w 45"/>
                <a:gd name="T3" fmla="*/ 39 h 109"/>
                <a:gd name="T4" fmla="*/ 13 w 45"/>
                <a:gd name="T5" fmla="*/ 39 h 109"/>
                <a:gd name="T6" fmla="*/ 11 w 45"/>
                <a:gd name="T7" fmla="*/ 37 h 109"/>
                <a:gd name="T8" fmla="*/ 5 w 45"/>
                <a:gd name="T9" fmla="*/ 36 h 109"/>
                <a:gd name="T10" fmla="*/ 11 w 45"/>
                <a:gd name="T11" fmla="*/ 33 h 109"/>
                <a:gd name="T12" fmla="*/ 5 w 45"/>
                <a:gd name="T13" fmla="*/ 23 h 109"/>
                <a:gd name="T14" fmla="*/ 10 w 45"/>
                <a:gd name="T15" fmla="*/ 25 h 109"/>
                <a:gd name="T16" fmla="*/ 16 w 45"/>
                <a:gd name="T17" fmla="*/ 15 h 109"/>
                <a:gd name="T18" fmla="*/ 5 w 45"/>
                <a:gd name="T19" fmla="*/ 0 h 109"/>
                <a:gd name="T20" fmla="*/ 0 w 45"/>
                <a:gd name="T21" fmla="*/ 16 h 1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
                <a:gd name="T34" fmla="*/ 0 h 109"/>
                <a:gd name="T35" fmla="*/ 45 w 45"/>
                <a:gd name="T36" fmla="*/ 109 h 1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 h="109">
                  <a:moveTo>
                    <a:pt x="0" y="45"/>
                  </a:moveTo>
                  <a:lnTo>
                    <a:pt x="1" y="107"/>
                  </a:lnTo>
                  <a:lnTo>
                    <a:pt x="37" y="108"/>
                  </a:lnTo>
                  <a:lnTo>
                    <a:pt x="30" y="100"/>
                  </a:lnTo>
                  <a:lnTo>
                    <a:pt x="13" y="97"/>
                  </a:lnTo>
                  <a:lnTo>
                    <a:pt x="32" y="89"/>
                  </a:lnTo>
                  <a:lnTo>
                    <a:pt x="15" y="63"/>
                  </a:lnTo>
                  <a:lnTo>
                    <a:pt x="28" y="67"/>
                  </a:lnTo>
                  <a:lnTo>
                    <a:pt x="44" y="41"/>
                  </a:lnTo>
                  <a:lnTo>
                    <a:pt x="15" y="0"/>
                  </a:lnTo>
                  <a:lnTo>
                    <a:pt x="0" y="45"/>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4" name="Freeform 73">
              <a:extLst>
                <a:ext uri="{FF2B5EF4-FFF2-40B4-BE49-F238E27FC236}">
                  <a16:creationId xmlns:a16="http://schemas.microsoft.com/office/drawing/2014/main" id="{9365AEA3-64B5-3390-B197-D2F136E1D7F9}"/>
                </a:ext>
              </a:extLst>
            </p:cNvPr>
            <p:cNvSpPr>
              <a:spLocks noChangeAspect="1"/>
            </p:cNvSpPr>
            <p:nvPr/>
          </p:nvSpPr>
          <p:spPr bwMode="gray">
            <a:xfrm>
              <a:off x="3148116" y="1987433"/>
              <a:ext cx="61780" cy="75724"/>
            </a:xfrm>
            <a:custGeom>
              <a:avLst/>
              <a:gdLst>
                <a:gd name="T0" fmla="*/ 0 w 49"/>
                <a:gd name="T1" fmla="*/ 6 h 63"/>
                <a:gd name="T2" fmla="*/ 6 w 49"/>
                <a:gd name="T3" fmla="*/ 0 h 63"/>
                <a:gd name="T4" fmla="*/ 13 w 49"/>
                <a:gd name="T5" fmla="*/ 6 h 63"/>
                <a:gd name="T6" fmla="*/ 12 w 49"/>
                <a:gd name="T7" fmla="*/ 18 h 63"/>
                <a:gd name="T8" fmla="*/ 18 w 49"/>
                <a:gd name="T9" fmla="*/ 15 h 63"/>
                <a:gd name="T10" fmla="*/ 13 w 49"/>
                <a:gd name="T11" fmla="*/ 20 h 63"/>
                <a:gd name="T12" fmla="*/ 0 w 49"/>
                <a:gd name="T13" fmla="*/ 6 h 63"/>
                <a:gd name="T14" fmla="*/ 0 60000 65536"/>
                <a:gd name="T15" fmla="*/ 0 60000 65536"/>
                <a:gd name="T16" fmla="*/ 0 60000 65536"/>
                <a:gd name="T17" fmla="*/ 0 60000 65536"/>
                <a:gd name="T18" fmla="*/ 0 60000 65536"/>
                <a:gd name="T19" fmla="*/ 0 60000 65536"/>
                <a:gd name="T20" fmla="*/ 0 60000 65536"/>
                <a:gd name="T21" fmla="*/ 0 w 49"/>
                <a:gd name="T22" fmla="*/ 0 h 63"/>
                <a:gd name="T23" fmla="*/ 49 w 49"/>
                <a:gd name="T24" fmla="*/ 63 h 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63">
                  <a:moveTo>
                    <a:pt x="0" y="18"/>
                  </a:moveTo>
                  <a:lnTo>
                    <a:pt x="16" y="0"/>
                  </a:lnTo>
                  <a:lnTo>
                    <a:pt x="36" y="18"/>
                  </a:lnTo>
                  <a:lnTo>
                    <a:pt x="33" y="54"/>
                  </a:lnTo>
                  <a:lnTo>
                    <a:pt x="48" y="45"/>
                  </a:lnTo>
                  <a:lnTo>
                    <a:pt x="36" y="62"/>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5" name="Freeform 74">
              <a:extLst>
                <a:ext uri="{FF2B5EF4-FFF2-40B4-BE49-F238E27FC236}">
                  <a16:creationId xmlns:a16="http://schemas.microsoft.com/office/drawing/2014/main" id="{56415F88-0F7E-1534-5EEF-7C26EE1C9C58}"/>
                </a:ext>
              </a:extLst>
            </p:cNvPr>
            <p:cNvSpPr>
              <a:spLocks noChangeAspect="1"/>
            </p:cNvSpPr>
            <p:nvPr/>
          </p:nvSpPr>
          <p:spPr bwMode="gray">
            <a:xfrm>
              <a:off x="2666235" y="3291577"/>
              <a:ext cx="43246" cy="90449"/>
            </a:xfrm>
            <a:custGeom>
              <a:avLst/>
              <a:gdLst>
                <a:gd name="T0" fmla="*/ 0 w 38"/>
                <a:gd name="T1" fmla="*/ 1 h 71"/>
                <a:gd name="T2" fmla="*/ 2 w 38"/>
                <a:gd name="T3" fmla="*/ 0 h 71"/>
                <a:gd name="T4" fmla="*/ 8 w 38"/>
                <a:gd name="T5" fmla="*/ 6 h 71"/>
                <a:gd name="T6" fmla="*/ 9 w 38"/>
                <a:gd name="T7" fmla="*/ 10 h 71"/>
                <a:gd name="T8" fmla="*/ 11 w 38"/>
                <a:gd name="T9" fmla="*/ 9 h 71"/>
                <a:gd name="T10" fmla="*/ 11 w 38"/>
                <a:gd name="T11" fmla="*/ 15 h 71"/>
                <a:gd name="T12" fmla="*/ 11 w 38"/>
                <a:gd name="T13" fmla="*/ 20 h 71"/>
                <a:gd name="T14" fmla="*/ 10 w 38"/>
                <a:gd name="T15" fmla="*/ 21 h 71"/>
                <a:gd name="T16" fmla="*/ 11 w 38"/>
                <a:gd name="T17" fmla="*/ 24 h 71"/>
                <a:gd name="T18" fmla="*/ 8 w 38"/>
                <a:gd name="T19" fmla="*/ 25 h 71"/>
                <a:gd name="T20" fmla="*/ 7 w 38"/>
                <a:gd name="T21" fmla="*/ 19 h 71"/>
                <a:gd name="T22" fmla="*/ 4 w 38"/>
                <a:gd name="T23" fmla="*/ 19 h 71"/>
                <a:gd name="T24" fmla="*/ 3 w 38"/>
                <a:gd name="T25" fmla="*/ 9 h 71"/>
                <a:gd name="T26" fmla="*/ 0 w 38"/>
                <a:gd name="T27" fmla="*/ 5 h 71"/>
                <a:gd name="T28" fmla="*/ 0 w 38"/>
                <a:gd name="T29" fmla="*/ 1 h 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8"/>
                <a:gd name="T46" fmla="*/ 0 h 71"/>
                <a:gd name="T47" fmla="*/ 38 w 38"/>
                <a:gd name="T48" fmla="*/ 71 h 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8" h="71">
                  <a:moveTo>
                    <a:pt x="0" y="4"/>
                  </a:moveTo>
                  <a:lnTo>
                    <a:pt x="6" y="0"/>
                  </a:lnTo>
                  <a:lnTo>
                    <a:pt x="26" y="16"/>
                  </a:lnTo>
                  <a:lnTo>
                    <a:pt x="30" y="28"/>
                  </a:lnTo>
                  <a:lnTo>
                    <a:pt x="37" y="24"/>
                  </a:lnTo>
                  <a:lnTo>
                    <a:pt x="34" y="42"/>
                  </a:lnTo>
                  <a:lnTo>
                    <a:pt x="36" y="54"/>
                  </a:lnTo>
                  <a:lnTo>
                    <a:pt x="32" y="57"/>
                  </a:lnTo>
                  <a:lnTo>
                    <a:pt x="34" y="65"/>
                  </a:lnTo>
                  <a:lnTo>
                    <a:pt x="28" y="70"/>
                  </a:lnTo>
                  <a:lnTo>
                    <a:pt x="22" y="52"/>
                  </a:lnTo>
                  <a:lnTo>
                    <a:pt x="15" y="52"/>
                  </a:lnTo>
                  <a:lnTo>
                    <a:pt x="10" y="24"/>
                  </a:lnTo>
                  <a:lnTo>
                    <a:pt x="0" y="14"/>
                  </a:lnTo>
                  <a:lnTo>
                    <a:pt x="0" y="4"/>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6" name="Freeform 75">
              <a:extLst>
                <a:ext uri="{FF2B5EF4-FFF2-40B4-BE49-F238E27FC236}">
                  <a16:creationId xmlns:a16="http://schemas.microsoft.com/office/drawing/2014/main" id="{3E6C7C01-BDE0-0C9D-7AF9-0C8DE8CF5EAA}"/>
                </a:ext>
              </a:extLst>
            </p:cNvPr>
            <p:cNvSpPr>
              <a:spLocks noChangeAspect="1"/>
            </p:cNvSpPr>
            <p:nvPr/>
          </p:nvSpPr>
          <p:spPr bwMode="gray">
            <a:xfrm>
              <a:off x="2419116" y="2761505"/>
              <a:ext cx="49424" cy="54690"/>
            </a:xfrm>
            <a:custGeom>
              <a:avLst/>
              <a:gdLst>
                <a:gd name="T0" fmla="*/ 0 w 41"/>
                <a:gd name="T1" fmla="*/ 5 h 45"/>
                <a:gd name="T2" fmla="*/ 9 w 41"/>
                <a:gd name="T3" fmla="*/ 14 h 45"/>
                <a:gd name="T4" fmla="*/ 13 w 41"/>
                <a:gd name="T5" fmla="*/ 8 h 45"/>
                <a:gd name="T6" fmla="*/ 11 w 41"/>
                <a:gd name="T7" fmla="*/ 0 h 45"/>
                <a:gd name="T8" fmla="*/ 0 w 41"/>
                <a:gd name="T9" fmla="*/ 5 h 45"/>
                <a:gd name="T10" fmla="*/ 0 60000 65536"/>
                <a:gd name="T11" fmla="*/ 0 60000 65536"/>
                <a:gd name="T12" fmla="*/ 0 60000 65536"/>
                <a:gd name="T13" fmla="*/ 0 60000 65536"/>
                <a:gd name="T14" fmla="*/ 0 60000 65536"/>
                <a:gd name="T15" fmla="*/ 0 w 41"/>
                <a:gd name="T16" fmla="*/ 0 h 45"/>
                <a:gd name="T17" fmla="*/ 41 w 41"/>
                <a:gd name="T18" fmla="*/ 45 h 45"/>
              </a:gdLst>
              <a:ahLst/>
              <a:cxnLst>
                <a:cxn ang="T10">
                  <a:pos x="T0" y="T1"/>
                </a:cxn>
                <a:cxn ang="T11">
                  <a:pos x="T2" y="T3"/>
                </a:cxn>
                <a:cxn ang="T12">
                  <a:pos x="T4" y="T5"/>
                </a:cxn>
                <a:cxn ang="T13">
                  <a:pos x="T6" y="T7"/>
                </a:cxn>
                <a:cxn ang="T14">
                  <a:pos x="T8" y="T9"/>
                </a:cxn>
              </a:cxnLst>
              <a:rect l="T15" t="T16" r="T17" b="T18"/>
              <a:pathLst>
                <a:path w="41" h="45">
                  <a:moveTo>
                    <a:pt x="0" y="14"/>
                  </a:moveTo>
                  <a:lnTo>
                    <a:pt x="26" y="44"/>
                  </a:lnTo>
                  <a:lnTo>
                    <a:pt x="40" y="22"/>
                  </a:lnTo>
                  <a:lnTo>
                    <a:pt x="31" y="0"/>
                  </a:lnTo>
                  <a:lnTo>
                    <a:pt x="0" y="14"/>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7" name="Freeform 76">
              <a:extLst>
                <a:ext uri="{FF2B5EF4-FFF2-40B4-BE49-F238E27FC236}">
                  <a16:creationId xmlns:a16="http://schemas.microsoft.com/office/drawing/2014/main" id="{4B0E0F67-D537-7191-EC7A-125EADA652B0}"/>
                </a:ext>
              </a:extLst>
            </p:cNvPr>
            <p:cNvSpPr>
              <a:spLocks noChangeAspect="1"/>
            </p:cNvSpPr>
            <p:nvPr/>
          </p:nvSpPr>
          <p:spPr bwMode="gray">
            <a:xfrm>
              <a:off x="2279082" y="2976058"/>
              <a:ext cx="63839" cy="46276"/>
            </a:xfrm>
            <a:custGeom>
              <a:avLst/>
              <a:gdLst>
                <a:gd name="T0" fmla="*/ 0 w 53"/>
                <a:gd name="T1" fmla="*/ 5 h 35"/>
                <a:gd name="T2" fmla="*/ 4 w 53"/>
                <a:gd name="T3" fmla="*/ 1 h 35"/>
                <a:gd name="T4" fmla="*/ 7 w 53"/>
                <a:gd name="T5" fmla="*/ 2 h 35"/>
                <a:gd name="T6" fmla="*/ 7 w 53"/>
                <a:gd name="T7" fmla="*/ 3 h 35"/>
                <a:gd name="T8" fmla="*/ 15 w 53"/>
                <a:gd name="T9" fmla="*/ 0 h 35"/>
                <a:gd name="T10" fmla="*/ 18 w 53"/>
                <a:gd name="T11" fmla="*/ 3 h 35"/>
                <a:gd name="T12" fmla="*/ 15 w 53"/>
                <a:gd name="T13" fmla="*/ 3 h 35"/>
                <a:gd name="T14" fmla="*/ 13 w 53"/>
                <a:gd name="T15" fmla="*/ 6 h 35"/>
                <a:gd name="T16" fmla="*/ 11 w 53"/>
                <a:gd name="T17" fmla="*/ 8 h 35"/>
                <a:gd name="T18" fmla="*/ 7 w 53"/>
                <a:gd name="T19" fmla="*/ 8 h 35"/>
                <a:gd name="T20" fmla="*/ 6 w 53"/>
                <a:gd name="T21" fmla="*/ 13 h 35"/>
                <a:gd name="T22" fmla="*/ 2 w 53"/>
                <a:gd name="T23" fmla="*/ 11 h 35"/>
                <a:gd name="T24" fmla="*/ 1 w 53"/>
                <a:gd name="T25" fmla="*/ 13 h 35"/>
                <a:gd name="T26" fmla="*/ 1 w 53"/>
                <a:gd name="T27" fmla="*/ 12 h 35"/>
                <a:gd name="T28" fmla="*/ 1 w 53"/>
                <a:gd name="T29" fmla="*/ 10 h 35"/>
                <a:gd name="T30" fmla="*/ 0 w 53"/>
                <a:gd name="T31" fmla="*/ 5 h 3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3"/>
                <a:gd name="T49" fmla="*/ 0 h 35"/>
                <a:gd name="T50" fmla="*/ 53 w 53"/>
                <a:gd name="T51" fmla="*/ 35 h 3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3" h="35">
                  <a:moveTo>
                    <a:pt x="0" y="13"/>
                  </a:moveTo>
                  <a:lnTo>
                    <a:pt x="12" y="3"/>
                  </a:lnTo>
                  <a:lnTo>
                    <a:pt x="20" y="4"/>
                  </a:lnTo>
                  <a:lnTo>
                    <a:pt x="21" y="8"/>
                  </a:lnTo>
                  <a:lnTo>
                    <a:pt x="42" y="0"/>
                  </a:lnTo>
                  <a:lnTo>
                    <a:pt x="52" y="7"/>
                  </a:lnTo>
                  <a:lnTo>
                    <a:pt x="43" y="7"/>
                  </a:lnTo>
                  <a:lnTo>
                    <a:pt x="40" y="14"/>
                  </a:lnTo>
                  <a:lnTo>
                    <a:pt x="33" y="19"/>
                  </a:lnTo>
                  <a:lnTo>
                    <a:pt x="20" y="21"/>
                  </a:lnTo>
                  <a:lnTo>
                    <a:pt x="19" y="34"/>
                  </a:lnTo>
                  <a:lnTo>
                    <a:pt x="6" y="29"/>
                  </a:lnTo>
                  <a:lnTo>
                    <a:pt x="4" y="32"/>
                  </a:lnTo>
                  <a:lnTo>
                    <a:pt x="2" y="31"/>
                  </a:lnTo>
                  <a:lnTo>
                    <a:pt x="3" y="25"/>
                  </a:lnTo>
                  <a:lnTo>
                    <a:pt x="0" y="13"/>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8" name="Freeform 77">
              <a:extLst>
                <a:ext uri="{FF2B5EF4-FFF2-40B4-BE49-F238E27FC236}">
                  <a16:creationId xmlns:a16="http://schemas.microsoft.com/office/drawing/2014/main" id="{7B8268C3-BA9A-9212-75A5-388B23BFACD5}"/>
                </a:ext>
              </a:extLst>
            </p:cNvPr>
            <p:cNvSpPr>
              <a:spLocks noChangeAspect="1"/>
            </p:cNvSpPr>
            <p:nvPr/>
          </p:nvSpPr>
          <p:spPr bwMode="gray">
            <a:xfrm>
              <a:off x="3314921" y="1827570"/>
              <a:ext cx="63839" cy="48380"/>
            </a:xfrm>
            <a:custGeom>
              <a:avLst/>
              <a:gdLst>
                <a:gd name="T0" fmla="*/ 0 w 56"/>
                <a:gd name="T1" fmla="*/ 10 h 38"/>
                <a:gd name="T2" fmla="*/ 6 w 56"/>
                <a:gd name="T3" fmla="*/ 5 h 38"/>
                <a:gd name="T4" fmla="*/ 5 w 56"/>
                <a:gd name="T5" fmla="*/ 1 h 38"/>
                <a:gd name="T6" fmla="*/ 11 w 56"/>
                <a:gd name="T7" fmla="*/ 1 h 38"/>
                <a:gd name="T8" fmla="*/ 8 w 56"/>
                <a:gd name="T9" fmla="*/ 5 h 38"/>
                <a:gd name="T10" fmla="*/ 16 w 56"/>
                <a:gd name="T11" fmla="*/ 0 h 38"/>
                <a:gd name="T12" fmla="*/ 17 w 56"/>
                <a:gd name="T13" fmla="*/ 5 h 38"/>
                <a:gd name="T14" fmla="*/ 13 w 56"/>
                <a:gd name="T15" fmla="*/ 5 h 38"/>
                <a:gd name="T16" fmla="*/ 11 w 56"/>
                <a:gd name="T17" fmla="*/ 10 h 38"/>
                <a:gd name="T18" fmla="*/ 5 w 56"/>
                <a:gd name="T19" fmla="*/ 9 h 38"/>
                <a:gd name="T20" fmla="*/ 2 w 56"/>
                <a:gd name="T21" fmla="*/ 13 h 38"/>
                <a:gd name="T22" fmla="*/ 0 w 56"/>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
                <a:gd name="T37" fmla="*/ 0 h 38"/>
                <a:gd name="T38" fmla="*/ 56 w 56"/>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 h="38">
                  <a:moveTo>
                    <a:pt x="0" y="28"/>
                  </a:moveTo>
                  <a:lnTo>
                    <a:pt x="20" y="13"/>
                  </a:lnTo>
                  <a:lnTo>
                    <a:pt x="17" y="4"/>
                  </a:lnTo>
                  <a:lnTo>
                    <a:pt x="34" y="1"/>
                  </a:lnTo>
                  <a:lnTo>
                    <a:pt x="26" y="14"/>
                  </a:lnTo>
                  <a:lnTo>
                    <a:pt x="53" y="0"/>
                  </a:lnTo>
                  <a:lnTo>
                    <a:pt x="55" y="14"/>
                  </a:lnTo>
                  <a:lnTo>
                    <a:pt x="42" y="13"/>
                  </a:lnTo>
                  <a:lnTo>
                    <a:pt x="34" y="27"/>
                  </a:lnTo>
                  <a:lnTo>
                    <a:pt x="16" y="24"/>
                  </a:lnTo>
                  <a:lnTo>
                    <a:pt x="6" y="37"/>
                  </a:lnTo>
                  <a:lnTo>
                    <a:pt x="0" y="2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49" name="Freeform 78">
              <a:extLst>
                <a:ext uri="{FF2B5EF4-FFF2-40B4-BE49-F238E27FC236}">
                  <a16:creationId xmlns:a16="http://schemas.microsoft.com/office/drawing/2014/main" id="{D8675CC1-9929-A71C-8DFC-2F0AFFE79772}"/>
                </a:ext>
              </a:extLst>
            </p:cNvPr>
            <p:cNvSpPr>
              <a:spLocks noChangeAspect="1"/>
            </p:cNvSpPr>
            <p:nvPr/>
          </p:nvSpPr>
          <p:spPr bwMode="gray">
            <a:xfrm>
              <a:off x="3240785" y="1800225"/>
              <a:ext cx="41186" cy="58897"/>
            </a:xfrm>
            <a:custGeom>
              <a:avLst/>
              <a:gdLst>
                <a:gd name="T0" fmla="*/ 0 w 35"/>
                <a:gd name="T1" fmla="*/ 3 h 47"/>
                <a:gd name="T2" fmla="*/ 2 w 35"/>
                <a:gd name="T3" fmla="*/ 12 h 47"/>
                <a:gd name="T4" fmla="*/ 6 w 35"/>
                <a:gd name="T5" fmla="*/ 10 h 47"/>
                <a:gd name="T6" fmla="*/ 9 w 35"/>
                <a:gd name="T7" fmla="*/ 16 h 47"/>
                <a:gd name="T8" fmla="*/ 11 w 35"/>
                <a:gd name="T9" fmla="*/ 13 h 47"/>
                <a:gd name="T10" fmla="*/ 6 w 35"/>
                <a:gd name="T11" fmla="*/ 5 h 47"/>
                <a:gd name="T12" fmla="*/ 7 w 35"/>
                <a:gd name="T13" fmla="*/ 0 h 47"/>
                <a:gd name="T14" fmla="*/ 0 w 35"/>
                <a:gd name="T15" fmla="*/ 3 h 47"/>
                <a:gd name="T16" fmla="*/ 0 60000 65536"/>
                <a:gd name="T17" fmla="*/ 0 60000 65536"/>
                <a:gd name="T18" fmla="*/ 0 60000 65536"/>
                <a:gd name="T19" fmla="*/ 0 60000 65536"/>
                <a:gd name="T20" fmla="*/ 0 60000 65536"/>
                <a:gd name="T21" fmla="*/ 0 60000 65536"/>
                <a:gd name="T22" fmla="*/ 0 60000 65536"/>
                <a:gd name="T23" fmla="*/ 0 60000 65536"/>
                <a:gd name="T24" fmla="*/ 0 w 35"/>
                <a:gd name="T25" fmla="*/ 0 h 47"/>
                <a:gd name="T26" fmla="*/ 35 w 3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 h="47">
                  <a:moveTo>
                    <a:pt x="0" y="8"/>
                  </a:moveTo>
                  <a:lnTo>
                    <a:pt x="7" y="34"/>
                  </a:lnTo>
                  <a:lnTo>
                    <a:pt x="20" y="28"/>
                  </a:lnTo>
                  <a:lnTo>
                    <a:pt x="26" y="46"/>
                  </a:lnTo>
                  <a:lnTo>
                    <a:pt x="34" y="36"/>
                  </a:lnTo>
                  <a:lnTo>
                    <a:pt x="18" y="14"/>
                  </a:lnTo>
                  <a:lnTo>
                    <a:pt x="22" y="0"/>
                  </a:lnTo>
                  <a:lnTo>
                    <a:pt x="0" y="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0" name="Freeform 79">
              <a:extLst>
                <a:ext uri="{FF2B5EF4-FFF2-40B4-BE49-F238E27FC236}">
                  <a16:creationId xmlns:a16="http://schemas.microsoft.com/office/drawing/2014/main" id="{7836BD40-4F92-31B1-A597-8FAF82EB81BF}"/>
                </a:ext>
              </a:extLst>
            </p:cNvPr>
            <p:cNvSpPr>
              <a:spLocks noChangeAspect="1"/>
            </p:cNvSpPr>
            <p:nvPr/>
          </p:nvSpPr>
          <p:spPr bwMode="gray">
            <a:xfrm>
              <a:off x="2223481" y="2557470"/>
              <a:ext cx="39127" cy="48380"/>
            </a:xfrm>
            <a:custGeom>
              <a:avLst/>
              <a:gdLst>
                <a:gd name="T0" fmla="*/ 0 w 32"/>
                <a:gd name="T1" fmla="*/ 0 h 39"/>
                <a:gd name="T2" fmla="*/ 11 w 32"/>
                <a:gd name="T3" fmla="*/ 3 h 39"/>
                <a:gd name="T4" fmla="*/ 7 w 32"/>
                <a:gd name="T5" fmla="*/ 6 h 39"/>
                <a:gd name="T6" fmla="*/ 10 w 32"/>
                <a:gd name="T7" fmla="*/ 9 h 39"/>
                <a:gd name="T8" fmla="*/ 7 w 32"/>
                <a:gd name="T9" fmla="*/ 13 h 39"/>
                <a:gd name="T10" fmla="*/ 0 w 32"/>
                <a:gd name="T11" fmla="*/ 7 h 39"/>
                <a:gd name="T12" fmla="*/ 0 w 32"/>
                <a:gd name="T13" fmla="*/ 0 h 39"/>
                <a:gd name="T14" fmla="*/ 0 60000 65536"/>
                <a:gd name="T15" fmla="*/ 0 60000 65536"/>
                <a:gd name="T16" fmla="*/ 0 60000 65536"/>
                <a:gd name="T17" fmla="*/ 0 60000 65536"/>
                <a:gd name="T18" fmla="*/ 0 60000 65536"/>
                <a:gd name="T19" fmla="*/ 0 60000 65536"/>
                <a:gd name="T20" fmla="*/ 0 60000 65536"/>
                <a:gd name="T21" fmla="*/ 0 w 32"/>
                <a:gd name="T22" fmla="*/ 0 h 39"/>
                <a:gd name="T23" fmla="*/ 32 w 32"/>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9">
                  <a:moveTo>
                    <a:pt x="0" y="0"/>
                  </a:moveTo>
                  <a:lnTo>
                    <a:pt x="31" y="9"/>
                  </a:lnTo>
                  <a:lnTo>
                    <a:pt x="19" y="18"/>
                  </a:lnTo>
                  <a:lnTo>
                    <a:pt x="29" y="26"/>
                  </a:lnTo>
                  <a:lnTo>
                    <a:pt x="21" y="38"/>
                  </a:lnTo>
                  <a:lnTo>
                    <a:pt x="0" y="20"/>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1" name="Freeform 80">
              <a:extLst>
                <a:ext uri="{FF2B5EF4-FFF2-40B4-BE49-F238E27FC236}">
                  <a16:creationId xmlns:a16="http://schemas.microsoft.com/office/drawing/2014/main" id="{81A61972-074B-2A1C-21C2-D846C1702CED}"/>
                </a:ext>
              </a:extLst>
            </p:cNvPr>
            <p:cNvSpPr>
              <a:spLocks noChangeAspect="1"/>
            </p:cNvSpPr>
            <p:nvPr/>
          </p:nvSpPr>
          <p:spPr bwMode="gray">
            <a:xfrm>
              <a:off x="2342921" y="2923472"/>
              <a:ext cx="67958" cy="61000"/>
            </a:xfrm>
            <a:custGeom>
              <a:avLst/>
              <a:gdLst>
                <a:gd name="T0" fmla="*/ 0 w 57"/>
                <a:gd name="T1" fmla="*/ 16 h 44"/>
                <a:gd name="T2" fmla="*/ 13 w 57"/>
                <a:gd name="T3" fmla="*/ 2 h 44"/>
                <a:gd name="T4" fmla="*/ 16 w 57"/>
                <a:gd name="T5" fmla="*/ 0 h 44"/>
                <a:gd name="T6" fmla="*/ 19 w 57"/>
                <a:gd name="T7" fmla="*/ 1 h 44"/>
                <a:gd name="T8" fmla="*/ 14 w 57"/>
                <a:gd name="T9" fmla="*/ 10 h 44"/>
                <a:gd name="T10" fmla="*/ 3 w 57"/>
                <a:gd name="T11" fmla="*/ 16 h 44"/>
                <a:gd name="T12" fmla="*/ 1 w 57"/>
                <a:gd name="T13" fmla="*/ 18 h 44"/>
                <a:gd name="T14" fmla="*/ 0 w 57"/>
                <a:gd name="T15" fmla="*/ 16 h 4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44"/>
                <a:gd name="T26" fmla="*/ 57 w 57"/>
                <a:gd name="T27" fmla="*/ 44 h 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44">
                  <a:moveTo>
                    <a:pt x="0" y="38"/>
                  </a:moveTo>
                  <a:lnTo>
                    <a:pt x="39" y="4"/>
                  </a:lnTo>
                  <a:lnTo>
                    <a:pt x="49" y="0"/>
                  </a:lnTo>
                  <a:lnTo>
                    <a:pt x="56" y="2"/>
                  </a:lnTo>
                  <a:lnTo>
                    <a:pt x="41" y="23"/>
                  </a:lnTo>
                  <a:lnTo>
                    <a:pt x="10" y="38"/>
                  </a:lnTo>
                  <a:lnTo>
                    <a:pt x="4" y="43"/>
                  </a:lnTo>
                  <a:lnTo>
                    <a:pt x="0" y="3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2" name="Freeform 81">
              <a:extLst>
                <a:ext uri="{FF2B5EF4-FFF2-40B4-BE49-F238E27FC236}">
                  <a16:creationId xmlns:a16="http://schemas.microsoft.com/office/drawing/2014/main" id="{1B26D7B6-06AB-9511-96A8-598B06DAC817}"/>
                </a:ext>
              </a:extLst>
            </p:cNvPr>
            <p:cNvSpPr>
              <a:spLocks noChangeAspect="1"/>
            </p:cNvSpPr>
            <p:nvPr/>
          </p:nvSpPr>
          <p:spPr bwMode="gray">
            <a:xfrm>
              <a:off x="2163761" y="2740471"/>
              <a:ext cx="43246" cy="44173"/>
            </a:xfrm>
            <a:custGeom>
              <a:avLst/>
              <a:gdLst>
                <a:gd name="T0" fmla="*/ 0 w 38"/>
                <a:gd name="T1" fmla="*/ 11 h 37"/>
                <a:gd name="T2" fmla="*/ 8 w 38"/>
                <a:gd name="T3" fmla="*/ 0 h 37"/>
                <a:gd name="T4" fmla="*/ 11 w 38"/>
                <a:gd name="T5" fmla="*/ 10 h 37"/>
                <a:gd name="T6" fmla="*/ 0 w 38"/>
                <a:gd name="T7" fmla="*/ 11 h 37"/>
                <a:gd name="T8" fmla="*/ 0 60000 65536"/>
                <a:gd name="T9" fmla="*/ 0 60000 65536"/>
                <a:gd name="T10" fmla="*/ 0 60000 65536"/>
                <a:gd name="T11" fmla="*/ 0 60000 65536"/>
                <a:gd name="T12" fmla="*/ 0 w 38"/>
                <a:gd name="T13" fmla="*/ 0 h 37"/>
                <a:gd name="T14" fmla="*/ 38 w 38"/>
                <a:gd name="T15" fmla="*/ 37 h 37"/>
              </a:gdLst>
              <a:ahLst/>
              <a:cxnLst>
                <a:cxn ang="T8">
                  <a:pos x="T0" y="T1"/>
                </a:cxn>
                <a:cxn ang="T9">
                  <a:pos x="T2" y="T3"/>
                </a:cxn>
                <a:cxn ang="T10">
                  <a:pos x="T4" y="T5"/>
                </a:cxn>
                <a:cxn ang="T11">
                  <a:pos x="T6" y="T7"/>
                </a:cxn>
              </a:cxnLst>
              <a:rect l="T12" t="T13" r="T14" b="T15"/>
              <a:pathLst>
                <a:path w="38" h="37">
                  <a:moveTo>
                    <a:pt x="0" y="36"/>
                  </a:moveTo>
                  <a:lnTo>
                    <a:pt x="26" y="0"/>
                  </a:lnTo>
                  <a:lnTo>
                    <a:pt x="37" y="30"/>
                  </a:lnTo>
                  <a:lnTo>
                    <a:pt x="0" y="36"/>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3" name="Freeform 82">
              <a:extLst>
                <a:ext uri="{FF2B5EF4-FFF2-40B4-BE49-F238E27FC236}">
                  <a16:creationId xmlns:a16="http://schemas.microsoft.com/office/drawing/2014/main" id="{857083CD-CFCE-E13A-EA51-4AC24FF5F582}"/>
                </a:ext>
              </a:extLst>
            </p:cNvPr>
            <p:cNvSpPr>
              <a:spLocks noChangeAspect="1"/>
            </p:cNvSpPr>
            <p:nvPr/>
          </p:nvSpPr>
          <p:spPr bwMode="gray">
            <a:xfrm>
              <a:off x="3232548" y="2033709"/>
              <a:ext cx="41186" cy="50483"/>
            </a:xfrm>
            <a:custGeom>
              <a:avLst/>
              <a:gdLst>
                <a:gd name="T0" fmla="*/ 0 w 34"/>
                <a:gd name="T1" fmla="*/ 1 h 40"/>
                <a:gd name="T2" fmla="*/ 4 w 34"/>
                <a:gd name="T3" fmla="*/ 2 h 40"/>
                <a:gd name="T4" fmla="*/ 1 w 34"/>
                <a:gd name="T5" fmla="*/ 3 h 40"/>
                <a:gd name="T6" fmla="*/ 7 w 34"/>
                <a:gd name="T7" fmla="*/ 14 h 40"/>
                <a:gd name="T8" fmla="*/ 8 w 34"/>
                <a:gd name="T9" fmla="*/ 5 h 40"/>
                <a:gd name="T10" fmla="*/ 11 w 34"/>
                <a:gd name="T11" fmla="*/ 4 h 40"/>
                <a:gd name="T12" fmla="*/ 9 w 34"/>
                <a:gd name="T13" fmla="*/ 0 h 40"/>
                <a:gd name="T14" fmla="*/ 0 w 34"/>
                <a:gd name="T15" fmla="*/ 1 h 40"/>
                <a:gd name="T16" fmla="*/ 0 60000 65536"/>
                <a:gd name="T17" fmla="*/ 0 60000 65536"/>
                <a:gd name="T18" fmla="*/ 0 60000 65536"/>
                <a:gd name="T19" fmla="*/ 0 60000 65536"/>
                <a:gd name="T20" fmla="*/ 0 60000 65536"/>
                <a:gd name="T21" fmla="*/ 0 60000 65536"/>
                <a:gd name="T22" fmla="*/ 0 60000 65536"/>
                <a:gd name="T23" fmla="*/ 0 60000 65536"/>
                <a:gd name="T24" fmla="*/ 0 w 34"/>
                <a:gd name="T25" fmla="*/ 0 h 40"/>
                <a:gd name="T26" fmla="*/ 34 w 34"/>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 h="40">
                  <a:moveTo>
                    <a:pt x="0" y="2"/>
                  </a:moveTo>
                  <a:lnTo>
                    <a:pt x="10" y="6"/>
                  </a:lnTo>
                  <a:lnTo>
                    <a:pt x="3" y="8"/>
                  </a:lnTo>
                  <a:lnTo>
                    <a:pt x="20" y="39"/>
                  </a:lnTo>
                  <a:lnTo>
                    <a:pt x="22" y="14"/>
                  </a:lnTo>
                  <a:lnTo>
                    <a:pt x="33" y="10"/>
                  </a:lnTo>
                  <a:lnTo>
                    <a:pt x="27" y="0"/>
                  </a:lnTo>
                  <a:lnTo>
                    <a:pt x="0" y="2"/>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4" name="Freeform 83">
              <a:extLst>
                <a:ext uri="{FF2B5EF4-FFF2-40B4-BE49-F238E27FC236}">
                  <a16:creationId xmlns:a16="http://schemas.microsoft.com/office/drawing/2014/main" id="{C6C9A54F-C4AD-41C5-B546-A94AC01D59E3}"/>
                </a:ext>
              </a:extLst>
            </p:cNvPr>
            <p:cNvSpPr>
              <a:spLocks noChangeAspect="1"/>
            </p:cNvSpPr>
            <p:nvPr/>
          </p:nvSpPr>
          <p:spPr bwMode="gray">
            <a:xfrm>
              <a:off x="3224311" y="1865432"/>
              <a:ext cx="39127" cy="35759"/>
            </a:xfrm>
            <a:custGeom>
              <a:avLst/>
              <a:gdLst>
                <a:gd name="T0" fmla="*/ 0 w 34"/>
                <a:gd name="T1" fmla="*/ 4 h 27"/>
                <a:gd name="T2" fmla="*/ 9 w 34"/>
                <a:gd name="T3" fmla="*/ 10 h 27"/>
                <a:gd name="T4" fmla="*/ 10 w 34"/>
                <a:gd name="T5" fmla="*/ 2 h 27"/>
                <a:gd name="T6" fmla="*/ 3 w 34"/>
                <a:gd name="T7" fmla="*/ 0 h 27"/>
                <a:gd name="T8" fmla="*/ 0 w 34"/>
                <a:gd name="T9" fmla="*/ 4 h 27"/>
                <a:gd name="T10" fmla="*/ 0 60000 65536"/>
                <a:gd name="T11" fmla="*/ 0 60000 65536"/>
                <a:gd name="T12" fmla="*/ 0 60000 65536"/>
                <a:gd name="T13" fmla="*/ 0 60000 65536"/>
                <a:gd name="T14" fmla="*/ 0 60000 65536"/>
                <a:gd name="T15" fmla="*/ 0 w 34"/>
                <a:gd name="T16" fmla="*/ 0 h 27"/>
                <a:gd name="T17" fmla="*/ 34 w 34"/>
                <a:gd name="T18" fmla="*/ 27 h 27"/>
              </a:gdLst>
              <a:ahLst/>
              <a:cxnLst>
                <a:cxn ang="T10">
                  <a:pos x="T0" y="T1"/>
                </a:cxn>
                <a:cxn ang="T11">
                  <a:pos x="T2" y="T3"/>
                </a:cxn>
                <a:cxn ang="T12">
                  <a:pos x="T4" y="T5"/>
                </a:cxn>
                <a:cxn ang="T13">
                  <a:pos x="T6" y="T7"/>
                </a:cxn>
                <a:cxn ang="T14">
                  <a:pos x="T8" y="T9"/>
                </a:cxn>
              </a:cxnLst>
              <a:rect l="T15" t="T16" r="T17" b="T18"/>
              <a:pathLst>
                <a:path w="34" h="27">
                  <a:moveTo>
                    <a:pt x="0" y="10"/>
                  </a:moveTo>
                  <a:lnTo>
                    <a:pt x="28" y="26"/>
                  </a:lnTo>
                  <a:lnTo>
                    <a:pt x="33" y="4"/>
                  </a:lnTo>
                  <a:lnTo>
                    <a:pt x="9" y="0"/>
                  </a:lnTo>
                  <a:lnTo>
                    <a:pt x="0" y="1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5" name="Freeform 84">
              <a:extLst>
                <a:ext uri="{FF2B5EF4-FFF2-40B4-BE49-F238E27FC236}">
                  <a16:creationId xmlns:a16="http://schemas.microsoft.com/office/drawing/2014/main" id="{CEF536EF-6F55-9866-4C67-E35D1B8F9AA6}"/>
                </a:ext>
              </a:extLst>
            </p:cNvPr>
            <p:cNvSpPr>
              <a:spLocks noChangeAspect="1"/>
            </p:cNvSpPr>
            <p:nvPr/>
          </p:nvSpPr>
          <p:spPr bwMode="gray">
            <a:xfrm>
              <a:off x="2520023" y="2574298"/>
              <a:ext cx="26771" cy="79931"/>
            </a:xfrm>
            <a:custGeom>
              <a:avLst/>
              <a:gdLst>
                <a:gd name="T0" fmla="*/ 0 w 24"/>
                <a:gd name="T1" fmla="*/ 21 h 63"/>
                <a:gd name="T2" fmla="*/ 7 w 24"/>
                <a:gd name="T3" fmla="*/ 0 h 63"/>
                <a:gd name="T4" fmla="*/ 5 w 24"/>
                <a:gd name="T5" fmla="*/ 22 h 63"/>
                <a:gd name="T6" fmla="*/ 0 w 24"/>
                <a:gd name="T7" fmla="*/ 21 h 63"/>
                <a:gd name="T8" fmla="*/ 0 60000 65536"/>
                <a:gd name="T9" fmla="*/ 0 60000 65536"/>
                <a:gd name="T10" fmla="*/ 0 60000 65536"/>
                <a:gd name="T11" fmla="*/ 0 60000 65536"/>
                <a:gd name="T12" fmla="*/ 0 w 24"/>
                <a:gd name="T13" fmla="*/ 0 h 63"/>
                <a:gd name="T14" fmla="*/ 24 w 24"/>
                <a:gd name="T15" fmla="*/ 63 h 63"/>
              </a:gdLst>
              <a:ahLst/>
              <a:cxnLst>
                <a:cxn ang="T8">
                  <a:pos x="T0" y="T1"/>
                </a:cxn>
                <a:cxn ang="T9">
                  <a:pos x="T2" y="T3"/>
                </a:cxn>
                <a:cxn ang="T10">
                  <a:pos x="T4" y="T5"/>
                </a:cxn>
                <a:cxn ang="T11">
                  <a:pos x="T6" y="T7"/>
                </a:cxn>
              </a:cxnLst>
              <a:rect l="T12" t="T13" r="T14" b="T15"/>
              <a:pathLst>
                <a:path w="24" h="63">
                  <a:moveTo>
                    <a:pt x="0" y="56"/>
                  </a:moveTo>
                  <a:lnTo>
                    <a:pt x="23" y="0"/>
                  </a:lnTo>
                  <a:lnTo>
                    <a:pt x="16" y="62"/>
                  </a:lnTo>
                  <a:lnTo>
                    <a:pt x="0" y="56"/>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6" name="Freeform 85">
              <a:extLst>
                <a:ext uri="{FF2B5EF4-FFF2-40B4-BE49-F238E27FC236}">
                  <a16:creationId xmlns:a16="http://schemas.microsoft.com/office/drawing/2014/main" id="{FA4B3B56-E10E-E926-308D-2640EFFBF412}"/>
                </a:ext>
              </a:extLst>
            </p:cNvPr>
            <p:cNvSpPr>
              <a:spLocks noChangeAspect="1"/>
            </p:cNvSpPr>
            <p:nvPr/>
          </p:nvSpPr>
          <p:spPr bwMode="gray">
            <a:xfrm>
              <a:off x="3314921" y="1890674"/>
              <a:ext cx="37068" cy="44173"/>
            </a:xfrm>
            <a:custGeom>
              <a:avLst/>
              <a:gdLst>
                <a:gd name="T0" fmla="*/ 0 w 32"/>
                <a:gd name="T1" fmla="*/ 9 h 34"/>
                <a:gd name="T2" fmla="*/ 3 w 32"/>
                <a:gd name="T3" fmla="*/ 11 h 34"/>
                <a:gd name="T4" fmla="*/ 3 w 32"/>
                <a:gd name="T5" fmla="*/ 7 h 34"/>
                <a:gd name="T6" fmla="*/ 6 w 32"/>
                <a:gd name="T7" fmla="*/ 12 h 34"/>
                <a:gd name="T8" fmla="*/ 10 w 32"/>
                <a:gd name="T9" fmla="*/ 11 h 34"/>
                <a:gd name="T10" fmla="*/ 9 w 32"/>
                <a:gd name="T11" fmla="*/ 7 h 34"/>
                <a:gd name="T12" fmla="*/ 7 w 32"/>
                <a:gd name="T13" fmla="*/ 3 h 34"/>
                <a:gd name="T14" fmla="*/ 2 w 32"/>
                <a:gd name="T15" fmla="*/ 0 h 34"/>
                <a:gd name="T16" fmla="*/ 4 w 32"/>
                <a:gd name="T17" fmla="*/ 4 h 34"/>
                <a:gd name="T18" fmla="*/ 0 w 32"/>
                <a:gd name="T19" fmla="*/ 9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34"/>
                <a:gd name="T32" fmla="*/ 32 w 32"/>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34">
                  <a:moveTo>
                    <a:pt x="0" y="24"/>
                  </a:moveTo>
                  <a:lnTo>
                    <a:pt x="8" y="28"/>
                  </a:lnTo>
                  <a:lnTo>
                    <a:pt x="9" y="19"/>
                  </a:lnTo>
                  <a:lnTo>
                    <a:pt x="17" y="33"/>
                  </a:lnTo>
                  <a:lnTo>
                    <a:pt x="31" y="28"/>
                  </a:lnTo>
                  <a:lnTo>
                    <a:pt x="28" y="18"/>
                  </a:lnTo>
                  <a:lnTo>
                    <a:pt x="22" y="8"/>
                  </a:lnTo>
                  <a:lnTo>
                    <a:pt x="6" y="0"/>
                  </a:lnTo>
                  <a:lnTo>
                    <a:pt x="13" y="10"/>
                  </a:lnTo>
                  <a:lnTo>
                    <a:pt x="0" y="24"/>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7" name="Freeform 86">
              <a:extLst>
                <a:ext uri="{FF2B5EF4-FFF2-40B4-BE49-F238E27FC236}">
                  <a16:creationId xmlns:a16="http://schemas.microsoft.com/office/drawing/2014/main" id="{8A165C58-813B-93E8-E88C-21C88CB93A23}"/>
                </a:ext>
              </a:extLst>
            </p:cNvPr>
            <p:cNvSpPr>
              <a:spLocks noChangeAspect="1"/>
            </p:cNvSpPr>
            <p:nvPr/>
          </p:nvSpPr>
          <p:spPr bwMode="gray">
            <a:xfrm>
              <a:off x="2427354" y="3177990"/>
              <a:ext cx="30890" cy="48380"/>
            </a:xfrm>
            <a:custGeom>
              <a:avLst/>
              <a:gdLst>
                <a:gd name="T0" fmla="*/ 0 w 28"/>
                <a:gd name="T1" fmla="*/ 13 h 38"/>
                <a:gd name="T2" fmla="*/ 2 w 28"/>
                <a:gd name="T3" fmla="*/ 12 h 38"/>
                <a:gd name="T4" fmla="*/ 2 w 28"/>
                <a:gd name="T5" fmla="*/ 13 h 38"/>
                <a:gd name="T6" fmla="*/ 3 w 28"/>
                <a:gd name="T7" fmla="*/ 13 h 38"/>
                <a:gd name="T8" fmla="*/ 8 w 28"/>
                <a:gd name="T9" fmla="*/ 2 h 38"/>
                <a:gd name="T10" fmla="*/ 7 w 28"/>
                <a:gd name="T11" fmla="*/ 0 h 38"/>
                <a:gd name="T12" fmla="*/ 3 w 28"/>
                <a:gd name="T13" fmla="*/ 4 h 38"/>
                <a:gd name="T14" fmla="*/ 1 w 28"/>
                <a:gd name="T15" fmla="*/ 7 h 38"/>
                <a:gd name="T16" fmla="*/ 0 w 28"/>
                <a:gd name="T17" fmla="*/ 13 h 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38"/>
                <a:gd name="T29" fmla="*/ 28 w 28"/>
                <a:gd name="T30" fmla="*/ 38 h 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38">
                  <a:moveTo>
                    <a:pt x="0" y="37"/>
                  </a:moveTo>
                  <a:lnTo>
                    <a:pt x="5" y="33"/>
                  </a:lnTo>
                  <a:lnTo>
                    <a:pt x="5" y="37"/>
                  </a:lnTo>
                  <a:lnTo>
                    <a:pt x="12" y="37"/>
                  </a:lnTo>
                  <a:lnTo>
                    <a:pt x="27" y="5"/>
                  </a:lnTo>
                  <a:lnTo>
                    <a:pt x="25" y="0"/>
                  </a:lnTo>
                  <a:lnTo>
                    <a:pt x="10" y="10"/>
                  </a:lnTo>
                  <a:lnTo>
                    <a:pt x="3" y="20"/>
                  </a:lnTo>
                  <a:lnTo>
                    <a:pt x="0" y="37"/>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8" name="Freeform 87">
              <a:extLst>
                <a:ext uri="{FF2B5EF4-FFF2-40B4-BE49-F238E27FC236}">
                  <a16:creationId xmlns:a16="http://schemas.microsoft.com/office/drawing/2014/main" id="{F27F25BE-72A5-77FB-4300-1123976DA896}"/>
                </a:ext>
              </a:extLst>
            </p:cNvPr>
            <p:cNvSpPr>
              <a:spLocks noChangeAspect="1"/>
            </p:cNvSpPr>
            <p:nvPr/>
          </p:nvSpPr>
          <p:spPr bwMode="gray">
            <a:xfrm>
              <a:off x="3253141" y="1922226"/>
              <a:ext cx="35008" cy="23138"/>
            </a:xfrm>
            <a:custGeom>
              <a:avLst/>
              <a:gdLst>
                <a:gd name="T0" fmla="*/ 0 w 31"/>
                <a:gd name="T1" fmla="*/ 4 h 21"/>
                <a:gd name="T2" fmla="*/ 3 w 31"/>
                <a:gd name="T3" fmla="*/ 1 h 21"/>
                <a:gd name="T4" fmla="*/ 9 w 31"/>
                <a:gd name="T5" fmla="*/ 0 h 21"/>
                <a:gd name="T6" fmla="*/ 8 w 31"/>
                <a:gd name="T7" fmla="*/ 2 h 21"/>
                <a:gd name="T8" fmla="*/ 8 w 31"/>
                <a:gd name="T9" fmla="*/ 5 h 21"/>
                <a:gd name="T10" fmla="*/ 0 w 31"/>
                <a:gd name="T11" fmla="*/ 4 h 21"/>
                <a:gd name="T12" fmla="*/ 0 60000 65536"/>
                <a:gd name="T13" fmla="*/ 0 60000 65536"/>
                <a:gd name="T14" fmla="*/ 0 60000 65536"/>
                <a:gd name="T15" fmla="*/ 0 60000 65536"/>
                <a:gd name="T16" fmla="*/ 0 60000 65536"/>
                <a:gd name="T17" fmla="*/ 0 60000 65536"/>
                <a:gd name="T18" fmla="*/ 0 w 31"/>
                <a:gd name="T19" fmla="*/ 0 h 21"/>
                <a:gd name="T20" fmla="*/ 31 w 31"/>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31" h="21">
                  <a:moveTo>
                    <a:pt x="0" y="16"/>
                  </a:moveTo>
                  <a:lnTo>
                    <a:pt x="9" y="2"/>
                  </a:lnTo>
                  <a:lnTo>
                    <a:pt x="30" y="0"/>
                  </a:lnTo>
                  <a:lnTo>
                    <a:pt x="28" y="8"/>
                  </a:lnTo>
                  <a:lnTo>
                    <a:pt x="28" y="20"/>
                  </a:lnTo>
                  <a:lnTo>
                    <a:pt x="0" y="16"/>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59" name="Freeform 88">
              <a:extLst>
                <a:ext uri="{FF2B5EF4-FFF2-40B4-BE49-F238E27FC236}">
                  <a16:creationId xmlns:a16="http://schemas.microsoft.com/office/drawing/2014/main" id="{799F943E-0137-512B-0533-790B0096C627}"/>
                </a:ext>
              </a:extLst>
            </p:cNvPr>
            <p:cNvSpPr>
              <a:spLocks noChangeAspect="1"/>
            </p:cNvSpPr>
            <p:nvPr/>
          </p:nvSpPr>
          <p:spPr bwMode="gray">
            <a:xfrm>
              <a:off x="2468540" y="2830919"/>
              <a:ext cx="26771" cy="27345"/>
            </a:xfrm>
            <a:custGeom>
              <a:avLst/>
              <a:gdLst>
                <a:gd name="T0" fmla="*/ 0 w 20"/>
                <a:gd name="T1" fmla="*/ 1 h 20"/>
                <a:gd name="T2" fmla="*/ 5 w 20"/>
                <a:gd name="T3" fmla="*/ 8 h 20"/>
                <a:gd name="T4" fmla="*/ 8 w 20"/>
                <a:gd name="T5" fmla="*/ 0 h 20"/>
                <a:gd name="T6" fmla="*/ 0 w 20"/>
                <a:gd name="T7" fmla="*/ 1 h 20"/>
                <a:gd name="T8" fmla="*/ 0 60000 65536"/>
                <a:gd name="T9" fmla="*/ 0 60000 65536"/>
                <a:gd name="T10" fmla="*/ 0 60000 65536"/>
                <a:gd name="T11" fmla="*/ 0 60000 65536"/>
                <a:gd name="T12" fmla="*/ 0 w 20"/>
                <a:gd name="T13" fmla="*/ 0 h 20"/>
                <a:gd name="T14" fmla="*/ 20 w 20"/>
                <a:gd name="T15" fmla="*/ 20 h 20"/>
              </a:gdLst>
              <a:ahLst/>
              <a:cxnLst>
                <a:cxn ang="T8">
                  <a:pos x="T0" y="T1"/>
                </a:cxn>
                <a:cxn ang="T9">
                  <a:pos x="T2" y="T3"/>
                </a:cxn>
                <a:cxn ang="T10">
                  <a:pos x="T4" y="T5"/>
                </a:cxn>
                <a:cxn ang="T11">
                  <a:pos x="T6" y="T7"/>
                </a:cxn>
              </a:cxnLst>
              <a:rect l="T12" t="T13" r="T14" b="T15"/>
              <a:pathLst>
                <a:path w="20" h="20">
                  <a:moveTo>
                    <a:pt x="0" y="2"/>
                  </a:moveTo>
                  <a:lnTo>
                    <a:pt x="13" y="19"/>
                  </a:lnTo>
                  <a:lnTo>
                    <a:pt x="19" y="0"/>
                  </a:lnTo>
                  <a:lnTo>
                    <a:pt x="0" y="2"/>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0" name="Freeform 89">
              <a:extLst>
                <a:ext uri="{FF2B5EF4-FFF2-40B4-BE49-F238E27FC236}">
                  <a16:creationId xmlns:a16="http://schemas.microsoft.com/office/drawing/2014/main" id="{6E6E67D1-12BE-B1D0-DFC3-341CFD369BF8}"/>
                </a:ext>
              </a:extLst>
            </p:cNvPr>
            <p:cNvSpPr>
              <a:spLocks noChangeAspect="1"/>
            </p:cNvSpPr>
            <p:nvPr/>
          </p:nvSpPr>
          <p:spPr bwMode="gray">
            <a:xfrm>
              <a:off x="2524142" y="3371508"/>
              <a:ext cx="22653" cy="35759"/>
            </a:xfrm>
            <a:custGeom>
              <a:avLst/>
              <a:gdLst>
                <a:gd name="T0" fmla="*/ 0 w 20"/>
                <a:gd name="T1" fmla="*/ 9 h 27"/>
                <a:gd name="T2" fmla="*/ 4 w 20"/>
                <a:gd name="T3" fmla="*/ 0 h 27"/>
                <a:gd name="T4" fmla="*/ 6 w 20"/>
                <a:gd name="T5" fmla="*/ 1 h 27"/>
                <a:gd name="T6" fmla="*/ 3 w 20"/>
                <a:gd name="T7" fmla="*/ 5 h 27"/>
                <a:gd name="T8" fmla="*/ 2 w 20"/>
                <a:gd name="T9" fmla="*/ 10 h 27"/>
                <a:gd name="T10" fmla="*/ 0 w 20"/>
                <a:gd name="T11" fmla="*/ 9 h 27"/>
                <a:gd name="T12" fmla="*/ 0 60000 65536"/>
                <a:gd name="T13" fmla="*/ 0 60000 65536"/>
                <a:gd name="T14" fmla="*/ 0 60000 65536"/>
                <a:gd name="T15" fmla="*/ 0 60000 65536"/>
                <a:gd name="T16" fmla="*/ 0 60000 65536"/>
                <a:gd name="T17" fmla="*/ 0 60000 65536"/>
                <a:gd name="T18" fmla="*/ 0 w 20"/>
                <a:gd name="T19" fmla="*/ 0 h 27"/>
                <a:gd name="T20" fmla="*/ 20 w 20"/>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20" h="27">
                  <a:moveTo>
                    <a:pt x="0" y="22"/>
                  </a:moveTo>
                  <a:lnTo>
                    <a:pt x="13" y="0"/>
                  </a:lnTo>
                  <a:lnTo>
                    <a:pt x="19" y="2"/>
                  </a:lnTo>
                  <a:lnTo>
                    <a:pt x="11" y="12"/>
                  </a:lnTo>
                  <a:lnTo>
                    <a:pt x="5" y="26"/>
                  </a:lnTo>
                  <a:lnTo>
                    <a:pt x="0" y="22"/>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1" name="Freeform 90">
              <a:extLst>
                <a:ext uri="{FF2B5EF4-FFF2-40B4-BE49-F238E27FC236}">
                  <a16:creationId xmlns:a16="http://schemas.microsoft.com/office/drawing/2014/main" id="{A91D86AC-9C73-D794-E706-BE2433351B27}"/>
                </a:ext>
              </a:extLst>
            </p:cNvPr>
            <p:cNvSpPr>
              <a:spLocks noChangeAspect="1"/>
            </p:cNvSpPr>
            <p:nvPr/>
          </p:nvSpPr>
          <p:spPr bwMode="gray">
            <a:xfrm>
              <a:off x="2555031" y="3152748"/>
              <a:ext cx="22653" cy="25241"/>
            </a:xfrm>
            <a:custGeom>
              <a:avLst/>
              <a:gdLst>
                <a:gd name="T0" fmla="*/ 0 w 19"/>
                <a:gd name="T1" fmla="*/ 5 h 18"/>
                <a:gd name="T2" fmla="*/ 6 w 19"/>
                <a:gd name="T3" fmla="*/ 0 h 18"/>
                <a:gd name="T4" fmla="*/ 6 w 19"/>
                <a:gd name="T5" fmla="*/ 5 h 18"/>
                <a:gd name="T6" fmla="*/ 3 w 19"/>
                <a:gd name="T7" fmla="*/ 7 h 18"/>
                <a:gd name="T8" fmla="*/ 0 w 19"/>
                <a:gd name="T9" fmla="*/ 7 h 18"/>
                <a:gd name="T10" fmla="*/ 0 w 19"/>
                <a:gd name="T11" fmla="*/ 5 h 18"/>
                <a:gd name="T12" fmla="*/ 0 60000 65536"/>
                <a:gd name="T13" fmla="*/ 0 60000 65536"/>
                <a:gd name="T14" fmla="*/ 0 60000 65536"/>
                <a:gd name="T15" fmla="*/ 0 60000 65536"/>
                <a:gd name="T16" fmla="*/ 0 60000 65536"/>
                <a:gd name="T17" fmla="*/ 0 60000 65536"/>
                <a:gd name="T18" fmla="*/ 0 w 19"/>
                <a:gd name="T19" fmla="*/ 0 h 18"/>
                <a:gd name="T20" fmla="*/ 19 w 1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19" h="18">
                  <a:moveTo>
                    <a:pt x="0" y="10"/>
                  </a:moveTo>
                  <a:lnTo>
                    <a:pt x="17" y="0"/>
                  </a:lnTo>
                  <a:lnTo>
                    <a:pt x="18" y="11"/>
                  </a:lnTo>
                  <a:lnTo>
                    <a:pt x="8" y="17"/>
                  </a:lnTo>
                  <a:lnTo>
                    <a:pt x="0" y="17"/>
                  </a:lnTo>
                  <a:lnTo>
                    <a:pt x="0" y="1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2" name="Freeform 91">
              <a:extLst>
                <a:ext uri="{FF2B5EF4-FFF2-40B4-BE49-F238E27FC236}">
                  <a16:creationId xmlns:a16="http://schemas.microsoft.com/office/drawing/2014/main" id="{9A214D89-E9D8-E097-1CB6-34A00E7EEBCA}"/>
                </a:ext>
              </a:extLst>
            </p:cNvPr>
            <p:cNvSpPr>
              <a:spLocks noChangeAspect="1"/>
            </p:cNvSpPr>
            <p:nvPr/>
          </p:nvSpPr>
          <p:spPr bwMode="gray">
            <a:xfrm>
              <a:off x="2577684" y="3129610"/>
              <a:ext cx="20593" cy="37862"/>
            </a:xfrm>
            <a:custGeom>
              <a:avLst/>
              <a:gdLst>
                <a:gd name="T0" fmla="*/ 0 w 19"/>
                <a:gd name="T1" fmla="*/ 4 h 29"/>
                <a:gd name="T2" fmla="*/ 2 w 19"/>
                <a:gd name="T3" fmla="*/ 11 h 29"/>
                <a:gd name="T4" fmla="*/ 5 w 19"/>
                <a:gd name="T5" fmla="*/ 4 h 29"/>
                <a:gd name="T6" fmla="*/ 3 w 19"/>
                <a:gd name="T7" fmla="*/ 1 h 29"/>
                <a:gd name="T8" fmla="*/ 2 w 19"/>
                <a:gd name="T9" fmla="*/ 0 h 29"/>
                <a:gd name="T10" fmla="*/ 0 w 19"/>
                <a:gd name="T11" fmla="*/ 4 h 29"/>
                <a:gd name="T12" fmla="*/ 0 60000 65536"/>
                <a:gd name="T13" fmla="*/ 0 60000 65536"/>
                <a:gd name="T14" fmla="*/ 0 60000 65536"/>
                <a:gd name="T15" fmla="*/ 0 60000 65536"/>
                <a:gd name="T16" fmla="*/ 0 60000 65536"/>
                <a:gd name="T17" fmla="*/ 0 60000 65536"/>
                <a:gd name="T18" fmla="*/ 0 w 19"/>
                <a:gd name="T19" fmla="*/ 0 h 29"/>
                <a:gd name="T20" fmla="*/ 19 w 19"/>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9" h="29">
                  <a:moveTo>
                    <a:pt x="0" y="11"/>
                  </a:moveTo>
                  <a:lnTo>
                    <a:pt x="6" y="28"/>
                  </a:lnTo>
                  <a:lnTo>
                    <a:pt x="18" y="11"/>
                  </a:lnTo>
                  <a:lnTo>
                    <a:pt x="11" y="2"/>
                  </a:lnTo>
                  <a:lnTo>
                    <a:pt x="6" y="0"/>
                  </a:lnTo>
                  <a:lnTo>
                    <a:pt x="0" y="11"/>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3" name="Freeform 92">
              <a:extLst>
                <a:ext uri="{FF2B5EF4-FFF2-40B4-BE49-F238E27FC236}">
                  <a16:creationId xmlns:a16="http://schemas.microsoft.com/office/drawing/2014/main" id="{00F8868D-4102-ADEE-3EDE-D72E30D148F9}"/>
                </a:ext>
              </a:extLst>
            </p:cNvPr>
            <p:cNvSpPr>
              <a:spLocks noChangeAspect="1"/>
            </p:cNvSpPr>
            <p:nvPr/>
          </p:nvSpPr>
          <p:spPr bwMode="gray">
            <a:xfrm>
              <a:off x="2274964" y="2445987"/>
              <a:ext cx="24712" cy="23138"/>
            </a:xfrm>
            <a:custGeom>
              <a:avLst/>
              <a:gdLst>
                <a:gd name="T0" fmla="*/ 0 w 19"/>
                <a:gd name="T1" fmla="*/ 5 h 19"/>
                <a:gd name="T2" fmla="*/ 4 w 19"/>
                <a:gd name="T3" fmla="*/ 6 h 19"/>
                <a:gd name="T4" fmla="*/ 7 w 19"/>
                <a:gd name="T5" fmla="*/ 0 h 19"/>
                <a:gd name="T6" fmla="*/ 0 w 19"/>
                <a:gd name="T7" fmla="*/ 5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16"/>
                  </a:moveTo>
                  <a:lnTo>
                    <a:pt x="11" y="18"/>
                  </a:lnTo>
                  <a:lnTo>
                    <a:pt x="18" y="0"/>
                  </a:lnTo>
                  <a:lnTo>
                    <a:pt x="0" y="16"/>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4" name="Freeform 93">
              <a:extLst>
                <a:ext uri="{FF2B5EF4-FFF2-40B4-BE49-F238E27FC236}">
                  <a16:creationId xmlns:a16="http://schemas.microsoft.com/office/drawing/2014/main" id="{84567CC2-1845-97EA-1E3F-5983939C5AE9}"/>
                </a:ext>
              </a:extLst>
            </p:cNvPr>
            <p:cNvSpPr>
              <a:spLocks noChangeAspect="1"/>
            </p:cNvSpPr>
            <p:nvPr/>
          </p:nvSpPr>
          <p:spPr bwMode="gray">
            <a:xfrm>
              <a:off x="2398523" y="2397607"/>
              <a:ext cx="20593" cy="21035"/>
            </a:xfrm>
            <a:custGeom>
              <a:avLst/>
              <a:gdLst>
                <a:gd name="T0" fmla="*/ 0 w 19"/>
                <a:gd name="T1" fmla="*/ 0 h 18"/>
                <a:gd name="T2" fmla="*/ 5 w 19"/>
                <a:gd name="T3" fmla="*/ 4 h 18"/>
                <a:gd name="T4" fmla="*/ 2 w 19"/>
                <a:gd name="T5" fmla="*/ 5 h 18"/>
                <a:gd name="T6" fmla="*/ 0 w 19"/>
                <a:gd name="T7" fmla="*/ 0 h 18"/>
                <a:gd name="T8" fmla="*/ 0 60000 65536"/>
                <a:gd name="T9" fmla="*/ 0 60000 65536"/>
                <a:gd name="T10" fmla="*/ 0 60000 65536"/>
                <a:gd name="T11" fmla="*/ 0 60000 65536"/>
                <a:gd name="T12" fmla="*/ 0 w 19"/>
                <a:gd name="T13" fmla="*/ 0 h 18"/>
                <a:gd name="T14" fmla="*/ 19 w 19"/>
                <a:gd name="T15" fmla="*/ 18 h 18"/>
              </a:gdLst>
              <a:ahLst/>
              <a:cxnLst>
                <a:cxn ang="T8">
                  <a:pos x="T0" y="T1"/>
                </a:cxn>
                <a:cxn ang="T9">
                  <a:pos x="T2" y="T3"/>
                </a:cxn>
                <a:cxn ang="T10">
                  <a:pos x="T4" y="T5"/>
                </a:cxn>
                <a:cxn ang="T11">
                  <a:pos x="T6" y="T7"/>
                </a:cxn>
              </a:cxnLst>
              <a:rect l="T12" t="T13" r="T14" b="T15"/>
              <a:pathLst>
                <a:path w="19" h="18">
                  <a:moveTo>
                    <a:pt x="0" y="0"/>
                  </a:moveTo>
                  <a:lnTo>
                    <a:pt x="18" y="12"/>
                  </a:lnTo>
                  <a:lnTo>
                    <a:pt x="6" y="17"/>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5" name="Freeform 94">
              <a:extLst>
                <a:ext uri="{FF2B5EF4-FFF2-40B4-BE49-F238E27FC236}">
                  <a16:creationId xmlns:a16="http://schemas.microsoft.com/office/drawing/2014/main" id="{25709AD1-D0C4-266D-2DC6-364712F4DE2B}"/>
                </a:ext>
              </a:extLst>
            </p:cNvPr>
            <p:cNvSpPr>
              <a:spLocks noChangeAspect="1"/>
            </p:cNvSpPr>
            <p:nvPr/>
          </p:nvSpPr>
          <p:spPr bwMode="gray">
            <a:xfrm>
              <a:off x="2274964" y="2429159"/>
              <a:ext cx="24712" cy="18931"/>
            </a:xfrm>
            <a:custGeom>
              <a:avLst/>
              <a:gdLst>
                <a:gd name="T0" fmla="*/ 0 w 19"/>
                <a:gd name="T1" fmla="*/ 0 h 19"/>
                <a:gd name="T2" fmla="*/ 0 w 19"/>
                <a:gd name="T3" fmla="*/ 4 h 19"/>
                <a:gd name="T4" fmla="*/ 7 w 19"/>
                <a:gd name="T5" fmla="*/ 0 h 19"/>
                <a:gd name="T6" fmla="*/ 0 w 19"/>
                <a:gd name="T7" fmla="*/ 0 h 19"/>
                <a:gd name="T8" fmla="*/ 0 60000 65536"/>
                <a:gd name="T9" fmla="*/ 0 60000 65536"/>
                <a:gd name="T10" fmla="*/ 0 60000 65536"/>
                <a:gd name="T11" fmla="*/ 0 60000 65536"/>
                <a:gd name="T12" fmla="*/ 0 w 19"/>
                <a:gd name="T13" fmla="*/ 0 h 19"/>
                <a:gd name="T14" fmla="*/ 19 w 19"/>
                <a:gd name="T15" fmla="*/ 19 h 19"/>
              </a:gdLst>
              <a:ahLst/>
              <a:cxnLst>
                <a:cxn ang="T8">
                  <a:pos x="T0" y="T1"/>
                </a:cxn>
                <a:cxn ang="T9">
                  <a:pos x="T2" y="T3"/>
                </a:cxn>
                <a:cxn ang="T10">
                  <a:pos x="T4" y="T5"/>
                </a:cxn>
                <a:cxn ang="T11">
                  <a:pos x="T6" y="T7"/>
                </a:cxn>
              </a:cxnLst>
              <a:rect l="T12" t="T13" r="T14" b="T15"/>
              <a:pathLst>
                <a:path w="19" h="19">
                  <a:moveTo>
                    <a:pt x="0" y="0"/>
                  </a:moveTo>
                  <a:lnTo>
                    <a:pt x="0" y="18"/>
                  </a:lnTo>
                  <a:lnTo>
                    <a:pt x="18" y="0"/>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6" name="Freeform 95">
              <a:extLst>
                <a:ext uri="{FF2B5EF4-FFF2-40B4-BE49-F238E27FC236}">
                  <a16:creationId xmlns:a16="http://schemas.microsoft.com/office/drawing/2014/main" id="{5053F991-BB6F-C6D1-B406-20B6579B9871}"/>
                </a:ext>
              </a:extLst>
            </p:cNvPr>
            <p:cNvSpPr>
              <a:spLocks noChangeAspect="1"/>
            </p:cNvSpPr>
            <p:nvPr/>
          </p:nvSpPr>
          <p:spPr bwMode="gray">
            <a:xfrm>
              <a:off x="2425294" y="3226370"/>
              <a:ext cx="20593" cy="25241"/>
            </a:xfrm>
            <a:custGeom>
              <a:avLst/>
              <a:gdLst>
                <a:gd name="T0" fmla="*/ 0 w 18"/>
                <a:gd name="T1" fmla="*/ 0 h 19"/>
                <a:gd name="T2" fmla="*/ 2 w 18"/>
                <a:gd name="T3" fmla="*/ 7 h 19"/>
                <a:gd name="T4" fmla="*/ 5 w 18"/>
                <a:gd name="T5" fmla="*/ 1 h 19"/>
                <a:gd name="T6" fmla="*/ 0 w 18"/>
                <a:gd name="T7" fmla="*/ 0 h 19"/>
                <a:gd name="T8" fmla="*/ 0 60000 65536"/>
                <a:gd name="T9" fmla="*/ 0 60000 65536"/>
                <a:gd name="T10" fmla="*/ 0 60000 65536"/>
                <a:gd name="T11" fmla="*/ 0 60000 65536"/>
                <a:gd name="T12" fmla="*/ 0 w 18"/>
                <a:gd name="T13" fmla="*/ 0 h 19"/>
                <a:gd name="T14" fmla="*/ 18 w 18"/>
                <a:gd name="T15" fmla="*/ 19 h 19"/>
              </a:gdLst>
              <a:ahLst/>
              <a:cxnLst>
                <a:cxn ang="T8">
                  <a:pos x="T0" y="T1"/>
                </a:cxn>
                <a:cxn ang="T9">
                  <a:pos x="T2" y="T3"/>
                </a:cxn>
                <a:cxn ang="T10">
                  <a:pos x="T4" y="T5"/>
                </a:cxn>
                <a:cxn ang="T11">
                  <a:pos x="T6" y="T7"/>
                </a:cxn>
              </a:cxnLst>
              <a:rect l="T12" t="T13" r="T14" b="T15"/>
              <a:pathLst>
                <a:path w="18" h="19">
                  <a:moveTo>
                    <a:pt x="0" y="0"/>
                  </a:moveTo>
                  <a:lnTo>
                    <a:pt x="6" y="18"/>
                  </a:lnTo>
                  <a:lnTo>
                    <a:pt x="17" y="1"/>
                  </a:lnTo>
                  <a:lnTo>
                    <a:pt x="0" y="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7" name="Freeform 96">
              <a:extLst>
                <a:ext uri="{FF2B5EF4-FFF2-40B4-BE49-F238E27FC236}">
                  <a16:creationId xmlns:a16="http://schemas.microsoft.com/office/drawing/2014/main" id="{3DCC01AA-E4CA-AA9F-07B1-E18650A4A9E2}"/>
                </a:ext>
              </a:extLst>
            </p:cNvPr>
            <p:cNvSpPr>
              <a:spLocks noChangeAspect="1"/>
            </p:cNvSpPr>
            <p:nvPr/>
          </p:nvSpPr>
          <p:spPr bwMode="gray">
            <a:xfrm>
              <a:off x="3376700" y="4936481"/>
              <a:ext cx="899923" cy="719383"/>
            </a:xfrm>
            <a:custGeom>
              <a:avLst/>
              <a:gdLst>
                <a:gd name="T0" fmla="*/ 168 w 761"/>
                <a:gd name="T1" fmla="*/ 108 h 573"/>
                <a:gd name="T2" fmla="*/ 189 w 761"/>
                <a:gd name="T3" fmla="*/ 100 h 573"/>
                <a:gd name="T4" fmla="*/ 204 w 761"/>
                <a:gd name="T5" fmla="*/ 88 h 573"/>
                <a:gd name="T6" fmla="*/ 202 w 761"/>
                <a:gd name="T7" fmla="*/ 76 h 573"/>
                <a:gd name="T8" fmla="*/ 217 w 761"/>
                <a:gd name="T9" fmla="*/ 65 h 573"/>
                <a:gd name="T10" fmla="*/ 235 w 761"/>
                <a:gd name="T11" fmla="*/ 58 h 573"/>
                <a:gd name="T12" fmla="*/ 231 w 761"/>
                <a:gd name="T13" fmla="*/ 48 h 573"/>
                <a:gd name="T14" fmla="*/ 199 w 761"/>
                <a:gd name="T15" fmla="*/ 45 h 573"/>
                <a:gd name="T16" fmla="*/ 178 w 761"/>
                <a:gd name="T17" fmla="*/ 30 h 573"/>
                <a:gd name="T18" fmla="*/ 162 w 761"/>
                <a:gd name="T19" fmla="*/ 32 h 573"/>
                <a:gd name="T20" fmla="*/ 150 w 761"/>
                <a:gd name="T21" fmla="*/ 38 h 573"/>
                <a:gd name="T22" fmla="*/ 135 w 761"/>
                <a:gd name="T23" fmla="*/ 39 h 573"/>
                <a:gd name="T24" fmla="*/ 128 w 761"/>
                <a:gd name="T25" fmla="*/ 23 h 573"/>
                <a:gd name="T26" fmla="*/ 121 w 761"/>
                <a:gd name="T27" fmla="*/ 11 h 573"/>
                <a:gd name="T28" fmla="*/ 107 w 761"/>
                <a:gd name="T29" fmla="*/ 1 h 573"/>
                <a:gd name="T30" fmla="*/ 98 w 761"/>
                <a:gd name="T31" fmla="*/ 10 h 573"/>
                <a:gd name="T32" fmla="*/ 85 w 761"/>
                <a:gd name="T33" fmla="*/ 23 h 573"/>
                <a:gd name="T34" fmla="*/ 77 w 761"/>
                <a:gd name="T35" fmla="*/ 32 h 573"/>
                <a:gd name="T36" fmla="*/ 55 w 761"/>
                <a:gd name="T37" fmla="*/ 42 h 573"/>
                <a:gd name="T38" fmla="*/ 51 w 761"/>
                <a:gd name="T39" fmla="*/ 31 h 573"/>
                <a:gd name="T40" fmla="*/ 48 w 761"/>
                <a:gd name="T41" fmla="*/ 20 h 573"/>
                <a:gd name="T42" fmla="*/ 41 w 761"/>
                <a:gd name="T43" fmla="*/ 26 h 573"/>
                <a:gd name="T44" fmla="*/ 31 w 761"/>
                <a:gd name="T45" fmla="*/ 40 h 573"/>
                <a:gd name="T46" fmla="*/ 24 w 761"/>
                <a:gd name="T47" fmla="*/ 44 h 573"/>
                <a:gd name="T48" fmla="*/ 20 w 761"/>
                <a:gd name="T49" fmla="*/ 66 h 573"/>
                <a:gd name="T50" fmla="*/ 25 w 761"/>
                <a:gd name="T51" fmla="*/ 79 h 573"/>
                <a:gd name="T52" fmla="*/ 21 w 761"/>
                <a:gd name="T53" fmla="*/ 93 h 573"/>
                <a:gd name="T54" fmla="*/ 32 w 761"/>
                <a:gd name="T55" fmla="*/ 109 h 573"/>
                <a:gd name="T56" fmla="*/ 34 w 761"/>
                <a:gd name="T57" fmla="*/ 118 h 573"/>
                <a:gd name="T58" fmla="*/ 30 w 761"/>
                <a:gd name="T59" fmla="*/ 128 h 573"/>
                <a:gd name="T60" fmla="*/ 25 w 761"/>
                <a:gd name="T61" fmla="*/ 137 h 573"/>
                <a:gd name="T62" fmla="*/ 21 w 761"/>
                <a:gd name="T63" fmla="*/ 149 h 573"/>
                <a:gd name="T64" fmla="*/ 25 w 761"/>
                <a:gd name="T65" fmla="*/ 164 h 573"/>
                <a:gd name="T66" fmla="*/ 20 w 761"/>
                <a:gd name="T67" fmla="*/ 171 h 573"/>
                <a:gd name="T68" fmla="*/ 5 w 761"/>
                <a:gd name="T69" fmla="*/ 165 h 573"/>
                <a:gd name="T70" fmla="*/ 10 w 761"/>
                <a:gd name="T71" fmla="*/ 177 h 573"/>
                <a:gd name="T72" fmla="*/ 10 w 761"/>
                <a:gd name="T73" fmla="*/ 188 h 573"/>
                <a:gd name="T74" fmla="*/ 19 w 761"/>
                <a:gd name="T75" fmla="*/ 197 h 573"/>
                <a:gd name="T76" fmla="*/ 31 w 761"/>
                <a:gd name="T77" fmla="*/ 198 h 573"/>
                <a:gd name="T78" fmla="*/ 43 w 761"/>
                <a:gd name="T79" fmla="*/ 181 h 573"/>
                <a:gd name="T80" fmla="*/ 59 w 761"/>
                <a:gd name="T81" fmla="*/ 187 h 573"/>
                <a:gd name="T82" fmla="*/ 68 w 761"/>
                <a:gd name="T83" fmla="*/ 193 h 573"/>
                <a:gd name="T84" fmla="*/ 74 w 761"/>
                <a:gd name="T85" fmla="*/ 187 h 573"/>
                <a:gd name="T86" fmla="*/ 79 w 761"/>
                <a:gd name="T87" fmla="*/ 191 h 573"/>
                <a:gd name="T88" fmla="*/ 83 w 761"/>
                <a:gd name="T89" fmla="*/ 201 h 573"/>
                <a:gd name="T90" fmla="*/ 88 w 761"/>
                <a:gd name="T91" fmla="*/ 198 h 573"/>
                <a:gd name="T92" fmla="*/ 120 w 761"/>
                <a:gd name="T93" fmla="*/ 190 h 573"/>
                <a:gd name="T94" fmla="*/ 158 w 761"/>
                <a:gd name="T95" fmla="*/ 201 h 573"/>
                <a:gd name="T96" fmla="*/ 185 w 761"/>
                <a:gd name="T97" fmla="*/ 187 h 573"/>
                <a:gd name="T98" fmla="*/ 215 w 761"/>
                <a:gd name="T99" fmla="*/ 177 h 573"/>
                <a:gd name="T100" fmla="*/ 232 w 761"/>
                <a:gd name="T101" fmla="*/ 158 h 573"/>
                <a:gd name="T102" fmla="*/ 243 w 761"/>
                <a:gd name="T103" fmla="*/ 150 h 573"/>
                <a:gd name="T104" fmla="*/ 245 w 761"/>
                <a:gd name="T105" fmla="*/ 127 h 573"/>
                <a:gd name="T106" fmla="*/ 231 w 761"/>
                <a:gd name="T107" fmla="*/ 119 h 573"/>
                <a:gd name="T108" fmla="*/ 210 w 761"/>
                <a:gd name="T109" fmla="*/ 124 h 573"/>
                <a:gd name="T110" fmla="*/ 194 w 761"/>
                <a:gd name="T111" fmla="*/ 119 h 573"/>
                <a:gd name="T112" fmla="*/ 185 w 761"/>
                <a:gd name="T113" fmla="*/ 116 h 573"/>
                <a:gd name="T114" fmla="*/ 179 w 761"/>
                <a:gd name="T115" fmla="*/ 106 h 573"/>
                <a:gd name="T116" fmla="*/ 161 w 761"/>
                <a:gd name="T117" fmla="*/ 107 h 5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1"/>
                <a:gd name="T178" fmla="*/ 0 h 573"/>
                <a:gd name="T179" fmla="*/ 761 w 761"/>
                <a:gd name="T180" fmla="*/ 573 h 57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1" h="573">
                  <a:moveTo>
                    <a:pt x="483" y="300"/>
                  </a:moveTo>
                  <a:lnTo>
                    <a:pt x="476" y="298"/>
                  </a:lnTo>
                  <a:lnTo>
                    <a:pt x="476" y="295"/>
                  </a:lnTo>
                  <a:lnTo>
                    <a:pt x="483" y="296"/>
                  </a:lnTo>
                  <a:lnTo>
                    <a:pt x="495" y="304"/>
                  </a:lnTo>
                  <a:lnTo>
                    <a:pt x="503" y="302"/>
                  </a:lnTo>
                  <a:lnTo>
                    <a:pt x="509" y="304"/>
                  </a:lnTo>
                  <a:lnTo>
                    <a:pt x="524" y="308"/>
                  </a:lnTo>
                  <a:lnTo>
                    <a:pt x="532" y="304"/>
                  </a:lnTo>
                  <a:lnTo>
                    <a:pt x="536" y="292"/>
                  </a:lnTo>
                  <a:lnTo>
                    <a:pt x="549" y="289"/>
                  </a:lnTo>
                  <a:lnTo>
                    <a:pt x="563" y="289"/>
                  </a:lnTo>
                  <a:lnTo>
                    <a:pt x="574" y="284"/>
                  </a:lnTo>
                  <a:lnTo>
                    <a:pt x="573" y="282"/>
                  </a:lnTo>
                  <a:lnTo>
                    <a:pt x="609" y="283"/>
                  </a:lnTo>
                  <a:lnTo>
                    <a:pt x="629" y="269"/>
                  </a:lnTo>
                  <a:lnTo>
                    <a:pt x="645" y="253"/>
                  </a:lnTo>
                  <a:lnTo>
                    <a:pt x="644" y="250"/>
                  </a:lnTo>
                  <a:lnTo>
                    <a:pt x="634" y="251"/>
                  </a:lnTo>
                  <a:lnTo>
                    <a:pt x="619" y="249"/>
                  </a:lnTo>
                  <a:lnTo>
                    <a:pt x="620" y="246"/>
                  </a:lnTo>
                  <a:lnTo>
                    <a:pt x="642" y="244"/>
                  </a:lnTo>
                  <a:lnTo>
                    <a:pt x="646" y="226"/>
                  </a:lnTo>
                  <a:lnTo>
                    <a:pt x="644" y="209"/>
                  </a:lnTo>
                  <a:lnTo>
                    <a:pt x="640" y="203"/>
                  </a:lnTo>
                  <a:lnTo>
                    <a:pt x="631" y="205"/>
                  </a:lnTo>
                  <a:lnTo>
                    <a:pt x="620" y="212"/>
                  </a:lnTo>
                  <a:lnTo>
                    <a:pt x="612" y="213"/>
                  </a:lnTo>
                  <a:lnTo>
                    <a:pt x="604" y="218"/>
                  </a:lnTo>
                  <a:lnTo>
                    <a:pt x="594" y="211"/>
                  </a:lnTo>
                  <a:lnTo>
                    <a:pt x="612" y="208"/>
                  </a:lnTo>
                  <a:lnTo>
                    <a:pt x="628" y="201"/>
                  </a:lnTo>
                  <a:lnTo>
                    <a:pt x="632" y="190"/>
                  </a:lnTo>
                  <a:lnTo>
                    <a:pt x="643" y="181"/>
                  </a:lnTo>
                  <a:lnTo>
                    <a:pt x="658" y="183"/>
                  </a:lnTo>
                  <a:lnTo>
                    <a:pt x="665" y="197"/>
                  </a:lnTo>
                  <a:lnTo>
                    <a:pt x="687" y="192"/>
                  </a:lnTo>
                  <a:lnTo>
                    <a:pt x="704" y="181"/>
                  </a:lnTo>
                  <a:lnTo>
                    <a:pt x="718" y="163"/>
                  </a:lnTo>
                  <a:lnTo>
                    <a:pt x="720" y="156"/>
                  </a:lnTo>
                  <a:lnTo>
                    <a:pt x="716" y="155"/>
                  </a:lnTo>
                  <a:lnTo>
                    <a:pt x="712" y="162"/>
                  </a:lnTo>
                  <a:lnTo>
                    <a:pt x="709" y="160"/>
                  </a:lnTo>
                  <a:lnTo>
                    <a:pt x="702" y="159"/>
                  </a:lnTo>
                  <a:lnTo>
                    <a:pt x="712" y="150"/>
                  </a:lnTo>
                  <a:lnTo>
                    <a:pt x="716" y="141"/>
                  </a:lnTo>
                  <a:lnTo>
                    <a:pt x="721" y="140"/>
                  </a:lnTo>
                  <a:lnTo>
                    <a:pt x="718" y="132"/>
                  </a:lnTo>
                  <a:lnTo>
                    <a:pt x="702" y="134"/>
                  </a:lnTo>
                  <a:lnTo>
                    <a:pt x="691" y="131"/>
                  </a:lnTo>
                  <a:lnTo>
                    <a:pt x="679" y="133"/>
                  </a:lnTo>
                  <a:lnTo>
                    <a:pt x="649" y="127"/>
                  </a:lnTo>
                  <a:lnTo>
                    <a:pt x="643" y="124"/>
                  </a:lnTo>
                  <a:lnTo>
                    <a:pt x="629" y="125"/>
                  </a:lnTo>
                  <a:lnTo>
                    <a:pt x="621" y="130"/>
                  </a:lnTo>
                  <a:lnTo>
                    <a:pt x="605" y="125"/>
                  </a:lnTo>
                  <a:lnTo>
                    <a:pt x="597" y="109"/>
                  </a:lnTo>
                  <a:lnTo>
                    <a:pt x="586" y="104"/>
                  </a:lnTo>
                  <a:lnTo>
                    <a:pt x="589" y="94"/>
                  </a:lnTo>
                  <a:lnTo>
                    <a:pt x="574" y="88"/>
                  </a:lnTo>
                  <a:lnTo>
                    <a:pt x="553" y="95"/>
                  </a:lnTo>
                  <a:lnTo>
                    <a:pt x="545" y="93"/>
                  </a:lnTo>
                  <a:lnTo>
                    <a:pt x="540" y="86"/>
                  </a:lnTo>
                  <a:lnTo>
                    <a:pt x="532" y="90"/>
                  </a:lnTo>
                  <a:lnTo>
                    <a:pt x="524" y="91"/>
                  </a:lnTo>
                  <a:lnTo>
                    <a:pt x="520" y="100"/>
                  </a:lnTo>
                  <a:lnTo>
                    <a:pt x="511" y="96"/>
                  </a:lnTo>
                  <a:lnTo>
                    <a:pt x="507" y="88"/>
                  </a:lnTo>
                  <a:lnTo>
                    <a:pt x="500" y="84"/>
                  </a:lnTo>
                  <a:lnTo>
                    <a:pt x="491" y="88"/>
                  </a:lnTo>
                  <a:lnTo>
                    <a:pt x="486" y="83"/>
                  </a:lnTo>
                  <a:lnTo>
                    <a:pt x="480" y="84"/>
                  </a:lnTo>
                  <a:lnTo>
                    <a:pt x="472" y="97"/>
                  </a:lnTo>
                  <a:lnTo>
                    <a:pt x="465" y="98"/>
                  </a:lnTo>
                  <a:lnTo>
                    <a:pt x="462" y="94"/>
                  </a:lnTo>
                  <a:lnTo>
                    <a:pt x="458" y="96"/>
                  </a:lnTo>
                  <a:lnTo>
                    <a:pt x="456" y="108"/>
                  </a:lnTo>
                  <a:lnTo>
                    <a:pt x="453" y="110"/>
                  </a:lnTo>
                  <a:lnTo>
                    <a:pt x="449" y="95"/>
                  </a:lnTo>
                  <a:lnTo>
                    <a:pt x="437" y="95"/>
                  </a:lnTo>
                  <a:lnTo>
                    <a:pt x="437" y="91"/>
                  </a:lnTo>
                  <a:lnTo>
                    <a:pt x="430" y="91"/>
                  </a:lnTo>
                  <a:lnTo>
                    <a:pt x="427" y="98"/>
                  </a:lnTo>
                  <a:lnTo>
                    <a:pt x="410" y="109"/>
                  </a:lnTo>
                  <a:lnTo>
                    <a:pt x="410" y="101"/>
                  </a:lnTo>
                  <a:lnTo>
                    <a:pt x="404" y="102"/>
                  </a:lnTo>
                  <a:lnTo>
                    <a:pt x="405" y="92"/>
                  </a:lnTo>
                  <a:lnTo>
                    <a:pt x="400" y="91"/>
                  </a:lnTo>
                  <a:lnTo>
                    <a:pt x="404" y="80"/>
                  </a:lnTo>
                  <a:lnTo>
                    <a:pt x="404" y="63"/>
                  </a:lnTo>
                  <a:lnTo>
                    <a:pt x="388" y="63"/>
                  </a:lnTo>
                  <a:lnTo>
                    <a:pt x="386" y="54"/>
                  </a:lnTo>
                  <a:lnTo>
                    <a:pt x="380" y="51"/>
                  </a:lnTo>
                  <a:lnTo>
                    <a:pt x="382" y="47"/>
                  </a:lnTo>
                  <a:lnTo>
                    <a:pt x="384" y="45"/>
                  </a:lnTo>
                  <a:lnTo>
                    <a:pt x="377" y="40"/>
                  </a:lnTo>
                  <a:lnTo>
                    <a:pt x="369" y="37"/>
                  </a:lnTo>
                  <a:lnTo>
                    <a:pt x="368" y="30"/>
                  </a:lnTo>
                  <a:lnTo>
                    <a:pt x="355" y="30"/>
                  </a:lnTo>
                  <a:lnTo>
                    <a:pt x="353" y="25"/>
                  </a:lnTo>
                  <a:lnTo>
                    <a:pt x="354" y="14"/>
                  </a:lnTo>
                  <a:lnTo>
                    <a:pt x="340" y="12"/>
                  </a:lnTo>
                  <a:lnTo>
                    <a:pt x="339" y="2"/>
                  </a:lnTo>
                  <a:lnTo>
                    <a:pt x="334" y="0"/>
                  </a:lnTo>
                  <a:lnTo>
                    <a:pt x="325" y="2"/>
                  </a:lnTo>
                  <a:lnTo>
                    <a:pt x="321" y="10"/>
                  </a:lnTo>
                  <a:lnTo>
                    <a:pt x="320" y="21"/>
                  </a:lnTo>
                  <a:lnTo>
                    <a:pt x="311" y="23"/>
                  </a:lnTo>
                  <a:lnTo>
                    <a:pt x="309" y="16"/>
                  </a:lnTo>
                  <a:lnTo>
                    <a:pt x="298" y="18"/>
                  </a:lnTo>
                  <a:lnTo>
                    <a:pt x="295" y="22"/>
                  </a:lnTo>
                  <a:lnTo>
                    <a:pt x="298" y="28"/>
                  </a:lnTo>
                  <a:lnTo>
                    <a:pt x="292" y="43"/>
                  </a:lnTo>
                  <a:lnTo>
                    <a:pt x="283" y="41"/>
                  </a:lnTo>
                  <a:lnTo>
                    <a:pt x="275" y="53"/>
                  </a:lnTo>
                  <a:lnTo>
                    <a:pt x="270" y="55"/>
                  </a:lnTo>
                  <a:lnTo>
                    <a:pt x="268" y="60"/>
                  </a:lnTo>
                  <a:lnTo>
                    <a:pt x="260" y="58"/>
                  </a:lnTo>
                  <a:lnTo>
                    <a:pt x="258" y="65"/>
                  </a:lnTo>
                  <a:lnTo>
                    <a:pt x="247" y="69"/>
                  </a:lnTo>
                  <a:lnTo>
                    <a:pt x="247" y="74"/>
                  </a:lnTo>
                  <a:lnTo>
                    <a:pt x="257" y="87"/>
                  </a:lnTo>
                  <a:lnTo>
                    <a:pt x="246" y="100"/>
                  </a:lnTo>
                  <a:lnTo>
                    <a:pt x="245" y="106"/>
                  </a:lnTo>
                  <a:lnTo>
                    <a:pt x="239" y="104"/>
                  </a:lnTo>
                  <a:lnTo>
                    <a:pt x="233" y="90"/>
                  </a:lnTo>
                  <a:lnTo>
                    <a:pt x="227" y="86"/>
                  </a:lnTo>
                  <a:lnTo>
                    <a:pt x="211" y="87"/>
                  </a:lnTo>
                  <a:lnTo>
                    <a:pt x="198" y="96"/>
                  </a:lnTo>
                  <a:lnTo>
                    <a:pt x="192" y="107"/>
                  </a:lnTo>
                  <a:lnTo>
                    <a:pt x="182" y="118"/>
                  </a:lnTo>
                  <a:lnTo>
                    <a:pt x="169" y="121"/>
                  </a:lnTo>
                  <a:lnTo>
                    <a:pt x="166" y="119"/>
                  </a:lnTo>
                  <a:lnTo>
                    <a:pt x="160" y="121"/>
                  </a:lnTo>
                  <a:lnTo>
                    <a:pt x="158" y="117"/>
                  </a:lnTo>
                  <a:lnTo>
                    <a:pt x="160" y="108"/>
                  </a:lnTo>
                  <a:lnTo>
                    <a:pt x="159" y="104"/>
                  </a:lnTo>
                  <a:lnTo>
                    <a:pt x="152" y="98"/>
                  </a:lnTo>
                  <a:lnTo>
                    <a:pt x="150" y="91"/>
                  </a:lnTo>
                  <a:lnTo>
                    <a:pt x="153" y="87"/>
                  </a:lnTo>
                  <a:lnTo>
                    <a:pt x="151" y="84"/>
                  </a:lnTo>
                  <a:lnTo>
                    <a:pt x="154" y="82"/>
                  </a:lnTo>
                  <a:lnTo>
                    <a:pt x="161" y="82"/>
                  </a:lnTo>
                  <a:lnTo>
                    <a:pt x="163" y="79"/>
                  </a:lnTo>
                  <a:lnTo>
                    <a:pt x="154" y="69"/>
                  </a:lnTo>
                  <a:lnTo>
                    <a:pt x="150" y="59"/>
                  </a:lnTo>
                  <a:lnTo>
                    <a:pt x="146" y="55"/>
                  </a:lnTo>
                  <a:lnTo>
                    <a:pt x="136" y="66"/>
                  </a:lnTo>
                  <a:lnTo>
                    <a:pt x="136" y="70"/>
                  </a:lnTo>
                  <a:lnTo>
                    <a:pt x="140" y="71"/>
                  </a:lnTo>
                  <a:lnTo>
                    <a:pt x="140" y="76"/>
                  </a:lnTo>
                  <a:lnTo>
                    <a:pt x="134" y="79"/>
                  </a:lnTo>
                  <a:lnTo>
                    <a:pt x="130" y="74"/>
                  </a:lnTo>
                  <a:lnTo>
                    <a:pt x="124" y="74"/>
                  </a:lnTo>
                  <a:lnTo>
                    <a:pt x="124" y="77"/>
                  </a:lnTo>
                  <a:lnTo>
                    <a:pt x="122" y="80"/>
                  </a:lnTo>
                  <a:lnTo>
                    <a:pt x="115" y="76"/>
                  </a:lnTo>
                  <a:lnTo>
                    <a:pt x="109" y="99"/>
                  </a:lnTo>
                  <a:lnTo>
                    <a:pt x="103" y="111"/>
                  </a:lnTo>
                  <a:lnTo>
                    <a:pt x="99" y="110"/>
                  </a:lnTo>
                  <a:lnTo>
                    <a:pt x="94" y="112"/>
                  </a:lnTo>
                  <a:lnTo>
                    <a:pt x="95" y="118"/>
                  </a:lnTo>
                  <a:lnTo>
                    <a:pt x="87" y="119"/>
                  </a:lnTo>
                  <a:lnTo>
                    <a:pt x="87" y="125"/>
                  </a:lnTo>
                  <a:lnTo>
                    <a:pt x="82" y="123"/>
                  </a:lnTo>
                  <a:lnTo>
                    <a:pt x="78" y="117"/>
                  </a:lnTo>
                  <a:lnTo>
                    <a:pt x="72" y="117"/>
                  </a:lnTo>
                  <a:lnTo>
                    <a:pt x="73" y="122"/>
                  </a:lnTo>
                  <a:lnTo>
                    <a:pt x="77" y="129"/>
                  </a:lnTo>
                  <a:lnTo>
                    <a:pt x="84" y="135"/>
                  </a:lnTo>
                  <a:lnTo>
                    <a:pt x="79" y="139"/>
                  </a:lnTo>
                  <a:lnTo>
                    <a:pt x="79" y="147"/>
                  </a:lnTo>
                  <a:lnTo>
                    <a:pt x="68" y="160"/>
                  </a:lnTo>
                  <a:lnTo>
                    <a:pt x="70" y="179"/>
                  </a:lnTo>
                  <a:lnTo>
                    <a:pt x="61" y="185"/>
                  </a:lnTo>
                  <a:lnTo>
                    <a:pt x="61" y="189"/>
                  </a:lnTo>
                  <a:lnTo>
                    <a:pt x="66" y="191"/>
                  </a:lnTo>
                  <a:lnTo>
                    <a:pt x="63" y="197"/>
                  </a:lnTo>
                  <a:lnTo>
                    <a:pt x="68" y="203"/>
                  </a:lnTo>
                  <a:lnTo>
                    <a:pt x="64" y="208"/>
                  </a:lnTo>
                  <a:lnTo>
                    <a:pt x="71" y="218"/>
                  </a:lnTo>
                  <a:lnTo>
                    <a:pt x="75" y="222"/>
                  </a:lnTo>
                  <a:lnTo>
                    <a:pt x="74" y="225"/>
                  </a:lnTo>
                  <a:lnTo>
                    <a:pt x="68" y="225"/>
                  </a:lnTo>
                  <a:lnTo>
                    <a:pt x="64" y="229"/>
                  </a:lnTo>
                  <a:lnTo>
                    <a:pt x="66" y="236"/>
                  </a:lnTo>
                  <a:lnTo>
                    <a:pt x="70" y="243"/>
                  </a:lnTo>
                  <a:lnTo>
                    <a:pt x="62" y="250"/>
                  </a:lnTo>
                  <a:lnTo>
                    <a:pt x="64" y="260"/>
                  </a:lnTo>
                  <a:lnTo>
                    <a:pt x="72" y="266"/>
                  </a:lnTo>
                  <a:lnTo>
                    <a:pt x="77" y="273"/>
                  </a:lnTo>
                  <a:lnTo>
                    <a:pt x="86" y="279"/>
                  </a:lnTo>
                  <a:lnTo>
                    <a:pt x="86" y="289"/>
                  </a:lnTo>
                  <a:lnTo>
                    <a:pt x="90" y="297"/>
                  </a:lnTo>
                  <a:lnTo>
                    <a:pt x="92" y="302"/>
                  </a:lnTo>
                  <a:lnTo>
                    <a:pt x="98" y="306"/>
                  </a:lnTo>
                  <a:lnTo>
                    <a:pt x="97" y="310"/>
                  </a:lnTo>
                  <a:lnTo>
                    <a:pt x="89" y="315"/>
                  </a:lnTo>
                  <a:lnTo>
                    <a:pt x="89" y="318"/>
                  </a:lnTo>
                  <a:lnTo>
                    <a:pt x="95" y="320"/>
                  </a:lnTo>
                  <a:lnTo>
                    <a:pt x="94" y="325"/>
                  </a:lnTo>
                  <a:lnTo>
                    <a:pt x="97" y="329"/>
                  </a:lnTo>
                  <a:lnTo>
                    <a:pt x="103" y="330"/>
                  </a:lnTo>
                  <a:lnTo>
                    <a:pt x="102" y="337"/>
                  </a:lnTo>
                  <a:lnTo>
                    <a:pt x="107" y="339"/>
                  </a:lnTo>
                  <a:lnTo>
                    <a:pt x="105" y="345"/>
                  </a:lnTo>
                  <a:lnTo>
                    <a:pt x="100" y="344"/>
                  </a:lnTo>
                  <a:lnTo>
                    <a:pt x="97" y="345"/>
                  </a:lnTo>
                  <a:lnTo>
                    <a:pt x="96" y="357"/>
                  </a:lnTo>
                  <a:lnTo>
                    <a:pt x="93" y="360"/>
                  </a:lnTo>
                  <a:lnTo>
                    <a:pt x="91" y="364"/>
                  </a:lnTo>
                  <a:lnTo>
                    <a:pt x="94" y="367"/>
                  </a:lnTo>
                  <a:lnTo>
                    <a:pt x="94" y="372"/>
                  </a:lnTo>
                  <a:lnTo>
                    <a:pt x="91" y="375"/>
                  </a:lnTo>
                  <a:lnTo>
                    <a:pt x="84" y="375"/>
                  </a:lnTo>
                  <a:lnTo>
                    <a:pt x="80" y="375"/>
                  </a:lnTo>
                  <a:lnTo>
                    <a:pt x="76" y="383"/>
                  </a:lnTo>
                  <a:lnTo>
                    <a:pt x="61" y="380"/>
                  </a:lnTo>
                  <a:lnTo>
                    <a:pt x="58" y="382"/>
                  </a:lnTo>
                  <a:lnTo>
                    <a:pt x="57" y="389"/>
                  </a:lnTo>
                  <a:lnTo>
                    <a:pt x="64" y="395"/>
                  </a:lnTo>
                  <a:lnTo>
                    <a:pt x="62" y="400"/>
                  </a:lnTo>
                  <a:lnTo>
                    <a:pt x="67" y="407"/>
                  </a:lnTo>
                  <a:lnTo>
                    <a:pt x="65" y="417"/>
                  </a:lnTo>
                  <a:lnTo>
                    <a:pt x="73" y="420"/>
                  </a:lnTo>
                  <a:lnTo>
                    <a:pt x="71" y="430"/>
                  </a:lnTo>
                  <a:lnTo>
                    <a:pt x="73" y="438"/>
                  </a:lnTo>
                  <a:lnTo>
                    <a:pt x="71" y="450"/>
                  </a:lnTo>
                  <a:lnTo>
                    <a:pt x="76" y="454"/>
                  </a:lnTo>
                  <a:lnTo>
                    <a:pt x="75" y="458"/>
                  </a:lnTo>
                  <a:lnTo>
                    <a:pt x="75" y="460"/>
                  </a:lnTo>
                  <a:lnTo>
                    <a:pt x="72" y="465"/>
                  </a:lnTo>
                  <a:lnTo>
                    <a:pt x="72" y="469"/>
                  </a:lnTo>
                  <a:lnTo>
                    <a:pt x="75" y="472"/>
                  </a:lnTo>
                  <a:lnTo>
                    <a:pt x="71" y="477"/>
                  </a:lnTo>
                  <a:lnTo>
                    <a:pt x="65" y="477"/>
                  </a:lnTo>
                  <a:lnTo>
                    <a:pt x="64" y="481"/>
                  </a:lnTo>
                  <a:lnTo>
                    <a:pt x="61" y="481"/>
                  </a:lnTo>
                  <a:lnTo>
                    <a:pt x="55" y="475"/>
                  </a:lnTo>
                  <a:lnTo>
                    <a:pt x="48" y="475"/>
                  </a:lnTo>
                  <a:lnTo>
                    <a:pt x="33" y="469"/>
                  </a:lnTo>
                  <a:lnTo>
                    <a:pt x="29" y="467"/>
                  </a:lnTo>
                  <a:lnTo>
                    <a:pt x="24" y="461"/>
                  </a:lnTo>
                  <a:lnTo>
                    <a:pt x="17" y="467"/>
                  </a:lnTo>
                  <a:lnTo>
                    <a:pt x="15" y="462"/>
                  </a:lnTo>
                  <a:lnTo>
                    <a:pt x="0" y="465"/>
                  </a:lnTo>
                  <a:lnTo>
                    <a:pt x="0" y="470"/>
                  </a:lnTo>
                  <a:lnTo>
                    <a:pt x="15" y="489"/>
                  </a:lnTo>
                  <a:lnTo>
                    <a:pt x="21" y="487"/>
                  </a:lnTo>
                  <a:lnTo>
                    <a:pt x="29" y="489"/>
                  </a:lnTo>
                  <a:lnTo>
                    <a:pt x="27" y="494"/>
                  </a:lnTo>
                  <a:lnTo>
                    <a:pt x="30" y="497"/>
                  </a:lnTo>
                  <a:lnTo>
                    <a:pt x="28" y="501"/>
                  </a:lnTo>
                  <a:lnTo>
                    <a:pt x="22" y="501"/>
                  </a:lnTo>
                  <a:lnTo>
                    <a:pt x="20" y="510"/>
                  </a:lnTo>
                  <a:lnTo>
                    <a:pt x="22" y="512"/>
                  </a:lnTo>
                  <a:lnTo>
                    <a:pt x="30" y="516"/>
                  </a:lnTo>
                  <a:lnTo>
                    <a:pt x="34" y="522"/>
                  </a:lnTo>
                  <a:lnTo>
                    <a:pt x="31" y="528"/>
                  </a:lnTo>
                  <a:lnTo>
                    <a:pt x="30" y="537"/>
                  </a:lnTo>
                  <a:lnTo>
                    <a:pt x="35" y="544"/>
                  </a:lnTo>
                  <a:lnTo>
                    <a:pt x="41" y="543"/>
                  </a:lnTo>
                  <a:lnTo>
                    <a:pt x="44" y="547"/>
                  </a:lnTo>
                  <a:lnTo>
                    <a:pt x="45" y="552"/>
                  </a:lnTo>
                  <a:lnTo>
                    <a:pt x="54" y="551"/>
                  </a:lnTo>
                  <a:lnTo>
                    <a:pt x="57" y="553"/>
                  </a:lnTo>
                  <a:lnTo>
                    <a:pt x="58" y="561"/>
                  </a:lnTo>
                  <a:lnTo>
                    <a:pt x="70" y="563"/>
                  </a:lnTo>
                  <a:lnTo>
                    <a:pt x="79" y="567"/>
                  </a:lnTo>
                  <a:lnTo>
                    <a:pt x="88" y="572"/>
                  </a:lnTo>
                  <a:lnTo>
                    <a:pt x="85" y="565"/>
                  </a:lnTo>
                  <a:lnTo>
                    <a:pt x="93" y="561"/>
                  </a:lnTo>
                  <a:lnTo>
                    <a:pt x="94" y="555"/>
                  </a:lnTo>
                  <a:lnTo>
                    <a:pt x="113" y="550"/>
                  </a:lnTo>
                  <a:lnTo>
                    <a:pt x="121" y="549"/>
                  </a:lnTo>
                  <a:lnTo>
                    <a:pt x="122" y="543"/>
                  </a:lnTo>
                  <a:lnTo>
                    <a:pt x="136" y="543"/>
                  </a:lnTo>
                  <a:lnTo>
                    <a:pt x="142" y="533"/>
                  </a:lnTo>
                  <a:lnTo>
                    <a:pt x="119" y="509"/>
                  </a:lnTo>
                  <a:lnTo>
                    <a:pt x="130" y="509"/>
                  </a:lnTo>
                  <a:lnTo>
                    <a:pt x="144" y="526"/>
                  </a:lnTo>
                  <a:lnTo>
                    <a:pt x="156" y="532"/>
                  </a:lnTo>
                  <a:lnTo>
                    <a:pt x="169" y="542"/>
                  </a:lnTo>
                  <a:lnTo>
                    <a:pt x="181" y="546"/>
                  </a:lnTo>
                  <a:lnTo>
                    <a:pt x="185" y="544"/>
                  </a:lnTo>
                  <a:lnTo>
                    <a:pt x="183" y="535"/>
                  </a:lnTo>
                  <a:lnTo>
                    <a:pt x="177" y="525"/>
                  </a:lnTo>
                  <a:lnTo>
                    <a:pt x="190" y="526"/>
                  </a:lnTo>
                  <a:lnTo>
                    <a:pt x="188" y="543"/>
                  </a:lnTo>
                  <a:lnTo>
                    <a:pt x="194" y="548"/>
                  </a:lnTo>
                  <a:lnTo>
                    <a:pt x="205" y="543"/>
                  </a:lnTo>
                  <a:lnTo>
                    <a:pt x="203" y="529"/>
                  </a:lnTo>
                  <a:lnTo>
                    <a:pt x="213" y="529"/>
                  </a:lnTo>
                  <a:lnTo>
                    <a:pt x="207" y="543"/>
                  </a:lnTo>
                  <a:lnTo>
                    <a:pt x="214" y="546"/>
                  </a:lnTo>
                  <a:lnTo>
                    <a:pt x="225" y="549"/>
                  </a:lnTo>
                  <a:lnTo>
                    <a:pt x="226" y="546"/>
                  </a:lnTo>
                  <a:lnTo>
                    <a:pt x="222" y="540"/>
                  </a:lnTo>
                  <a:lnTo>
                    <a:pt x="221" y="529"/>
                  </a:lnTo>
                  <a:lnTo>
                    <a:pt x="220" y="526"/>
                  </a:lnTo>
                  <a:lnTo>
                    <a:pt x="224" y="524"/>
                  </a:lnTo>
                  <a:lnTo>
                    <a:pt x="225" y="534"/>
                  </a:lnTo>
                  <a:lnTo>
                    <a:pt x="232" y="537"/>
                  </a:lnTo>
                  <a:lnTo>
                    <a:pt x="234" y="537"/>
                  </a:lnTo>
                  <a:lnTo>
                    <a:pt x="233" y="528"/>
                  </a:lnTo>
                  <a:lnTo>
                    <a:pt x="235" y="527"/>
                  </a:lnTo>
                  <a:lnTo>
                    <a:pt x="236" y="534"/>
                  </a:lnTo>
                  <a:lnTo>
                    <a:pt x="239" y="536"/>
                  </a:lnTo>
                  <a:lnTo>
                    <a:pt x="241" y="530"/>
                  </a:lnTo>
                  <a:lnTo>
                    <a:pt x="242" y="531"/>
                  </a:lnTo>
                  <a:lnTo>
                    <a:pt x="244" y="534"/>
                  </a:lnTo>
                  <a:lnTo>
                    <a:pt x="243" y="538"/>
                  </a:lnTo>
                  <a:lnTo>
                    <a:pt x="235" y="539"/>
                  </a:lnTo>
                  <a:lnTo>
                    <a:pt x="233" y="549"/>
                  </a:lnTo>
                  <a:lnTo>
                    <a:pt x="252" y="563"/>
                  </a:lnTo>
                  <a:lnTo>
                    <a:pt x="256" y="567"/>
                  </a:lnTo>
                  <a:lnTo>
                    <a:pt x="260" y="567"/>
                  </a:lnTo>
                  <a:lnTo>
                    <a:pt x="263" y="565"/>
                  </a:lnTo>
                  <a:lnTo>
                    <a:pt x="266" y="557"/>
                  </a:lnTo>
                  <a:lnTo>
                    <a:pt x="264" y="555"/>
                  </a:lnTo>
                  <a:lnTo>
                    <a:pt x="266" y="554"/>
                  </a:lnTo>
                  <a:lnTo>
                    <a:pt x="268" y="555"/>
                  </a:lnTo>
                  <a:lnTo>
                    <a:pt x="272" y="550"/>
                  </a:lnTo>
                  <a:lnTo>
                    <a:pt x="293" y="545"/>
                  </a:lnTo>
                  <a:lnTo>
                    <a:pt x="305" y="544"/>
                  </a:lnTo>
                  <a:lnTo>
                    <a:pt x="315" y="539"/>
                  </a:lnTo>
                  <a:lnTo>
                    <a:pt x="329" y="539"/>
                  </a:lnTo>
                  <a:lnTo>
                    <a:pt x="350" y="537"/>
                  </a:lnTo>
                  <a:lnTo>
                    <a:pt x="364" y="535"/>
                  </a:lnTo>
                  <a:lnTo>
                    <a:pt x="382" y="532"/>
                  </a:lnTo>
                  <a:lnTo>
                    <a:pt x="400" y="533"/>
                  </a:lnTo>
                  <a:lnTo>
                    <a:pt x="417" y="541"/>
                  </a:lnTo>
                  <a:lnTo>
                    <a:pt x="439" y="547"/>
                  </a:lnTo>
                  <a:lnTo>
                    <a:pt x="448" y="547"/>
                  </a:lnTo>
                  <a:lnTo>
                    <a:pt x="462" y="555"/>
                  </a:lnTo>
                  <a:lnTo>
                    <a:pt x="480" y="563"/>
                  </a:lnTo>
                  <a:lnTo>
                    <a:pt x="491" y="564"/>
                  </a:lnTo>
                  <a:lnTo>
                    <a:pt x="497" y="560"/>
                  </a:lnTo>
                  <a:lnTo>
                    <a:pt x="510" y="545"/>
                  </a:lnTo>
                  <a:lnTo>
                    <a:pt x="520" y="535"/>
                  </a:lnTo>
                  <a:lnTo>
                    <a:pt x="532" y="529"/>
                  </a:lnTo>
                  <a:lnTo>
                    <a:pt x="553" y="525"/>
                  </a:lnTo>
                  <a:lnTo>
                    <a:pt x="563" y="525"/>
                  </a:lnTo>
                  <a:lnTo>
                    <a:pt x="580" y="519"/>
                  </a:lnTo>
                  <a:lnTo>
                    <a:pt x="605" y="495"/>
                  </a:lnTo>
                  <a:lnTo>
                    <a:pt x="606" y="493"/>
                  </a:lnTo>
                  <a:lnTo>
                    <a:pt x="621" y="495"/>
                  </a:lnTo>
                  <a:lnTo>
                    <a:pt x="634" y="499"/>
                  </a:lnTo>
                  <a:lnTo>
                    <a:pt x="649" y="501"/>
                  </a:lnTo>
                  <a:lnTo>
                    <a:pt x="652" y="497"/>
                  </a:lnTo>
                  <a:lnTo>
                    <a:pt x="651" y="490"/>
                  </a:lnTo>
                  <a:lnTo>
                    <a:pt x="650" y="477"/>
                  </a:lnTo>
                  <a:lnTo>
                    <a:pt x="654" y="462"/>
                  </a:lnTo>
                  <a:lnTo>
                    <a:pt x="665" y="451"/>
                  </a:lnTo>
                  <a:lnTo>
                    <a:pt x="680" y="444"/>
                  </a:lnTo>
                  <a:lnTo>
                    <a:pt x="695" y="441"/>
                  </a:lnTo>
                  <a:lnTo>
                    <a:pt x="703" y="443"/>
                  </a:lnTo>
                  <a:lnTo>
                    <a:pt x="705" y="439"/>
                  </a:lnTo>
                  <a:lnTo>
                    <a:pt x="710" y="434"/>
                  </a:lnTo>
                  <a:lnTo>
                    <a:pt x="714" y="434"/>
                  </a:lnTo>
                  <a:lnTo>
                    <a:pt x="726" y="427"/>
                  </a:lnTo>
                  <a:lnTo>
                    <a:pt x="729" y="429"/>
                  </a:lnTo>
                  <a:lnTo>
                    <a:pt x="731" y="427"/>
                  </a:lnTo>
                  <a:lnTo>
                    <a:pt x="736" y="421"/>
                  </a:lnTo>
                  <a:lnTo>
                    <a:pt x="741" y="418"/>
                  </a:lnTo>
                  <a:lnTo>
                    <a:pt x="749" y="408"/>
                  </a:lnTo>
                  <a:lnTo>
                    <a:pt x="750" y="392"/>
                  </a:lnTo>
                  <a:lnTo>
                    <a:pt x="745" y="377"/>
                  </a:lnTo>
                  <a:lnTo>
                    <a:pt x="745" y="371"/>
                  </a:lnTo>
                  <a:lnTo>
                    <a:pt x="739" y="366"/>
                  </a:lnTo>
                  <a:lnTo>
                    <a:pt x="742" y="355"/>
                  </a:lnTo>
                  <a:lnTo>
                    <a:pt x="750" y="353"/>
                  </a:lnTo>
                  <a:lnTo>
                    <a:pt x="756" y="344"/>
                  </a:lnTo>
                  <a:lnTo>
                    <a:pt x="760" y="333"/>
                  </a:lnTo>
                  <a:lnTo>
                    <a:pt x="752" y="327"/>
                  </a:lnTo>
                  <a:lnTo>
                    <a:pt x="723" y="329"/>
                  </a:lnTo>
                  <a:lnTo>
                    <a:pt x="712" y="334"/>
                  </a:lnTo>
                  <a:lnTo>
                    <a:pt x="700" y="333"/>
                  </a:lnTo>
                  <a:lnTo>
                    <a:pt x="683" y="337"/>
                  </a:lnTo>
                  <a:lnTo>
                    <a:pt x="677" y="335"/>
                  </a:lnTo>
                  <a:lnTo>
                    <a:pt x="664" y="338"/>
                  </a:lnTo>
                  <a:lnTo>
                    <a:pt x="655" y="345"/>
                  </a:lnTo>
                  <a:lnTo>
                    <a:pt x="644" y="344"/>
                  </a:lnTo>
                  <a:lnTo>
                    <a:pt x="639" y="344"/>
                  </a:lnTo>
                  <a:lnTo>
                    <a:pt x="636" y="347"/>
                  </a:lnTo>
                  <a:lnTo>
                    <a:pt x="621" y="342"/>
                  </a:lnTo>
                  <a:lnTo>
                    <a:pt x="605" y="341"/>
                  </a:lnTo>
                  <a:lnTo>
                    <a:pt x="605" y="337"/>
                  </a:lnTo>
                  <a:lnTo>
                    <a:pt x="598" y="334"/>
                  </a:lnTo>
                  <a:lnTo>
                    <a:pt x="595" y="333"/>
                  </a:lnTo>
                  <a:lnTo>
                    <a:pt x="591" y="335"/>
                  </a:lnTo>
                  <a:lnTo>
                    <a:pt x="588" y="335"/>
                  </a:lnTo>
                  <a:lnTo>
                    <a:pt x="585" y="331"/>
                  </a:lnTo>
                  <a:lnTo>
                    <a:pt x="588" y="329"/>
                  </a:lnTo>
                  <a:lnTo>
                    <a:pt x="588" y="324"/>
                  </a:lnTo>
                  <a:lnTo>
                    <a:pt x="583" y="323"/>
                  </a:lnTo>
                  <a:lnTo>
                    <a:pt x="578" y="329"/>
                  </a:lnTo>
                  <a:lnTo>
                    <a:pt x="567" y="331"/>
                  </a:lnTo>
                  <a:lnTo>
                    <a:pt x="562" y="327"/>
                  </a:lnTo>
                  <a:lnTo>
                    <a:pt x="566" y="323"/>
                  </a:lnTo>
                  <a:lnTo>
                    <a:pt x="577" y="318"/>
                  </a:lnTo>
                  <a:lnTo>
                    <a:pt x="594" y="316"/>
                  </a:lnTo>
                  <a:lnTo>
                    <a:pt x="596" y="309"/>
                  </a:lnTo>
                  <a:lnTo>
                    <a:pt x="592" y="302"/>
                  </a:lnTo>
                  <a:lnTo>
                    <a:pt x="559" y="297"/>
                  </a:lnTo>
                  <a:lnTo>
                    <a:pt x="541" y="298"/>
                  </a:lnTo>
                  <a:lnTo>
                    <a:pt x="539" y="306"/>
                  </a:lnTo>
                  <a:lnTo>
                    <a:pt x="532" y="310"/>
                  </a:lnTo>
                  <a:lnTo>
                    <a:pt x="525" y="312"/>
                  </a:lnTo>
                  <a:lnTo>
                    <a:pt x="513" y="310"/>
                  </a:lnTo>
                  <a:lnTo>
                    <a:pt x="505" y="307"/>
                  </a:lnTo>
                  <a:lnTo>
                    <a:pt x="495" y="308"/>
                  </a:lnTo>
                  <a:lnTo>
                    <a:pt x="487" y="302"/>
                  </a:lnTo>
                  <a:lnTo>
                    <a:pt x="483" y="300"/>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8" name="Freeform 97">
              <a:extLst>
                <a:ext uri="{FF2B5EF4-FFF2-40B4-BE49-F238E27FC236}">
                  <a16:creationId xmlns:a16="http://schemas.microsoft.com/office/drawing/2014/main" id="{286812A3-A9E7-B3E1-ECC8-D0751E520DE4}"/>
                </a:ext>
              </a:extLst>
            </p:cNvPr>
            <p:cNvSpPr>
              <a:spLocks noChangeAspect="1"/>
            </p:cNvSpPr>
            <p:nvPr/>
          </p:nvSpPr>
          <p:spPr bwMode="gray">
            <a:xfrm>
              <a:off x="3471429" y="5599070"/>
              <a:ext cx="135915" cy="86242"/>
            </a:xfrm>
            <a:custGeom>
              <a:avLst/>
              <a:gdLst>
                <a:gd name="T0" fmla="*/ 0 w 114"/>
                <a:gd name="T1" fmla="*/ 12 h 70"/>
                <a:gd name="T2" fmla="*/ 1 w 114"/>
                <a:gd name="T3" fmla="*/ 13 h 70"/>
                <a:gd name="T4" fmla="*/ 3 w 114"/>
                <a:gd name="T5" fmla="*/ 12 h 70"/>
                <a:gd name="T6" fmla="*/ 6 w 114"/>
                <a:gd name="T7" fmla="*/ 12 h 70"/>
                <a:gd name="T8" fmla="*/ 8 w 114"/>
                <a:gd name="T9" fmla="*/ 15 h 70"/>
                <a:gd name="T10" fmla="*/ 11 w 114"/>
                <a:gd name="T11" fmla="*/ 16 h 70"/>
                <a:gd name="T12" fmla="*/ 12 w 114"/>
                <a:gd name="T13" fmla="*/ 17 h 70"/>
                <a:gd name="T14" fmla="*/ 13 w 114"/>
                <a:gd name="T15" fmla="*/ 17 h 70"/>
                <a:gd name="T16" fmla="*/ 16 w 114"/>
                <a:gd name="T17" fmla="*/ 19 h 70"/>
                <a:gd name="T18" fmla="*/ 19 w 114"/>
                <a:gd name="T19" fmla="*/ 21 h 70"/>
                <a:gd name="T20" fmla="*/ 19 w 114"/>
                <a:gd name="T21" fmla="*/ 23 h 70"/>
                <a:gd name="T22" fmla="*/ 22 w 114"/>
                <a:gd name="T23" fmla="*/ 23 h 70"/>
                <a:gd name="T24" fmla="*/ 26 w 114"/>
                <a:gd name="T25" fmla="*/ 22 h 70"/>
                <a:gd name="T26" fmla="*/ 30 w 114"/>
                <a:gd name="T27" fmla="*/ 21 h 70"/>
                <a:gd name="T28" fmla="*/ 31 w 114"/>
                <a:gd name="T29" fmla="*/ 16 h 70"/>
                <a:gd name="T30" fmla="*/ 31 w 114"/>
                <a:gd name="T31" fmla="*/ 15 h 70"/>
                <a:gd name="T32" fmla="*/ 36 w 114"/>
                <a:gd name="T33" fmla="*/ 12 h 70"/>
                <a:gd name="T34" fmla="*/ 37 w 114"/>
                <a:gd name="T35" fmla="*/ 11 h 70"/>
                <a:gd name="T36" fmla="*/ 38 w 114"/>
                <a:gd name="T37" fmla="*/ 10 h 70"/>
                <a:gd name="T38" fmla="*/ 36 w 114"/>
                <a:gd name="T39" fmla="*/ 9 h 70"/>
                <a:gd name="T40" fmla="*/ 35 w 114"/>
                <a:gd name="T41" fmla="*/ 5 h 70"/>
                <a:gd name="T42" fmla="*/ 32 w 114"/>
                <a:gd name="T43" fmla="*/ 4 h 70"/>
                <a:gd name="T44" fmla="*/ 27 w 114"/>
                <a:gd name="T45" fmla="*/ 4 h 70"/>
                <a:gd name="T46" fmla="*/ 23 w 114"/>
                <a:gd name="T47" fmla="*/ 0 h 70"/>
                <a:gd name="T48" fmla="*/ 21 w 114"/>
                <a:gd name="T49" fmla="*/ 1 h 70"/>
                <a:gd name="T50" fmla="*/ 20 w 114"/>
                <a:gd name="T51" fmla="*/ 1 h 70"/>
                <a:gd name="T52" fmla="*/ 19 w 114"/>
                <a:gd name="T53" fmla="*/ 1 h 70"/>
                <a:gd name="T54" fmla="*/ 17 w 114"/>
                <a:gd name="T55" fmla="*/ 2 h 70"/>
                <a:gd name="T56" fmla="*/ 14 w 114"/>
                <a:gd name="T57" fmla="*/ 4 h 70"/>
                <a:gd name="T58" fmla="*/ 14 w 114"/>
                <a:gd name="T59" fmla="*/ 5 h 70"/>
                <a:gd name="T60" fmla="*/ 12 w 114"/>
                <a:gd name="T61" fmla="*/ 5 h 70"/>
                <a:gd name="T62" fmla="*/ 12 w 114"/>
                <a:gd name="T63" fmla="*/ 4 h 70"/>
                <a:gd name="T64" fmla="*/ 8 w 114"/>
                <a:gd name="T65" fmla="*/ 5 h 70"/>
                <a:gd name="T66" fmla="*/ 3 w 114"/>
                <a:gd name="T67" fmla="*/ 7 h 70"/>
                <a:gd name="T68" fmla="*/ 3 w 114"/>
                <a:gd name="T69" fmla="*/ 9 h 70"/>
                <a:gd name="T70" fmla="*/ 1 w 114"/>
                <a:gd name="T71" fmla="*/ 11 h 70"/>
                <a:gd name="T72" fmla="*/ 0 w 114"/>
                <a:gd name="T73" fmla="*/ 12 h 7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4"/>
                <a:gd name="T112" fmla="*/ 0 h 70"/>
                <a:gd name="T113" fmla="*/ 114 w 114"/>
                <a:gd name="T114" fmla="*/ 70 h 7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4" h="70">
                  <a:moveTo>
                    <a:pt x="0" y="35"/>
                  </a:moveTo>
                  <a:lnTo>
                    <a:pt x="3" y="37"/>
                  </a:lnTo>
                  <a:lnTo>
                    <a:pt x="11" y="34"/>
                  </a:lnTo>
                  <a:lnTo>
                    <a:pt x="17" y="35"/>
                  </a:lnTo>
                  <a:lnTo>
                    <a:pt x="25" y="43"/>
                  </a:lnTo>
                  <a:lnTo>
                    <a:pt x="33" y="47"/>
                  </a:lnTo>
                  <a:lnTo>
                    <a:pt x="36" y="49"/>
                  </a:lnTo>
                  <a:lnTo>
                    <a:pt x="39" y="50"/>
                  </a:lnTo>
                  <a:lnTo>
                    <a:pt x="47" y="56"/>
                  </a:lnTo>
                  <a:lnTo>
                    <a:pt x="55" y="59"/>
                  </a:lnTo>
                  <a:lnTo>
                    <a:pt x="57" y="66"/>
                  </a:lnTo>
                  <a:lnTo>
                    <a:pt x="66" y="69"/>
                  </a:lnTo>
                  <a:lnTo>
                    <a:pt x="78" y="64"/>
                  </a:lnTo>
                  <a:lnTo>
                    <a:pt x="88" y="61"/>
                  </a:lnTo>
                  <a:lnTo>
                    <a:pt x="94" y="48"/>
                  </a:lnTo>
                  <a:lnTo>
                    <a:pt x="94" y="43"/>
                  </a:lnTo>
                  <a:lnTo>
                    <a:pt x="108" y="34"/>
                  </a:lnTo>
                  <a:lnTo>
                    <a:pt x="110" y="32"/>
                  </a:lnTo>
                  <a:lnTo>
                    <a:pt x="113" y="29"/>
                  </a:lnTo>
                  <a:lnTo>
                    <a:pt x="108" y="25"/>
                  </a:lnTo>
                  <a:lnTo>
                    <a:pt x="104" y="16"/>
                  </a:lnTo>
                  <a:lnTo>
                    <a:pt x="95" y="12"/>
                  </a:lnTo>
                  <a:lnTo>
                    <a:pt x="82" y="10"/>
                  </a:lnTo>
                  <a:lnTo>
                    <a:pt x="67" y="0"/>
                  </a:lnTo>
                  <a:lnTo>
                    <a:pt x="63" y="2"/>
                  </a:lnTo>
                  <a:lnTo>
                    <a:pt x="61" y="1"/>
                  </a:lnTo>
                  <a:lnTo>
                    <a:pt x="55" y="3"/>
                  </a:lnTo>
                  <a:lnTo>
                    <a:pt x="51" y="6"/>
                  </a:lnTo>
                  <a:lnTo>
                    <a:pt x="41" y="10"/>
                  </a:lnTo>
                  <a:lnTo>
                    <a:pt x="42" y="14"/>
                  </a:lnTo>
                  <a:lnTo>
                    <a:pt x="36" y="16"/>
                  </a:lnTo>
                  <a:lnTo>
                    <a:pt x="37" y="12"/>
                  </a:lnTo>
                  <a:lnTo>
                    <a:pt x="24" y="16"/>
                  </a:lnTo>
                  <a:lnTo>
                    <a:pt x="11" y="20"/>
                  </a:lnTo>
                  <a:lnTo>
                    <a:pt x="9" y="27"/>
                  </a:lnTo>
                  <a:lnTo>
                    <a:pt x="3" y="30"/>
                  </a:lnTo>
                  <a:lnTo>
                    <a:pt x="0" y="35"/>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69" name="Freeform 98">
              <a:extLst>
                <a:ext uri="{FF2B5EF4-FFF2-40B4-BE49-F238E27FC236}">
                  <a16:creationId xmlns:a16="http://schemas.microsoft.com/office/drawing/2014/main" id="{3DF7AF0A-D611-B50A-7115-C880CBAC7934}"/>
                </a:ext>
              </a:extLst>
            </p:cNvPr>
            <p:cNvSpPr>
              <a:spLocks noChangeAspect="1"/>
            </p:cNvSpPr>
            <p:nvPr/>
          </p:nvSpPr>
          <p:spPr bwMode="gray">
            <a:xfrm>
              <a:off x="4072751" y="5329827"/>
              <a:ext cx="67958" cy="39966"/>
            </a:xfrm>
            <a:custGeom>
              <a:avLst/>
              <a:gdLst>
                <a:gd name="T0" fmla="*/ 0 w 56"/>
                <a:gd name="T1" fmla="*/ 7 h 32"/>
                <a:gd name="T2" fmla="*/ 1 w 56"/>
                <a:gd name="T3" fmla="*/ 7 h 32"/>
                <a:gd name="T4" fmla="*/ 2 w 56"/>
                <a:gd name="T5" fmla="*/ 7 h 32"/>
                <a:gd name="T6" fmla="*/ 3 w 56"/>
                <a:gd name="T7" fmla="*/ 7 h 32"/>
                <a:gd name="T8" fmla="*/ 6 w 56"/>
                <a:gd name="T9" fmla="*/ 9 h 32"/>
                <a:gd name="T10" fmla="*/ 11 w 56"/>
                <a:gd name="T11" fmla="*/ 9 h 32"/>
                <a:gd name="T12" fmla="*/ 15 w 56"/>
                <a:gd name="T13" fmla="*/ 11 h 32"/>
                <a:gd name="T14" fmla="*/ 19 w 56"/>
                <a:gd name="T15" fmla="*/ 8 h 32"/>
                <a:gd name="T16" fmla="*/ 17 w 56"/>
                <a:gd name="T17" fmla="*/ 4 h 32"/>
                <a:gd name="T18" fmla="*/ 14 w 56"/>
                <a:gd name="T19" fmla="*/ 2 h 32"/>
                <a:gd name="T20" fmla="*/ 10 w 56"/>
                <a:gd name="T21" fmla="*/ 2 h 32"/>
                <a:gd name="T22" fmla="*/ 6 w 56"/>
                <a:gd name="T23" fmla="*/ 0 h 32"/>
                <a:gd name="T24" fmla="*/ 4 w 56"/>
                <a:gd name="T25" fmla="*/ 0 h 32"/>
                <a:gd name="T26" fmla="*/ 3 w 56"/>
                <a:gd name="T27" fmla="*/ 4 h 32"/>
                <a:gd name="T28" fmla="*/ 1 w 56"/>
                <a:gd name="T29" fmla="*/ 4 h 32"/>
                <a:gd name="T30" fmla="*/ 0 w 56"/>
                <a:gd name="T31" fmla="*/ 7 h 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
                <a:gd name="T49" fmla="*/ 0 h 32"/>
                <a:gd name="T50" fmla="*/ 56 w 56"/>
                <a:gd name="T51" fmla="*/ 32 h 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 h="32">
                  <a:moveTo>
                    <a:pt x="0" y="18"/>
                  </a:moveTo>
                  <a:lnTo>
                    <a:pt x="1" y="21"/>
                  </a:lnTo>
                  <a:lnTo>
                    <a:pt x="5" y="20"/>
                  </a:lnTo>
                  <a:lnTo>
                    <a:pt x="8" y="20"/>
                  </a:lnTo>
                  <a:lnTo>
                    <a:pt x="18" y="26"/>
                  </a:lnTo>
                  <a:lnTo>
                    <a:pt x="32" y="26"/>
                  </a:lnTo>
                  <a:lnTo>
                    <a:pt x="44" y="31"/>
                  </a:lnTo>
                  <a:lnTo>
                    <a:pt x="55" y="24"/>
                  </a:lnTo>
                  <a:lnTo>
                    <a:pt x="50" y="10"/>
                  </a:lnTo>
                  <a:lnTo>
                    <a:pt x="40" y="5"/>
                  </a:lnTo>
                  <a:lnTo>
                    <a:pt x="28" y="6"/>
                  </a:lnTo>
                  <a:lnTo>
                    <a:pt x="19" y="0"/>
                  </a:lnTo>
                  <a:lnTo>
                    <a:pt x="10" y="0"/>
                  </a:lnTo>
                  <a:lnTo>
                    <a:pt x="8" y="10"/>
                  </a:lnTo>
                  <a:lnTo>
                    <a:pt x="1" y="11"/>
                  </a:lnTo>
                  <a:lnTo>
                    <a:pt x="0" y="18"/>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70" name="Freeform 99">
              <a:extLst>
                <a:ext uri="{FF2B5EF4-FFF2-40B4-BE49-F238E27FC236}">
                  <a16:creationId xmlns:a16="http://schemas.microsoft.com/office/drawing/2014/main" id="{AA5FFF82-0C0E-A655-5671-3D2977607D00}"/>
                </a:ext>
              </a:extLst>
            </p:cNvPr>
            <p:cNvSpPr>
              <a:spLocks noChangeAspect="1"/>
            </p:cNvSpPr>
            <p:nvPr/>
          </p:nvSpPr>
          <p:spPr bwMode="gray">
            <a:xfrm>
              <a:off x="2359396" y="5031136"/>
              <a:ext cx="1142923" cy="898177"/>
            </a:xfrm>
            <a:custGeom>
              <a:avLst/>
              <a:gdLst>
                <a:gd name="T0" fmla="*/ 216 w 967"/>
                <a:gd name="T1" fmla="*/ 83 h 717"/>
                <a:gd name="T2" fmla="*/ 235 w 967"/>
                <a:gd name="T3" fmla="*/ 63 h 717"/>
                <a:gd name="T4" fmla="*/ 250 w 967"/>
                <a:gd name="T5" fmla="*/ 44 h 717"/>
                <a:gd name="T6" fmla="*/ 242 w 967"/>
                <a:gd name="T7" fmla="*/ 49 h 717"/>
                <a:gd name="T8" fmla="*/ 235 w 967"/>
                <a:gd name="T9" fmla="*/ 46 h 717"/>
                <a:gd name="T10" fmla="*/ 243 w 967"/>
                <a:gd name="T11" fmla="*/ 28 h 717"/>
                <a:gd name="T12" fmla="*/ 250 w 967"/>
                <a:gd name="T13" fmla="*/ 17 h 717"/>
                <a:gd name="T14" fmla="*/ 255 w 967"/>
                <a:gd name="T15" fmla="*/ 11 h 717"/>
                <a:gd name="T16" fmla="*/ 266 w 967"/>
                <a:gd name="T17" fmla="*/ 11 h 717"/>
                <a:gd name="T18" fmla="*/ 280 w 967"/>
                <a:gd name="T19" fmla="*/ 12 h 717"/>
                <a:gd name="T20" fmla="*/ 296 w 967"/>
                <a:gd name="T21" fmla="*/ 7 h 717"/>
                <a:gd name="T22" fmla="*/ 307 w 967"/>
                <a:gd name="T23" fmla="*/ 13 h 717"/>
                <a:gd name="T24" fmla="*/ 306 w 967"/>
                <a:gd name="T25" fmla="*/ 37 h 717"/>
                <a:gd name="T26" fmla="*/ 308 w 967"/>
                <a:gd name="T27" fmla="*/ 52 h 717"/>
                <a:gd name="T28" fmla="*/ 306 w 967"/>
                <a:gd name="T29" fmla="*/ 68 h 717"/>
                <a:gd name="T30" fmla="*/ 312 w 967"/>
                <a:gd name="T31" fmla="*/ 85 h 717"/>
                <a:gd name="T32" fmla="*/ 317 w 967"/>
                <a:gd name="T33" fmla="*/ 96 h 717"/>
                <a:gd name="T34" fmla="*/ 313 w 967"/>
                <a:gd name="T35" fmla="*/ 107 h 717"/>
                <a:gd name="T36" fmla="*/ 304 w 967"/>
                <a:gd name="T37" fmla="*/ 116 h 717"/>
                <a:gd name="T38" fmla="*/ 308 w 967"/>
                <a:gd name="T39" fmla="*/ 135 h 717"/>
                <a:gd name="T40" fmla="*/ 303 w 967"/>
                <a:gd name="T41" fmla="*/ 144 h 717"/>
                <a:gd name="T42" fmla="*/ 282 w 967"/>
                <a:gd name="T43" fmla="*/ 138 h 717"/>
                <a:gd name="T44" fmla="*/ 290 w 967"/>
                <a:gd name="T45" fmla="*/ 151 h 717"/>
                <a:gd name="T46" fmla="*/ 296 w 967"/>
                <a:gd name="T47" fmla="*/ 166 h 717"/>
                <a:gd name="T48" fmla="*/ 293 w 967"/>
                <a:gd name="T49" fmla="*/ 173 h 717"/>
                <a:gd name="T50" fmla="*/ 274 w 967"/>
                <a:gd name="T51" fmla="*/ 174 h 717"/>
                <a:gd name="T52" fmla="*/ 281 w 967"/>
                <a:gd name="T53" fmla="*/ 177 h 717"/>
                <a:gd name="T54" fmla="*/ 270 w 967"/>
                <a:gd name="T55" fmla="*/ 188 h 717"/>
                <a:gd name="T56" fmla="*/ 245 w 967"/>
                <a:gd name="T57" fmla="*/ 187 h 717"/>
                <a:gd name="T58" fmla="*/ 241 w 967"/>
                <a:gd name="T59" fmla="*/ 188 h 717"/>
                <a:gd name="T60" fmla="*/ 197 w 967"/>
                <a:gd name="T61" fmla="*/ 175 h 717"/>
                <a:gd name="T62" fmla="*/ 173 w 967"/>
                <a:gd name="T63" fmla="*/ 175 h 717"/>
                <a:gd name="T64" fmla="*/ 168 w 967"/>
                <a:gd name="T65" fmla="*/ 198 h 717"/>
                <a:gd name="T66" fmla="*/ 168 w 967"/>
                <a:gd name="T67" fmla="*/ 210 h 717"/>
                <a:gd name="T68" fmla="*/ 157 w 967"/>
                <a:gd name="T69" fmla="*/ 218 h 717"/>
                <a:gd name="T70" fmla="*/ 145 w 967"/>
                <a:gd name="T71" fmla="*/ 229 h 717"/>
                <a:gd name="T72" fmla="*/ 124 w 967"/>
                <a:gd name="T73" fmla="*/ 217 h 717"/>
                <a:gd name="T74" fmla="*/ 116 w 967"/>
                <a:gd name="T75" fmla="*/ 200 h 717"/>
                <a:gd name="T76" fmla="*/ 112 w 967"/>
                <a:gd name="T77" fmla="*/ 214 h 717"/>
                <a:gd name="T78" fmla="*/ 86 w 967"/>
                <a:gd name="T79" fmla="*/ 211 h 717"/>
                <a:gd name="T80" fmla="*/ 73 w 967"/>
                <a:gd name="T81" fmla="*/ 214 h 717"/>
                <a:gd name="T82" fmla="*/ 59 w 967"/>
                <a:gd name="T83" fmla="*/ 225 h 717"/>
                <a:gd name="T84" fmla="*/ 52 w 967"/>
                <a:gd name="T85" fmla="*/ 223 h 717"/>
                <a:gd name="T86" fmla="*/ 46 w 967"/>
                <a:gd name="T87" fmla="*/ 236 h 717"/>
                <a:gd name="T88" fmla="*/ 44 w 967"/>
                <a:gd name="T89" fmla="*/ 248 h 717"/>
                <a:gd name="T90" fmla="*/ 29 w 967"/>
                <a:gd name="T91" fmla="*/ 237 h 717"/>
                <a:gd name="T92" fmla="*/ 9 w 967"/>
                <a:gd name="T93" fmla="*/ 240 h 717"/>
                <a:gd name="T94" fmla="*/ 15 w 967"/>
                <a:gd name="T95" fmla="*/ 220 h 717"/>
                <a:gd name="T96" fmla="*/ 37 w 967"/>
                <a:gd name="T97" fmla="*/ 208 h 717"/>
                <a:gd name="T98" fmla="*/ 58 w 967"/>
                <a:gd name="T99" fmla="*/ 182 h 717"/>
                <a:gd name="T100" fmla="*/ 71 w 967"/>
                <a:gd name="T101" fmla="*/ 176 h 717"/>
                <a:gd name="T102" fmla="*/ 92 w 967"/>
                <a:gd name="T103" fmla="*/ 139 h 717"/>
                <a:gd name="T104" fmla="*/ 107 w 967"/>
                <a:gd name="T105" fmla="*/ 129 h 717"/>
                <a:gd name="T106" fmla="*/ 115 w 967"/>
                <a:gd name="T107" fmla="*/ 111 h 717"/>
                <a:gd name="T108" fmla="*/ 139 w 967"/>
                <a:gd name="T109" fmla="*/ 103 h 717"/>
                <a:gd name="T110" fmla="*/ 164 w 967"/>
                <a:gd name="T111" fmla="*/ 104 h 717"/>
                <a:gd name="T112" fmla="*/ 193 w 967"/>
                <a:gd name="T113" fmla="*/ 108 h 717"/>
                <a:gd name="T114" fmla="*/ 208 w 967"/>
                <a:gd name="T115" fmla="*/ 105 h 71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67"/>
                <a:gd name="T175" fmla="*/ 0 h 717"/>
                <a:gd name="T176" fmla="*/ 967 w 967"/>
                <a:gd name="T177" fmla="*/ 717 h 71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67" h="717">
                  <a:moveTo>
                    <a:pt x="633" y="264"/>
                  </a:moveTo>
                  <a:lnTo>
                    <a:pt x="634" y="253"/>
                  </a:lnTo>
                  <a:lnTo>
                    <a:pt x="640" y="251"/>
                  </a:lnTo>
                  <a:lnTo>
                    <a:pt x="641" y="245"/>
                  </a:lnTo>
                  <a:lnTo>
                    <a:pt x="637" y="242"/>
                  </a:lnTo>
                  <a:lnTo>
                    <a:pt x="646" y="240"/>
                  </a:lnTo>
                  <a:lnTo>
                    <a:pt x="648" y="241"/>
                  </a:lnTo>
                  <a:lnTo>
                    <a:pt x="657" y="234"/>
                  </a:lnTo>
                  <a:lnTo>
                    <a:pt x="660" y="226"/>
                  </a:lnTo>
                  <a:lnTo>
                    <a:pt x="680" y="207"/>
                  </a:lnTo>
                  <a:lnTo>
                    <a:pt x="685" y="205"/>
                  </a:lnTo>
                  <a:lnTo>
                    <a:pt x="694" y="209"/>
                  </a:lnTo>
                  <a:lnTo>
                    <a:pt x="695" y="205"/>
                  </a:lnTo>
                  <a:lnTo>
                    <a:pt x="705" y="195"/>
                  </a:lnTo>
                  <a:lnTo>
                    <a:pt x="711" y="181"/>
                  </a:lnTo>
                  <a:lnTo>
                    <a:pt x="715" y="176"/>
                  </a:lnTo>
                  <a:lnTo>
                    <a:pt x="716" y="171"/>
                  </a:lnTo>
                  <a:lnTo>
                    <a:pt x="728" y="160"/>
                  </a:lnTo>
                  <a:lnTo>
                    <a:pt x="731" y="152"/>
                  </a:lnTo>
                  <a:lnTo>
                    <a:pt x="738" y="144"/>
                  </a:lnTo>
                  <a:lnTo>
                    <a:pt x="747" y="139"/>
                  </a:lnTo>
                  <a:lnTo>
                    <a:pt x="751" y="134"/>
                  </a:lnTo>
                  <a:lnTo>
                    <a:pt x="752" y="129"/>
                  </a:lnTo>
                  <a:lnTo>
                    <a:pt x="759" y="125"/>
                  </a:lnTo>
                  <a:lnTo>
                    <a:pt x="774" y="119"/>
                  </a:lnTo>
                  <a:lnTo>
                    <a:pt x="774" y="112"/>
                  </a:lnTo>
                  <a:lnTo>
                    <a:pt x="766" y="111"/>
                  </a:lnTo>
                  <a:lnTo>
                    <a:pt x="768" y="116"/>
                  </a:lnTo>
                  <a:lnTo>
                    <a:pt x="758" y="121"/>
                  </a:lnTo>
                  <a:lnTo>
                    <a:pt x="751" y="128"/>
                  </a:lnTo>
                  <a:lnTo>
                    <a:pt x="747" y="135"/>
                  </a:lnTo>
                  <a:lnTo>
                    <a:pt x="735" y="139"/>
                  </a:lnTo>
                  <a:lnTo>
                    <a:pt x="726" y="148"/>
                  </a:lnTo>
                  <a:lnTo>
                    <a:pt x="718" y="155"/>
                  </a:lnTo>
                  <a:lnTo>
                    <a:pt x="716" y="166"/>
                  </a:lnTo>
                  <a:lnTo>
                    <a:pt x="710" y="167"/>
                  </a:lnTo>
                  <a:lnTo>
                    <a:pt x="712" y="153"/>
                  </a:lnTo>
                  <a:lnTo>
                    <a:pt x="711" y="148"/>
                  </a:lnTo>
                  <a:lnTo>
                    <a:pt x="713" y="143"/>
                  </a:lnTo>
                  <a:lnTo>
                    <a:pt x="714" y="129"/>
                  </a:lnTo>
                  <a:lnTo>
                    <a:pt x="711" y="120"/>
                  </a:lnTo>
                  <a:lnTo>
                    <a:pt x="715" y="114"/>
                  </a:lnTo>
                  <a:lnTo>
                    <a:pt x="710" y="102"/>
                  </a:lnTo>
                  <a:lnTo>
                    <a:pt x="711" y="96"/>
                  </a:lnTo>
                  <a:lnTo>
                    <a:pt x="716" y="96"/>
                  </a:lnTo>
                  <a:lnTo>
                    <a:pt x="714" y="87"/>
                  </a:lnTo>
                  <a:lnTo>
                    <a:pt x="729" y="77"/>
                  </a:lnTo>
                  <a:lnTo>
                    <a:pt x="738" y="79"/>
                  </a:lnTo>
                  <a:lnTo>
                    <a:pt x="745" y="78"/>
                  </a:lnTo>
                  <a:lnTo>
                    <a:pt x="749" y="72"/>
                  </a:lnTo>
                  <a:lnTo>
                    <a:pt x="755" y="73"/>
                  </a:lnTo>
                  <a:lnTo>
                    <a:pt x="758" y="69"/>
                  </a:lnTo>
                  <a:lnTo>
                    <a:pt x="766" y="67"/>
                  </a:lnTo>
                  <a:lnTo>
                    <a:pt x="764" y="63"/>
                  </a:lnTo>
                  <a:lnTo>
                    <a:pt x="760" y="58"/>
                  </a:lnTo>
                  <a:lnTo>
                    <a:pt x="760" y="47"/>
                  </a:lnTo>
                  <a:lnTo>
                    <a:pt x="752" y="43"/>
                  </a:lnTo>
                  <a:lnTo>
                    <a:pt x="751" y="39"/>
                  </a:lnTo>
                  <a:lnTo>
                    <a:pt x="755" y="32"/>
                  </a:lnTo>
                  <a:lnTo>
                    <a:pt x="754" y="26"/>
                  </a:lnTo>
                  <a:lnTo>
                    <a:pt x="757" y="20"/>
                  </a:lnTo>
                  <a:lnTo>
                    <a:pt x="764" y="24"/>
                  </a:lnTo>
                  <a:lnTo>
                    <a:pt x="766" y="32"/>
                  </a:lnTo>
                  <a:lnTo>
                    <a:pt x="774" y="30"/>
                  </a:lnTo>
                  <a:lnTo>
                    <a:pt x="777" y="26"/>
                  </a:lnTo>
                  <a:lnTo>
                    <a:pt x="784" y="28"/>
                  </a:lnTo>
                  <a:lnTo>
                    <a:pt x="788" y="33"/>
                  </a:lnTo>
                  <a:lnTo>
                    <a:pt x="790" y="41"/>
                  </a:lnTo>
                  <a:lnTo>
                    <a:pt x="794" y="44"/>
                  </a:lnTo>
                  <a:lnTo>
                    <a:pt x="801" y="41"/>
                  </a:lnTo>
                  <a:lnTo>
                    <a:pt x="805" y="43"/>
                  </a:lnTo>
                  <a:lnTo>
                    <a:pt x="809" y="32"/>
                  </a:lnTo>
                  <a:lnTo>
                    <a:pt x="816" y="37"/>
                  </a:lnTo>
                  <a:lnTo>
                    <a:pt x="822" y="34"/>
                  </a:lnTo>
                  <a:lnTo>
                    <a:pt x="821" y="18"/>
                  </a:lnTo>
                  <a:lnTo>
                    <a:pt x="831" y="21"/>
                  </a:lnTo>
                  <a:lnTo>
                    <a:pt x="828" y="28"/>
                  </a:lnTo>
                  <a:lnTo>
                    <a:pt x="829" y="32"/>
                  </a:lnTo>
                  <a:lnTo>
                    <a:pt x="839" y="30"/>
                  </a:lnTo>
                  <a:lnTo>
                    <a:pt x="851" y="33"/>
                  </a:lnTo>
                  <a:lnTo>
                    <a:pt x="857" y="28"/>
                  </a:lnTo>
                  <a:lnTo>
                    <a:pt x="863" y="28"/>
                  </a:lnTo>
                  <a:lnTo>
                    <a:pt x="866" y="24"/>
                  </a:lnTo>
                  <a:lnTo>
                    <a:pt x="874" y="25"/>
                  </a:lnTo>
                  <a:lnTo>
                    <a:pt x="880" y="21"/>
                  </a:lnTo>
                  <a:lnTo>
                    <a:pt x="893" y="34"/>
                  </a:lnTo>
                  <a:lnTo>
                    <a:pt x="897" y="26"/>
                  </a:lnTo>
                  <a:lnTo>
                    <a:pt x="897" y="20"/>
                  </a:lnTo>
                  <a:lnTo>
                    <a:pt x="891" y="12"/>
                  </a:lnTo>
                  <a:lnTo>
                    <a:pt x="907" y="0"/>
                  </a:lnTo>
                  <a:lnTo>
                    <a:pt x="913" y="8"/>
                  </a:lnTo>
                  <a:lnTo>
                    <a:pt x="920" y="8"/>
                  </a:lnTo>
                  <a:lnTo>
                    <a:pt x="925" y="12"/>
                  </a:lnTo>
                  <a:lnTo>
                    <a:pt x="925" y="24"/>
                  </a:lnTo>
                  <a:lnTo>
                    <a:pt x="943" y="25"/>
                  </a:lnTo>
                  <a:lnTo>
                    <a:pt x="932" y="37"/>
                  </a:lnTo>
                  <a:lnTo>
                    <a:pt x="931" y="41"/>
                  </a:lnTo>
                  <a:lnTo>
                    <a:pt x="932" y="47"/>
                  </a:lnTo>
                  <a:lnTo>
                    <a:pt x="936" y="53"/>
                  </a:lnTo>
                  <a:lnTo>
                    <a:pt x="943" y="59"/>
                  </a:lnTo>
                  <a:lnTo>
                    <a:pt x="938" y="63"/>
                  </a:lnTo>
                  <a:lnTo>
                    <a:pt x="938" y="72"/>
                  </a:lnTo>
                  <a:lnTo>
                    <a:pt x="927" y="84"/>
                  </a:lnTo>
                  <a:lnTo>
                    <a:pt x="929" y="104"/>
                  </a:lnTo>
                  <a:lnTo>
                    <a:pt x="920" y="109"/>
                  </a:lnTo>
                  <a:lnTo>
                    <a:pt x="920" y="113"/>
                  </a:lnTo>
                  <a:lnTo>
                    <a:pt x="924" y="115"/>
                  </a:lnTo>
                  <a:lnTo>
                    <a:pt x="922" y="122"/>
                  </a:lnTo>
                  <a:lnTo>
                    <a:pt x="927" y="127"/>
                  </a:lnTo>
                  <a:lnTo>
                    <a:pt x="923" y="133"/>
                  </a:lnTo>
                  <a:lnTo>
                    <a:pt x="930" y="143"/>
                  </a:lnTo>
                  <a:lnTo>
                    <a:pt x="934" y="146"/>
                  </a:lnTo>
                  <a:lnTo>
                    <a:pt x="933" y="150"/>
                  </a:lnTo>
                  <a:lnTo>
                    <a:pt x="927" y="150"/>
                  </a:lnTo>
                  <a:lnTo>
                    <a:pt x="923" y="154"/>
                  </a:lnTo>
                  <a:lnTo>
                    <a:pt x="925" y="161"/>
                  </a:lnTo>
                  <a:lnTo>
                    <a:pt x="929" y="168"/>
                  </a:lnTo>
                  <a:lnTo>
                    <a:pt x="921" y="174"/>
                  </a:lnTo>
                  <a:lnTo>
                    <a:pt x="922" y="185"/>
                  </a:lnTo>
                  <a:lnTo>
                    <a:pt x="931" y="191"/>
                  </a:lnTo>
                  <a:lnTo>
                    <a:pt x="936" y="198"/>
                  </a:lnTo>
                  <a:lnTo>
                    <a:pt x="945" y="203"/>
                  </a:lnTo>
                  <a:lnTo>
                    <a:pt x="945" y="213"/>
                  </a:lnTo>
                  <a:lnTo>
                    <a:pt x="949" y="222"/>
                  </a:lnTo>
                  <a:lnTo>
                    <a:pt x="951" y="227"/>
                  </a:lnTo>
                  <a:lnTo>
                    <a:pt x="957" y="231"/>
                  </a:lnTo>
                  <a:lnTo>
                    <a:pt x="955" y="235"/>
                  </a:lnTo>
                  <a:lnTo>
                    <a:pt x="948" y="240"/>
                  </a:lnTo>
                  <a:lnTo>
                    <a:pt x="948" y="243"/>
                  </a:lnTo>
                  <a:lnTo>
                    <a:pt x="953" y="244"/>
                  </a:lnTo>
                  <a:lnTo>
                    <a:pt x="953" y="250"/>
                  </a:lnTo>
                  <a:lnTo>
                    <a:pt x="955" y="254"/>
                  </a:lnTo>
                  <a:lnTo>
                    <a:pt x="961" y="255"/>
                  </a:lnTo>
                  <a:lnTo>
                    <a:pt x="961" y="262"/>
                  </a:lnTo>
                  <a:lnTo>
                    <a:pt x="966" y="264"/>
                  </a:lnTo>
                  <a:lnTo>
                    <a:pt x="963" y="270"/>
                  </a:lnTo>
                  <a:lnTo>
                    <a:pt x="959" y="269"/>
                  </a:lnTo>
                  <a:lnTo>
                    <a:pt x="956" y="269"/>
                  </a:lnTo>
                  <a:lnTo>
                    <a:pt x="955" y="281"/>
                  </a:lnTo>
                  <a:lnTo>
                    <a:pt x="952" y="284"/>
                  </a:lnTo>
                  <a:lnTo>
                    <a:pt x="950" y="288"/>
                  </a:lnTo>
                  <a:lnTo>
                    <a:pt x="953" y="292"/>
                  </a:lnTo>
                  <a:lnTo>
                    <a:pt x="953" y="297"/>
                  </a:lnTo>
                  <a:lnTo>
                    <a:pt x="950" y="300"/>
                  </a:lnTo>
                  <a:lnTo>
                    <a:pt x="943" y="300"/>
                  </a:lnTo>
                  <a:lnTo>
                    <a:pt x="938" y="300"/>
                  </a:lnTo>
                  <a:lnTo>
                    <a:pt x="935" y="308"/>
                  </a:lnTo>
                  <a:lnTo>
                    <a:pt x="920" y="304"/>
                  </a:lnTo>
                  <a:lnTo>
                    <a:pt x="917" y="307"/>
                  </a:lnTo>
                  <a:lnTo>
                    <a:pt x="916" y="314"/>
                  </a:lnTo>
                  <a:lnTo>
                    <a:pt x="923" y="319"/>
                  </a:lnTo>
                  <a:lnTo>
                    <a:pt x="921" y="325"/>
                  </a:lnTo>
                  <a:lnTo>
                    <a:pt x="926" y="332"/>
                  </a:lnTo>
                  <a:lnTo>
                    <a:pt x="924" y="342"/>
                  </a:lnTo>
                  <a:lnTo>
                    <a:pt x="932" y="345"/>
                  </a:lnTo>
                  <a:lnTo>
                    <a:pt x="930" y="355"/>
                  </a:lnTo>
                  <a:lnTo>
                    <a:pt x="932" y="363"/>
                  </a:lnTo>
                  <a:lnTo>
                    <a:pt x="930" y="375"/>
                  </a:lnTo>
                  <a:lnTo>
                    <a:pt x="934" y="379"/>
                  </a:lnTo>
                  <a:lnTo>
                    <a:pt x="934" y="382"/>
                  </a:lnTo>
                  <a:lnTo>
                    <a:pt x="934" y="385"/>
                  </a:lnTo>
                  <a:lnTo>
                    <a:pt x="931" y="389"/>
                  </a:lnTo>
                  <a:lnTo>
                    <a:pt x="931" y="393"/>
                  </a:lnTo>
                  <a:lnTo>
                    <a:pt x="934" y="397"/>
                  </a:lnTo>
                  <a:lnTo>
                    <a:pt x="930" y="401"/>
                  </a:lnTo>
                  <a:lnTo>
                    <a:pt x="924" y="401"/>
                  </a:lnTo>
                  <a:lnTo>
                    <a:pt x="922" y="405"/>
                  </a:lnTo>
                  <a:lnTo>
                    <a:pt x="920" y="405"/>
                  </a:lnTo>
                  <a:lnTo>
                    <a:pt x="914" y="400"/>
                  </a:lnTo>
                  <a:lnTo>
                    <a:pt x="907" y="399"/>
                  </a:lnTo>
                  <a:lnTo>
                    <a:pt x="892" y="393"/>
                  </a:lnTo>
                  <a:lnTo>
                    <a:pt x="888" y="392"/>
                  </a:lnTo>
                  <a:lnTo>
                    <a:pt x="882" y="386"/>
                  </a:lnTo>
                  <a:lnTo>
                    <a:pt x="876" y="391"/>
                  </a:lnTo>
                  <a:lnTo>
                    <a:pt x="874" y="387"/>
                  </a:lnTo>
                  <a:lnTo>
                    <a:pt x="858" y="390"/>
                  </a:lnTo>
                  <a:lnTo>
                    <a:pt x="858" y="395"/>
                  </a:lnTo>
                  <a:lnTo>
                    <a:pt x="874" y="414"/>
                  </a:lnTo>
                  <a:lnTo>
                    <a:pt x="880" y="411"/>
                  </a:lnTo>
                  <a:lnTo>
                    <a:pt x="888" y="414"/>
                  </a:lnTo>
                  <a:lnTo>
                    <a:pt x="886" y="419"/>
                  </a:lnTo>
                  <a:lnTo>
                    <a:pt x="888" y="422"/>
                  </a:lnTo>
                  <a:lnTo>
                    <a:pt x="886" y="425"/>
                  </a:lnTo>
                  <a:lnTo>
                    <a:pt x="881" y="425"/>
                  </a:lnTo>
                  <a:lnTo>
                    <a:pt x="878" y="435"/>
                  </a:lnTo>
                  <a:lnTo>
                    <a:pt x="881" y="436"/>
                  </a:lnTo>
                  <a:lnTo>
                    <a:pt x="889" y="440"/>
                  </a:lnTo>
                  <a:lnTo>
                    <a:pt x="893" y="447"/>
                  </a:lnTo>
                  <a:lnTo>
                    <a:pt x="890" y="452"/>
                  </a:lnTo>
                  <a:lnTo>
                    <a:pt x="889" y="461"/>
                  </a:lnTo>
                  <a:lnTo>
                    <a:pt x="894" y="469"/>
                  </a:lnTo>
                  <a:lnTo>
                    <a:pt x="899" y="468"/>
                  </a:lnTo>
                  <a:lnTo>
                    <a:pt x="903" y="471"/>
                  </a:lnTo>
                  <a:lnTo>
                    <a:pt x="904" y="477"/>
                  </a:lnTo>
                  <a:lnTo>
                    <a:pt x="913" y="476"/>
                  </a:lnTo>
                  <a:lnTo>
                    <a:pt x="916" y="478"/>
                  </a:lnTo>
                  <a:lnTo>
                    <a:pt x="917" y="485"/>
                  </a:lnTo>
                  <a:lnTo>
                    <a:pt x="901" y="485"/>
                  </a:lnTo>
                  <a:lnTo>
                    <a:pt x="906" y="489"/>
                  </a:lnTo>
                  <a:lnTo>
                    <a:pt x="888" y="487"/>
                  </a:lnTo>
                  <a:lnTo>
                    <a:pt x="871" y="490"/>
                  </a:lnTo>
                  <a:lnTo>
                    <a:pt x="866" y="492"/>
                  </a:lnTo>
                  <a:lnTo>
                    <a:pt x="862" y="499"/>
                  </a:lnTo>
                  <a:lnTo>
                    <a:pt x="855" y="497"/>
                  </a:lnTo>
                  <a:lnTo>
                    <a:pt x="856" y="489"/>
                  </a:lnTo>
                  <a:lnTo>
                    <a:pt x="841" y="491"/>
                  </a:lnTo>
                  <a:lnTo>
                    <a:pt x="840" y="487"/>
                  </a:lnTo>
                  <a:lnTo>
                    <a:pt x="831" y="491"/>
                  </a:lnTo>
                  <a:lnTo>
                    <a:pt x="829" y="497"/>
                  </a:lnTo>
                  <a:lnTo>
                    <a:pt x="832" y="497"/>
                  </a:lnTo>
                  <a:lnTo>
                    <a:pt x="833" y="493"/>
                  </a:lnTo>
                  <a:lnTo>
                    <a:pt x="839" y="492"/>
                  </a:lnTo>
                  <a:lnTo>
                    <a:pt x="839" y="497"/>
                  </a:lnTo>
                  <a:lnTo>
                    <a:pt x="838" y="499"/>
                  </a:lnTo>
                  <a:lnTo>
                    <a:pt x="848" y="503"/>
                  </a:lnTo>
                  <a:lnTo>
                    <a:pt x="853" y="501"/>
                  </a:lnTo>
                  <a:lnTo>
                    <a:pt x="856" y="503"/>
                  </a:lnTo>
                  <a:lnTo>
                    <a:pt x="856" y="510"/>
                  </a:lnTo>
                  <a:lnTo>
                    <a:pt x="861" y="516"/>
                  </a:lnTo>
                  <a:lnTo>
                    <a:pt x="854" y="531"/>
                  </a:lnTo>
                  <a:lnTo>
                    <a:pt x="842" y="531"/>
                  </a:lnTo>
                  <a:lnTo>
                    <a:pt x="831" y="536"/>
                  </a:lnTo>
                  <a:lnTo>
                    <a:pt x="830" y="531"/>
                  </a:lnTo>
                  <a:lnTo>
                    <a:pt x="820" y="529"/>
                  </a:lnTo>
                  <a:lnTo>
                    <a:pt x="813" y="523"/>
                  </a:lnTo>
                  <a:lnTo>
                    <a:pt x="802" y="522"/>
                  </a:lnTo>
                  <a:lnTo>
                    <a:pt x="797" y="518"/>
                  </a:lnTo>
                  <a:lnTo>
                    <a:pt x="793" y="520"/>
                  </a:lnTo>
                  <a:lnTo>
                    <a:pt x="770" y="518"/>
                  </a:lnTo>
                  <a:lnTo>
                    <a:pt x="768" y="515"/>
                  </a:lnTo>
                  <a:lnTo>
                    <a:pt x="750" y="515"/>
                  </a:lnTo>
                  <a:lnTo>
                    <a:pt x="744" y="527"/>
                  </a:lnTo>
                  <a:lnTo>
                    <a:pt x="741" y="530"/>
                  </a:lnTo>
                  <a:lnTo>
                    <a:pt x="741" y="537"/>
                  </a:lnTo>
                  <a:lnTo>
                    <a:pt x="749" y="537"/>
                  </a:lnTo>
                  <a:lnTo>
                    <a:pt x="750" y="545"/>
                  </a:lnTo>
                  <a:lnTo>
                    <a:pt x="743" y="555"/>
                  </a:lnTo>
                  <a:lnTo>
                    <a:pt x="740" y="554"/>
                  </a:lnTo>
                  <a:lnTo>
                    <a:pt x="741" y="542"/>
                  </a:lnTo>
                  <a:lnTo>
                    <a:pt x="732" y="529"/>
                  </a:lnTo>
                  <a:lnTo>
                    <a:pt x="700" y="502"/>
                  </a:lnTo>
                  <a:lnTo>
                    <a:pt x="670" y="483"/>
                  </a:lnTo>
                  <a:lnTo>
                    <a:pt x="653" y="476"/>
                  </a:lnTo>
                  <a:lnTo>
                    <a:pt x="641" y="476"/>
                  </a:lnTo>
                  <a:lnTo>
                    <a:pt x="631" y="481"/>
                  </a:lnTo>
                  <a:lnTo>
                    <a:pt x="616" y="487"/>
                  </a:lnTo>
                  <a:lnTo>
                    <a:pt x="606" y="487"/>
                  </a:lnTo>
                  <a:lnTo>
                    <a:pt x="599" y="493"/>
                  </a:lnTo>
                  <a:lnTo>
                    <a:pt x="581" y="491"/>
                  </a:lnTo>
                  <a:lnTo>
                    <a:pt x="564" y="493"/>
                  </a:lnTo>
                  <a:lnTo>
                    <a:pt x="552" y="508"/>
                  </a:lnTo>
                  <a:lnTo>
                    <a:pt x="545" y="509"/>
                  </a:lnTo>
                  <a:lnTo>
                    <a:pt x="541" y="512"/>
                  </a:lnTo>
                  <a:lnTo>
                    <a:pt x="540" y="516"/>
                  </a:lnTo>
                  <a:lnTo>
                    <a:pt x="528" y="511"/>
                  </a:lnTo>
                  <a:lnTo>
                    <a:pt x="524" y="493"/>
                  </a:lnTo>
                  <a:lnTo>
                    <a:pt x="520" y="493"/>
                  </a:lnTo>
                  <a:lnTo>
                    <a:pt x="523" y="501"/>
                  </a:lnTo>
                  <a:lnTo>
                    <a:pt x="522" y="511"/>
                  </a:lnTo>
                  <a:lnTo>
                    <a:pt x="526" y="514"/>
                  </a:lnTo>
                  <a:lnTo>
                    <a:pt x="516" y="525"/>
                  </a:lnTo>
                  <a:lnTo>
                    <a:pt x="509" y="539"/>
                  </a:lnTo>
                  <a:lnTo>
                    <a:pt x="505" y="553"/>
                  </a:lnTo>
                  <a:lnTo>
                    <a:pt x="508" y="559"/>
                  </a:lnTo>
                  <a:lnTo>
                    <a:pt x="510" y="561"/>
                  </a:lnTo>
                  <a:lnTo>
                    <a:pt x="511" y="563"/>
                  </a:lnTo>
                  <a:lnTo>
                    <a:pt x="504" y="564"/>
                  </a:lnTo>
                  <a:lnTo>
                    <a:pt x="497" y="564"/>
                  </a:lnTo>
                  <a:lnTo>
                    <a:pt x="494" y="574"/>
                  </a:lnTo>
                  <a:lnTo>
                    <a:pt x="497" y="582"/>
                  </a:lnTo>
                  <a:lnTo>
                    <a:pt x="507" y="584"/>
                  </a:lnTo>
                  <a:lnTo>
                    <a:pt x="508" y="592"/>
                  </a:lnTo>
                  <a:lnTo>
                    <a:pt x="502" y="596"/>
                  </a:lnTo>
                  <a:lnTo>
                    <a:pt x="503" y="600"/>
                  </a:lnTo>
                  <a:lnTo>
                    <a:pt x="497" y="606"/>
                  </a:lnTo>
                  <a:lnTo>
                    <a:pt x="489" y="603"/>
                  </a:lnTo>
                  <a:lnTo>
                    <a:pt x="489" y="609"/>
                  </a:lnTo>
                  <a:lnTo>
                    <a:pt x="485" y="610"/>
                  </a:lnTo>
                  <a:lnTo>
                    <a:pt x="483" y="613"/>
                  </a:lnTo>
                  <a:lnTo>
                    <a:pt x="477" y="615"/>
                  </a:lnTo>
                  <a:lnTo>
                    <a:pt x="472" y="626"/>
                  </a:lnTo>
                  <a:lnTo>
                    <a:pt x="468" y="639"/>
                  </a:lnTo>
                  <a:lnTo>
                    <a:pt x="470" y="643"/>
                  </a:lnTo>
                  <a:lnTo>
                    <a:pt x="468" y="646"/>
                  </a:lnTo>
                  <a:lnTo>
                    <a:pt x="462" y="645"/>
                  </a:lnTo>
                  <a:lnTo>
                    <a:pt x="453" y="651"/>
                  </a:lnTo>
                  <a:lnTo>
                    <a:pt x="445" y="645"/>
                  </a:lnTo>
                  <a:lnTo>
                    <a:pt x="439" y="646"/>
                  </a:lnTo>
                  <a:lnTo>
                    <a:pt x="430" y="645"/>
                  </a:lnTo>
                  <a:lnTo>
                    <a:pt x="419" y="635"/>
                  </a:lnTo>
                  <a:lnTo>
                    <a:pt x="422" y="628"/>
                  </a:lnTo>
                  <a:lnTo>
                    <a:pt x="414" y="619"/>
                  </a:lnTo>
                  <a:lnTo>
                    <a:pt x="404" y="612"/>
                  </a:lnTo>
                  <a:lnTo>
                    <a:pt x="393" y="611"/>
                  </a:lnTo>
                  <a:lnTo>
                    <a:pt x="380" y="615"/>
                  </a:lnTo>
                  <a:lnTo>
                    <a:pt x="376" y="613"/>
                  </a:lnTo>
                  <a:lnTo>
                    <a:pt x="376" y="609"/>
                  </a:lnTo>
                  <a:lnTo>
                    <a:pt x="368" y="606"/>
                  </a:lnTo>
                  <a:lnTo>
                    <a:pt x="364" y="596"/>
                  </a:lnTo>
                  <a:lnTo>
                    <a:pt x="366" y="590"/>
                  </a:lnTo>
                  <a:lnTo>
                    <a:pt x="360" y="589"/>
                  </a:lnTo>
                  <a:lnTo>
                    <a:pt x="351" y="584"/>
                  </a:lnTo>
                  <a:lnTo>
                    <a:pt x="349" y="569"/>
                  </a:lnTo>
                  <a:lnTo>
                    <a:pt x="352" y="563"/>
                  </a:lnTo>
                  <a:lnTo>
                    <a:pt x="348" y="555"/>
                  </a:lnTo>
                  <a:lnTo>
                    <a:pt x="345" y="566"/>
                  </a:lnTo>
                  <a:lnTo>
                    <a:pt x="343" y="576"/>
                  </a:lnTo>
                  <a:lnTo>
                    <a:pt x="349" y="586"/>
                  </a:lnTo>
                  <a:lnTo>
                    <a:pt x="354" y="593"/>
                  </a:lnTo>
                  <a:lnTo>
                    <a:pt x="348" y="598"/>
                  </a:lnTo>
                  <a:lnTo>
                    <a:pt x="350" y="604"/>
                  </a:lnTo>
                  <a:lnTo>
                    <a:pt x="342" y="605"/>
                  </a:lnTo>
                  <a:lnTo>
                    <a:pt x="339" y="598"/>
                  </a:lnTo>
                  <a:lnTo>
                    <a:pt x="332" y="592"/>
                  </a:lnTo>
                  <a:lnTo>
                    <a:pt x="319" y="588"/>
                  </a:lnTo>
                  <a:lnTo>
                    <a:pt x="298" y="586"/>
                  </a:lnTo>
                  <a:lnTo>
                    <a:pt x="287" y="594"/>
                  </a:lnTo>
                  <a:lnTo>
                    <a:pt x="282" y="594"/>
                  </a:lnTo>
                  <a:lnTo>
                    <a:pt x="272" y="596"/>
                  </a:lnTo>
                  <a:lnTo>
                    <a:pt x="262" y="595"/>
                  </a:lnTo>
                  <a:lnTo>
                    <a:pt x="260" y="596"/>
                  </a:lnTo>
                  <a:lnTo>
                    <a:pt x="246" y="594"/>
                  </a:lnTo>
                  <a:lnTo>
                    <a:pt x="239" y="598"/>
                  </a:lnTo>
                  <a:lnTo>
                    <a:pt x="238" y="591"/>
                  </a:lnTo>
                  <a:lnTo>
                    <a:pt x="236" y="590"/>
                  </a:lnTo>
                  <a:lnTo>
                    <a:pt x="232" y="594"/>
                  </a:lnTo>
                  <a:lnTo>
                    <a:pt x="222" y="597"/>
                  </a:lnTo>
                  <a:lnTo>
                    <a:pt x="222" y="604"/>
                  </a:lnTo>
                  <a:lnTo>
                    <a:pt x="217" y="606"/>
                  </a:lnTo>
                  <a:lnTo>
                    <a:pt x="216" y="614"/>
                  </a:lnTo>
                  <a:lnTo>
                    <a:pt x="218" y="619"/>
                  </a:lnTo>
                  <a:lnTo>
                    <a:pt x="210" y="631"/>
                  </a:lnTo>
                  <a:lnTo>
                    <a:pt x="207" y="631"/>
                  </a:lnTo>
                  <a:lnTo>
                    <a:pt x="198" y="625"/>
                  </a:lnTo>
                  <a:lnTo>
                    <a:pt x="184" y="635"/>
                  </a:lnTo>
                  <a:lnTo>
                    <a:pt x="180" y="633"/>
                  </a:lnTo>
                  <a:lnTo>
                    <a:pt x="176" y="633"/>
                  </a:lnTo>
                  <a:lnTo>
                    <a:pt x="172" y="639"/>
                  </a:lnTo>
                  <a:lnTo>
                    <a:pt x="168" y="646"/>
                  </a:lnTo>
                  <a:lnTo>
                    <a:pt x="160" y="654"/>
                  </a:lnTo>
                  <a:lnTo>
                    <a:pt x="158" y="650"/>
                  </a:lnTo>
                  <a:lnTo>
                    <a:pt x="156" y="639"/>
                  </a:lnTo>
                  <a:lnTo>
                    <a:pt x="157" y="631"/>
                  </a:lnTo>
                  <a:lnTo>
                    <a:pt x="156" y="630"/>
                  </a:lnTo>
                  <a:lnTo>
                    <a:pt x="149" y="639"/>
                  </a:lnTo>
                  <a:lnTo>
                    <a:pt x="146" y="643"/>
                  </a:lnTo>
                  <a:lnTo>
                    <a:pt x="146" y="648"/>
                  </a:lnTo>
                  <a:lnTo>
                    <a:pt x="150" y="648"/>
                  </a:lnTo>
                  <a:lnTo>
                    <a:pt x="154" y="651"/>
                  </a:lnTo>
                  <a:lnTo>
                    <a:pt x="148" y="653"/>
                  </a:lnTo>
                  <a:lnTo>
                    <a:pt x="143" y="659"/>
                  </a:lnTo>
                  <a:lnTo>
                    <a:pt x="142" y="666"/>
                  </a:lnTo>
                  <a:lnTo>
                    <a:pt x="133" y="668"/>
                  </a:lnTo>
                  <a:lnTo>
                    <a:pt x="132" y="667"/>
                  </a:lnTo>
                  <a:lnTo>
                    <a:pt x="144" y="673"/>
                  </a:lnTo>
                  <a:lnTo>
                    <a:pt x="146" y="680"/>
                  </a:lnTo>
                  <a:lnTo>
                    <a:pt x="144" y="689"/>
                  </a:lnTo>
                  <a:lnTo>
                    <a:pt x="139" y="692"/>
                  </a:lnTo>
                  <a:lnTo>
                    <a:pt x="139" y="695"/>
                  </a:lnTo>
                  <a:lnTo>
                    <a:pt x="135" y="700"/>
                  </a:lnTo>
                  <a:lnTo>
                    <a:pt x="122" y="700"/>
                  </a:lnTo>
                  <a:lnTo>
                    <a:pt x="116" y="707"/>
                  </a:lnTo>
                  <a:lnTo>
                    <a:pt x="116" y="712"/>
                  </a:lnTo>
                  <a:lnTo>
                    <a:pt x="111" y="716"/>
                  </a:lnTo>
                  <a:lnTo>
                    <a:pt x="101" y="703"/>
                  </a:lnTo>
                  <a:lnTo>
                    <a:pt x="99" y="693"/>
                  </a:lnTo>
                  <a:lnTo>
                    <a:pt x="96" y="679"/>
                  </a:lnTo>
                  <a:lnTo>
                    <a:pt x="87" y="669"/>
                  </a:lnTo>
                  <a:lnTo>
                    <a:pt x="80" y="668"/>
                  </a:lnTo>
                  <a:lnTo>
                    <a:pt x="77" y="664"/>
                  </a:lnTo>
                  <a:lnTo>
                    <a:pt x="64" y="659"/>
                  </a:lnTo>
                  <a:lnTo>
                    <a:pt x="47" y="654"/>
                  </a:lnTo>
                  <a:lnTo>
                    <a:pt x="41" y="660"/>
                  </a:lnTo>
                  <a:lnTo>
                    <a:pt x="45" y="666"/>
                  </a:lnTo>
                  <a:lnTo>
                    <a:pt x="38" y="672"/>
                  </a:lnTo>
                  <a:lnTo>
                    <a:pt x="27" y="676"/>
                  </a:lnTo>
                  <a:lnTo>
                    <a:pt x="6" y="677"/>
                  </a:lnTo>
                  <a:lnTo>
                    <a:pt x="0" y="667"/>
                  </a:lnTo>
                  <a:lnTo>
                    <a:pt x="4" y="660"/>
                  </a:lnTo>
                  <a:lnTo>
                    <a:pt x="1" y="647"/>
                  </a:lnTo>
                  <a:lnTo>
                    <a:pt x="10" y="635"/>
                  </a:lnTo>
                  <a:lnTo>
                    <a:pt x="21" y="633"/>
                  </a:lnTo>
                  <a:lnTo>
                    <a:pt x="29" y="625"/>
                  </a:lnTo>
                  <a:lnTo>
                    <a:pt x="45" y="620"/>
                  </a:lnTo>
                  <a:lnTo>
                    <a:pt x="57" y="619"/>
                  </a:lnTo>
                  <a:lnTo>
                    <a:pt x="61" y="628"/>
                  </a:lnTo>
                  <a:lnTo>
                    <a:pt x="70" y="625"/>
                  </a:lnTo>
                  <a:lnTo>
                    <a:pt x="76" y="614"/>
                  </a:lnTo>
                  <a:lnTo>
                    <a:pt x="86" y="615"/>
                  </a:lnTo>
                  <a:lnTo>
                    <a:pt x="97" y="606"/>
                  </a:lnTo>
                  <a:lnTo>
                    <a:pt x="112" y="596"/>
                  </a:lnTo>
                  <a:lnTo>
                    <a:pt x="112" y="588"/>
                  </a:lnTo>
                  <a:lnTo>
                    <a:pt x="124" y="584"/>
                  </a:lnTo>
                  <a:lnTo>
                    <a:pt x="133" y="574"/>
                  </a:lnTo>
                  <a:lnTo>
                    <a:pt x="135" y="561"/>
                  </a:lnTo>
                  <a:lnTo>
                    <a:pt x="147" y="553"/>
                  </a:lnTo>
                  <a:lnTo>
                    <a:pt x="154" y="554"/>
                  </a:lnTo>
                  <a:lnTo>
                    <a:pt x="162" y="538"/>
                  </a:lnTo>
                  <a:lnTo>
                    <a:pt x="166" y="512"/>
                  </a:lnTo>
                  <a:lnTo>
                    <a:pt x="176" y="512"/>
                  </a:lnTo>
                  <a:lnTo>
                    <a:pt x="185" y="505"/>
                  </a:lnTo>
                  <a:lnTo>
                    <a:pt x="188" y="514"/>
                  </a:lnTo>
                  <a:lnTo>
                    <a:pt x="189" y="515"/>
                  </a:lnTo>
                  <a:lnTo>
                    <a:pt x="191" y="503"/>
                  </a:lnTo>
                  <a:lnTo>
                    <a:pt x="189" y="497"/>
                  </a:lnTo>
                  <a:lnTo>
                    <a:pt x="193" y="495"/>
                  </a:lnTo>
                  <a:lnTo>
                    <a:pt x="203" y="497"/>
                  </a:lnTo>
                  <a:lnTo>
                    <a:pt x="216" y="497"/>
                  </a:lnTo>
                  <a:lnTo>
                    <a:pt x="225" y="489"/>
                  </a:lnTo>
                  <a:lnTo>
                    <a:pt x="229" y="474"/>
                  </a:lnTo>
                  <a:lnTo>
                    <a:pt x="245" y="464"/>
                  </a:lnTo>
                  <a:lnTo>
                    <a:pt x="256" y="452"/>
                  </a:lnTo>
                  <a:lnTo>
                    <a:pt x="264" y="442"/>
                  </a:lnTo>
                  <a:lnTo>
                    <a:pt x="274" y="436"/>
                  </a:lnTo>
                  <a:lnTo>
                    <a:pt x="277" y="419"/>
                  </a:lnTo>
                  <a:lnTo>
                    <a:pt x="278" y="392"/>
                  </a:lnTo>
                  <a:lnTo>
                    <a:pt x="284" y="384"/>
                  </a:lnTo>
                  <a:lnTo>
                    <a:pt x="287" y="375"/>
                  </a:lnTo>
                  <a:lnTo>
                    <a:pt x="288" y="371"/>
                  </a:lnTo>
                  <a:lnTo>
                    <a:pt x="289" y="355"/>
                  </a:lnTo>
                  <a:lnTo>
                    <a:pt x="293" y="352"/>
                  </a:lnTo>
                  <a:lnTo>
                    <a:pt x="307" y="355"/>
                  </a:lnTo>
                  <a:lnTo>
                    <a:pt x="317" y="358"/>
                  </a:lnTo>
                  <a:lnTo>
                    <a:pt x="326" y="365"/>
                  </a:lnTo>
                  <a:lnTo>
                    <a:pt x="336" y="364"/>
                  </a:lnTo>
                  <a:lnTo>
                    <a:pt x="349" y="352"/>
                  </a:lnTo>
                  <a:lnTo>
                    <a:pt x="360" y="345"/>
                  </a:lnTo>
                  <a:lnTo>
                    <a:pt x="365" y="343"/>
                  </a:lnTo>
                  <a:lnTo>
                    <a:pt x="359" y="337"/>
                  </a:lnTo>
                  <a:lnTo>
                    <a:pt x="358" y="327"/>
                  </a:lnTo>
                  <a:lnTo>
                    <a:pt x="353" y="326"/>
                  </a:lnTo>
                  <a:lnTo>
                    <a:pt x="351" y="314"/>
                  </a:lnTo>
                  <a:lnTo>
                    <a:pt x="360" y="311"/>
                  </a:lnTo>
                  <a:lnTo>
                    <a:pt x="362" y="302"/>
                  </a:lnTo>
                  <a:lnTo>
                    <a:pt x="360" y="298"/>
                  </a:lnTo>
                  <a:lnTo>
                    <a:pt x="366" y="294"/>
                  </a:lnTo>
                  <a:lnTo>
                    <a:pt x="385" y="290"/>
                  </a:lnTo>
                  <a:lnTo>
                    <a:pt x="393" y="289"/>
                  </a:lnTo>
                  <a:lnTo>
                    <a:pt x="403" y="292"/>
                  </a:lnTo>
                  <a:lnTo>
                    <a:pt x="423" y="290"/>
                  </a:lnTo>
                  <a:lnTo>
                    <a:pt x="428" y="286"/>
                  </a:lnTo>
                  <a:lnTo>
                    <a:pt x="436" y="287"/>
                  </a:lnTo>
                  <a:lnTo>
                    <a:pt x="447" y="286"/>
                  </a:lnTo>
                  <a:lnTo>
                    <a:pt x="453" y="288"/>
                  </a:lnTo>
                  <a:lnTo>
                    <a:pt x="456" y="281"/>
                  </a:lnTo>
                  <a:lnTo>
                    <a:pt x="470" y="286"/>
                  </a:lnTo>
                  <a:lnTo>
                    <a:pt x="478" y="289"/>
                  </a:lnTo>
                  <a:lnTo>
                    <a:pt x="496" y="292"/>
                  </a:lnTo>
                  <a:lnTo>
                    <a:pt x="508" y="289"/>
                  </a:lnTo>
                  <a:lnTo>
                    <a:pt x="533" y="300"/>
                  </a:lnTo>
                  <a:lnTo>
                    <a:pt x="536" y="306"/>
                  </a:lnTo>
                  <a:lnTo>
                    <a:pt x="543" y="308"/>
                  </a:lnTo>
                  <a:lnTo>
                    <a:pt x="558" y="308"/>
                  </a:lnTo>
                  <a:lnTo>
                    <a:pt x="563" y="312"/>
                  </a:lnTo>
                  <a:lnTo>
                    <a:pt x="576" y="310"/>
                  </a:lnTo>
                  <a:lnTo>
                    <a:pt x="587" y="306"/>
                  </a:lnTo>
                  <a:lnTo>
                    <a:pt x="591" y="306"/>
                  </a:lnTo>
                  <a:lnTo>
                    <a:pt x="606" y="302"/>
                  </a:lnTo>
                  <a:lnTo>
                    <a:pt x="612" y="304"/>
                  </a:lnTo>
                  <a:lnTo>
                    <a:pt x="622" y="300"/>
                  </a:lnTo>
                  <a:lnTo>
                    <a:pt x="624" y="302"/>
                  </a:lnTo>
                  <a:lnTo>
                    <a:pt x="623" y="308"/>
                  </a:lnTo>
                  <a:lnTo>
                    <a:pt x="626" y="304"/>
                  </a:lnTo>
                  <a:lnTo>
                    <a:pt x="630" y="298"/>
                  </a:lnTo>
                  <a:lnTo>
                    <a:pt x="628" y="288"/>
                  </a:lnTo>
                  <a:lnTo>
                    <a:pt x="627" y="279"/>
                  </a:lnTo>
                  <a:lnTo>
                    <a:pt x="630" y="268"/>
                  </a:lnTo>
                  <a:lnTo>
                    <a:pt x="626" y="263"/>
                  </a:lnTo>
                  <a:lnTo>
                    <a:pt x="633" y="264"/>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71" name="Freeform 100">
              <a:extLst>
                <a:ext uri="{FF2B5EF4-FFF2-40B4-BE49-F238E27FC236}">
                  <a16:creationId xmlns:a16="http://schemas.microsoft.com/office/drawing/2014/main" id="{FA5BA8A9-F57E-43A3-C0FB-17444170E94E}"/>
                </a:ext>
              </a:extLst>
            </p:cNvPr>
            <p:cNvSpPr>
              <a:spLocks noChangeAspect="1"/>
            </p:cNvSpPr>
            <p:nvPr/>
          </p:nvSpPr>
          <p:spPr bwMode="gray">
            <a:xfrm>
              <a:off x="2524142" y="4458996"/>
              <a:ext cx="681635" cy="872935"/>
            </a:xfrm>
            <a:custGeom>
              <a:avLst/>
              <a:gdLst>
                <a:gd name="T0" fmla="*/ 71 w 579"/>
                <a:gd name="T1" fmla="*/ 206 h 700"/>
                <a:gd name="T2" fmla="*/ 66 w 579"/>
                <a:gd name="T3" fmla="*/ 191 h 700"/>
                <a:gd name="T4" fmla="*/ 59 w 579"/>
                <a:gd name="T5" fmla="*/ 198 h 700"/>
                <a:gd name="T6" fmla="*/ 44 w 579"/>
                <a:gd name="T7" fmla="*/ 201 h 700"/>
                <a:gd name="T8" fmla="*/ 25 w 579"/>
                <a:gd name="T9" fmla="*/ 211 h 700"/>
                <a:gd name="T10" fmla="*/ 20 w 579"/>
                <a:gd name="T11" fmla="*/ 199 h 700"/>
                <a:gd name="T12" fmla="*/ 10 w 579"/>
                <a:gd name="T13" fmla="*/ 196 h 700"/>
                <a:gd name="T14" fmla="*/ 6 w 579"/>
                <a:gd name="T15" fmla="*/ 193 h 700"/>
                <a:gd name="T16" fmla="*/ 12 w 579"/>
                <a:gd name="T17" fmla="*/ 178 h 700"/>
                <a:gd name="T18" fmla="*/ 3 w 579"/>
                <a:gd name="T19" fmla="*/ 170 h 700"/>
                <a:gd name="T20" fmla="*/ 17 w 579"/>
                <a:gd name="T21" fmla="*/ 159 h 700"/>
                <a:gd name="T22" fmla="*/ 30 w 579"/>
                <a:gd name="T23" fmla="*/ 160 h 700"/>
                <a:gd name="T24" fmla="*/ 43 w 579"/>
                <a:gd name="T25" fmla="*/ 148 h 700"/>
                <a:gd name="T26" fmla="*/ 56 w 579"/>
                <a:gd name="T27" fmla="*/ 146 h 700"/>
                <a:gd name="T28" fmla="*/ 73 w 579"/>
                <a:gd name="T29" fmla="*/ 138 h 700"/>
                <a:gd name="T30" fmla="*/ 92 w 579"/>
                <a:gd name="T31" fmla="*/ 108 h 700"/>
                <a:gd name="T32" fmla="*/ 93 w 579"/>
                <a:gd name="T33" fmla="*/ 101 h 700"/>
                <a:gd name="T34" fmla="*/ 95 w 579"/>
                <a:gd name="T35" fmla="*/ 76 h 700"/>
                <a:gd name="T36" fmla="*/ 93 w 579"/>
                <a:gd name="T37" fmla="*/ 53 h 700"/>
                <a:gd name="T38" fmla="*/ 75 w 579"/>
                <a:gd name="T39" fmla="*/ 53 h 700"/>
                <a:gd name="T40" fmla="*/ 62 w 579"/>
                <a:gd name="T41" fmla="*/ 63 h 700"/>
                <a:gd name="T42" fmla="*/ 57 w 579"/>
                <a:gd name="T43" fmla="*/ 61 h 700"/>
                <a:gd name="T44" fmla="*/ 45 w 579"/>
                <a:gd name="T45" fmla="*/ 64 h 700"/>
                <a:gd name="T46" fmla="*/ 55 w 579"/>
                <a:gd name="T47" fmla="*/ 49 h 700"/>
                <a:gd name="T48" fmla="*/ 68 w 579"/>
                <a:gd name="T49" fmla="*/ 39 h 700"/>
                <a:gd name="T50" fmla="*/ 79 w 579"/>
                <a:gd name="T51" fmla="*/ 20 h 700"/>
                <a:gd name="T52" fmla="*/ 94 w 579"/>
                <a:gd name="T53" fmla="*/ 12 h 700"/>
                <a:gd name="T54" fmla="*/ 113 w 579"/>
                <a:gd name="T55" fmla="*/ 4 h 700"/>
                <a:gd name="T56" fmla="*/ 120 w 579"/>
                <a:gd name="T57" fmla="*/ 2 h 700"/>
                <a:gd name="T58" fmla="*/ 137 w 579"/>
                <a:gd name="T59" fmla="*/ 3 h 700"/>
                <a:gd name="T60" fmla="*/ 158 w 579"/>
                <a:gd name="T61" fmla="*/ 9 h 700"/>
                <a:gd name="T62" fmla="*/ 176 w 579"/>
                <a:gd name="T63" fmla="*/ 21 h 700"/>
                <a:gd name="T64" fmla="*/ 180 w 579"/>
                <a:gd name="T65" fmla="*/ 31 h 700"/>
                <a:gd name="T66" fmla="*/ 189 w 579"/>
                <a:gd name="T67" fmla="*/ 55 h 700"/>
                <a:gd name="T68" fmla="*/ 177 w 579"/>
                <a:gd name="T69" fmla="*/ 52 h 700"/>
                <a:gd name="T70" fmla="*/ 161 w 579"/>
                <a:gd name="T71" fmla="*/ 60 h 700"/>
                <a:gd name="T72" fmla="*/ 163 w 579"/>
                <a:gd name="T73" fmla="*/ 74 h 700"/>
                <a:gd name="T74" fmla="*/ 170 w 579"/>
                <a:gd name="T75" fmla="*/ 81 h 700"/>
                <a:gd name="T76" fmla="*/ 164 w 579"/>
                <a:gd name="T77" fmla="*/ 91 h 700"/>
                <a:gd name="T78" fmla="*/ 159 w 579"/>
                <a:gd name="T79" fmla="*/ 104 h 700"/>
                <a:gd name="T80" fmla="*/ 167 w 579"/>
                <a:gd name="T81" fmla="*/ 103 h 700"/>
                <a:gd name="T82" fmla="*/ 153 w 579"/>
                <a:gd name="T83" fmla="*/ 110 h 700"/>
                <a:gd name="T84" fmla="*/ 166 w 579"/>
                <a:gd name="T85" fmla="*/ 127 h 700"/>
                <a:gd name="T86" fmla="*/ 165 w 579"/>
                <a:gd name="T87" fmla="*/ 138 h 700"/>
                <a:gd name="T88" fmla="*/ 157 w 579"/>
                <a:gd name="T89" fmla="*/ 149 h 700"/>
                <a:gd name="T90" fmla="*/ 157 w 579"/>
                <a:gd name="T91" fmla="*/ 155 h 700"/>
                <a:gd name="T92" fmla="*/ 159 w 579"/>
                <a:gd name="T93" fmla="*/ 171 h 700"/>
                <a:gd name="T94" fmla="*/ 175 w 579"/>
                <a:gd name="T95" fmla="*/ 180 h 700"/>
                <a:gd name="T96" fmla="*/ 184 w 579"/>
                <a:gd name="T97" fmla="*/ 189 h 700"/>
                <a:gd name="T98" fmla="*/ 189 w 579"/>
                <a:gd name="T99" fmla="*/ 202 h 700"/>
                <a:gd name="T100" fmla="*/ 185 w 579"/>
                <a:gd name="T101" fmla="*/ 223 h 700"/>
                <a:gd name="T102" fmla="*/ 163 w 579"/>
                <a:gd name="T103" fmla="*/ 228 h 700"/>
                <a:gd name="T104" fmla="*/ 152 w 579"/>
                <a:gd name="T105" fmla="*/ 238 h 700"/>
                <a:gd name="T106" fmla="*/ 143 w 579"/>
                <a:gd name="T107" fmla="*/ 245 h 700"/>
                <a:gd name="T108" fmla="*/ 119 w 579"/>
                <a:gd name="T109" fmla="*/ 238 h 700"/>
                <a:gd name="T110" fmla="*/ 107 w 579"/>
                <a:gd name="T111" fmla="*/ 222 h 700"/>
                <a:gd name="T112" fmla="*/ 95 w 579"/>
                <a:gd name="T113" fmla="*/ 216 h 700"/>
                <a:gd name="T114" fmla="*/ 83 w 579"/>
                <a:gd name="T115" fmla="*/ 219 h 700"/>
                <a:gd name="T116" fmla="*/ 70 w 579"/>
                <a:gd name="T117" fmla="*/ 216 h 700"/>
                <a:gd name="T118" fmla="*/ 77 w 579"/>
                <a:gd name="T119" fmla="*/ 212 h 70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79"/>
                <a:gd name="T181" fmla="*/ 0 h 700"/>
                <a:gd name="T182" fmla="*/ 579 w 579"/>
                <a:gd name="T183" fmla="*/ 700 h 70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79" h="700">
                  <a:moveTo>
                    <a:pt x="270" y="583"/>
                  </a:moveTo>
                  <a:lnTo>
                    <a:pt x="256" y="591"/>
                  </a:lnTo>
                  <a:lnTo>
                    <a:pt x="248" y="593"/>
                  </a:lnTo>
                  <a:lnTo>
                    <a:pt x="240" y="584"/>
                  </a:lnTo>
                  <a:lnTo>
                    <a:pt x="230" y="585"/>
                  </a:lnTo>
                  <a:lnTo>
                    <a:pt x="219" y="583"/>
                  </a:lnTo>
                  <a:lnTo>
                    <a:pt x="217" y="585"/>
                  </a:lnTo>
                  <a:lnTo>
                    <a:pt x="212" y="586"/>
                  </a:lnTo>
                  <a:lnTo>
                    <a:pt x="204" y="575"/>
                  </a:lnTo>
                  <a:lnTo>
                    <a:pt x="200" y="564"/>
                  </a:lnTo>
                  <a:lnTo>
                    <a:pt x="210" y="564"/>
                  </a:lnTo>
                  <a:lnTo>
                    <a:pt x="202" y="562"/>
                  </a:lnTo>
                  <a:lnTo>
                    <a:pt x="199" y="555"/>
                  </a:lnTo>
                  <a:lnTo>
                    <a:pt x="201" y="545"/>
                  </a:lnTo>
                  <a:lnTo>
                    <a:pt x="196" y="552"/>
                  </a:lnTo>
                  <a:lnTo>
                    <a:pt x="189" y="550"/>
                  </a:lnTo>
                  <a:lnTo>
                    <a:pt x="185" y="544"/>
                  </a:lnTo>
                  <a:lnTo>
                    <a:pt x="184" y="554"/>
                  </a:lnTo>
                  <a:lnTo>
                    <a:pt x="189" y="558"/>
                  </a:lnTo>
                  <a:lnTo>
                    <a:pt x="189" y="560"/>
                  </a:lnTo>
                  <a:lnTo>
                    <a:pt x="180" y="563"/>
                  </a:lnTo>
                  <a:lnTo>
                    <a:pt x="168" y="562"/>
                  </a:lnTo>
                  <a:lnTo>
                    <a:pt x="162" y="558"/>
                  </a:lnTo>
                  <a:lnTo>
                    <a:pt x="158" y="560"/>
                  </a:lnTo>
                  <a:lnTo>
                    <a:pt x="143" y="558"/>
                  </a:lnTo>
                  <a:lnTo>
                    <a:pt x="135" y="560"/>
                  </a:lnTo>
                  <a:lnTo>
                    <a:pt x="131" y="567"/>
                  </a:lnTo>
                  <a:lnTo>
                    <a:pt x="134" y="571"/>
                  </a:lnTo>
                  <a:lnTo>
                    <a:pt x="124" y="587"/>
                  </a:lnTo>
                  <a:lnTo>
                    <a:pt x="118" y="587"/>
                  </a:lnTo>
                  <a:lnTo>
                    <a:pt x="115" y="589"/>
                  </a:lnTo>
                  <a:lnTo>
                    <a:pt x="108" y="588"/>
                  </a:lnTo>
                  <a:lnTo>
                    <a:pt x="102" y="589"/>
                  </a:lnTo>
                  <a:lnTo>
                    <a:pt x="93" y="586"/>
                  </a:lnTo>
                  <a:lnTo>
                    <a:pt x="77" y="601"/>
                  </a:lnTo>
                  <a:lnTo>
                    <a:pt x="49" y="591"/>
                  </a:lnTo>
                  <a:lnTo>
                    <a:pt x="50" y="585"/>
                  </a:lnTo>
                  <a:lnTo>
                    <a:pt x="47" y="578"/>
                  </a:lnTo>
                  <a:lnTo>
                    <a:pt x="34" y="568"/>
                  </a:lnTo>
                  <a:lnTo>
                    <a:pt x="40" y="567"/>
                  </a:lnTo>
                  <a:lnTo>
                    <a:pt x="54" y="567"/>
                  </a:lnTo>
                  <a:lnTo>
                    <a:pt x="61" y="567"/>
                  </a:lnTo>
                  <a:lnTo>
                    <a:pt x="71" y="569"/>
                  </a:lnTo>
                  <a:lnTo>
                    <a:pt x="86" y="560"/>
                  </a:lnTo>
                  <a:lnTo>
                    <a:pt x="66" y="564"/>
                  </a:lnTo>
                  <a:lnTo>
                    <a:pt x="52" y="560"/>
                  </a:lnTo>
                  <a:lnTo>
                    <a:pt x="44" y="560"/>
                  </a:lnTo>
                  <a:lnTo>
                    <a:pt x="41" y="557"/>
                  </a:lnTo>
                  <a:lnTo>
                    <a:pt x="31" y="557"/>
                  </a:lnTo>
                  <a:lnTo>
                    <a:pt x="31" y="562"/>
                  </a:lnTo>
                  <a:lnTo>
                    <a:pt x="25" y="569"/>
                  </a:lnTo>
                  <a:lnTo>
                    <a:pt x="22" y="566"/>
                  </a:lnTo>
                  <a:lnTo>
                    <a:pt x="18" y="554"/>
                  </a:lnTo>
                  <a:lnTo>
                    <a:pt x="10" y="550"/>
                  </a:lnTo>
                  <a:lnTo>
                    <a:pt x="13" y="547"/>
                  </a:lnTo>
                  <a:lnTo>
                    <a:pt x="18" y="548"/>
                  </a:lnTo>
                  <a:lnTo>
                    <a:pt x="20" y="541"/>
                  </a:lnTo>
                  <a:lnTo>
                    <a:pt x="22" y="541"/>
                  </a:lnTo>
                  <a:lnTo>
                    <a:pt x="29" y="536"/>
                  </a:lnTo>
                  <a:lnTo>
                    <a:pt x="38" y="534"/>
                  </a:lnTo>
                  <a:lnTo>
                    <a:pt x="41" y="525"/>
                  </a:lnTo>
                  <a:lnTo>
                    <a:pt x="42" y="514"/>
                  </a:lnTo>
                  <a:lnTo>
                    <a:pt x="36" y="506"/>
                  </a:lnTo>
                  <a:lnTo>
                    <a:pt x="24" y="504"/>
                  </a:lnTo>
                  <a:lnTo>
                    <a:pt x="10" y="501"/>
                  </a:lnTo>
                  <a:lnTo>
                    <a:pt x="7" y="503"/>
                  </a:lnTo>
                  <a:lnTo>
                    <a:pt x="0" y="502"/>
                  </a:lnTo>
                  <a:lnTo>
                    <a:pt x="3" y="491"/>
                  </a:lnTo>
                  <a:lnTo>
                    <a:pt x="1" y="488"/>
                  </a:lnTo>
                  <a:lnTo>
                    <a:pt x="9" y="483"/>
                  </a:lnTo>
                  <a:lnTo>
                    <a:pt x="15" y="483"/>
                  </a:lnTo>
                  <a:lnTo>
                    <a:pt x="28" y="474"/>
                  </a:lnTo>
                  <a:lnTo>
                    <a:pt x="35" y="474"/>
                  </a:lnTo>
                  <a:lnTo>
                    <a:pt x="39" y="468"/>
                  </a:lnTo>
                  <a:lnTo>
                    <a:pt x="47" y="469"/>
                  </a:lnTo>
                  <a:lnTo>
                    <a:pt x="51" y="466"/>
                  </a:lnTo>
                  <a:lnTo>
                    <a:pt x="52" y="453"/>
                  </a:lnTo>
                  <a:lnTo>
                    <a:pt x="55" y="449"/>
                  </a:lnTo>
                  <a:lnTo>
                    <a:pt x="63" y="451"/>
                  </a:lnTo>
                  <a:lnTo>
                    <a:pt x="73" y="449"/>
                  </a:lnTo>
                  <a:lnTo>
                    <a:pt x="80" y="457"/>
                  </a:lnTo>
                  <a:lnTo>
                    <a:pt x="90" y="450"/>
                  </a:lnTo>
                  <a:lnTo>
                    <a:pt x="93" y="448"/>
                  </a:lnTo>
                  <a:lnTo>
                    <a:pt x="93" y="455"/>
                  </a:lnTo>
                  <a:lnTo>
                    <a:pt x="105" y="452"/>
                  </a:lnTo>
                  <a:lnTo>
                    <a:pt x="104" y="449"/>
                  </a:lnTo>
                  <a:lnTo>
                    <a:pt x="107" y="445"/>
                  </a:lnTo>
                  <a:lnTo>
                    <a:pt x="116" y="443"/>
                  </a:lnTo>
                  <a:lnTo>
                    <a:pt x="127" y="428"/>
                  </a:lnTo>
                  <a:lnTo>
                    <a:pt x="127" y="426"/>
                  </a:lnTo>
                  <a:lnTo>
                    <a:pt x="133" y="422"/>
                  </a:lnTo>
                  <a:lnTo>
                    <a:pt x="143" y="429"/>
                  </a:lnTo>
                  <a:lnTo>
                    <a:pt x="141" y="422"/>
                  </a:lnTo>
                  <a:lnTo>
                    <a:pt x="148" y="418"/>
                  </a:lnTo>
                  <a:lnTo>
                    <a:pt x="150" y="416"/>
                  </a:lnTo>
                  <a:lnTo>
                    <a:pt x="160" y="416"/>
                  </a:lnTo>
                  <a:lnTo>
                    <a:pt x="169" y="414"/>
                  </a:lnTo>
                  <a:lnTo>
                    <a:pt x="172" y="416"/>
                  </a:lnTo>
                  <a:lnTo>
                    <a:pt x="176" y="416"/>
                  </a:lnTo>
                  <a:lnTo>
                    <a:pt x="189" y="408"/>
                  </a:lnTo>
                  <a:lnTo>
                    <a:pt x="192" y="408"/>
                  </a:lnTo>
                  <a:lnTo>
                    <a:pt x="207" y="394"/>
                  </a:lnTo>
                  <a:lnTo>
                    <a:pt x="216" y="391"/>
                  </a:lnTo>
                  <a:lnTo>
                    <a:pt x="218" y="393"/>
                  </a:lnTo>
                  <a:lnTo>
                    <a:pt x="224" y="391"/>
                  </a:lnTo>
                  <a:lnTo>
                    <a:pt x="235" y="382"/>
                  </a:lnTo>
                  <a:lnTo>
                    <a:pt x="242" y="382"/>
                  </a:lnTo>
                  <a:lnTo>
                    <a:pt x="250" y="375"/>
                  </a:lnTo>
                  <a:lnTo>
                    <a:pt x="254" y="369"/>
                  </a:lnTo>
                  <a:lnTo>
                    <a:pt x="267" y="348"/>
                  </a:lnTo>
                  <a:lnTo>
                    <a:pt x="277" y="326"/>
                  </a:lnTo>
                  <a:lnTo>
                    <a:pt x="281" y="309"/>
                  </a:lnTo>
                  <a:lnTo>
                    <a:pt x="285" y="300"/>
                  </a:lnTo>
                  <a:lnTo>
                    <a:pt x="286" y="288"/>
                  </a:lnTo>
                  <a:lnTo>
                    <a:pt x="287" y="286"/>
                  </a:lnTo>
                  <a:lnTo>
                    <a:pt x="295" y="286"/>
                  </a:lnTo>
                  <a:lnTo>
                    <a:pt x="306" y="280"/>
                  </a:lnTo>
                  <a:lnTo>
                    <a:pt x="287" y="281"/>
                  </a:lnTo>
                  <a:lnTo>
                    <a:pt x="283" y="286"/>
                  </a:lnTo>
                  <a:lnTo>
                    <a:pt x="280" y="273"/>
                  </a:lnTo>
                  <a:lnTo>
                    <a:pt x="276" y="261"/>
                  </a:lnTo>
                  <a:lnTo>
                    <a:pt x="273" y="257"/>
                  </a:lnTo>
                  <a:lnTo>
                    <a:pt x="275" y="244"/>
                  </a:lnTo>
                  <a:lnTo>
                    <a:pt x="279" y="235"/>
                  </a:lnTo>
                  <a:lnTo>
                    <a:pt x="284" y="230"/>
                  </a:lnTo>
                  <a:lnTo>
                    <a:pt x="290" y="218"/>
                  </a:lnTo>
                  <a:lnTo>
                    <a:pt x="281" y="198"/>
                  </a:lnTo>
                  <a:lnTo>
                    <a:pt x="268" y="180"/>
                  </a:lnTo>
                  <a:lnTo>
                    <a:pt x="275" y="173"/>
                  </a:lnTo>
                  <a:lnTo>
                    <a:pt x="274" y="164"/>
                  </a:lnTo>
                  <a:lnTo>
                    <a:pt x="269" y="158"/>
                  </a:lnTo>
                  <a:lnTo>
                    <a:pt x="271" y="149"/>
                  </a:lnTo>
                  <a:lnTo>
                    <a:pt x="283" y="151"/>
                  </a:lnTo>
                  <a:lnTo>
                    <a:pt x="290" y="143"/>
                  </a:lnTo>
                  <a:lnTo>
                    <a:pt x="286" y="143"/>
                  </a:lnTo>
                  <a:lnTo>
                    <a:pt x="269" y="148"/>
                  </a:lnTo>
                  <a:lnTo>
                    <a:pt x="264" y="145"/>
                  </a:lnTo>
                  <a:lnTo>
                    <a:pt x="248" y="147"/>
                  </a:lnTo>
                  <a:lnTo>
                    <a:pt x="233" y="146"/>
                  </a:lnTo>
                  <a:lnTo>
                    <a:pt x="231" y="151"/>
                  </a:lnTo>
                  <a:lnTo>
                    <a:pt x="221" y="151"/>
                  </a:lnTo>
                  <a:lnTo>
                    <a:pt x="214" y="152"/>
                  </a:lnTo>
                  <a:lnTo>
                    <a:pt x="211" y="154"/>
                  </a:lnTo>
                  <a:lnTo>
                    <a:pt x="198" y="160"/>
                  </a:lnTo>
                  <a:lnTo>
                    <a:pt x="198" y="164"/>
                  </a:lnTo>
                  <a:lnTo>
                    <a:pt x="193" y="172"/>
                  </a:lnTo>
                  <a:lnTo>
                    <a:pt x="191" y="178"/>
                  </a:lnTo>
                  <a:lnTo>
                    <a:pt x="194" y="178"/>
                  </a:lnTo>
                  <a:lnTo>
                    <a:pt x="193" y="184"/>
                  </a:lnTo>
                  <a:lnTo>
                    <a:pt x="191" y="185"/>
                  </a:lnTo>
                  <a:lnTo>
                    <a:pt x="188" y="190"/>
                  </a:lnTo>
                  <a:lnTo>
                    <a:pt x="182" y="186"/>
                  </a:lnTo>
                  <a:lnTo>
                    <a:pt x="184" y="180"/>
                  </a:lnTo>
                  <a:lnTo>
                    <a:pt x="174" y="173"/>
                  </a:lnTo>
                  <a:lnTo>
                    <a:pt x="171" y="171"/>
                  </a:lnTo>
                  <a:lnTo>
                    <a:pt x="162" y="179"/>
                  </a:lnTo>
                  <a:lnTo>
                    <a:pt x="158" y="177"/>
                  </a:lnTo>
                  <a:lnTo>
                    <a:pt x="152" y="179"/>
                  </a:lnTo>
                  <a:lnTo>
                    <a:pt x="146" y="179"/>
                  </a:lnTo>
                  <a:lnTo>
                    <a:pt x="141" y="185"/>
                  </a:lnTo>
                  <a:lnTo>
                    <a:pt x="136" y="183"/>
                  </a:lnTo>
                  <a:lnTo>
                    <a:pt x="134" y="178"/>
                  </a:lnTo>
                  <a:lnTo>
                    <a:pt x="146" y="156"/>
                  </a:lnTo>
                  <a:lnTo>
                    <a:pt x="149" y="155"/>
                  </a:lnTo>
                  <a:lnTo>
                    <a:pt x="152" y="150"/>
                  </a:lnTo>
                  <a:lnTo>
                    <a:pt x="158" y="148"/>
                  </a:lnTo>
                  <a:lnTo>
                    <a:pt x="162" y="141"/>
                  </a:lnTo>
                  <a:lnTo>
                    <a:pt x="168" y="139"/>
                  </a:lnTo>
                  <a:lnTo>
                    <a:pt x="171" y="134"/>
                  </a:lnTo>
                  <a:lnTo>
                    <a:pt x="181" y="128"/>
                  </a:lnTo>
                  <a:lnTo>
                    <a:pt x="183" y="132"/>
                  </a:lnTo>
                  <a:lnTo>
                    <a:pt x="189" y="130"/>
                  </a:lnTo>
                  <a:lnTo>
                    <a:pt x="199" y="121"/>
                  </a:lnTo>
                  <a:lnTo>
                    <a:pt x="204" y="119"/>
                  </a:lnTo>
                  <a:lnTo>
                    <a:pt x="209" y="112"/>
                  </a:lnTo>
                  <a:lnTo>
                    <a:pt x="216" y="111"/>
                  </a:lnTo>
                  <a:lnTo>
                    <a:pt x="223" y="105"/>
                  </a:lnTo>
                  <a:lnTo>
                    <a:pt x="231" y="95"/>
                  </a:lnTo>
                  <a:lnTo>
                    <a:pt x="232" y="76"/>
                  </a:lnTo>
                  <a:lnTo>
                    <a:pt x="235" y="66"/>
                  </a:lnTo>
                  <a:lnTo>
                    <a:pt x="239" y="61"/>
                  </a:lnTo>
                  <a:lnTo>
                    <a:pt x="244" y="57"/>
                  </a:lnTo>
                  <a:lnTo>
                    <a:pt x="253" y="50"/>
                  </a:lnTo>
                  <a:lnTo>
                    <a:pt x="254" y="49"/>
                  </a:lnTo>
                  <a:lnTo>
                    <a:pt x="260" y="48"/>
                  </a:lnTo>
                  <a:lnTo>
                    <a:pt x="266" y="38"/>
                  </a:lnTo>
                  <a:lnTo>
                    <a:pt x="273" y="32"/>
                  </a:lnTo>
                  <a:lnTo>
                    <a:pt x="284" y="30"/>
                  </a:lnTo>
                  <a:lnTo>
                    <a:pt x="287" y="33"/>
                  </a:lnTo>
                  <a:lnTo>
                    <a:pt x="300" y="30"/>
                  </a:lnTo>
                  <a:lnTo>
                    <a:pt x="311" y="22"/>
                  </a:lnTo>
                  <a:lnTo>
                    <a:pt x="329" y="18"/>
                  </a:lnTo>
                  <a:lnTo>
                    <a:pt x="339" y="16"/>
                  </a:lnTo>
                  <a:lnTo>
                    <a:pt x="347" y="19"/>
                  </a:lnTo>
                  <a:lnTo>
                    <a:pt x="352" y="26"/>
                  </a:lnTo>
                  <a:lnTo>
                    <a:pt x="346" y="10"/>
                  </a:lnTo>
                  <a:lnTo>
                    <a:pt x="340" y="6"/>
                  </a:lnTo>
                  <a:lnTo>
                    <a:pt x="340" y="0"/>
                  </a:lnTo>
                  <a:lnTo>
                    <a:pt x="348" y="0"/>
                  </a:lnTo>
                  <a:lnTo>
                    <a:pt x="354" y="4"/>
                  </a:lnTo>
                  <a:lnTo>
                    <a:pt x="360" y="6"/>
                  </a:lnTo>
                  <a:lnTo>
                    <a:pt x="365" y="4"/>
                  </a:lnTo>
                  <a:lnTo>
                    <a:pt x="368" y="6"/>
                  </a:lnTo>
                  <a:lnTo>
                    <a:pt x="375" y="16"/>
                  </a:lnTo>
                  <a:lnTo>
                    <a:pt x="382" y="16"/>
                  </a:lnTo>
                  <a:lnTo>
                    <a:pt x="393" y="18"/>
                  </a:lnTo>
                  <a:lnTo>
                    <a:pt x="398" y="16"/>
                  </a:lnTo>
                  <a:lnTo>
                    <a:pt x="403" y="14"/>
                  </a:lnTo>
                  <a:lnTo>
                    <a:pt x="411" y="12"/>
                  </a:lnTo>
                  <a:lnTo>
                    <a:pt x="420" y="8"/>
                  </a:lnTo>
                  <a:lnTo>
                    <a:pt x="434" y="4"/>
                  </a:lnTo>
                  <a:lnTo>
                    <a:pt x="442" y="2"/>
                  </a:lnTo>
                  <a:lnTo>
                    <a:pt x="447" y="2"/>
                  </a:lnTo>
                  <a:lnTo>
                    <a:pt x="453" y="0"/>
                  </a:lnTo>
                  <a:lnTo>
                    <a:pt x="459" y="0"/>
                  </a:lnTo>
                  <a:lnTo>
                    <a:pt x="461" y="6"/>
                  </a:lnTo>
                  <a:lnTo>
                    <a:pt x="484" y="26"/>
                  </a:lnTo>
                  <a:lnTo>
                    <a:pt x="496" y="39"/>
                  </a:lnTo>
                  <a:lnTo>
                    <a:pt x="508" y="47"/>
                  </a:lnTo>
                  <a:lnTo>
                    <a:pt x="509" y="37"/>
                  </a:lnTo>
                  <a:lnTo>
                    <a:pt x="513" y="41"/>
                  </a:lnTo>
                  <a:lnTo>
                    <a:pt x="522" y="43"/>
                  </a:lnTo>
                  <a:lnTo>
                    <a:pt x="534" y="54"/>
                  </a:lnTo>
                  <a:lnTo>
                    <a:pt x="538" y="60"/>
                  </a:lnTo>
                  <a:lnTo>
                    <a:pt x="538" y="66"/>
                  </a:lnTo>
                  <a:lnTo>
                    <a:pt x="528" y="70"/>
                  </a:lnTo>
                  <a:lnTo>
                    <a:pt x="526" y="74"/>
                  </a:lnTo>
                  <a:lnTo>
                    <a:pt x="531" y="84"/>
                  </a:lnTo>
                  <a:lnTo>
                    <a:pt x="538" y="88"/>
                  </a:lnTo>
                  <a:lnTo>
                    <a:pt x="546" y="87"/>
                  </a:lnTo>
                  <a:lnTo>
                    <a:pt x="550" y="90"/>
                  </a:lnTo>
                  <a:lnTo>
                    <a:pt x="546" y="98"/>
                  </a:lnTo>
                  <a:lnTo>
                    <a:pt x="552" y="108"/>
                  </a:lnTo>
                  <a:lnTo>
                    <a:pt x="558" y="128"/>
                  </a:lnTo>
                  <a:lnTo>
                    <a:pt x="562" y="131"/>
                  </a:lnTo>
                  <a:lnTo>
                    <a:pt x="569" y="131"/>
                  </a:lnTo>
                  <a:lnTo>
                    <a:pt x="577" y="136"/>
                  </a:lnTo>
                  <a:lnTo>
                    <a:pt x="578" y="156"/>
                  </a:lnTo>
                  <a:lnTo>
                    <a:pt x="572" y="156"/>
                  </a:lnTo>
                  <a:lnTo>
                    <a:pt x="567" y="160"/>
                  </a:lnTo>
                  <a:lnTo>
                    <a:pt x="562" y="162"/>
                  </a:lnTo>
                  <a:lnTo>
                    <a:pt x="557" y="159"/>
                  </a:lnTo>
                  <a:lnTo>
                    <a:pt x="552" y="150"/>
                  </a:lnTo>
                  <a:lnTo>
                    <a:pt x="546" y="152"/>
                  </a:lnTo>
                  <a:lnTo>
                    <a:pt x="541" y="149"/>
                  </a:lnTo>
                  <a:lnTo>
                    <a:pt x="538" y="153"/>
                  </a:lnTo>
                  <a:lnTo>
                    <a:pt x="530" y="152"/>
                  </a:lnTo>
                  <a:lnTo>
                    <a:pt x="527" y="146"/>
                  </a:lnTo>
                  <a:lnTo>
                    <a:pt x="509" y="156"/>
                  </a:lnTo>
                  <a:lnTo>
                    <a:pt x="499" y="155"/>
                  </a:lnTo>
                  <a:lnTo>
                    <a:pt x="488" y="169"/>
                  </a:lnTo>
                  <a:lnTo>
                    <a:pt x="491" y="171"/>
                  </a:lnTo>
                  <a:lnTo>
                    <a:pt x="492" y="176"/>
                  </a:lnTo>
                  <a:lnTo>
                    <a:pt x="484" y="181"/>
                  </a:lnTo>
                  <a:lnTo>
                    <a:pt x="486" y="188"/>
                  </a:lnTo>
                  <a:lnTo>
                    <a:pt x="484" y="196"/>
                  </a:lnTo>
                  <a:lnTo>
                    <a:pt x="489" y="204"/>
                  </a:lnTo>
                  <a:lnTo>
                    <a:pt x="496" y="205"/>
                  </a:lnTo>
                  <a:lnTo>
                    <a:pt x="498" y="210"/>
                  </a:lnTo>
                  <a:lnTo>
                    <a:pt x="504" y="207"/>
                  </a:lnTo>
                  <a:lnTo>
                    <a:pt x="515" y="214"/>
                  </a:lnTo>
                  <a:lnTo>
                    <a:pt x="517" y="217"/>
                  </a:lnTo>
                  <a:lnTo>
                    <a:pt x="518" y="220"/>
                  </a:lnTo>
                  <a:lnTo>
                    <a:pt x="523" y="222"/>
                  </a:lnTo>
                  <a:lnTo>
                    <a:pt x="525" y="226"/>
                  </a:lnTo>
                  <a:lnTo>
                    <a:pt x="522" y="231"/>
                  </a:lnTo>
                  <a:lnTo>
                    <a:pt x="518" y="229"/>
                  </a:lnTo>
                  <a:lnTo>
                    <a:pt x="510" y="229"/>
                  </a:lnTo>
                  <a:lnTo>
                    <a:pt x="505" y="239"/>
                  </a:lnTo>
                  <a:lnTo>
                    <a:pt x="506" y="246"/>
                  </a:lnTo>
                  <a:lnTo>
                    <a:pt x="504" y="251"/>
                  </a:lnTo>
                  <a:lnTo>
                    <a:pt x="500" y="255"/>
                  </a:lnTo>
                  <a:lnTo>
                    <a:pt x="502" y="260"/>
                  </a:lnTo>
                  <a:lnTo>
                    <a:pt x="496" y="262"/>
                  </a:lnTo>
                  <a:lnTo>
                    <a:pt x="495" y="271"/>
                  </a:lnTo>
                  <a:lnTo>
                    <a:pt x="486" y="274"/>
                  </a:lnTo>
                  <a:lnTo>
                    <a:pt x="485" y="278"/>
                  </a:lnTo>
                  <a:lnTo>
                    <a:pt x="488" y="290"/>
                  </a:lnTo>
                  <a:lnTo>
                    <a:pt x="484" y="293"/>
                  </a:lnTo>
                  <a:lnTo>
                    <a:pt x="486" y="297"/>
                  </a:lnTo>
                  <a:lnTo>
                    <a:pt x="495" y="293"/>
                  </a:lnTo>
                  <a:lnTo>
                    <a:pt x="494" y="288"/>
                  </a:lnTo>
                  <a:lnTo>
                    <a:pt x="500" y="286"/>
                  </a:lnTo>
                  <a:lnTo>
                    <a:pt x="503" y="282"/>
                  </a:lnTo>
                  <a:lnTo>
                    <a:pt x="509" y="278"/>
                  </a:lnTo>
                  <a:lnTo>
                    <a:pt x="512" y="282"/>
                  </a:lnTo>
                  <a:lnTo>
                    <a:pt x="510" y="292"/>
                  </a:lnTo>
                  <a:lnTo>
                    <a:pt x="509" y="301"/>
                  </a:lnTo>
                  <a:lnTo>
                    <a:pt x="504" y="302"/>
                  </a:lnTo>
                  <a:lnTo>
                    <a:pt x="503" y="306"/>
                  </a:lnTo>
                  <a:lnTo>
                    <a:pt x="494" y="305"/>
                  </a:lnTo>
                  <a:lnTo>
                    <a:pt x="483" y="309"/>
                  </a:lnTo>
                  <a:lnTo>
                    <a:pt x="476" y="315"/>
                  </a:lnTo>
                  <a:lnTo>
                    <a:pt x="468" y="312"/>
                  </a:lnTo>
                  <a:lnTo>
                    <a:pt x="462" y="323"/>
                  </a:lnTo>
                  <a:lnTo>
                    <a:pt x="467" y="333"/>
                  </a:lnTo>
                  <a:lnTo>
                    <a:pt x="478" y="339"/>
                  </a:lnTo>
                  <a:lnTo>
                    <a:pt x="484" y="347"/>
                  </a:lnTo>
                  <a:lnTo>
                    <a:pt x="490" y="351"/>
                  </a:lnTo>
                  <a:lnTo>
                    <a:pt x="497" y="359"/>
                  </a:lnTo>
                  <a:lnTo>
                    <a:pt x="508" y="362"/>
                  </a:lnTo>
                  <a:lnTo>
                    <a:pt x="519" y="361"/>
                  </a:lnTo>
                  <a:lnTo>
                    <a:pt x="517" y="369"/>
                  </a:lnTo>
                  <a:lnTo>
                    <a:pt x="511" y="371"/>
                  </a:lnTo>
                  <a:lnTo>
                    <a:pt x="508" y="383"/>
                  </a:lnTo>
                  <a:lnTo>
                    <a:pt x="517" y="389"/>
                  </a:lnTo>
                  <a:lnTo>
                    <a:pt x="516" y="393"/>
                  </a:lnTo>
                  <a:lnTo>
                    <a:pt x="504" y="391"/>
                  </a:lnTo>
                  <a:lnTo>
                    <a:pt x="498" y="394"/>
                  </a:lnTo>
                  <a:lnTo>
                    <a:pt x="497" y="398"/>
                  </a:lnTo>
                  <a:lnTo>
                    <a:pt x="493" y="400"/>
                  </a:lnTo>
                  <a:lnTo>
                    <a:pt x="491" y="406"/>
                  </a:lnTo>
                  <a:lnTo>
                    <a:pt x="484" y="412"/>
                  </a:lnTo>
                  <a:lnTo>
                    <a:pt x="485" y="418"/>
                  </a:lnTo>
                  <a:lnTo>
                    <a:pt x="479" y="424"/>
                  </a:lnTo>
                  <a:lnTo>
                    <a:pt x="482" y="428"/>
                  </a:lnTo>
                  <a:lnTo>
                    <a:pt x="487" y="425"/>
                  </a:lnTo>
                  <a:lnTo>
                    <a:pt x="490" y="428"/>
                  </a:lnTo>
                  <a:lnTo>
                    <a:pt x="486" y="433"/>
                  </a:lnTo>
                  <a:lnTo>
                    <a:pt x="476" y="436"/>
                  </a:lnTo>
                  <a:lnTo>
                    <a:pt x="476" y="441"/>
                  </a:lnTo>
                  <a:lnTo>
                    <a:pt x="481" y="441"/>
                  </a:lnTo>
                  <a:lnTo>
                    <a:pt x="481" y="447"/>
                  </a:lnTo>
                  <a:lnTo>
                    <a:pt x="478" y="451"/>
                  </a:lnTo>
                  <a:lnTo>
                    <a:pt x="479" y="457"/>
                  </a:lnTo>
                  <a:lnTo>
                    <a:pt x="485" y="464"/>
                  </a:lnTo>
                  <a:lnTo>
                    <a:pt x="484" y="472"/>
                  </a:lnTo>
                  <a:lnTo>
                    <a:pt x="483" y="476"/>
                  </a:lnTo>
                  <a:lnTo>
                    <a:pt x="488" y="487"/>
                  </a:lnTo>
                  <a:lnTo>
                    <a:pt x="499" y="508"/>
                  </a:lnTo>
                  <a:lnTo>
                    <a:pt x="508" y="509"/>
                  </a:lnTo>
                  <a:lnTo>
                    <a:pt x="508" y="513"/>
                  </a:lnTo>
                  <a:lnTo>
                    <a:pt x="511" y="517"/>
                  </a:lnTo>
                  <a:lnTo>
                    <a:pt x="518" y="512"/>
                  </a:lnTo>
                  <a:lnTo>
                    <a:pt x="525" y="509"/>
                  </a:lnTo>
                  <a:lnTo>
                    <a:pt x="536" y="511"/>
                  </a:lnTo>
                  <a:lnTo>
                    <a:pt x="538" y="515"/>
                  </a:lnTo>
                  <a:lnTo>
                    <a:pt x="544" y="516"/>
                  </a:lnTo>
                  <a:lnTo>
                    <a:pt x="548" y="522"/>
                  </a:lnTo>
                  <a:lnTo>
                    <a:pt x="555" y="524"/>
                  </a:lnTo>
                  <a:lnTo>
                    <a:pt x="554" y="534"/>
                  </a:lnTo>
                  <a:lnTo>
                    <a:pt x="557" y="537"/>
                  </a:lnTo>
                  <a:lnTo>
                    <a:pt x="563" y="536"/>
                  </a:lnTo>
                  <a:lnTo>
                    <a:pt x="565" y="540"/>
                  </a:lnTo>
                  <a:lnTo>
                    <a:pt x="570" y="539"/>
                  </a:lnTo>
                  <a:lnTo>
                    <a:pt x="576" y="546"/>
                  </a:lnTo>
                  <a:lnTo>
                    <a:pt x="578" y="554"/>
                  </a:lnTo>
                  <a:lnTo>
                    <a:pt x="573" y="555"/>
                  </a:lnTo>
                  <a:lnTo>
                    <a:pt x="572" y="561"/>
                  </a:lnTo>
                  <a:lnTo>
                    <a:pt x="577" y="573"/>
                  </a:lnTo>
                  <a:lnTo>
                    <a:pt x="573" y="579"/>
                  </a:lnTo>
                  <a:lnTo>
                    <a:pt x="575" y="587"/>
                  </a:lnTo>
                  <a:lnTo>
                    <a:pt x="575" y="602"/>
                  </a:lnTo>
                  <a:lnTo>
                    <a:pt x="573" y="607"/>
                  </a:lnTo>
                  <a:lnTo>
                    <a:pt x="574" y="612"/>
                  </a:lnTo>
                  <a:lnTo>
                    <a:pt x="572" y="626"/>
                  </a:lnTo>
                  <a:lnTo>
                    <a:pt x="565" y="634"/>
                  </a:lnTo>
                  <a:lnTo>
                    <a:pt x="554" y="637"/>
                  </a:lnTo>
                  <a:lnTo>
                    <a:pt x="527" y="647"/>
                  </a:lnTo>
                  <a:lnTo>
                    <a:pt x="519" y="650"/>
                  </a:lnTo>
                  <a:lnTo>
                    <a:pt x="503" y="649"/>
                  </a:lnTo>
                  <a:lnTo>
                    <a:pt x="504" y="642"/>
                  </a:lnTo>
                  <a:lnTo>
                    <a:pt x="501" y="641"/>
                  </a:lnTo>
                  <a:lnTo>
                    <a:pt x="498" y="649"/>
                  </a:lnTo>
                  <a:lnTo>
                    <a:pt x="494" y="653"/>
                  </a:lnTo>
                  <a:lnTo>
                    <a:pt x="486" y="656"/>
                  </a:lnTo>
                  <a:lnTo>
                    <a:pt x="477" y="661"/>
                  </a:lnTo>
                  <a:lnTo>
                    <a:pt x="469" y="664"/>
                  </a:lnTo>
                  <a:lnTo>
                    <a:pt x="467" y="670"/>
                  </a:lnTo>
                  <a:lnTo>
                    <a:pt x="468" y="672"/>
                  </a:lnTo>
                  <a:lnTo>
                    <a:pt x="466" y="676"/>
                  </a:lnTo>
                  <a:lnTo>
                    <a:pt x="461" y="676"/>
                  </a:lnTo>
                  <a:lnTo>
                    <a:pt x="463" y="678"/>
                  </a:lnTo>
                  <a:lnTo>
                    <a:pt x="459" y="684"/>
                  </a:lnTo>
                  <a:lnTo>
                    <a:pt x="459" y="688"/>
                  </a:lnTo>
                  <a:lnTo>
                    <a:pt x="455" y="694"/>
                  </a:lnTo>
                  <a:lnTo>
                    <a:pt x="446" y="694"/>
                  </a:lnTo>
                  <a:lnTo>
                    <a:pt x="438" y="699"/>
                  </a:lnTo>
                  <a:lnTo>
                    <a:pt x="416" y="699"/>
                  </a:lnTo>
                  <a:lnTo>
                    <a:pt x="412" y="697"/>
                  </a:lnTo>
                  <a:lnTo>
                    <a:pt x="406" y="698"/>
                  </a:lnTo>
                  <a:lnTo>
                    <a:pt x="403" y="696"/>
                  </a:lnTo>
                  <a:lnTo>
                    <a:pt x="386" y="692"/>
                  </a:lnTo>
                  <a:lnTo>
                    <a:pt x="374" y="691"/>
                  </a:lnTo>
                  <a:lnTo>
                    <a:pt x="365" y="678"/>
                  </a:lnTo>
                  <a:lnTo>
                    <a:pt x="358" y="671"/>
                  </a:lnTo>
                  <a:lnTo>
                    <a:pt x="354" y="668"/>
                  </a:lnTo>
                  <a:lnTo>
                    <a:pt x="356" y="662"/>
                  </a:lnTo>
                  <a:lnTo>
                    <a:pt x="341" y="664"/>
                  </a:lnTo>
                  <a:lnTo>
                    <a:pt x="333" y="653"/>
                  </a:lnTo>
                  <a:lnTo>
                    <a:pt x="330" y="641"/>
                  </a:lnTo>
                  <a:lnTo>
                    <a:pt x="327" y="632"/>
                  </a:lnTo>
                  <a:lnTo>
                    <a:pt x="321" y="621"/>
                  </a:lnTo>
                  <a:lnTo>
                    <a:pt x="318" y="619"/>
                  </a:lnTo>
                  <a:lnTo>
                    <a:pt x="315" y="616"/>
                  </a:lnTo>
                  <a:lnTo>
                    <a:pt x="314" y="612"/>
                  </a:lnTo>
                  <a:lnTo>
                    <a:pt x="304" y="610"/>
                  </a:lnTo>
                  <a:lnTo>
                    <a:pt x="298" y="613"/>
                  </a:lnTo>
                  <a:lnTo>
                    <a:pt x="290" y="614"/>
                  </a:lnTo>
                  <a:lnTo>
                    <a:pt x="284" y="616"/>
                  </a:lnTo>
                  <a:lnTo>
                    <a:pt x="280" y="621"/>
                  </a:lnTo>
                  <a:lnTo>
                    <a:pt x="285" y="626"/>
                  </a:lnTo>
                  <a:lnTo>
                    <a:pt x="277" y="629"/>
                  </a:lnTo>
                  <a:lnTo>
                    <a:pt x="271" y="628"/>
                  </a:lnTo>
                  <a:lnTo>
                    <a:pt x="265" y="629"/>
                  </a:lnTo>
                  <a:lnTo>
                    <a:pt x="254" y="623"/>
                  </a:lnTo>
                  <a:lnTo>
                    <a:pt x="242" y="624"/>
                  </a:lnTo>
                  <a:lnTo>
                    <a:pt x="248" y="629"/>
                  </a:lnTo>
                  <a:lnTo>
                    <a:pt x="246" y="631"/>
                  </a:lnTo>
                  <a:lnTo>
                    <a:pt x="228" y="633"/>
                  </a:lnTo>
                  <a:lnTo>
                    <a:pt x="223" y="625"/>
                  </a:lnTo>
                  <a:lnTo>
                    <a:pt x="213" y="624"/>
                  </a:lnTo>
                  <a:lnTo>
                    <a:pt x="215" y="616"/>
                  </a:lnTo>
                  <a:lnTo>
                    <a:pt x="214" y="606"/>
                  </a:lnTo>
                  <a:lnTo>
                    <a:pt x="220" y="602"/>
                  </a:lnTo>
                  <a:lnTo>
                    <a:pt x="225" y="595"/>
                  </a:lnTo>
                  <a:lnTo>
                    <a:pt x="229" y="595"/>
                  </a:lnTo>
                  <a:lnTo>
                    <a:pt x="227" y="600"/>
                  </a:lnTo>
                  <a:lnTo>
                    <a:pt x="231" y="600"/>
                  </a:lnTo>
                  <a:lnTo>
                    <a:pt x="235" y="602"/>
                  </a:lnTo>
                  <a:lnTo>
                    <a:pt x="250" y="601"/>
                  </a:lnTo>
                  <a:lnTo>
                    <a:pt x="253" y="597"/>
                  </a:lnTo>
                  <a:lnTo>
                    <a:pt x="261" y="595"/>
                  </a:lnTo>
                  <a:lnTo>
                    <a:pt x="268" y="589"/>
                  </a:lnTo>
                  <a:lnTo>
                    <a:pt x="270" y="583"/>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72" name="Freeform 101">
              <a:extLst>
                <a:ext uri="{FF2B5EF4-FFF2-40B4-BE49-F238E27FC236}">
                  <a16:creationId xmlns:a16="http://schemas.microsoft.com/office/drawing/2014/main" id="{5CCCDF39-FA20-25EB-9848-AB96DF72AA9F}"/>
                </a:ext>
              </a:extLst>
            </p:cNvPr>
            <p:cNvSpPr>
              <a:spLocks noChangeAspect="1"/>
            </p:cNvSpPr>
            <p:nvPr/>
          </p:nvSpPr>
          <p:spPr bwMode="gray">
            <a:xfrm>
              <a:off x="2740370" y="4408513"/>
              <a:ext cx="140034" cy="132518"/>
            </a:xfrm>
            <a:custGeom>
              <a:avLst/>
              <a:gdLst>
                <a:gd name="T0" fmla="*/ 0 w 115"/>
                <a:gd name="T1" fmla="*/ 17 h 105"/>
                <a:gd name="T2" fmla="*/ 2 w 115"/>
                <a:gd name="T3" fmla="*/ 16 h 105"/>
                <a:gd name="T4" fmla="*/ 1 w 115"/>
                <a:gd name="T5" fmla="*/ 15 h 105"/>
                <a:gd name="T6" fmla="*/ 1 w 115"/>
                <a:gd name="T7" fmla="*/ 11 h 105"/>
                <a:gd name="T8" fmla="*/ 3 w 115"/>
                <a:gd name="T9" fmla="*/ 6 h 105"/>
                <a:gd name="T10" fmla="*/ 1 w 115"/>
                <a:gd name="T11" fmla="*/ 3 h 105"/>
                <a:gd name="T12" fmla="*/ 2 w 115"/>
                <a:gd name="T13" fmla="*/ 1 h 105"/>
                <a:gd name="T14" fmla="*/ 4 w 115"/>
                <a:gd name="T15" fmla="*/ 2 h 105"/>
                <a:gd name="T16" fmla="*/ 5 w 115"/>
                <a:gd name="T17" fmla="*/ 1 h 105"/>
                <a:gd name="T18" fmla="*/ 7 w 115"/>
                <a:gd name="T19" fmla="*/ 2 h 105"/>
                <a:gd name="T20" fmla="*/ 8 w 115"/>
                <a:gd name="T21" fmla="*/ 1 h 105"/>
                <a:gd name="T22" fmla="*/ 9 w 115"/>
                <a:gd name="T23" fmla="*/ 1 h 105"/>
                <a:gd name="T24" fmla="*/ 10 w 115"/>
                <a:gd name="T25" fmla="*/ 1 h 105"/>
                <a:gd name="T26" fmla="*/ 12 w 115"/>
                <a:gd name="T27" fmla="*/ 1 h 105"/>
                <a:gd name="T28" fmla="*/ 12 w 115"/>
                <a:gd name="T29" fmla="*/ 0 h 105"/>
                <a:gd name="T30" fmla="*/ 13 w 115"/>
                <a:gd name="T31" fmla="*/ 0 h 105"/>
                <a:gd name="T32" fmla="*/ 15 w 115"/>
                <a:gd name="T33" fmla="*/ 1 h 105"/>
                <a:gd name="T34" fmla="*/ 17 w 115"/>
                <a:gd name="T35" fmla="*/ 0 h 105"/>
                <a:gd name="T36" fmla="*/ 18 w 115"/>
                <a:gd name="T37" fmla="*/ 2 h 105"/>
                <a:gd name="T38" fmla="*/ 22 w 115"/>
                <a:gd name="T39" fmla="*/ 2 h 105"/>
                <a:gd name="T40" fmla="*/ 23 w 115"/>
                <a:gd name="T41" fmla="*/ 5 h 105"/>
                <a:gd name="T42" fmla="*/ 22 w 115"/>
                <a:gd name="T43" fmla="*/ 8 h 105"/>
                <a:gd name="T44" fmla="*/ 23 w 115"/>
                <a:gd name="T45" fmla="*/ 7 h 105"/>
                <a:gd name="T46" fmla="*/ 24 w 115"/>
                <a:gd name="T47" fmla="*/ 10 h 105"/>
                <a:gd name="T48" fmla="*/ 26 w 115"/>
                <a:gd name="T49" fmla="*/ 10 h 105"/>
                <a:gd name="T50" fmla="*/ 28 w 115"/>
                <a:gd name="T51" fmla="*/ 15 h 105"/>
                <a:gd name="T52" fmla="*/ 27 w 115"/>
                <a:gd name="T53" fmla="*/ 17 h 105"/>
                <a:gd name="T54" fmla="*/ 32 w 115"/>
                <a:gd name="T55" fmla="*/ 16 h 105"/>
                <a:gd name="T56" fmla="*/ 34 w 115"/>
                <a:gd name="T57" fmla="*/ 14 h 105"/>
                <a:gd name="T58" fmla="*/ 36 w 115"/>
                <a:gd name="T59" fmla="*/ 14 h 105"/>
                <a:gd name="T60" fmla="*/ 37 w 115"/>
                <a:gd name="T61" fmla="*/ 15 h 105"/>
                <a:gd name="T62" fmla="*/ 40 w 115"/>
                <a:gd name="T63" fmla="*/ 15 h 105"/>
                <a:gd name="T64" fmla="*/ 40 w 115"/>
                <a:gd name="T65" fmla="*/ 17 h 105"/>
                <a:gd name="T66" fmla="*/ 37 w 115"/>
                <a:gd name="T67" fmla="*/ 19 h 105"/>
                <a:gd name="T68" fmla="*/ 35 w 115"/>
                <a:gd name="T69" fmla="*/ 23 h 105"/>
                <a:gd name="T70" fmla="*/ 33 w 115"/>
                <a:gd name="T71" fmla="*/ 25 h 105"/>
                <a:gd name="T72" fmla="*/ 28 w 115"/>
                <a:gd name="T73" fmla="*/ 26 h 105"/>
                <a:gd name="T74" fmla="*/ 25 w 115"/>
                <a:gd name="T75" fmla="*/ 30 h 105"/>
                <a:gd name="T76" fmla="*/ 23 w 115"/>
                <a:gd name="T77" fmla="*/ 30 h 105"/>
                <a:gd name="T78" fmla="*/ 19 w 115"/>
                <a:gd name="T79" fmla="*/ 34 h 105"/>
                <a:gd name="T80" fmla="*/ 18 w 115"/>
                <a:gd name="T81" fmla="*/ 35 h 105"/>
                <a:gd name="T82" fmla="*/ 17 w 115"/>
                <a:gd name="T83" fmla="*/ 35 h 105"/>
                <a:gd name="T84" fmla="*/ 16 w 115"/>
                <a:gd name="T85" fmla="*/ 35 h 105"/>
                <a:gd name="T86" fmla="*/ 16 w 115"/>
                <a:gd name="T87" fmla="*/ 37 h 105"/>
                <a:gd name="T88" fmla="*/ 15 w 115"/>
                <a:gd name="T89" fmla="*/ 37 h 105"/>
                <a:gd name="T90" fmla="*/ 14 w 115"/>
                <a:gd name="T91" fmla="*/ 35 h 105"/>
                <a:gd name="T92" fmla="*/ 12 w 115"/>
                <a:gd name="T93" fmla="*/ 35 h 105"/>
                <a:gd name="T94" fmla="*/ 12 w 115"/>
                <a:gd name="T95" fmla="*/ 34 h 105"/>
                <a:gd name="T96" fmla="*/ 14 w 115"/>
                <a:gd name="T97" fmla="*/ 30 h 105"/>
                <a:gd name="T98" fmla="*/ 12 w 115"/>
                <a:gd name="T99" fmla="*/ 32 h 105"/>
                <a:gd name="T100" fmla="*/ 10 w 115"/>
                <a:gd name="T101" fmla="*/ 33 h 105"/>
                <a:gd name="T102" fmla="*/ 8 w 115"/>
                <a:gd name="T103" fmla="*/ 30 h 105"/>
                <a:gd name="T104" fmla="*/ 7 w 115"/>
                <a:gd name="T105" fmla="*/ 31 h 105"/>
                <a:gd name="T106" fmla="*/ 4 w 115"/>
                <a:gd name="T107" fmla="*/ 29 h 105"/>
                <a:gd name="T108" fmla="*/ 5 w 115"/>
                <a:gd name="T109" fmla="*/ 26 h 105"/>
                <a:gd name="T110" fmla="*/ 4 w 115"/>
                <a:gd name="T111" fmla="*/ 23 h 105"/>
                <a:gd name="T112" fmla="*/ 3 w 115"/>
                <a:gd name="T113" fmla="*/ 22 h 105"/>
                <a:gd name="T114" fmla="*/ 1 w 115"/>
                <a:gd name="T115" fmla="*/ 22 h 105"/>
                <a:gd name="T116" fmla="*/ 1 w 115"/>
                <a:gd name="T117" fmla="*/ 21 h 105"/>
                <a:gd name="T118" fmla="*/ 1 w 115"/>
                <a:gd name="T119" fmla="*/ 20 h 105"/>
                <a:gd name="T120" fmla="*/ 0 w 115"/>
                <a:gd name="T121" fmla="*/ 17 h 10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5"/>
                <a:gd name="T184" fmla="*/ 0 h 105"/>
                <a:gd name="T185" fmla="*/ 115 w 115"/>
                <a:gd name="T186" fmla="*/ 105 h 10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5" h="105">
                  <a:moveTo>
                    <a:pt x="0" y="47"/>
                  </a:moveTo>
                  <a:lnTo>
                    <a:pt x="6" y="43"/>
                  </a:lnTo>
                  <a:lnTo>
                    <a:pt x="2" y="42"/>
                  </a:lnTo>
                  <a:lnTo>
                    <a:pt x="1" y="32"/>
                  </a:lnTo>
                  <a:lnTo>
                    <a:pt x="8" y="16"/>
                  </a:lnTo>
                  <a:lnTo>
                    <a:pt x="4" y="9"/>
                  </a:lnTo>
                  <a:lnTo>
                    <a:pt x="6" y="4"/>
                  </a:lnTo>
                  <a:lnTo>
                    <a:pt x="12" y="6"/>
                  </a:lnTo>
                  <a:lnTo>
                    <a:pt x="16" y="4"/>
                  </a:lnTo>
                  <a:lnTo>
                    <a:pt x="19" y="6"/>
                  </a:lnTo>
                  <a:lnTo>
                    <a:pt x="24" y="4"/>
                  </a:lnTo>
                  <a:lnTo>
                    <a:pt x="25" y="1"/>
                  </a:lnTo>
                  <a:lnTo>
                    <a:pt x="29" y="2"/>
                  </a:lnTo>
                  <a:lnTo>
                    <a:pt x="33" y="2"/>
                  </a:lnTo>
                  <a:lnTo>
                    <a:pt x="33" y="0"/>
                  </a:lnTo>
                  <a:lnTo>
                    <a:pt x="37" y="0"/>
                  </a:lnTo>
                  <a:lnTo>
                    <a:pt x="43" y="2"/>
                  </a:lnTo>
                  <a:lnTo>
                    <a:pt x="47" y="0"/>
                  </a:lnTo>
                  <a:lnTo>
                    <a:pt x="51" y="5"/>
                  </a:lnTo>
                  <a:lnTo>
                    <a:pt x="63" y="6"/>
                  </a:lnTo>
                  <a:lnTo>
                    <a:pt x="66" y="14"/>
                  </a:lnTo>
                  <a:lnTo>
                    <a:pt x="64" y="22"/>
                  </a:lnTo>
                  <a:lnTo>
                    <a:pt x="66" y="20"/>
                  </a:lnTo>
                  <a:lnTo>
                    <a:pt x="68" y="26"/>
                  </a:lnTo>
                  <a:lnTo>
                    <a:pt x="74" y="27"/>
                  </a:lnTo>
                  <a:lnTo>
                    <a:pt x="79" y="42"/>
                  </a:lnTo>
                  <a:lnTo>
                    <a:pt x="78" y="46"/>
                  </a:lnTo>
                  <a:lnTo>
                    <a:pt x="92" y="44"/>
                  </a:lnTo>
                  <a:lnTo>
                    <a:pt x="96" y="40"/>
                  </a:lnTo>
                  <a:lnTo>
                    <a:pt x="103" y="38"/>
                  </a:lnTo>
                  <a:lnTo>
                    <a:pt x="105" y="42"/>
                  </a:lnTo>
                  <a:lnTo>
                    <a:pt x="114" y="42"/>
                  </a:lnTo>
                  <a:lnTo>
                    <a:pt x="114" y="46"/>
                  </a:lnTo>
                  <a:lnTo>
                    <a:pt x="107" y="53"/>
                  </a:lnTo>
                  <a:lnTo>
                    <a:pt x="100" y="64"/>
                  </a:lnTo>
                  <a:lnTo>
                    <a:pt x="94" y="68"/>
                  </a:lnTo>
                  <a:lnTo>
                    <a:pt x="81" y="74"/>
                  </a:lnTo>
                  <a:lnTo>
                    <a:pt x="72" y="84"/>
                  </a:lnTo>
                  <a:lnTo>
                    <a:pt x="66" y="84"/>
                  </a:lnTo>
                  <a:lnTo>
                    <a:pt x="54" y="94"/>
                  </a:lnTo>
                  <a:lnTo>
                    <a:pt x="50" y="98"/>
                  </a:lnTo>
                  <a:lnTo>
                    <a:pt x="47" y="96"/>
                  </a:lnTo>
                  <a:lnTo>
                    <a:pt x="45" y="98"/>
                  </a:lnTo>
                  <a:lnTo>
                    <a:pt x="46" y="104"/>
                  </a:lnTo>
                  <a:lnTo>
                    <a:pt x="44" y="104"/>
                  </a:lnTo>
                  <a:lnTo>
                    <a:pt x="40" y="98"/>
                  </a:lnTo>
                  <a:lnTo>
                    <a:pt x="36" y="99"/>
                  </a:lnTo>
                  <a:lnTo>
                    <a:pt x="36" y="94"/>
                  </a:lnTo>
                  <a:lnTo>
                    <a:pt x="39" y="83"/>
                  </a:lnTo>
                  <a:lnTo>
                    <a:pt x="34" y="90"/>
                  </a:lnTo>
                  <a:lnTo>
                    <a:pt x="29" y="92"/>
                  </a:lnTo>
                  <a:lnTo>
                    <a:pt x="24" y="84"/>
                  </a:lnTo>
                  <a:lnTo>
                    <a:pt x="19" y="86"/>
                  </a:lnTo>
                  <a:lnTo>
                    <a:pt x="12" y="80"/>
                  </a:lnTo>
                  <a:lnTo>
                    <a:pt x="14" y="74"/>
                  </a:lnTo>
                  <a:lnTo>
                    <a:pt x="10" y="65"/>
                  </a:lnTo>
                  <a:lnTo>
                    <a:pt x="8" y="60"/>
                  </a:lnTo>
                  <a:lnTo>
                    <a:pt x="4" y="60"/>
                  </a:lnTo>
                  <a:lnTo>
                    <a:pt x="4" y="58"/>
                  </a:lnTo>
                  <a:lnTo>
                    <a:pt x="2" y="56"/>
                  </a:lnTo>
                  <a:lnTo>
                    <a:pt x="0" y="47"/>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73" name="Freeform 102">
              <a:extLst>
                <a:ext uri="{FF2B5EF4-FFF2-40B4-BE49-F238E27FC236}">
                  <a16:creationId xmlns:a16="http://schemas.microsoft.com/office/drawing/2014/main" id="{04BC2C24-7927-A4E6-159A-2ABA47C27D82}"/>
                </a:ext>
              </a:extLst>
            </p:cNvPr>
            <p:cNvSpPr>
              <a:spLocks noChangeAspect="1"/>
            </p:cNvSpPr>
            <p:nvPr/>
          </p:nvSpPr>
          <p:spPr bwMode="gray">
            <a:xfrm>
              <a:off x="2713599" y="4448479"/>
              <a:ext cx="35008" cy="37862"/>
            </a:xfrm>
            <a:custGeom>
              <a:avLst/>
              <a:gdLst>
                <a:gd name="T0" fmla="*/ 0 w 27"/>
                <a:gd name="T1" fmla="*/ 2 h 30"/>
                <a:gd name="T2" fmla="*/ 2 w 27"/>
                <a:gd name="T3" fmla="*/ 0 h 30"/>
                <a:gd name="T4" fmla="*/ 3 w 27"/>
                <a:gd name="T5" fmla="*/ 1 h 30"/>
                <a:gd name="T6" fmla="*/ 5 w 27"/>
                <a:gd name="T7" fmla="*/ 0 h 30"/>
                <a:gd name="T8" fmla="*/ 7 w 27"/>
                <a:gd name="T9" fmla="*/ 1 h 30"/>
                <a:gd name="T10" fmla="*/ 6 w 27"/>
                <a:gd name="T11" fmla="*/ 1 h 30"/>
                <a:gd name="T12" fmla="*/ 8 w 27"/>
                <a:gd name="T13" fmla="*/ 3 h 30"/>
                <a:gd name="T14" fmla="*/ 10 w 27"/>
                <a:gd name="T15" fmla="*/ 3 h 30"/>
                <a:gd name="T16" fmla="*/ 9 w 27"/>
                <a:gd name="T17" fmla="*/ 5 h 30"/>
                <a:gd name="T18" fmla="*/ 9 w 27"/>
                <a:gd name="T19" fmla="*/ 8 h 30"/>
                <a:gd name="T20" fmla="*/ 9 w 27"/>
                <a:gd name="T21" fmla="*/ 8 h 30"/>
                <a:gd name="T22" fmla="*/ 10 w 27"/>
                <a:gd name="T23" fmla="*/ 10 h 30"/>
                <a:gd name="T24" fmla="*/ 9 w 27"/>
                <a:gd name="T25" fmla="*/ 10 h 30"/>
                <a:gd name="T26" fmla="*/ 8 w 27"/>
                <a:gd name="T27" fmla="*/ 10 h 30"/>
                <a:gd name="T28" fmla="*/ 7 w 27"/>
                <a:gd name="T29" fmla="*/ 10 h 30"/>
                <a:gd name="T30" fmla="*/ 7 w 27"/>
                <a:gd name="T31" fmla="*/ 8 h 30"/>
                <a:gd name="T32" fmla="*/ 6 w 27"/>
                <a:gd name="T33" fmla="*/ 7 h 30"/>
                <a:gd name="T34" fmla="*/ 5 w 27"/>
                <a:gd name="T35" fmla="*/ 6 h 30"/>
                <a:gd name="T36" fmla="*/ 4 w 27"/>
                <a:gd name="T37" fmla="*/ 5 h 30"/>
                <a:gd name="T38" fmla="*/ 3 w 27"/>
                <a:gd name="T39" fmla="*/ 6 h 30"/>
                <a:gd name="T40" fmla="*/ 0 w 27"/>
                <a:gd name="T41" fmla="*/ 5 h 30"/>
                <a:gd name="T42" fmla="*/ 0 w 27"/>
                <a:gd name="T43" fmla="*/ 2 h 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7"/>
                <a:gd name="T67" fmla="*/ 0 h 30"/>
                <a:gd name="T68" fmla="*/ 27 w 27"/>
                <a:gd name="T69" fmla="*/ 30 h 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7" h="30">
                  <a:moveTo>
                    <a:pt x="0" y="5"/>
                  </a:moveTo>
                  <a:lnTo>
                    <a:pt x="4" y="0"/>
                  </a:lnTo>
                  <a:lnTo>
                    <a:pt x="8" y="1"/>
                  </a:lnTo>
                  <a:lnTo>
                    <a:pt x="13" y="0"/>
                  </a:lnTo>
                  <a:lnTo>
                    <a:pt x="17" y="1"/>
                  </a:lnTo>
                  <a:lnTo>
                    <a:pt x="14" y="3"/>
                  </a:lnTo>
                  <a:lnTo>
                    <a:pt x="20" y="8"/>
                  </a:lnTo>
                  <a:lnTo>
                    <a:pt x="26" y="9"/>
                  </a:lnTo>
                  <a:lnTo>
                    <a:pt x="22" y="14"/>
                  </a:lnTo>
                  <a:lnTo>
                    <a:pt x="23" y="21"/>
                  </a:lnTo>
                  <a:lnTo>
                    <a:pt x="24" y="24"/>
                  </a:lnTo>
                  <a:lnTo>
                    <a:pt x="26" y="26"/>
                  </a:lnTo>
                  <a:lnTo>
                    <a:pt x="22" y="28"/>
                  </a:lnTo>
                  <a:lnTo>
                    <a:pt x="19" y="29"/>
                  </a:lnTo>
                  <a:lnTo>
                    <a:pt x="17" y="27"/>
                  </a:lnTo>
                  <a:lnTo>
                    <a:pt x="17" y="21"/>
                  </a:lnTo>
                  <a:lnTo>
                    <a:pt x="15" y="18"/>
                  </a:lnTo>
                  <a:lnTo>
                    <a:pt x="13" y="16"/>
                  </a:lnTo>
                  <a:lnTo>
                    <a:pt x="9" y="15"/>
                  </a:lnTo>
                  <a:lnTo>
                    <a:pt x="7" y="17"/>
                  </a:lnTo>
                  <a:lnTo>
                    <a:pt x="0" y="13"/>
                  </a:lnTo>
                  <a:lnTo>
                    <a:pt x="0" y="5"/>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sp>
          <p:nvSpPr>
            <p:cNvPr id="74" name="Freeform 103">
              <a:extLst>
                <a:ext uri="{FF2B5EF4-FFF2-40B4-BE49-F238E27FC236}">
                  <a16:creationId xmlns:a16="http://schemas.microsoft.com/office/drawing/2014/main" id="{B13E42AE-8A5B-B111-39F3-62B7D80CBC32}"/>
                </a:ext>
              </a:extLst>
            </p:cNvPr>
            <p:cNvSpPr>
              <a:spLocks noChangeAspect="1"/>
            </p:cNvSpPr>
            <p:nvPr/>
          </p:nvSpPr>
          <p:spPr bwMode="gray">
            <a:xfrm>
              <a:off x="3263438" y="3941545"/>
              <a:ext cx="669279" cy="555313"/>
            </a:xfrm>
            <a:custGeom>
              <a:avLst/>
              <a:gdLst>
                <a:gd name="T0" fmla="*/ 24 w 565"/>
                <a:gd name="T1" fmla="*/ 76 h 444"/>
                <a:gd name="T2" fmla="*/ 20 w 565"/>
                <a:gd name="T3" fmla="*/ 70 h 444"/>
                <a:gd name="T4" fmla="*/ 16 w 565"/>
                <a:gd name="T5" fmla="*/ 65 h 444"/>
                <a:gd name="T6" fmla="*/ 5 w 565"/>
                <a:gd name="T7" fmla="*/ 61 h 444"/>
                <a:gd name="T8" fmla="*/ 2 w 565"/>
                <a:gd name="T9" fmla="*/ 46 h 444"/>
                <a:gd name="T10" fmla="*/ 12 w 565"/>
                <a:gd name="T11" fmla="*/ 38 h 444"/>
                <a:gd name="T12" fmla="*/ 17 w 565"/>
                <a:gd name="T13" fmla="*/ 28 h 444"/>
                <a:gd name="T14" fmla="*/ 19 w 565"/>
                <a:gd name="T15" fmla="*/ 17 h 444"/>
                <a:gd name="T16" fmla="*/ 27 w 565"/>
                <a:gd name="T17" fmla="*/ 11 h 444"/>
                <a:gd name="T18" fmla="*/ 36 w 565"/>
                <a:gd name="T19" fmla="*/ 11 h 444"/>
                <a:gd name="T20" fmla="*/ 45 w 565"/>
                <a:gd name="T21" fmla="*/ 9 h 444"/>
                <a:gd name="T22" fmla="*/ 53 w 565"/>
                <a:gd name="T23" fmla="*/ 8 h 444"/>
                <a:gd name="T24" fmla="*/ 62 w 565"/>
                <a:gd name="T25" fmla="*/ 5 h 444"/>
                <a:gd name="T26" fmla="*/ 72 w 565"/>
                <a:gd name="T27" fmla="*/ 10 h 444"/>
                <a:gd name="T28" fmla="*/ 75 w 565"/>
                <a:gd name="T29" fmla="*/ 8 h 444"/>
                <a:gd name="T30" fmla="*/ 82 w 565"/>
                <a:gd name="T31" fmla="*/ 10 h 444"/>
                <a:gd name="T32" fmla="*/ 88 w 565"/>
                <a:gd name="T33" fmla="*/ 8 h 444"/>
                <a:gd name="T34" fmla="*/ 94 w 565"/>
                <a:gd name="T35" fmla="*/ 7 h 444"/>
                <a:gd name="T36" fmla="*/ 104 w 565"/>
                <a:gd name="T37" fmla="*/ 8 h 444"/>
                <a:gd name="T38" fmla="*/ 114 w 565"/>
                <a:gd name="T39" fmla="*/ 8 h 444"/>
                <a:gd name="T40" fmla="*/ 120 w 565"/>
                <a:gd name="T41" fmla="*/ 0 h 444"/>
                <a:gd name="T42" fmla="*/ 134 w 565"/>
                <a:gd name="T43" fmla="*/ 8 h 444"/>
                <a:gd name="T44" fmla="*/ 144 w 565"/>
                <a:gd name="T45" fmla="*/ 23 h 444"/>
                <a:gd name="T46" fmla="*/ 151 w 565"/>
                <a:gd name="T47" fmla="*/ 38 h 444"/>
                <a:gd name="T48" fmla="*/ 158 w 565"/>
                <a:gd name="T49" fmla="*/ 47 h 444"/>
                <a:gd name="T50" fmla="*/ 171 w 565"/>
                <a:gd name="T51" fmla="*/ 55 h 444"/>
                <a:gd name="T52" fmla="*/ 163 w 565"/>
                <a:gd name="T53" fmla="*/ 74 h 444"/>
                <a:gd name="T54" fmla="*/ 180 w 565"/>
                <a:gd name="T55" fmla="*/ 107 h 444"/>
                <a:gd name="T56" fmla="*/ 185 w 565"/>
                <a:gd name="T57" fmla="*/ 120 h 444"/>
                <a:gd name="T58" fmla="*/ 170 w 565"/>
                <a:gd name="T59" fmla="*/ 117 h 444"/>
                <a:gd name="T60" fmla="*/ 148 w 565"/>
                <a:gd name="T61" fmla="*/ 106 h 444"/>
                <a:gd name="T62" fmla="*/ 128 w 565"/>
                <a:gd name="T63" fmla="*/ 107 h 444"/>
                <a:gd name="T64" fmla="*/ 133 w 565"/>
                <a:gd name="T65" fmla="*/ 106 h 444"/>
                <a:gd name="T66" fmla="*/ 143 w 565"/>
                <a:gd name="T67" fmla="*/ 109 h 444"/>
                <a:gd name="T68" fmla="*/ 159 w 565"/>
                <a:gd name="T69" fmla="*/ 110 h 444"/>
                <a:gd name="T70" fmla="*/ 177 w 565"/>
                <a:gd name="T71" fmla="*/ 128 h 444"/>
                <a:gd name="T72" fmla="*/ 169 w 565"/>
                <a:gd name="T73" fmla="*/ 138 h 444"/>
                <a:gd name="T74" fmla="*/ 162 w 565"/>
                <a:gd name="T75" fmla="*/ 124 h 444"/>
                <a:gd name="T76" fmla="*/ 146 w 565"/>
                <a:gd name="T77" fmla="*/ 124 h 444"/>
                <a:gd name="T78" fmla="*/ 146 w 565"/>
                <a:gd name="T79" fmla="*/ 130 h 444"/>
                <a:gd name="T80" fmla="*/ 132 w 565"/>
                <a:gd name="T81" fmla="*/ 138 h 444"/>
                <a:gd name="T82" fmla="*/ 121 w 565"/>
                <a:gd name="T83" fmla="*/ 136 h 444"/>
                <a:gd name="T84" fmla="*/ 111 w 565"/>
                <a:gd name="T85" fmla="*/ 137 h 444"/>
                <a:gd name="T86" fmla="*/ 105 w 565"/>
                <a:gd name="T87" fmla="*/ 142 h 444"/>
                <a:gd name="T88" fmla="*/ 97 w 565"/>
                <a:gd name="T89" fmla="*/ 145 h 444"/>
                <a:gd name="T90" fmla="*/ 91 w 565"/>
                <a:gd name="T91" fmla="*/ 154 h 444"/>
                <a:gd name="T92" fmla="*/ 81 w 565"/>
                <a:gd name="T93" fmla="*/ 153 h 444"/>
                <a:gd name="T94" fmla="*/ 73 w 565"/>
                <a:gd name="T95" fmla="*/ 155 h 444"/>
                <a:gd name="T96" fmla="*/ 61 w 565"/>
                <a:gd name="T97" fmla="*/ 155 h 444"/>
                <a:gd name="T98" fmla="*/ 60 w 565"/>
                <a:gd name="T99" fmla="*/ 149 h 444"/>
                <a:gd name="T100" fmla="*/ 58 w 565"/>
                <a:gd name="T101" fmla="*/ 143 h 444"/>
                <a:gd name="T102" fmla="*/ 53 w 565"/>
                <a:gd name="T103" fmla="*/ 136 h 444"/>
                <a:gd name="T104" fmla="*/ 47 w 565"/>
                <a:gd name="T105" fmla="*/ 128 h 444"/>
                <a:gd name="T106" fmla="*/ 40 w 565"/>
                <a:gd name="T107" fmla="*/ 123 h 444"/>
                <a:gd name="T108" fmla="*/ 33 w 565"/>
                <a:gd name="T109" fmla="*/ 112 h 444"/>
                <a:gd name="T110" fmla="*/ 26 w 565"/>
                <a:gd name="T111" fmla="*/ 106 h 444"/>
                <a:gd name="T112" fmla="*/ 28 w 565"/>
                <a:gd name="T113" fmla="*/ 95 h 44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65"/>
                <a:gd name="T172" fmla="*/ 0 h 444"/>
                <a:gd name="T173" fmla="*/ 565 w 565"/>
                <a:gd name="T174" fmla="*/ 444 h 44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65" h="444">
                  <a:moveTo>
                    <a:pt x="105" y="244"/>
                  </a:moveTo>
                  <a:lnTo>
                    <a:pt x="97" y="239"/>
                  </a:lnTo>
                  <a:lnTo>
                    <a:pt x="90" y="227"/>
                  </a:lnTo>
                  <a:lnTo>
                    <a:pt x="85" y="218"/>
                  </a:lnTo>
                  <a:lnTo>
                    <a:pt x="73" y="213"/>
                  </a:lnTo>
                  <a:lnTo>
                    <a:pt x="73" y="204"/>
                  </a:lnTo>
                  <a:lnTo>
                    <a:pt x="69" y="201"/>
                  </a:lnTo>
                  <a:lnTo>
                    <a:pt x="66" y="205"/>
                  </a:lnTo>
                  <a:lnTo>
                    <a:pt x="61" y="200"/>
                  </a:lnTo>
                  <a:lnTo>
                    <a:pt x="61" y="196"/>
                  </a:lnTo>
                  <a:lnTo>
                    <a:pt x="55" y="196"/>
                  </a:lnTo>
                  <a:lnTo>
                    <a:pt x="53" y="192"/>
                  </a:lnTo>
                  <a:lnTo>
                    <a:pt x="48" y="192"/>
                  </a:lnTo>
                  <a:lnTo>
                    <a:pt x="45" y="187"/>
                  </a:lnTo>
                  <a:lnTo>
                    <a:pt x="47" y="184"/>
                  </a:lnTo>
                  <a:lnTo>
                    <a:pt x="45" y="180"/>
                  </a:lnTo>
                  <a:lnTo>
                    <a:pt x="41" y="174"/>
                  </a:lnTo>
                  <a:lnTo>
                    <a:pt x="35" y="177"/>
                  </a:lnTo>
                  <a:lnTo>
                    <a:pt x="19" y="177"/>
                  </a:lnTo>
                  <a:lnTo>
                    <a:pt x="15" y="173"/>
                  </a:lnTo>
                  <a:lnTo>
                    <a:pt x="16" y="164"/>
                  </a:lnTo>
                  <a:lnTo>
                    <a:pt x="13" y="157"/>
                  </a:lnTo>
                  <a:lnTo>
                    <a:pt x="0" y="147"/>
                  </a:lnTo>
                  <a:lnTo>
                    <a:pt x="0" y="133"/>
                  </a:lnTo>
                  <a:lnTo>
                    <a:pt x="6" y="132"/>
                  </a:lnTo>
                  <a:lnTo>
                    <a:pt x="16" y="117"/>
                  </a:lnTo>
                  <a:lnTo>
                    <a:pt x="22" y="112"/>
                  </a:lnTo>
                  <a:lnTo>
                    <a:pt x="30" y="110"/>
                  </a:lnTo>
                  <a:lnTo>
                    <a:pt x="33" y="110"/>
                  </a:lnTo>
                  <a:lnTo>
                    <a:pt x="35" y="107"/>
                  </a:lnTo>
                  <a:lnTo>
                    <a:pt x="42" y="111"/>
                  </a:lnTo>
                  <a:lnTo>
                    <a:pt x="48" y="110"/>
                  </a:lnTo>
                  <a:lnTo>
                    <a:pt x="50" y="106"/>
                  </a:lnTo>
                  <a:lnTo>
                    <a:pt x="48" y="97"/>
                  </a:lnTo>
                  <a:lnTo>
                    <a:pt x="53" y="79"/>
                  </a:lnTo>
                  <a:lnTo>
                    <a:pt x="51" y="73"/>
                  </a:lnTo>
                  <a:lnTo>
                    <a:pt x="43" y="68"/>
                  </a:lnTo>
                  <a:lnTo>
                    <a:pt x="51" y="61"/>
                  </a:lnTo>
                  <a:lnTo>
                    <a:pt x="60" y="57"/>
                  </a:lnTo>
                  <a:lnTo>
                    <a:pt x="57" y="49"/>
                  </a:lnTo>
                  <a:lnTo>
                    <a:pt x="60" y="37"/>
                  </a:lnTo>
                  <a:lnTo>
                    <a:pt x="66" y="31"/>
                  </a:lnTo>
                  <a:lnTo>
                    <a:pt x="74" y="34"/>
                  </a:lnTo>
                  <a:lnTo>
                    <a:pt x="79" y="31"/>
                  </a:lnTo>
                  <a:lnTo>
                    <a:pt x="82" y="31"/>
                  </a:lnTo>
                  <a:lnTo>
                    <a:pt x="86" y="35"/>
                  </a:lnTo>
                  <a:lnTo>
                    <a:pt x="91" y="29"/>
                  </a:lnTo>
                  <a:lnTo>
                    <a:pt x="97" y="29"/>
                  </a:lnTo>
                  <a:lnTo>
                    <a:pt x="105" y="26"/>
                  </a:lnTo>
                  <a:lnTo>
                    <a:pt x="109" y="30"/>
                  </a:lnTo>
                  <a:lnTo>
                    <a:pt x="119" y="35"/>
                  </a:lnTo>
                  <a:lnTo>
                    <a:pt x="123" y="34"/>
                  </a:lnTo>
                  <a:lnTo>
                    <a:pt x="130" y="29"/>
                  </a:lnTo>
                  <a:lnTo>
                    <a:pt x="135" y="30"/>
                  </a:lnTo>
                  <a:lnTo>
                    <a:pt x="136" y="25"/>
                  </a:lnTo>
                  <a:lnTo>
                    <a:pt x="144" y="22"/>
                  </a:lnTo>
                  <a:lnTo>
                    <a:pt x="145" y="16"/>
                  </a:lnTo>
                  <a:lnTo>
                    <a:pt x="154" y="14"/>
                  </a:lnTo>
                  <a:lnTo>
                    <a:pt x="157" y="22"/>
                  </a:lnTo>
                  <a:lnTo>
                    <a:pt x="161" y="24"/>
                  </a:lnTo>
                  <a:lnTo>
                    <a:pt x="164" y="20"/>
                  </a:lnTo>
                  <a:lnTo>
                    <a:pt x="165" y="9"/>
                  </a:lnTo>
                  <a:lnTo>
                    <a:pt x="176" y="6"/>
                  </a:lnTo>
                  <a:lnTo>
                    <a:pt x="188" y="10"/>
                  </a:lnTo>
                  <a:lnTo>
                    <a:pt x="188" y="13"/>
                  </a:lnTo>
                  <a:lnTo>
                    <a:pt x="202" y="15"/>
                  </a:lnTo>
                  <a:lnTo>
                    <a:pt x="202" y="21"/>
                  </a:lnTo>
                  <a:lnTo>
                    <a:pt x="209" y="26"/>
                  </a:lnTo>
                  <a:lnTo>
                    <a:pt x="212" y="30"/>
                  </a:lnTo>
                  <a:lnTo>
                    <a:pt x="217" y="28"/>
                  </a:lnTo>
                  <a:lnTo>
                    <a:pt x="222" y="28"/>
                  </a:lnTo>
                  <a:lnTo>
                    <a:pt x="225" y="35"/>
                  </a:lnTo>
                  <a:lnTo>
                    <a:pt x="230" y="35"/>
                  </a:lnTo>
                  <a:lnTo>
                    <a:pt x="228" y="28"/>
                  </a:lnTo>
                  <a:lnTo>
                    <a:pt x="227" y="22"/>
                  </a:lnTo>
                  <a:lnTo>
                    <a:pt x="233" y="22"/>
                  </a:lnTo>
                  <a:lnTo>
                    <a:pt x="233" y="28"/>
                  </a:lnTo>
                  <a:lnTo>
                    <a:pt x="238" y="24"/>
                  </a:lnTo>
                  <a:lnTo>
                    <a:pt x="244" y="25"/>
                  </a:lnTo>
                  <a:lnTo>
                    <a:pt x="246" y="29"/>
                  </a:lnTo>
                  <a:lnTo>
                    <a:pt x="252" y="30"/>
                  </a:lnTo>
                  <a:lnTo>
                    <a:pt x="254" y="32"/>
                  </a:lnTo>
                  <a:lnTo>
                    <a:pt x="259" y="32"/>
                  </a:lnTo>
                  <a:lnTo>
                    <a:pt x="262" y="23"/>
                  </a:lnTo>
                  <a:lnTo>
                    <a:pt x="266" y="23"/>
                  </a:lnTo>
                  <a:lnTo>
                    <a:pt x="268" y="25"/>
                  </a:lnTo>
                  <a:lnTo>
                    <a:pt x="271" y="24"/>
                  </a:lnTo>
                  <a:lnTo>
                    <a:pt x="274" y="19"/>
                  </a:lnTo>
                  <a:lnTo>
                    <a:pt x="278" y="18"/>
                  </a:lnTo>
                  <a:lnTo>
                    <a:pt x="283" y="20"/>
                  </a:lnTo>
                  <a:lnTo>
                    <a:pt x="289" y="20"/>
                  </a:lnTo>
                  <a:lnTo>
                    <a:pt x="296" y="22"/>
                  </a:lnTo>
                  <a:lnTo>
                    <a:pt x="299" y="19"/>
                  </a:lnTo>
                  <a:lnTo>
                    <a:pt x="309" y="24"/>
                  </a:lnTo>
                  <a:lnTo>
                    <a:pt x="315" y="22"/>
                  </a:lnTo>
                  <a:lnTo>
                    <a:pt x="320" y="22"/>
                  </a:lnTo>
                  <a:lnTo>
                    <a:pt x="324" y="25"/>
                  </a:lnTo>
                  <a:lnTo>
                    <a:pt x="333" y="26"/>
                  </a:lnTo>
                  <a:lnTo>
                    <a:pt x="338" y="27"/>
                  </a:lnTo>
                  <a:lnTo>
                    <a:pt x="344" y="24"/>
                  </a:lnTo>
                  <a:lnTo>
                    <a:pt x="349" y="26"/>
                  </a:lnTo>
                  <a:lnTo>
                    <a:pt x="355" y="24"/>
                  </a:lnTo>
                  <a:lnTo>
                    <a:pt x="353" y="13"/>
                  </a:lnTo>
                  <a:lnTo>
                    <a:pt x="357" y="4"/>
                  </a:lnTo>
                  <a:lnTo>
                    <a:pt x="363" y="0"/>
                  </a:lnTo>
                  <a:lnTo>
                    <a:pt x="372" y="4"/>
                  </a:lnTo>
                  <a:lnTo>
                    <a:pt x="376" y="10"/>
                  </a:lnTo>
                  <a:lnTo>
                    <a:pt x="382" y="11"/>
                  </a:lnTo>
                  <a:lnTo>
                    <a:pt x="388" y="15"/>
                  </a:lnTo>
                  <a:lnTo>
                    <a:pt x="405" y="23"/>
                  </a:lnTo>
                  <a:lnTo>
                    <a:pt x="414" y="33"/>
                  </a:lnTo>
                  <a:lnTo>
                    <a:pt x="421" y="41"/>
                  </a:lnTo>
                  <a:lnTo>
                    <a:pt x="419" y="49"/>
                  </a:lnTo>
                  <a:lnTo>
                    <a:pt x="425" y="55"/>
                  </a:lnTo>
                  <a:lnTo>
                    <a:pt x="437" y="65"/>
                  </a:lnTo>
                  <a:lnTo>
                    <a:pt x="445" y="79"/>
                  </a:lnTo>
                  <a:lnTo>
                    <a:pt x="449" y="92"/>
                  </a:lnTo>
                  <a:lnTo>
                    <a:pt x="453" y="94"/>
                  </a:lnTo>
                  <a:lnTo>
                    <a:pt x="453" y="102"/>
                  </a:lnTo>
                  <a:lnTo>
                    <a:pt x="457" y="108"/>
                  </a:lnTo>
                  <a:lnTo>
                    <a:pt x="463" y="112"/>
                  </a:lnTo>
                  <a:lnTo>
                    <a:pt x="466" y="116"/>
                  </a:lnTo>
                  <a:lnTo>
                    <a:pt x="476" y="118"/>
                  </a:lnTo>
                  <a:lnTo>
                    <a:pt x="474" y="128"/>
                  </a:lnTo>
                  <a:lnTo>
                    <a:pt x="477" y="133"/>
                  </a:lnTo>
                  <a:lnTo>
                    <a:pt x="488" y="141"/>
                  </a:lnTo>
                  <a:lnTo>
                    <a:pt x="495" y="143"/>
                  </a:lnTo>
                  <a:lnTo>
                    <a:pt x="506" y="149"/>
                  </a:lnTo>
                  <a:lnTo>
                    <a:pt x="513" y="153"/>
                  </a:lnTo>
                  <a:lnTo>
                    <a:pt x="516" y="156"/>
                  </a:lnTo>
                  <a:lnTo>
                    <a:pt x="514" y="160"/>
                  </a:lnTo>
                  <a:lnTo>
                    <a:pt x="498" y="163"/>
                  </a:lnTo>
                  <a:lnTo>
                    <a:pt x="491" y="172"/>
                  </a:lnTo>
                  <a:lnTo>
                    <a:pt x="489" y="189"/>
                  </a:lnTo>
                  <a:lnTo>
                    <a:pt x="493" y="209"/>
                  </a:lnTo>
                  <a:lnTo>
                    <a:pt x="501" y="229"/>
                  </a:lnTo>
                  <a:lnTo>
                    <a:pt x="510" y="248"/>
                  </a:lnTo>
                  <a:lnTo>
                    <a:pt x="519" y="264"/>
                  </a:lnTo>
                  <a:lnTo>
                    <a:pt x="533" y="283"/>
                  </a:lnTo>
                  <a:lnTo>
                    <a:pt x="545" y="303"/>
                  </a:lnTo>
                  <a:lnTo>
                    <a:pt x="559" y="325"/>
                  </a:lnTo>
                  <a:lnTo>
                    <a:pt x="564" y="334"/>
                  </a:lnTo>
                  <a:lnTo>
                    <a:pt x="564" y="342"/>
                  </a:lnTo>
                  <a:lnTo>
                    <a:pt x="558" y="349"/>
                  </a:lnTo>
                  <a:lnTo>
                    <a:pt x="560" y="338"/>
                  </a:lnTo>
                  <a:lnTo>
                    <a:pt x="553" y="329"/>
                  </a:lnTo>
                  <a:lnTo>
                    <a:pt x="543" y="324"/>
                  </a:lnTo>
                  <a:lnTo>
                    <a:pt x="535" y="322"/>
                  </a:lnTo>
                  <a:lnTo>
                    <a:pt x="521" y="331"/>
                  </a:lnTo>
                  <a:lnTo>
                    <a:pt x="512" y="329"/>
                  </a:lnTo>
                  <a:lnTo>
                    <a:pt x="506" y="324"/>
                  </a:lnTo>
                  <a:lnTo>
                    <a:pt x="490" y="307"/>
                  </a:lnTo>
                  <a:lnTo>
                    <a:pt x="480" y="294"/>
                  </a:lnTo>
                  <a:lnTo>
                    <a:pt x="464" y="293"/>
                  </a:lnTo>
                  <a:lnTo>
                    <a:pt x="447" y="300"/>
                  </a:lnTo>
                  <a:lnTo>
                    <a:pt x="431" y="303"/>
                  </a:lnTo>
                  <a:lnTo>
                    <a:pt x="418" y="302"/>
                  </a:lnTo>
                  <a:lnTo>
                    <a:pt x="409" y="297"/>
                  </a:lnTo>
                  <a:lnTo>
                    <a:pt x="393" y="297"/>
                  </a:lnTo>
                  <a:lnTo>
                    <a:pt x="388" y="303"/>
                  </a:lnTo>
                  <a:lnTo>
                    <a:pt x="372" y="305"/>
                  </a:lnTo>
                  <a:lnTo>
                    <a:pt x="384" y="307"/>
                  </a:lnTo>
                  <a:lnTo>
                    <a:pt x="384" y="319"/>
                  </a:lnTo>
                  <a:lnTo>
                    <a:pt x="390" y="307"/>
                  </a:lnTo>
                  <a:lnTo>
                    <a:pt x="402" y="301"/>
                  </a:lnTo>
                  <a:lnTo>
                    <a:pt x="406" y="301"/>
                  </a:lnTo>
                  <a:lnTo>
                    <a:pt x="411" y="305"/>
                  </a:lnTo>
                  <a:lnTo>
                    <a:pt x="416" y="310"/>
                  </a:lnTo>
                  <a:lnTo>
                    <a:pt x="423" y="312"/>
                  </a:lnTo>
                  <a:lnTo>
                    <a:pt x="433" y="307"/>
                  </a:lnTo>
                  <a:lnTo>
                    <a:pt x="446" y="307"/>
                  </a:lnTo>
                  <a:lnTo>
                    <a:pt x="459" y="305"/>
                  </a:lnTo>
                  <a:lnTo>
                    <a:pt x="467" y="300"/>
                  </a:lnTo>
                  <a:lnTo>
                    <a:pt x="474" y="301"/>
                  </a:lnTo>
                  <a:lnTo>
                    <a:pt x="479" y="311"/>
                  </a:lnTo>
                  <a:lnTo>
                    <a:pt x="489" y="324"/>
                  </a:lnTo>
                  <a:lnTo>
                    <a:pt x="495" y="331"/>
                  </a:lnTo>
                  <a:lnTo>
                    <a:pt x="509" y="341"/>
                  </a:lnTo>
                  <a:lnTo>
                    <a:pt x="520" y="349"/>
                  </a:lnTo>
                  <a:lnTo>
                    <a:pt x="533" y="364"/>
                  </a:lnTo>
                  <a:lnTo>
                    <a:pt x="526" y="370"/>
                  </a:lnTo>
                  <a:lnTo>
                    <a:pt x="515" y="370"/>
                  </a:lnTo>
                  <a:lnTo>
                    <a:pt x="514" y="379"/>
                  </a:lnTo>
                  <a:lnTo>
                    <a:pt x="508" y="383"/>
                  </a:lnTo>
                  <a:lnTo>
                    <a:pt x="511" y="391"/>
                  </a:lnTo>
                  <a:lnTo>
                    <a:pt x="504" y="392"/>
                  </a:lnTo>
                  <a:lnTo>
                    <a:pt x="491" y="381"/>
                  </a:lnTo>
                  <a:lnTo>
                    <a:pt x="485" y="378"/>
                  </a:lnTo>
                  <a:lnTo>
                    <a:pt x="487" y="359"/>
                  </a:lnTo>
                  <a:lnTo>
                    <a:pt x="490" y="351"/>
                  </a:lnTo>
                  <a:lnTo>
                    <a:pt x="472" y="336"/>
                  </a:lnTo>
                  <a:lnTo>
                    <a:pt x="467" y="338"/>
                  </a:lnTo>
                  <a:lnTo>
                    <a:pt x="457" y="353"/>
                  </a:lnTo>
                  <a:lnTo>
                    <a:pt x="444" y="353"/>
                  </a:lnTo>
                  <a:lnTo>
                    <a:pt x="439" y="350"/>
                  </a:lnTo>
                  <a:lnTo>
                    <a:pt x="433" y="355"/>
                  </a:lnTo>
                  <a:lnTo>
                    <a:pt x="423" y="360"/>
                  </a:lnTo>
                  <a:lnTo>
                    <a:pt x="425" y="362"/>
                  </a:lnTo>
                  <a:lnTo>
                    <a:pt x="433" y="361"/>
                  </a:lnTo>
                  <a:lnTo>
                    <a:pt x="439" y="366"/>
                  </a:lnTo>
                  <a:lnTo>
                    <a:pt x="436" y="371"/>
                  </a:lnTo>
                  <a:lnTo>
                    <a:pt x="423" y="375"/>
                  </a:lnTo>
                  <a:lnTo>
                    <a:pt x="419" y="385"/>
                  </a:lnTo>
                  <a:lnTo>
                    <a:pt x="421" y="389"/>
                  </a:lnTo>
                  <a:lnTo>
                    <a:pt x="400" y="390"/>
                  </a:lnTo>
                  <a:lnTo>
                    <a:pt x="397" y="382"/>
                  </a:lnTo>
                  <a:lnTo>
                    <a:pt x="398" y="373"/>
                  </a:lnTo>
                  <a:lnTo>
                    <a:pt x="376" y="370"/>
                  </a:lnTo>
                  <a:lnTo>
                    <a:pt x="367" y="377"/>
                  </a:lnTo>
                  <a:lnTo>
                    <a:pt x="367" y="385"/>
                  </a:lnTo>
                  <a:lnTo>
                    <a:pt x="365" y="386"/>
                  </a:lnTo>
                  <a:lnTo>
                    <a:pt x="364" y="392"/>
                  </a:lnTo>
                  <a:lnTo>
                    <a:pt x="349" y="388"/>
                  </a:lnTo>
                  <a:lnTo>
                    <a:pt x="343" y="390"/>
                  </a:lnTo>
                  <a:lnTo>
                    <a:pt x="336" y="387"/>
                  </a:lnTo>
                  <a:lnTo>
                    <a:pt x="339" y="383"/>
                  </a:lnTo>
                  <a:lnTo>
                    <a:pt x="334" y="376"/>
                  </a:lnTo>
                  <a:lnTo>
                    <a:pt x="324" y="383"/>
                  </a:lnTo>
                  <a:lnTo>
                    <a:pt x="323" y="393"/>
                  </a:lnTo>
                  <a:lnTo>
                    <a:pt x="318" y="402"/>
                  </a:lnTo>
                  <a:lnTo>
                    <a:pt x="315" y="404"/>
                  </a:lnTo>
                  <a:lnTo>
                    <a:pt x="311" y="401"/>
                  </a:lnTo>
                  <a:lnTo>
                    <a:pt x="305" y="404"/>
                  </a:lnTo>
                  <a:lnTo>
                    <a:pt x="299" y="401"/>
                  </a:lnTo>
                  <a:lnTo>
                    <a:pt x="292" y="411"/>
                  </a:lnTo>
                  <a:lnTo>
                    <a:pt x="289" y="423"/>
                  </a:lnTo>
                  <a:lnTo>
                    <a:pt x="284" y="426"/>
                  </a:lnTo>
                  <a:lnTo>
                    <a:pt x="283" y="430"/>
                  </a:lnTo>
                  <a:lnTo>
                    <a:pt x="286" y="432"/>
                  </a:lnTo>
                  <a:lnTo>
                    <a:pt x="276" y="436"/>
                  </a:lnTo>
                  <a:lnTo>
                    <a:pt x="275" y="440"/>
                  </a:lnTo>
                  <a:lnTo>
                    <a:pt x="264" y="442"/>
                  </a:lnTo>
                  <a:lnTo>
                    <a:pt x="254" y="440"/>
                  </a:lnTo>
                  <a:lnTo>
                    <a:pt x="249" y="434"/>
                  </a:lnTo>
                  <a:lnTo>
                    <a:pt x="244" y="433"/>
                  </a:lnTo>
                  <a:lnTo>
                    <a:pt x="243" y="438"/>
                  </a:lnTo>
                  <a:lnTo>
                    <a:pt x="238" y="438"/>
                  </a:lnTo>
                  <a:lnTo>
                    <a:pt x="235" y="435"/>
                  </a:lnTo>
                  <a:lnTo>
                    <a:pt x="227" y="436"/>
                  </a:lnTo>
                  <a:lnTo>
                    <a:pt x="221" y="439"/>
                  </a:lnTo>
                  <a:lnTo>
                    <a:pt x="210" y="440"/>
                  </a:lnTo>
                  <a:lnTo>
                    <a:pt x="207" y="442"/>
                  </a:lnTo>
                  <a:lnTo>
                    <a:pt x="202" y="443"/>
                  </a:lnTo>
                  <a:lnTo>
                    <a:pt x="200" y="440"/>
                  </a:lnTo>
                  <a:lnTo>
                    <a:pt x="185" y="438"/>
                  </a:lnTo>
                  <a:lnTo>
                    <a:pt x="188" y="430"/>
                  </a:lnTo>
                  <a:lnTo>
                    <a:pt x="191" y="426"/>
                  </a:lnTo>
                  <a:lnTo>
                    <a:pt x="192" y="424"/>
                  </a:lnTo>
                  <a:lnTo>
                    <a:pt x="189" y="422"/>
                  </a:lnTo>
                  <a:lnTo>
                    <a:pt x="183" y="422"/>
                  </a:lnTo>
                  <a:lnTo>
                    <a:pt x="179" y="416"/>
                  </a:lnTo>
                  <a:lnTo>
                    <a:pt x="180" y="414"/>
                  </a:lnTo>
                  <a:lnTo>
                    <a:pt x="181" y="410"/>
                  </a:lnTo>
                  <a:lnTo>
                    <a:pt x="178" y="408"/>
                  </a:lnTo>
                  <a:lnTo>
                    <a:pt x="175" y="404"/>
                  </a:lnTo>
                  <a:lnTo>
                    <a:pt x="173" y="403"/>
                  </a:lnTo>
                  <a:lnTo>
                    <a:pt x="171" y="399"/>
                  </a:lnTo>
                  <a:lnTo>
                    <a:pt x="167" y="398"/>
                  </a:lnTo>
                  <a:lnTo>
                    <a:pt x="163" y="389"/>
                  </a:lnTo>
                  <a:lnTo>
                    <a:pt x="161" y="384"/>
                  </a:lnTo>
                  <a:lnTo>
                    <a:pt x="151" y="378"/>
                  </a:lnTo>
                  <a:lnTo>
                    <a:pt x="150" y="371"/>
                  </a:lnTo>
                  <a:lnTo>
                    <a:pt x="146" y="369"/>
                  </a:lnTo>
                  <a:lnTo>
                    <a:pt x="146" y="364"/>
                  </a:lnTo>
                  <a:lnTo>
                    <a:pt x="142" y="363"/>
                  </a:lnTo>
                  <a:lnTo>
                    <a:pt x="136" y="358"/>
                  </a:lnTo>
                  <a:lnTo>
                    <a:pt x="132" y="361"/>
                  </a:lnTo>
                  <a:lnTo>
                    <a:pt x="127" y="361"/>
                  </a:lnTo>
                  <a:lnTo>
                    <a:pt x="128" y="354"/>
                  </a:lnTo>
                  <a:lnTo>
                    <a:pt x="121" y="348"/>
                  </a:lnTo>
                  <a:lnTo>
                    <a:pt x="119" y="343"/>
                  </a:lnTo>
                  <a:lnTo>
                    <a:pt x="113" y="336"/>
                  </a:lnTo>
                  <a:lnTo>
                    <a:pt x="111" y="329"/>
                  </a:lnTo>
                  <a:lnTo>
                    <a:pt x="103" y="325"/>
                  </a:lnTo>
                  <a:lnTo>
                    <a:pt x="101" y="316"/>
                  </a:lnTo>
                  <a:lnTo>
                    <a:pt x="101" y="304"/>
                  </a:lnTo>
                  <a:lnTo>
                    <a:pt x="97" y="303"/>
                  </a:lnTo>
                  <a:lnTo>
                    <a:pt x="91" y="307"/>
                  </a:lnTo>
                  <a:lnTo>
                    <a:pt x="80" y="305"/>
                  </a:lnTo>
                  <a:lnTo>
                    <a:pt x="80" y="299"/>
                  </a:lnTo>
                  <a:lnTo>
                    <a:pt x="77" y="296"/>
                  </a:lnTo>
                  <a:lnTo>
                    <a:pt x="76" y="290"/>
                  </a:lnTo>
                  <a:lnTo>
                    <a:pt x="81" y="282"/>
                  </a:lnTo>
                  <a:lnTo>
                    <a:pt x="84" y="274"/>
                  </a:lnTo>
                  <a:lnTo>
                    <a:pt x="84" y="267"/>
                  </a:lnTo>
                  <a:lnTo>
                    <a:pt x="87" y="262"/>
                  </a:lnTo>
                  <a:lnTo>
                    <a:pt x="103" y="250"/>
                  </a:lnTo>
                  <a:lnTo>
                    <a:pt x="105" y="244"/>
                  </a:lnTo>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GB"/>
            </a:p>
          </p:txBody>
        </p:sp>
        <p:cxnSp>
          <p:nvCxnSpPr>
            <p:cNvPr id="75" name="AutoShape 359">
              <a:extLst>
                <a:ext uri="{FF2B5EF4-FFF2-40B4-BE49-F238E27FC236}">
                  <a16:creationId xmlns:a16="http://schemas.microsoft.com/office/drawing/2014/main" id="{0D1EAFEF-41A1-C477-A925-F806C3BF1AEA}"/>
                </a:ext>
              </a:extLst>
            </p:cNvPr>
            <p:cNvCxnSpPr>
              <a:cxnSpLocks noChangeShapeType="1"/>
              <a:stCxn id="77" idx="1"/>
              <a:endCxn id="76" idx="0"/>
            </p:cNvCxnSpPr>
            <p:nvPr/>
          </p:nvCxnSpPr>
          <p:spPr bwMode="gray">
            <a:xfrm rot="10800000" flipV="1">
              <a:off x="3756965" y="2911636"/>
              <a:ext cx="641527" cy="1212949"/>
            </a:xfrm>
            <a:prstGeom prst="bentConnector2">
              <a:avLst/>
            </a:prstGeom>
            <a:noFill/>
            <a:ln w="63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Oval 355">
              <a:extLst>
                <a:ext uri="{FF2B5EF4-FFF2-40B4-BE49-F238E27FC236}">
                  <a16:creationId xmlns:a16="http://schemas.microsoft.com/office/drawing/2014/main" id="{9A8192B7-23FF-50C6-D3D3-68D1FEBCCC3C}"/>
                </a:ext>
              </a:extLst>
            </p:cNvPr>
            <p:cNvSpPr>
              <a:spLocks noChangeAspect="1" noChangeArrowheads="1"/>
            </p:cNvSpPr>
            <p:nvPr/>
          </p:nvSpPr>
          <p:spPr bwMode="gray">
            <a:xfrm>
              <a:off x="3721245" y="4124586"/>
              <a:ext cx="71438" cy="71437"/>
            </a:xfrm>
            <a:prstGeom prst="ellipse">
              <a:avLst/>
            </a:prstGeom>
            <a:solidFill>
              <a:schemeClr val="tx2"/>
            </a:solidFill>
            <a:ln w="6350" algn="ctr">
              <a:solidFill>
                <a:schemeClr val="tx2"/>
              </a:solidFill>
              <a:round/>
              <a:headEnd/>
              <a:tailEnd/>
            </a:ln>
            <a:effectLst/>
          </p:spPr>
          <p:txBody>
            <a:bodyPr wrap="none" lIns="54000" tIns="54000" rIns="54000" bIns="54000" anchor="ctr"/>
            <a:lstStyle>
              <a:lvl1pPr algn="ctr">
                <a:spcBef>
                  <a:spcPct val="50000"/>
                </a:spcBef>
                <a:defRPr sz="1200">
                  <a:solidFill>
                    <a:schemeClr val="tx2"/>
                  </a:solidFill>
                  <a:latin typeface="Gill Sans" pitchFamily="2" charset="0"/>
                  <a:ea typeface="MS PGothic" pitchFamily="34" charset="-128"/>
                </a:defRPr>
              </a:lvl1pPr>
              <a:lvl2pPr marL="742950" indent="-285750" algn="ctr">
                <a:spcBef>
                  <a:spcPct val="50000"/>
                </a:spcBef>
                <a:defRPr sz="1200">
                  <a:solidFill>
                    <a:schemeClr val="tx2"/>
                  </a:solidFill>
                  <a:latin typeface="Gill Sans" pitchFamily="2" charset="0"/>
                  <a:ea typeface="MS PGothic" pitchFamily="34" charset="-128"/>
                </a:defRPr>
              </a:lvl2pPr>
              <a:lvl3pPr marL="1143000" indent="-228600" algn="ctr">
                <a:spcBef>
                  <a:spcPct val="50000"/>
                </a:spcBef>
                <a:defRPr sz="1200">
                  <a:solidFill>
                    <a:schemeClr val="tx2"/>
                  </a:solidFill>
                  <a:latin typeface="Gill Sans" pitchFamily="2" charset="0"/>
                  <a:ea typeface="MS PGothic" pitchFamily="34" charset="-128"/>
                </a:defRPr>
              </a:lvl3pPr>
              <a:lvl4pPr marL="1600200" indent="-228600" algn="ctr">
                <a:spcBef>
                  <a:spcPct val="50000"/>
                </a:spcBef>
                <a:defRPr sz="1200">
                  <a:solidFill>
                    <a:schemeClr val="tx2"/>
                  </a:solidFill>
                  <a:latin typeface="Gill Sans" pitchFamily="2" charset="0"/>
                  <a:ea typeface="MS PGothic" pitchFamily="34" charset="-128"/>
                </a:defRPr>
              </a:lvl4pPr>
              <a:lvl5pPr marL="2057400" indent="-228600" algn="ctr">
                <a:spcBef>
                  <a:spcPct val="50000"/>
                </a:spcBef>
                <a:defRPr sz="1200">
                  <a:solidFill>
                    <a:schemeClr val="tx2"/>
                  </a:solidFill>
                  <a:latin typeface="Gill Sans" pitchFamily="2" charset="0"/>
                  <a:ea typeface="MS PGothic" pitchFamily="34" charset="-128"/>
                </a:defRPr>
              </a:lvl5pPr>
              <a:lvl6pPr marL="2514600" indent="-228600" algn="ctr" eaLnBrk="0" fontAlgn="base" hangingPunct="0">
                <a:spcBef>
                  <a:spcPct val="50000"/>
                </a:spcBef>
                <a:spcAft>
                  <a:spcPct val="0"/>
                </a:spcAft>
                <a:defRPr sz="1200">
                  <a:solidFill>
                    <a:schemeClr val="tx2"/>
                  </a:solidFill>
                  <a:latin typeface="Gill Sans" pitchFamily="2" charset="0"/>
                  <a:ea typeface="MS PGothic" pitchFamily="34" charset="-128"/>
                </a:defRPr>
              </a:lvl6pPr>
              <a:lvl7pPr marL="2971800" indent="-228600" algn="ctr" eaLnBrk="0" fontAlgn="base" hangingPunct="0">
                <a:spcBef>
                  <a:spcPct val="50000"/>
                </a:spcBef>
                <a:spcAft>
                  <a:spcPct val="0"/>
                </a:spcAft>
                <a:defRPr sz="1200">
                  <a:solidFill>
                    <a:schemeClr val="tx2"/>
                  </a:solidFill>
                  <a:latin typeface="Gill Sans" pitchFamily="2" charset="0"/>
                  <a:ea typeface="MS PGothic" pitchFamily="34" charset="-128"/>
                </a:defRPr>
              </a:lvl7pPr>
              <a:lvl8pPr marL="3429000" indent="-228600" algn="ctr" eaLnBrk="0" fontAlgn="base" hangingPunct="0">
                <a:spcBef>
                  <a:spcPct val="50000"/>
                </a:spcBef>
                <a:spcAft>
                  <a:spcPct val="0"/>
                </a:spcAft>
                <a:defRPr sz="1200">
                  <a:solidFill>
                    <a:schemeClr val="tx2"/>
                  </a:solidFill>
                  <a:latin typeface="Gill Sans" pitchFamily="2" charset="0"/>
                  <a:ea typeface="MS PGothic" pitchFamily="34" charset="-128"/>
                </a:defRPr>
              </a:lvl8pPr>
              <a:lvl9pPr marL="3886200" indent="-228600" algn="ctr" eaLnBrk="0" fontAlgn="base" hangingPunct="0">
                <a:spcBef>
                  <a:spcPct val="50000"/>
                </a:spcBef>
                <a:spcAft>
                  <a:spcPct val="0"/>
                </a:spcAft>
                <a:defRPr sz="1200">
                  <a:solidFill>
                    <a:schemeClr val="tx2"/>
                  </a:solidFill>
                  <a:latin typeface="Gill Sans" pitchFamily="2" charset="0"/>
                  <a:ea typeface="MS PGothic" pitchFamily="34" charset="-128"/>
                </a:defRPr>
              </a:lvl9pPr>
            </a:lstStyle>
            <a:p>
              <a:endParaRPr lang="en-US" altLang="en-US">
                <a:latin typeface="+mj-lt"/>
              </a:endParaRPr>
            </a:p>
          </p:txBody>
        </p:sp>
        <p:sp>
          <p:nvSpPr>
            <p:cNvPr id="77" name="Text Placeholder 2">
              <a:extLst>
                <a:ext uri="{FF2B5EF4-FFF2-40B4-BE49-F238E27FC236}">
                  <a16:creationId xmlns:a16="http://schemas.microsoft.com/office/drawing/2014/main" id="{6DAE18A5-E949-BBF7-BDE9-EFCC352063E7}"/>
                </a:ext>
              </a:extLst>
            </p:cNvPr>
            <p:cNvSpPr txBox="1">
              <a:spLocks/>
            </p:cNvSpPr>
            <p:nvPr/>
          </p:nvSpPr>
          <p:spPr>
            <a:xfrm>
              <a:off x="4398491" y="1806321"/>
              <a:ext cx="2195984" cy="2210631"/>
            </a:xfrm>
            <a:prstGeom prst="rect">
              <a:avLst/>
            </a:prstGeom>
            <a:solidFill>
              <a:schemeClr val="bg1"/>
            </a:solidFill>
            <a:ln>
              <a:solidFill>
                <a:schemeClr val="tx2"/>
              </a:solidFill>
            </a:ln>
          </p:spPr>
          <p:txBody>
            <a:bodyPr vert="horz" lIns="72000" tIns="72000" rIns="72000" bIns="72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t>Click to edit Master text styles</a:t>
              </a:r>
            </a:p>
            <a:p>
              <a:pPr lvl="1"/>
              <a:r>
                <a:rPr lang="en-GB" sz="1400" dirty="0"/>
                <a:t>Second level</a:t>
              </a:r>
            </a:p>
            <a:p>
              <a:pPr lvl="2"/>
              <a:r>
                <a:rPr lang="en-GB" sz="1400" dirty="0"/>
                <a:t>Third level</a:t>
              </a:r>
            </a:p>
            <a:p>
              <a:pPr lvl="3"/>
              <a:r>
                <a:rPr lang="en-GB" sz="1400" dirty="0"/>
                <a:t>Fourth level</a:t>
              </a:r>
            </a:p>
            <a:p>
              <a:pPr lvl="4"/>
              <a:r>
                <a:rPr lang="en-GB" sz="1400" dirty="0"/>
                <a:t>Fifth level</a:t>
              </a:r>
            </a:p>
            <a:p>
              <a:pPr lvl="5"/>
              <a:r>
                <a:rPr lang="en-GB" sz="1400" dirty="0"/>
                <a:t>Sixth level</a:t>
              </a:r>
            </a:p>
          </p:txBody>
        </p:sp>
      </p:grpSp>
    </p:spTree>
    <p:extLst>
      <p:ext uri="{BB962C8B-B14F-4D97-AF65-F5344CB8AC3E}">
        <p14:creationId xmlns:p14="http://schemas.microsoft.com/office/powerpoint/2010/main" val="1381365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0CB2827-F202-D709-6182-5D75877BECFC}"/>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50302783-ED7F-B15B-A73D-3213C022C25D}"/>
              </a:ext>
            </a:extLst>
          </p:cNvPr>
          <p:cNvSpPr>
            <a:spLocks noGrp="1"/>
          </p:cNvSpPr>
          <p:nvPr>
            <p:ph type="title"/>
          </p:nvPr>
        </p:nvSpPr>
        <p:spPr/>
        <p:txBody>
          <a:bodyPr/>
          <a:lstStyle/>
          <a:p>
            <a:r>
              <a:rPr lang="en-GB" dirty="0"/>
              <a:t>London Boroughs map</a:t>
            </a:r>
          </a:p>
        </p:txBody>
      </p:sp>
      <p:grpSp>
        <p:nvGrpSpPr>
          <p:cNvPr id="4" name="Group 3">
            <a:extLst>
              <a:ext uri="{FF2B5EF4-FFF2-40B4-BE49-F238E27FC236}">
                <a16:creationId xmlns:a16="http://schemas.microsoft.com/office/drawing/2014/main" id="{513247BA-C103-E19A-A746-36806038F224}"/>
              </a:ext>
            </a:extLst>
          </p:cNvPr>
          <p:cNvGrpSpPr/>
          <p:nvPr/>
        </p:nvGrpSpPr>
        <p:grpSpPr>
          <a:xfrm>
            <a:off x="787871" y="1800225"/>
            <a:ext cx="12149784" cy="4855600"/>
            <a:chOff x="366713" y="1711325"/>
            <a:chExt cx="10005691" cy="3998725"/>
          </a:xfrm>
        </p:grpSpPr>
        <p:grpSp>
          <p:nvGrpSpPr>
            <p:cNvPr id="5" name="Group 4">
              <a:extLst>
                <a:ext uri="{FF2B5EF4-FFF2-40B4-BE49-F238E27FC236}">
                  <a16:creationId xmlns:a16="http://schemas.microsoft.com/office/drawing/2014/main" id="{780B15CD-15E3-62EB-6811-D5DD3676FFED}"/>
                </a:ext>
              </a:extLst>
            </p:cNvPr>
            <p:cNvGrpSpPr/>
            <p:nvPr/>
          </p:nvGrpSpPr>
          <p:grpSpPr>
            <a:xfrm>
              <a:off x="366713" y="1711325"/>
              <a:ext cx="4824412" cy="3919538"/>
              <a:chOff x="414338" y="1739900"/>
              <a:chExt cx="4824412" cy="3919538"/>
            </a:xfrm>
            <a:solidFill>
              <a:schemeClr val="bg2"/>
            </a:solidFill>
          </p:grpSpPr>
          <p:sp>
            <p:nvSpPr>
              <p:cNvPr id="75" name="Freeform 4">
                <a:extLst>
                  <a:ext uri="{FF2B5EF4-FFF2-40B4-BE49-F238E27FC236}">
                    <a16:creationId xmlns:a16="http://schemas.microsoft.com/office/drawing/2014/main" id="{462C5A08-5FE7-2E98-C351-28F696FFC642}"/>
                  </a:ext>
                </a:extLst>
              </p:cNvPr>
              <p:cNvSpPr>
                <a:spLocks/>
              </p:cNvSpPr>
              <p:nvPr/>
            </p:nvSpPr>
            <p:spPr bwMode="auto">
              <a:xfrm>
                <a:off x="414338" y="2394128"/>
                <a:ext cx="726519" cy="1675804"/>
              </a:xfrm>
              <a:custGeom>
                <a:avLst/>
                <a:gdLst>
                  <a:gd name="T0" fmla="*/ 17 w 520"/>
                  <a:gd name="T1" fmla="*/ 2 h 1174"/>
                  <a:gd name="T2" fmla="*/ 58 w 520"/>
                  <a:gd name="T3" fmla="*/ 9 h 1174"/>
                  <a:gd name="T4" fmla="*/ 69 w 520"/>
                  <a:gd name="T5" fmla="*/ 45 h 1174"/>
                  <a:gd name="T6" fmla="*/ 86 w 520"/>
                  <a:gd name="T7" fmla="*/ 51 h 1174"/>
                  <a:gd name="T8" fmla="*/ 97 w 520"/>
                  <a:gd name="T9" fmla="*/ 69 h 1174"/>
                  <a:gd name="T10" fmla="*/ 115 w 520"/>
                  <a:gd name="T11" fmla="*/ 81 h 1174"/>
                  <a:gd name="T12" fmla="*/ 138 w 520"/>
                  <a:gd name="T13" fmla="*/ 111 h 1174"/>
                  <a:gd name="T14" fmla="*/ 144 w 520"/>
                  <a:gd name="T15" fmla="*/ 129 h 1174"/>
                  <a:gd name="T16" fmla="*/ 179 w 520"/>
                  <a:gd name="T17" fmla="*/ 141 h 1174"/>
                  <a:gd name="T18" fmla="*/ 195 w 520"/>
                  <a:gd name="T19" fmla="*/ 147 h 1174"/>
                  <a:gd name="T20" fmla="*/ 264 w 520"/>
                  <a:gd name="T21" fmla="*/ 182 h 1174"/>
                  <a:gd name="T22" fmla="*/ 310 w 520"/>
                  <a:gd name="T23" fmla="*/ 129 h 1174"/>
                  <a:gd name="T24" fmla="*/ 379 w 520"/>
                  <a:gd name="T25" fmla="*/ 135 h 1174"/>
                  <a:gd name="T26" fmla="*/ 385 w 520"/>
                  <a:gd name="T27" fmla="*/ 153 h 1174"/>
                  <a:gd name="T28" fmla="*/ 407 w 520"/>
                  <a:gd name="T29" fmla="*/ 159 h 1174"/>
                  <a:gd name="T30" fmla="*/ 430 w 520"/>
                  <a:gd name="T31" fmla="*/ 153 h 1174"/>
                  <a:gd name="T32" fmla="*/ 436 w 520"/>
                  <a:gd name="T33" fmla="*/ 135 h 1174"/>
                  <a:gd name="T34" fmla="*/ 551 w 520"/>
                  <a:gd name="T35" fmla="*/ 159 h 1174"/>
                  <a:gd name="T36" fmla="*/ 621 w 520"/>
                  <a:gd name="T37" fmla="*/ 381 h 1174"/>
                  <a:gd name="T38" fmla="*/ 649 w 520"/>
                  <a:gd name="T39" fmla="*/ 453 h 1174"/>
                  <a:gd name="T40" fmla="*/ 660 w 520"/>
                  <a:gd name="T41" fmla="*/ 488 h 1174"/>
                  <a:gd name="T42" fmla="*/ 683 w 520"/>
                  <a:gd name="T43" fmla="*/ 614 h 1174"/>
                  <a:gd name="T44" fmla="*/ 706 w 520"/>
                  <a:gd name="T45" fmla="*/ 674 h 1174"/>
                  <a:gd name="T46" fmla="*/ 724 w 520"/>
                  <a:gd name="T47" fmla="*/ 741 h 1174"/>
                  <a:gd name="T48" fmla="*/ 621 w 520"/>
                  <a:gd name="T49" fmla="*/ 824 h 1174"/>
                  <a:gd name="T50" fmla="*/ 625 w 520"/>
                  <a:gd name="T51" fmla="*/ 902 h 1174"/>
                  <a:gd name="T52" fmla="*/ 512 w 520"/>
                  <a:gd name="T53" fmla="*/ 908 h 1174"/>
                  <a:gd name="T54" fmla="*/ 545 w 520"/>
                  <a:gd name="T55" fmla="*/ 968 h 1174"/>
                  <a:gd name="T56" fmla="*/ 677 w 520"/>
                  <a:gd name="T57" fmla="*/ 980 h 1174"/>
                  <a:gd name="T58" fmla="*/ 712 w 520"/>
                  <a:gd name="T59" fmla="*/ 1022 h 1174"/>
                  <a:gd name="T60" fmla="*/ 746 w 520"/>
                  <a:gd name="T61" fmla="*/ 1039 h 1174"/>
                  <a:gd name="T62" fmla="*/ 734 w 520"/>
                  <a:gd name="T63" fmla="*/ 1099 h 1174"/>
                  <a:gd name="T64" fmla="*/ 666 w 520"/>
                  <a:gd name="T65" fmla="*/ 1159 h 1174"/>
                  <a:gd name="T66" fmla="*/ 563 w 520"/>
                  <a:gd name="T67" fmla="*/ 1279 h 1174"/>
                  <a:gd name="T68" fmla="*/ 522 w 520"/>
                  <a:gd name="T69" fmla="*/ 1370 h 1174"/>
                  <a:gd name="T70" fmla="*/ 465 w 520"/>
                  <a:gd name="T71" fmla="*/ 1507 h 1174"/>
                  <a:gd name="T72" fmla="*/ 419 w 520"/>
                  <a:gd name="T73" fmla="*/ 1537 h 1174"/>
                  <a:gd name="T74" fmla="*/ 407 w 520"/>
                  <a:gd name="T75" fmla="*/ 1687 h 1174"/>
                  <a:gd name="T76" fmla="*/ 379 w 520"/>
                  <a:gd name="T77" fmla="*/ 1723 h 1174"/>
                  <a:gd name="T78" fmla="*/ 356 w 520"/>
                  <a:gd name="T79" fmla="*/ 1759 h 1174"/>
                  <a:gd name="T80" fmla="*/ 310 w 520"/>
                  <a:gd name="T81" fmla="*/ 1730 h 1174"/>
                  <a:gd name="T82" fmla="*/ 292 w 520"/>
                  <a:gd name="T83" fmla="*/ 1670 h 1174"/>
                  <a:gd name="T84" fmla="*/ 253 w 520"/>
                  <a:gd name="T85" fmla="*/ 1663 h 1174"/>
                  <a:gd name="T86" fmla="*/ 155 w 520"/>
                  <a:gd name="T87" fmla="*/ 1651 h 1174"/>
                  <a:gd name="T88" fmla="*/ 69 w 520"/>
                  <a:gd name="T89" fmla="*/ 1573 h 1174"/>
                  <a:gd name="T90" fmla="*/ 29 w 520"/>
                  <a:gd name="T91" fmla="*/ 1490 h 1174"/>
                  <a:gd name="T92" fmla="*/ 74 w 520"/>
                  <a:gd name="T93" fmla="*/ 1399 h 1174"/>
                  <a:gd name="T94" fmla="*/ 103 w 520"/>
                  <a:gd name="T95" fmla="*/ 1304 h 1174"/>
                  <a:gd name="T96" fmla="*/ 97 w 520"/>
                  <a:gd name="T97" fmla="*/ 1165 h 1174"/>
                  <a:gd name="T98" fmla="*/ 63 w 520"/>
                  <a:gd name="T99" fmla="*/ 1094 h 1174"/>
                  <a:gd name="T100" fmla="*/ 58 w 520"/>
                  <a:gd name="T101" fmla="*/ 914 h 1174"/>
                  <a:gd name="T102" fmla="*/ 115 w 520"/>
                  <a:gd name="T103" fmla="*/ 807 h 1174"/>
                  <a:gd name="T104" fmla="*/ 144 w 520"/>
                  <a:gd name="T105" fmla="*/ 752 h 1174"/>
                  <a:gd name="T106" fmla="*/ 121 w 520"/>
                  <a:gd name="T107" fmla="*/ 650 h 1174"/>
                  <a:gd name="T108" fmla="*/ 92 w 520"/>
                  <a:gd name="T109" fmla="*/ 596 h 1174"/>
                  <a:gd name="T110" fmla="*/ 46 w 520"/>
                  <a:gd name="T111" fmla="*/ 513 h 1174"/>
                  <a:gd name="T112" fmla="*/ 23 w 520"/>
                  <a:gd name="T113" fmla="*/ 416 h 1174"/>
                  <a:gd name="T114" fmla="*/ 6 w 520"/>
                  <a:gd name="T115" fmla="*/ 362 h 1174"/>
                  <a:gd name="T116" fmla="*/ 0 w 520"/>
                  <a:gd name="T117" fmla="*/ 345 h 1174"/>
                  <a:gd name="T118" fmla="*/ 17 w 520"/>
                  <a:gd name="T119" fmla="*/ 2 h 117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20"/>
                  <a:gd name="T181" fmla="*/ 0 h 1174"/>
                  <a:gd name="T182" fmla="*/ 520 w 520"/>
                  <a:gd name="T183" fmla="*/ 1174 h 117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20" h="1174">
                    <a:moveTo>
                      <a:pt x="12" y="2"/>
                    </a:moveTo>
                    <a:cubicBezTo>
                      <a:pt x="21" y="3"/>
                      <a:pt x="33" y="0"/>
                      <a:pt x="40" y="6"/>
                    </a:cubicBezTo>
                    <a:cubicBezTo>
                      <a:pt x="47" y="11"/>
                      <a:pt x="40" y="27"/>
                      <a:pt x="48" y="30"/>
                    </a:cubicBezTo>
                    <a:cubicBezTo>
                      <a:pt x="52" y="31"/>
                      <a:pt x="56" y="33"/>
                      <a:pt x="60" y="34"/>
                    </a:cubicBezTo>
                    <a:cubicBezTo>
                      <a:pt x="63" y="38"/>
                      <a:pt x="65" y="43"/>
                      <a:pt x="68" y="46"/>
                    </a:cubicBezTo>
                    <a:cubicBezTo>
                      <a:pt x="71" y="49"/>
                      <a:pt x="77" y="50"/>
                      <a:pt x="80" y="54"/>
                    </a:cubicBezTo>
                    <a:cubicBezTo>
                      <a:pt x="102" y="82"/>
                      <a:pt x="62" y="51"/>
                      <a:pt x="96" y="74"/>
                    </a:cubicBezTo>
                    <a:cubicBezTo>
                      <a:pt x="97" y="78"/>
                      <a:pt x="97" y="84"/>
                      <a:pt x="100" y="86"/>
                    </a:cubicBezTo>
                    <a:cubicBezTo>
                      <a:pt x="107" y="91"/>
                      <a:pt x="116" y="91"/>
                      <a:pt x="124" y="94"/>
                    </a:cubicBezTo>
                    <a:cubicBezTo>
                      <a:pt x="128" y="95"/>
                      <a:pt x="132" y="96"/>
                      <a:pt x="136" y="98"/>
                    </a:cubicBezTo>
                    <a:cubicBezTo>
                      <a:pt x="150" y="108"/>
                      <a:pt x="167" y="116"/>
                      <a:pt x="184" y="122"/>
                    </a:cubicBezTo>
                    <a:cubicBezTo>
                      <a:pt x="211" y="117"/>
                      <a:pt x="211" y="112"/>
                      <a:pt x="216" y="86"/>
                    </a:cubicBezTo>
                    <a:cubicBezTo>
                      <a:pt x="232" y="87"/>
                      <a:pt x="249" y="85"/>
                      <a:pt x="264" y="90"/>
                    </a:cubicBezTo>
                    <a:cubicBezTo>
                      <a:pt x="268" y="91"/>
                      <a:pt x="265" y="99"/>
                      <a:pt x="268" y="102"/>
                    </a:cubicBezTo>
                    <a:cubicBezTo>
                      <a:pt x="272" y="105"/>
                      <a:pt x="279" y="105"/>
                      <a:pt x="284" y="106"/>
                    </a:cubicBezTo>
                    <a:cubicBezTo>
                      <a:pt x="289" y="105"/>
                      <a:pt x="296" y="105"/>
                      <a:pt x="300" y="102"/>
                    </a:cubicBezTo>
                    <a:cubicBezTo>
                      <a:pt x="303" y="99"/>
                      <a:pt x="300" y="90"/>
                      <a:pt x="304" y="90"/>
                    </a:cubicBezTo>
                    <a:cubicBezTo>
                      <a:pt x="327" y="88"/>
                      <a:pt x="360" y="101"/>
                      <a:pt x="384" y="106"/>
                    </a:cubicBezTo>
                    <a:cubicBezTo>
                      <a:pt x="400" y="155"/>
                      <a:pt x="416" y="205"/>
                      <a:pt x="432" y="254"/>
                    </a:cubicBezTo>
                    <a:cubicBezTo>
                      <a:pt x="438" y="271"/>
                      <a:pt x="446" y="284"/>
                      <a:pt x="452" y="302"/>
                    </a:cubicBezTo>
                    <a:cubicBezTo>
                      <a:pt x="455" y="310"/>
                      <a:pt x="460" y="326"/>
                      <a:pt x="460" y="326"/>
                    </a:cubicBezTo>
                    <a:cubicBezTo>
                      <a:pt x="464" y="344"/>
                      <a:pt x="471" y="389"/>
                      <a:pt x="476" y="410"/>
                    </a:cubicBezTo>
                    <a:cubicBezTo>
                      <a:pt x="491" y="424"/>
                      <a:pt x="483" y="438"/>
                      <a:pt x="492" y="450"/>
                    </a:cubicBezTo>
                    <a:cubicBezTo>
                      <a:pt x="497" y="464"/>
                      <a:pt x="514" y="477"/>
                      <a:pt x="504" y="494"/>
                    </a:cubicBezTo>
                    <a:cubicBezTo>
                      <a:pt x="494" y="525"/>
                      <a:pt x="461" y="540"/>
                      <a:pt x="432" y="550"/>
                    </a:cubicBezTo>
                    <a:cubicBezTo>
                      <a:pt x="426" y="568"/>
                      <a:pt x="431" y="584"/>
                      <a:pt x="436" y="602"/>
                    </a:cubicBezTo>
                    <a:cubicBezTo>
                      <a:pt x="409" y="603"/>
                      <a:pt x="382" y="601"/>
                      <a:pt x="356" y="606"/>
                    </a:cubicBezTo>
                    <a:cubicBezTo>
                      <a:pt x="327" y="611"/>
                      <a:pt x="360" y="639"/>
                      <a:pt x="380" y="646"/>
                    </a:cubicBezTo>
                    <a:cubicBezTo>
                      <a:pt x="403" y="654"/>
                      <a:pt x="467" y="654"/>
                      <a:pt x="472" y="654"/>
                    </a:cubicBezTo>
                    <a:cubicBezTo>
                      <a:pt x="492" y="661"/>
                      <a:pt x="481" y="670"/>
                      <a:pt x="496" y="682"/>
                    </a:cubicBezTo>
                    <a:cubicBezTo>
                      <a:pt x="503" y="688"/>
                      <a:pt x="513" y="689"/>
                      <a:pt x="520" y="694"/>
                    </a:cubicBezTo>
                    <a:cubicBezTo>
                      <a:pt x="520" y="696"/>
                      <a:pt x="517" y="726"/>
                      <a:pt x="512" y="734"/>
                    </a:cubicBezTo>
                    <a:cubicBezTo>
                      <a:pt x="501" y="751"/>
                      <a:pt x="479" y="759"/>
                      <a:pt x="464" y="774"/>
                    </a:cubicBezTo>
                    <a:cubicBezTo>
                      <a:pt x="452" y="809"/>
                      <a:pt x="428" y="842"/>
                      <a:pt x="392" y="854"/>
                    </a:cubicBezTo>
                    <a:cubicBezTo>
                      <a:pt x="385" y="875"/>
                      <a:pt x="368" y="893"/>
                      <a:pt x="364" y="914"/>
                    </a:cubicBezTo>
                    <a:cubicBezTo>
                      <a:pt x="356" y="955"/>
                      <a:pt x="360" y="982"/>
                      <a:pt x="324" y="1006"/>
                    </a:cubicBezTo>
                    <a:cubicBezTo>
                      <a:pt x="318" y="1024"/>
                      <a:pt x="310" y="1022"/>
                      <a:pt x="292" y="1026"/>
                    </a:cubicBezTo>
                    <a:cubicBezTo>
                      <a:pt x="290" y="1059"/>
                      <a:pt x="299" y="1096"/>
                      <a:pt x="284" y="1126"/>
                    </a:cubicBezTo>
                    <a:cubicBezTo>
                      <a:pt x="275" y="1143"/>
                      <a:pt x="276" y="1134"/>
                      <a:pt x="264" y="1150"/>
                    </a:cubicBezTo>
                    <a:cubicBezTo>
                      <a:pt x="258" y="1158"/>
                      <a:pt x="248" y="1174"/>
                      <a:pt x="248" y="1174"/>
                    </a:cubicBezTo>
                    <a:cubicBezTo>
                      <a:pt x="220" y="1167"/>
                      <a:pt x="240" y="1162"/>
                      <a:pt x="216" y="1154"/>
                    </a:cubicBezTo>
                    <a:cubicBezTo>
                      <a:pt x="208" y="1142"/>
                      <a:pt x="214" y="1124"/>
                      <a:pt x="204" y="1114"/>
                    </a:cubicBezTo>
                    <a:cubicBezTo>
                      <a:pt x="197" y="1107"/>
                      <a:pt x="185" y="1111"/>
                      <a:pt x="176" y="1110"/>
                    </a:cubicBezTo>
                    <a:cubicBezTo>
                      <a:pt x="105" y="1102"/>
                      <a:pt x="157" y="1110"/>
                      <a:pt x="108" y="1102"/>
                    </a:cubicBezTo>
                    <a:cubicBezTo>
                      <a:pt x="91" y="1076"/>
                      <a:pt x="79" y="1056"/>
                      <a:pt x="48" y="1050"/>
                    </a:cubicBezTo>
                    <a:cubicBezTo>
                      <a:pt x="26" y="1035"/>
                      <a:pt x="24" y="1020"/>
                      <a:pt x="20" y="994"/>
                    </a:cubicBezTo>
                    <a:cubicBezTo>
                      <a:pt x="24" y="963"/>
                      <a:pt x="26" y="952"/>
                      <a:pt x="52" y="934"/>
                    </a:cubicBezTo>
                    <a:cubicBezTo>
                      <a:pt x="60" y="911"/>
                      <a:pt x="68" y="894"/>
                      <a:pt x="72" y="870"/>
                    </a:cubicBezTo>
                    <a:cubicBezTo>
                      <a:pt x="71" y="839"/>
                      <a:pt x="72" y="808"/>
                      <a:pt x="68" y="778"/>
                    </a:cubicBezTo>
                    <a:cubicBezTo>
                      <a:pt x="66" y="764"/>
                      <a:pt x="49" y="745"/>
                      <a:pt x="44" y="730"/>
                    </a:cubicBezTo>
                    <a:cubicBezTo>
                      <a:pt x="48" y="690"/>
                      <a:pt x="53" y="649"/>
                      <a:pt x="40" y="610"/>
                    </a:cubicBezTo>
                    <a:cubicBezTo>
                      <a:pt x="44" y="584"/>
                      <a:pt x="57" y="553"/>
                      <a:pt x="80" y="538"/>
                    </a:cubicBezTo>
                    <a:cubicBezTo>
                      <a:pt x="98" y="510"/>
                      <a:pt x="93" y="523"/>
                      <a:pt x="100" y="502"/>
                    </a:cubicBezTo>
                    <a:cubicBezTo>
                      <a:pt x="96" y="466"/>
                      <a:pt x="96" y="462"/>
                      <a:pt x="84" y="434"/>
                    </a:cubicBezTo>
                    <a:cubicBezTo>
                      <a:pt x="79" y="421"/>
                      <a:pt x="64" y="398"/>
                      <a:pt x="64" y="398"/>
                    </a:cubicBezTo>
                    <a:cubicBezTo>
                      <a:pt x="58" y="376"/>
                      <a:pt x="45" y="360"/>
                      <a:pt x="32" y="342"/>
                    </a:cubicBezTo>
                    <a:cubicBezTo>
                      <a:pt x="25" y="320"/>
                      <a:pt x="22" y="300"/>
                      <a:pt x="16" y="278"/>
                    </a:cubicBezTo>
                    <a:cubicBezTo>
                      <a:pt x="16" y="278"/>
                      <a:pt x="6" y="248"/>
                      <a:pt x="4" y="242"/>
                    </a:cubicBezTo>
                    <a:cubicBezTo>
                      <a:pt x="3" y="238"/>
                      <a:pt x="0" y="230"/>
                      <a:pt x="0" y="230"/>
                    </a:cubicBezTo>
                    <a:cubicBezTo>
                      <a:pt x="9" y="122"/>
                      <a:pt x="3" y="198"/>
                      <a:pt x="12" y="2"/>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76" name="Freeform 5">
                <a:extLst>
                  <a:ext uri="{FF2B5EF4-FFF2-40B4-BE49-F238E27FC236}">
                    <a16:creationId xmlns:a16="http://schemas.microsoft.com/office/drawing/2014/main" id="{D58C3622-926B-2A5D-6B20-A2A9D41F8AB9}"/>
                  </a:ext>
                </a:extLst>
              </p:cNvPr>
              <p:cNvSpPr>
                <a:spLocks/>
              </p:cNvSpPr>
              <p:nvPr/>
            </p:nvSpPr>
            <p:spPr bwMode="auto">
              <a:xfrm>
                <a:off x="956603" y="2267014"/>
                <a:ext cx="810483" cy="864141"/>
              </a:xfrm>
              <a:custGeom>
                <a:avLst/>
                <a:gdLst>
                  <a:gd name="T0" fmla="*/ 17 w 580"/>
                  <a:gd name="T1" fmla="*/ 336 h 606"/>
                  <a:gd name="T2" fmla="*/ 38 w 580"/>
                  <a:gd name="T3" fmla="*/ 314 h 606"/>
                  <a:gd name="T4" fmla="*/ 99 w 580"/>
                  <a:gd name="T5" fmla="*/ 301 h 606"/>
                  <a:gd name="T6" fmla="*/ 198 w 580"/>
                  <a:gd name="T7" fmla="*/ 260 h 606"/>
                  <a:gd name="T8" fmla="*/ 276 w 580"/>
                  <a:gd name="T9" fmla="*/ 220 h 606"/>
                  <a:gd name="T10" fmla="*/ 362 w 580"/>
                  <a:gd name="T11" fmla="*/ 157 h 606"/>
                  <a:gd name="T12" fmla="*/ 443 w 580"/>
                  <a:gd name="T13" fmla="*/ 116 h 606"/>
                  <a:gd name="T14" fmla="*/ 538 w 580"/>
                  <a:gd name="T15" fmla="*/ 32 h 606"/>
                  <a:gd name="T16" fmla="*/ 564 w 580"/>
                  <a:gd name="T17" fmla="*/ 13 h 606"/>
                  <a:gd name="T18" fmla="*/ 611 w 580"/>
                  <a:gd name="T19" fmla="*/ 0 h 606"/>
                  <a:gd name="T20" fmla="*/ 599 w 580"/>
                  <a:gd name="T21" fmla="*/ 99 h 606"/>
                  <a:gd name="T22" fmla="*/ 637 w 580"/>
                  <a:gd name="T23" fmla="*/ 153 h 606"/>
                  <a:gd name="T24" fmla="*/ 715 w 580"/>
                  <a:gd name="T25" fmla="*/ 278 h 606"/>
                  <a:gd name="T26" fmla="*/ 750 w 580"/>
                  <a:gd name="T27" fmla="*/ 323 h 606"/>
                  <a:gd name="T28" fmla="*/ 782 w 580"/>
                  <a:gd name="T29" fmla="*/ 342 h 606"/>
                  <a:gd name="T30" fmla="*/ 814 w 580"/>
                  <a:gd name="T31" fmla="*/ 410 h 606"/>
                  <a:gd name="T32" fmla="*/ 729 w 580"/>
                  <a:gd name="T33" fmla="*/ 430 h 606"/>
                  <a:gd name="T34" fmla="*/ 719 w 580"/>
                  <a:gd name="T35" fmla="*/ 457 h 606"/>
                  <a:gd name="T36" fmla="*/ 711 w 580"/>
                  <a:gd name="T37" fmla="*/ 482 h 606"/>
                  <a:gd name="T38" fmla="*/ 696 w 580"/>
                  <a:gd name="T39" fmla="*/ 566 h 606"/>
                  <a:gd name="T40" fmla="*/ 618 w 580"/>
                  <a:gd name="T41" fmla="*/ 556 h 606"/>
                  <a:gd name="T42" fmla="*/ 528 w 580"/>
                  <a:gd name="T43" fmla="*/ 589 h 606"/>
                  <a:gd name="T44" fmla="*/ 491 w 580"/>
                  <a:gd name="T45" fmla="*/ 632 h 606"/>
                  <a:gd name="T46" fmla="*/ 487 w 580"/>
                  <a:gd name="T47" fmla="*/ 651 h 606"/>
                  <a:gd name="T48" fmla="*/ 465 w 580"/>
                  <a:gd name="T49" fmla="*/ 691 h 606"/>
                  <a:gd name="T50" fmla="*/ 495 w 580"/>
                  <a:gd name="T51" fmla="*/ 713 h 606"/>
                  <a:gd name="T52" fmla="*/ 448 w 580"/>
                  <a:gd name="T53" fmla="*/ 758 h 606"/>
                  <a:gd name="T54" fmla="*/ 443 w 580"/>
                  <a:gd name="T55" fmla="*/ 807 h 606"/>
                  <a:gd name="T56" fmla="*/ 430 w 580"/>
                  <a:gd name="T57" fmla="*/ 817 h 606"/>
                  <a:gd name="T58" fmla="*/ 392 w 580"/>
                  <a:gd name="T59" fmla="*/ 861 h 606"/>
                  <a:gd name="T60" fmla="*/ 314 w 580"/>
                  <a:gd name="T61" fmla="*/ 857 h 606"/>
                  <a:gd name="T62" fmla="*/ 280 w 580"/>
                  <a:gd name="T63" fmla="*/ 884 h 606"/>
                  <a:gd name="T64" fmla="*/ 186 w 580"/>
                  <a:gd name="T65" fmla="*/ 901 h 606"/>
                  <a:gd name="T66" fmla="*/ 168 w 580"/>
                  <a:gd name="T67" fmla="*/ 834 h 606"/>
                  <a:gd name="T68" fmla="*/ 143 w 580"/>
                  <a:gd name="T69" fmla="*/ 794 h 606"/>
                  <a:gd name="T70" fmla="*/ 99 w 580"/>
                  <a:gd name="T71" fmla="*/ 677 h 606"/>
                  <a:gd name="T72" fmla="*/ 78 w 580"/>
                  <a:gd name="T73" fmla="*/ 565 h 606"/>
                  <a:gd name="T74" fmla="*/ 52 w 580"/>
                  <a:gd name="T75" fmla="*/ 498 h 606"/>
                  <a:gd name="T76" fmla="*/ 30 w 580"/>
                  <a:gd name="T77" fmla="*/ 430 h 606"/>
                  <a:gd name="T78" fmla="*/ 22 w 580"/>
                  <a:gd name="T79" fmla="*/ 404 h 606"/>
                  <a:gd name="T80" fmla="*/ 17 w 580"/>
                  <a:gd name="T81" fmla="*/ 336 h 6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80"/>
                  <a:gd name="T124" fmla="*/ 0 h 606"/>
                  <a:gd name="T125" fmla="*/ 580 w 580"/>
                  <a:gd name="T126" fmla="*/ 606 h 60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80" h="606">
                    <a:moveTo>
                      <a:pt x="12" y="225"/>
                    </a:moveTo>
                    <a:cubicBezTo>
                      <a:pt x="18" y="221"/>
                      <a:pt x="21" y="214"/>
                      <a:pt x="27" y="210"/>
                    </a:cubicBezTo>
                    <a:cubicBezTo>
                      <a:pt x="38" y="203"/>
                      <a:pt x="58" y="202"/>
                      <a:pt x="69" y="201"/>
                    </a:cubicBezTo>
                    <a:cubicBezTo>
                      <a:pt x="95" y="184"/>
                      <a:pt x="108" y="182"/>
                      <a:pt x="138" y="174"/>
                    </a:cubicBezTo>
                    <a:cubicBezTo>
                      <a:pt x="155" y="163"/>
                      <a:pt x="175" y="158"/>
                      <a:pt x="192" y="147"/>
                    </a:cubicBezTo>
                    <a:cubicBezTo>
                      <a:pt x="208" y="123"/>
                      <a:pt x="224" y="110"/>
                      <a:pt x="252" y="105"/>
                    </a:cubicBezTo>
                    <a:cubicBezTo>
                      <a:pt x="272" y="97"/>
                      <a:pt x="289" y="85"/>
                      <a:pt x="309" y="78"/>
                    </a:cubicBezTo>
                    <a:cubicBezTo>
                      <a:pt x="324" y="55"/>
                      <a:pt x="352" y="36"/>
                      <a:pt x="375" y="21"/>
                    </a:cubicBezTo>
                    <a:cubicBezTo>
                      <a:pt x="381" y="17"/>
                      <a:pt x="386" y="11"/>
                      <a:pt x="393" y="9"/>
                    </a:cubicBezTo>
                    <a:cubicBezTo>
                      <a:pt x="420" y="2"/>
                      <a:pt x="409" y="6"/>
                      <a:pt x="426" y="0"/>
                    </a:cubicBezTo>
                    <a:cubicBezTo>
                      <a:pt x="439" y="20"/>
                      <a:pt x="429" y="47"/>
                      <a:pt x="417" y="66"/>
                    </a:cubicBezTo>
                    <a:cubicBezTo>
                      <a:pt x="420" y="80"/>
                      <a:pt x="432" y="94"/>
                      <a:pt x="444" y="102"/>
                    </a:cubicBezTo>
                    <a:cubicBezTo>
                      <a:pt x="451" y="123"/>
                      <a:pt x="482" y="170"/>
                      <a:pt x="498" y="186"/>
                    </a:cubicBezTo>
                    <a:cubicBezTo>
                      <a:pt x="502" y="197"/>
                      <a:pt x="512" y="210"/>
                      <a:pt x="522" y="216"/>
                    </a:cubicBezTo>
                    <a:cubicBezTo>
                      <a:pt x="536" y="237"/>
                      <a:pt x="530" y="219"/>
                      <a:pt x="545" y="229"/>
                    </a:cubicBezTo>
                    <a:cubicBezTo>
                      <a:pt x="548" y="239"/>
                      <a:pt x="580" y="272"/>
                      <a:pt x="567" y="274"/>
                    </a:cubicBezTo>
                    <a:cubicBezTo>
                      <a:pt x="542" y="277"/>
                      <a:pt x="540" y="280"/>
                      <a:pt x="507" y="288"/>
                    </a:cubicBezTo>
                    <a:cubicBezTo>
                      <a:pt x="502" y="291"/>
                      <a:pt x="503" y="300"/>
                      <a:pt x="501" y="306"/>
                    </a:cubicBezTo>
                    <a:cubicBezTo>
                      <a:pt x="499" y="313"/>
                      <a:pt x="495" y="322"/>
                      <a:pt x="495" y="322"/>
                    </a:cubicBezTo>
                    <a:cubicBezTo>
                      <a:pt x="497" y="338"/>
                      <a:pt x="506" y="349"/>
                      <a:pt x="485" y="379"/>
                    </a:cubicBezTo>
                    <a:cubicBezTo>
                      <a:pt x="462" y="377"/>
                      <a:pt x="448" y="383"/>
                      <a:pt x="431" y="372"/>
                    </a:cubicBezTo>
                    <a:cubicBezTo>
                      <a:pt x="394" y="376"/>
                      <a:pt x="401" y="383"/>
                      <a:pt x="368" y="394"/>
                    </a:cubicBezTo>
                    <a:cubicBezTo>
                      <a:pt x="362" y="413"/>
                      <a:pt x="369" y="414"/>
                      <a:pt x="342" y="423"/>
                    </a:cubicBezTo>
                    <a:cubicBezTo>
                      <a:pt x="337" y="430"/>
                      <a:pt x="342" y="429"/>
                      <a:pt x="339" y="435"/>
                    </a:cubicBezTo>
                    <a:cubicBezTo>
                      <a:pt x="335" y="449"/>
                      <a:pt x="328" y="449"/>
                      <a:pt x="324" y="462"/>
                    </a:cubicBezTo>
                    <a:cubicBezTo>
                      <a:pt x="345" y="469"/>
                      <a:pt x="340" y="462"/>
                      <a:pt x="345" y="477"/>
                    </a:cubicBezTo>
                    <a:cubicBezTo>
                      <a:pt x="341" y="505"/>
                      <a:pt x="340" y="503"/>
                      <a:pt x="312" y="507"/>
                    </a:cubicBezTo>
                    <a:cubicBezTo>
                      <a:pt x="311" y="518"/>
                      <a:pt x="312" y="529"/>
                      <a:pt x="309" y="540"/>
                    </a:cubicBezTo>
                    <a:cubicBezTo>
                      <a:pt x="308" y="543"/>
                      <a:pt x="303" y="543"/>
                      <a:pt x="300" y="546"/>
                    </a:cubicBezTo>
                    <a:cubicBezTo>
                      <a:pt x="288" y="558"/>
                      <a:pt x="292" y="570"/>
                      <a:pt x="273" y="576"/>
                    </a:cubicBezTo>
                    <a:cubicBezTo>
                      <a:pt x="249" y="573"/>
                      <a:pt x="244" y="570"/>
                      <a:pt x="219" y="573"/>
                    </a:cubicBezTo>
                    <a:cubicBezTo>
                      <a:pt x="207" y="577"/>
                      <a:pt x="207" y="586"/>
                      <a:pt x="195" y="591"/>
                    </a:cubicBezTo>
                    <a:cubicBezTo>
                      <a:pt x="171" y="602"/>
                      <a:pt x="156" y="601"/>
                      <a:pt x="129" y="603"/>
                    </a:cubicBezTo>
                    <a:cubicBezTo>
                      <a:pt x="105" y="595"/>
                      <a:pt x="129" y="606"/>
                      <a:pt x="117" y="558"/>
                    </a:cubicBezTo>
                    <a:cubicBezTo>
                      <a:pt x="108" y="522"/>
                      <a:pt x="107" y="554"/>
                      <a:pt x="99" y="531"/>
                    </a:cubicBezTo>
                    <a:cubicBezTo>
                      <a:pt x="90" y="504"/>
                      <a:pt x="82" y="479"/>
                      <a:pt x="69" y="453"/>
                    </a:cubicBezTo>
                    <a:cubicBezTo>
                      <a:pt x="64" y="428"/>
                      <a:pt x="61" y="402"/>
                      <a:pt x="54" y="378"/>
                    </a:cubicBezTo>
                    <a:cubicBezTo>
                      <a:pt x="49" y="361"/>
                      <a:pt x="41" y="349"/>
                      <a:pt x="36" y="333"/>
                    </a:cubicBezTo>
                    <a:cubicBezTo>
                      <a:pt x="31" y="318"/>
                      <a:pt x="26" y="303"/>
                      <a:pt x="21" y="288"/>
                    </a:cubicBezTo>
                    <a:cubicBezTo>
                      <a:pt x="19" y="282"/>
                      <a:pt x="15" y="270"/>
                      <a:pt x="15" y="270"/>
                    </a:cubicBezTo>
                    <a:cubicBezTo>
                      <a:pt x="15" y="267"/>
                      <a:pt x="0" y="213"/>
                      <a:pt x="12" y="225"/>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77" name="Freeform 6">
                <a:extLst>
                  <a:ext uri="{FF2B5EF4-FFF2-40B4-BE49-F238E27FC236}">
                    <a16:creationId xmlns:a16="http://schemas.microsoft.com/office/drawing/2014/main" id="{37B8534A-E1CB-3414-5C76-36B3C0C6A93C}"/>
                  </a:ext>
                </a:extLst>
              </p:cNvPr>
              <p:cNvSpPr>
                <a:spLocks/>
              </p:cNvSpPr>
              <p:nvPr/>
            </p:nvSpPr>
            <p:spPr bwMode="auto">
              <a:xfrm>
                <a:off x="1358929" y="2655353"/>
                <a:ext cx="847800" cy="720701"/>
              </a:xfrm>
              <a:custGeom>
                <a:avLst/>
                <a:gdLst>
                  <a:gd name="T0" fmla="*/ 408 w 607"/>
                  <a:gd name="T1" fmla="*/ 6 h 505"/>
                  <a:gd name="T2" fmla="*/ 438 w 607"/>
                  <a:gd name="T3" fmla="*/ 69 h 505"/>
                  <a:gd name="T4" fmla="*/ 456 w 607"/>
                  <a:gd name="T5" fmla="*/ 109 h 505"/>
                  <a:gd name="T6" fmla="*/ 516 w 607"/>
                  <a:gd name="T7" fmla="*/ 127 h 505"/>
                  <a:gd name="T8" fmla="*/ 486 w 607"/>
                  <a:gd name="T9" fmla="*/ 222 h 505"/>
                  <a:gd name="T10" fmla="*/ 503 w 607"/>
                  <a:gd name="T11" fmla="*/ 285 h 505"/>
                  <a:gd name="T12" fmla="*/ 534 w 607"/>
                  <a:gd name="T13" fmla="*/ 316 h 505"/>
                  <a:gd name="T14" fmla="*/ 602 w 607"/>
                  <a:gd name="T15" fmla="*/ 302 h 505"/>
                  <a:gd name="T16" fmla="*/ 611 w 607"/>
                  <a:gd name="T17" fmla="*/ 334 h 505"/>
                  <a:gd name="T18" fmla="*/ 637 w 607"/>
                  <a:gd name="T19" fmla="*/ 326 h 505"/>
                  <a:gd name="T20" fmla="*/ 659 w 607"/>
                  <a:gd name="T21" fmla="*/ 396 h 505"/>
                  <a:gd name="T22" fmla="*/ 684 w 607"/>
                  <a:gd name="T23" fmla="*/ 406 h 505"/>
                  <a:gd name="T24" fmla="*/ 697 w 607"/>
                  <a:gd name="T25" fmla="*/ 415 h 505"/>
                  <a:gd name="T26" fmla="*/ 719 w 607"/>
                  <a:gd name="T27" fmla="*/ 455 h 505"/>
                  <a:gd name="T28" fmla="*/ 727 w 607"/>
                  <a:gd name="T29" fmla="*/ 482 h 505"/>
                  <a:gd name="T30" fmla="*/ 749 w 607"/>
                  <a:gd name="T31" fmla="*/ 509 h 505"/>
                  <a:gd name="T32" fmla="*/ 796 w 607"/>
                  <a:gd name="T33" fmla="*/ 590 h 505"/>
                  <a:gd name="T34" fmla="*/ 826 w 607"/>
                  <a:gd name="T35" fmla="*/ 627 h 505"/>
                  <a:gd name="T36" fmla="*/ 870 w 607"/>
                  <a:gd name="T37" fmla="*/ 680 h 505"/>
                  <a:gd name="T38" fmla="*/ 852 w 607"/>
                  <a:gd name="T39" fmla="*/ 698 h 505"/>
                  <a:gd name="T40" fmla="*/ 826 w 607"/>
                  <a:gd name="T41" fmla="*/ 716 h 505"/>
                  <a:gd name="T42" fmla="*/ 800 w 607"/>
                  <a:gd name="T43" fmla="*/ 711 h 505"/>
                  <a:gd name="T44" fmla="*/ 796 w 607"/>
                  <a:gd name="T45" fmla="*/ 694 h 505"/>
                  <a:gd name="T46" fmla="*/ 770 w 607"/>
                  <a:gd name="T47" fmla="*/ 684 h 505"/>
                  <a:gd name="T48" fmla="*/ 719 w 607"/>
                  <a:gd name="T49" fmla="*/ 711 h 505"/>
                  <a:gd name="T50" fmla="*/ 702 w 607"/>
                  <a:gd name="T51" fmla="*/ 743 h 505"/>
                  <a:gd name="T52" fmla="*/ 675 w 607"/>
                  <a:gd name="T53" fmla="*/ 751 h 505"/>
                  <a:gd name="T54" fmla="*/ 607 w 607"/>
                  <a:gd name="T55" fmla="*/ 716 h 505"/>
                  <a:gd name="T56" fmla="*/ 543 w 607"/>
                  <a:gd name="T57" fmla="*/ 707 h 505"/>
                  <a:gd name="T58" fmla="*/ 508 w 607"/>
                  <a:gd name="T59" fmla="*/ 694 h 505"/>
                  <a:gd name="T60" fmla="*/ 443 w 607"/>
                  <a:gd name="T61" fmla="*/ 711 h 505"/>
                  <a:gd name="T62" fmla="*/ 327 w 607"/>
                  <a:gd name="T63" fmla="*/ 743 h 505"/>
                  <a:gd name="T64" fmla="*/ 284 w 607"/>
                  <a:gd name="T65" fmla="*/ 738 h 505"/>
                  <a:gd name="T66" fmla="*/ 259 w 607"/>
                  <a:gd name="T67" fmla="*/ 684 h 505"/>
                  <a:gd name="T68" fmla="*/ 206 w 607"/>
                  <a:gd name="T69" fmla="*/ 707 h 505"/>
                  <a:gd name="T70" fmla="*/ 194 w 607"/>
                  <a:gd name="T71" fmla="*/ 711 h 505"/>
                  <a:gd name="T72" fmla="*/ 168 w 607"/>
                  <a:gd name="T73" fmla="*/ 707 h 505"/>
                  <a:gd name="T74" fmla="*/ 186 w 607"/>
                  <a:gd name="T75" fmla="*/ 600 h 505"/>
                  <a:gd name="T76" fmla="*/ 159 w 607"/>
                  <a:gd name="T77" fmla="*/ 558 h 505"/>
                  <a:gd name="T78" fmla="*/ 116 w 607"/>
                  <a:gd name="T79" fmla="*/ 545 h 505"/>
                  <a:gd name="T80" fmla="*/ 43 w 607"/>
                  <a:gd name="T81" fmla="*/ 504 h 505"/>
                  <a:gd name="T82" fmla="*/ 17 w 607"/>
                  <a:gd name="T83" fmla="*/ 487 h 505"/>
                  <a:gd name="T84" fmla="*/ 0 w 607"/>
                  <a:gd name="T85" fmla="*/ 447 h 505"/>
                  <a:gd name="T86" fmla="*/ 26 w 607"/>
                  <a:gd name="T87" fmla="*/ 415 h 505"/>
                  <a:gd name="T88" fmla="*/ 43 w 607"/>
                  <a:gd name="T89" fmla="*/ 356 h 505"/>
                  <a:gd name="T90" fmla="*/ 73 w 607"/>
                  <a:gd name="T91" fmla="*/ 348 h 505"/>
                  <a:gd name="T92" fmla="*/ 65 w 607"/>
                  <a:gd name="T93" fmla="*/ 289 h 505"/>
                  <a:gd name="T94" fmla="*/ 73 w 607"/>
                  <a:gd name="T95" fmla="*/ 248 h 505"/>
                  <a:gd name="T96" fmla="*/ 95 w 607"/>
                  <a:gd name="T97" fmla="*/ 230 h 505"/>
                  <a:gd name="T98" fmla="*/ 159 w 607"/>
                  <a:gd name="T99" fmla="*/ 168 h 505"/>
                  <a:gd name="T100" fmla="*/ 254 w 607"/>
                  <a:gd name="T101" fmla="*/ 159 h 505"/>
                  <a:gd name="T102" fmla="*/ 292 w 607"/>
                  <a:gd name="T103" fmla="*/ 163 h 505"/>
                  <a:gd name="T104" fmla="*/ 310 w 607"/>
                  <a:gd name="T105" fmla="*/ 122 h 505"/>
                  <a:gd name="T106" fmla="*/ 297 w 607"/>
                  <a:gd name="T107" fmla="*/ 73 h 505"/>
                  <a:gd name="T108" fmla="*/ 314 w 607"/>
                  <a:gd name="T109" fmla="*/ 24 h 505"/>
                  <a:gd name="T110" fmla="*/ 400 w 607"/>
                  <a:gd name="T111" fmla="*/ 0 h 50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07"/>
                  <a:gd name="T169" fmla="*/ 0 h 505"/>
                  <a:gd name="T170" fmla="*/ 607 w 607"/>
                  <a:gd name="T171" fmla="*/ 505 h 50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07" h="505">
                    <a:moveTo>
                      <a:pt x="285" y="4"/>
                    </a:moveTo>
                    <a:cubicBezTo>
                      <a:pt x="289" y="47"/>
                      <a:pt x="282" y="30"/>
                      <a:pt x="306" y="46"/>
                    </a:cubicBezTo>
                    <a:cubicBezTo>
                      <a:pt x="316" y="60"/>
                      <a:pt x="311" y="52"/>
                      <a:pt x="318" y="73"/>
                    </a:cubicBezTo>
                    <a:cubicBezTo>
                      <a:pt x="318" y="73"/>
                      <a:pt x="348" y="74"/>
                      <a:pt x="360" y="85"/>
                    </a:cubicBezTo>
                    <a:cubicBezTo>
                      <a:pt x="366" y="109"/>
                      <a:pt x="346" y="126"/>
                      <a:pt x="339" y="148"/>
                    </a:cubicBezTo>
                    <a:cubicBezTo>
                      <a:pt x="342" y="169"/>
                      <a:pt x="345" y="173"/>
                      <a:pt x="351" y="190"/>
                    </a:cubicBezTo>
                    <a:cubicBezTo>
                      <a:pt x="346" y="214"/>
                      <a:pt x="346" y="215"/>
                      <a:pt x="372" y="211"/>
                    </a:cubicBezTo>
                    <a:cubicBezTo>
                      <a:pt x="379" y="191"/>
                      <a:pt x="403" y="199"/>
                      <a:pt x="420" y="202"/>
                    </a:cubicBezTo>
                    <a:cubicBezTo>
                      <a:pt x="422" y="209"/>
                      <a:pt x="419" y="221"/>
                      <a:pt x="426" y="223"/>
                    </a:cubicBezTo>
                    <a:cubicBezTo>
                      <a:pt x="432" y="225"/>
                      <a:pt x="444" y="217"/>
                      <a:pt x="444" y="217"/>
                    </a:cubicBezTo>
                    <a:cubicBezTo>
                      <a:pt x="447" y="229"/>
                      <a:pt x="448" y="258"/>
                      <a:pt x="459" y="265"/>
                    </a:cubicBezTo>
                    <a:cubicBezTo>
                      <a:pt x="464" y="268"/>
                      <a:pt x="472" y="267"/>
                      <a:pt x="477" y="271"/>
                    </a:cubicBezTo>
                    <a:cubicBezTo>
                      <a:pt x="480" y="273"/>
                      <a:pt x="483" y="275"/>
                      <a:pt x="486" y="277"/>
                    </a:cubicBezTo>
                    <a:cubicBezTo>
                      <a:pt x="491" y="293"/>
                      <a:pt x="487" y="283"/>
                      <a:pt x="501" y="304"/>
                    </a:cubicBezTo>
                    <a:cubicBezTo>
                      <a:pt x="505" y="309"/>
                      <a:pt x="503" y="318"/>
                      <a:pt x="507" y="322"/>
                    </a:cubicBezTo>
                    <a:cubicBezTo>
                      <a:pt x="514" y="329"/>
                      <a:pt x="518" y="332"/>
                      <a:pt x="522" y="340"/>
                    </a:cubicBezTo>
                    <a:cubicBezTo>
                      <a:pt x="533" y="362"/>
                      <a:pt x="527" y="385"/>
                      <a:pt x="555" y="394"/>
                    </a:cubicBezTo>
                    <a:cubicBezTo>
                      <a:pt x="569" y="415"/>
                      <a:pt x="561" y="408"/>
                      <a:pt x="576" y="418"/>
                    </a:cubicBezTo>
                    <a:cubicBezTo>
                      <a:pt x="569" y="438"/>
                      <a:pt x="589" y="448"/>
                      <a:pt x="606" y="454"/>
                    </a:cubicBezTo>
                    <a:cubicBezTo>
                      <a:pt x="601" y="469"/>
                      <a:pt x="607" y="459"/>
                      <a:pt x="594" y="466"/>
                    </a:cubicBezTo>
                    <a:cubicBezTo>
                      <a:pt x="588" y="470"/>
                      <a:pt x="576" y="478"/>
                      <a:pt x="576" y="478"/>
                    </a:cubicBezTo>
                    <a:cubicBezTo>
                      <a:pt x="570" y="477"/>
                      <a:pt x="563" y="479"/>
                      <a:pt x="558" y="475"/>
                    </a:cubicBezTo>
                    <a:cubicBezTo>
                      <a:pt x="555" y="473"/>
                      <a:pt x="558" y="466"/>
                      <a:pt x="555" y="463"/>
                    </a:cubicBezTo>
                    <a:cubicBezTo>
                      <a:pt x="550" y="459"/>
                      <a:pt x="537" y="457"/>
                      <a:pt x="537" y="457"/>
                    </a:cubicBezTo>
                    <a:cubicBezTo>
                      <a:pt x="526" y="464"/>
                      <a:pt x="513" y="471"/>
                      <a:pt x="501" y="475"/>
                    </a:cubicBezTo>
                    <a:cubicBezTo>
                      <a:pt x="498" y="489"/>
                      <a:pt x="502" y="490"/>
                      <a:pt x="489" y="496"/>
                    </a:cubicBezTo>
                    <a:cubicBezTo>
                      <a:pt x="483" y="499"/>
                      <a:pt x="471" y="502"/>
                      <a:pt x="471" y="502"/>
                    </a:cubicBezTo>
                    <a:cubicBezTo>
                      <a:pt x="454" y="491"/>
                      <a:pt x="443" y="483"/>
                      <a:pt x="423" y="478"/>
                    </a:cubicBezTo>
                    <a:cubicBezTo>
                      <a:pt x="405" y="466"/>
                      <a:pt x="402" y="469"/>
                      <a:pt x="378" y="472"/>
                    </a:cubicBezTo>
                    <a:cubicBezTo>
                      <a:pt x="365" y="476"/>
                      <a:pt x="359" y="477"/>
                      <a:pt x="354" y="463"/>
                    </a:cubicBezTo>
                    <a:cubicBezTo>
                      <a:pt x="330" y="466"/>
                      <a:pt x="328" y="469"/>
                      <a:pt x="309" y="475"/>
                    </a:cubicBezTo>
                    <a:cubicBezTo>
                      <a:pt x="299" y="505"/>
                      <a:pt x="254" y="493"/>
                      <a:pt x="228" y="496"/>
                    </a:cubicBezTo>
                    <a:cubicBezTo>
                      <a:pt x="218" y="495"/>
                      <a:pt x="207" y="498"/>
                      <a:pt x="198" y="493"/>
                    </a:cubicBezTo>
                    <a:cubicBezTo>
                      <a:pt x="188" y="487"/>
                      <a:pt x="192" y="465"/>
                      <a:pt x="180" y="457"/>
                    </a:cubicBezTo>
                    <a:cubicBezTo>
                      <a:pt x="167" y="461"/>
                      <a:pt x="157" y="468"/>
                      <a:pt x="144" y="472"/>
                    </a:cubicBezTo>
                    <a:cubicBezTo>
                      <a:pt x="141" y="473"/>
                      <a:pt x="135" y="475"/>
                      <a:pt x="135" y="475"/>
                    </a:cubicBezTo>
                    <a:cubicBezTo>
                      <a:pt x="129" y="474"/>
                      <a:pt x="123" y="474"/>
                      <a:pt x="117" y="472"/>
                    </a:cubicBezTo>
                    <a:cubicBezTo>
                      <a:pt x="87" y="462"/>
                      <a:pt x="124" y="416"/>
                      <a:pt x="129" y="400"/>
                    </a:cubicBezTo>
                    <a:cubicBezTo>
                      <a:pt x="126" y="390"/>
                      <a:pt x="121" y="379"/>
                      <a:pt x="111" y="373"/>
                    </a:cubicBezTo>
                    <a:cubicBezTo>
                      <a:pt x="102" y="368"/>
                      <a:pt x="81" y="364"/>
                      <a:pt x="81" y="364"/>
                    </a:cubicBezTo>
                    <a:cubicBezTo>
                      <a:pt x="71" y="349"/>
                      <a:pt x="46" y="346"/>
                      <a:pt x="30" y="337"/>
                    </a:cubicBezTo>
                    <a:cubicBezTo>
                      <a:pt x="24" y="333"/>
                      <a:pt x="12" y="325"/>
                      <a:pt x="12" y="325"/>
                    </a:cubicBezTo>
                    <a:cubicBezTo>
                      <a:pt x="7" y="317"/>
                      <a:pt x="0" y="298"/>
                      <a:pt x="0" y="298"/>
                    </a:cubicBezTo>
                    <a:cubicBezTo>
                      <a:pt x="4" y="286"/>
                      <a:pt x="6" y="281"/>
                      <a:pt x="18" y="277"/>
                    </a:cubicBezTo>
                    <a:cubicBezTo>
                      <a:pt x="26" y="265"/>
                      <a:pt x="23" y="249"/>
                      <a:pt x="30" y="238"/>
                    </a:cubicBezTo>
                    <a:cubicBezTo>
                      <a:pt x="34" y="232"/>
                      <a:pt x="44" y="234"/>
                      <a:pt x="51" y="232"/>
                    </a:cubicBezTo>
                    <a:cubicBezTo>
                      <a:pt x="57" y="215"/>
                      <a:pt x="61" y="204"/>
                      <a:pt x="45" y="193"/>
                    </a:cubicBezTo>
                    <a:cubicBezTo>
                      <a:pt x="41" y="181"/>
                      <a:pt x="47" y="178"/>
                      <a:pt x="51" y="166"/>
                    </a:cubicBezTo>
                    <a:cubicBezTo>
                      <a:pt x="46" y="152"/>
                      <a:pt x="54" y="150"/>
                      <a:pt x="66" y="154"/>
                    </a:cubicBezTo>
                    <a:cubicBezTo>
                      <a:pt x="74" y="130"/>
                      <a:pt x="86" y="117"/>
                      <a:pt x="111" y="112"/>
                    </a:cubicBezTo>
                    <a:cubicBezTo>
                      <a:pt x="134" y="96"/>
                      <a:pt x="141" y="104"/>
                      <a:pt x="177" y="106"/>
                    </a:cubicBezTo>
                    <a:cubicBezTo>
                      <a:pt x="198" y="113"/>
                      <a:pt x="189" y="114"/>
                      <a:pt x="204" y="109"/>
                    </a:cubicBezTo>
                    <a:cubicBezTo>
                      <a:pt x="211" y="88"/>
                      <a:pt x="206" y="96"/>
                      <a:pt x="216" y="82"/>
                    </a:cubicBezTo>
                    <a:cubicBezTo>
                      <a:pt x="214" y="71"/>
                      <a:pt x="207" y="49"/>
                      <a:pt x="207" y="49"/>
                    </a:cubicBezTo>
                    <a:cubicBezTo>
                      <a:pt x="228" y="35"/>
                      <a:pt x="205" y="53"/>
                      <a:pt x="219" y="16"/>
                    </a:cubicBezTo>
                    <a:cubicBezTo>
                      <a:pt x="224" y="3"/>
                      <a:pt x="280" y="15"/>
                      <a:pt x="279" y="0"/>
                    </a:cubicBezTo>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78" name="Freeform 7">
                <a:extLst>
                  <a:ext uri="{FF2B5EF4-FFF2-40B4-BE49-F238E27FC236}">
                    <a16:creationId xmlns:a16="http://schemas.microsoft.com/office/drawing/2014/main" id="{27AF299F-8CE6-5258-D067-71A61EB38F78}"/>
                  </a:ext>
                </a:extLst>
              </p:cNvPr>
              <p:cNvSpPr>
                <a:spLocks/>
              </p:cNvSpPr>
              <p:nvPr/>
            </p:nvSpPr>
            <p:spPr bwMode="auto">
              <a:xfrm>
                <a:off x="893631" y="3079843"/>
                <a:ext cx="980742" cy="642566"/>
              </a:xfrm>
              <a:custGeom>
                <a:avLst/>
                <a:gdLst>
                  <a:gd name="T0" fmla="*/ 138 w 702"/>
                  <a:gd name="T1" fmla="*/ 616 h 450"/>
                  <a:gd name="T2" fmla="*/ 262 w 702"/>
                  <a:gd name="T3" fmla="*/ 648 h 450"/>
                  <a:gd name="T4" fmla="*/ 332 w 702"/>
                  <a:gd name="T5" fmla="*/ 629 h 450"/>
                  <a:gd name="T6" fmla="*/ 397 w 702"/>
                  <a:gd name="T7" fmla="*/ 607 h 450"/>
                  <a:gd name="T8" fmla="*/ 516 w 702"/>
                  <a:gd name="T9" fmla="*/ 616 h 450"/>
                  <a:gd name="T10" fmla="*/ 621 w 702"/>
                  <a:gd name="T11" fmla="*/ 634 h 450"/>
                  <a:gd name="T12" fmla="*/ 689 w 702"/>
                  <a:gd name="T13" fmla="*/ 643 h 450"/>
                  <a:gd name="T14" fmla="*/ 745 w 702"/>
                  <a:gd name="T15" fmla="*/ 575 h 450"/>
                  <a:gd name="T16" fmla="*/ 853 w 702"/>
                  <a:gd name="T17" fmla="*/ 626 h 450"/>
                  <a:gd name="T18" fmla="*/ 956 w 702"/>
                  <a:gd name="T19" fmla="*/ 626 h 450"/>
                  <a:gd name="T20" fmla="*/ 1008 w 702"/>
                  <a:gd name="T21" fmla="*/ 530 h 450"/>
                  <a:gd name="T22" fmla="*/ 973 w 702"/>
                  <a:gd name="T23" fmla="*/ 395 h 450"/>
                  <a:gd name="T24" fmla="*/ 999 w 702"/>
                  <a:gd name="T25" fmla="*/ 301 h 450"/>
                  <a:gd name="T26" fmla="*/ 1003 w 702"/>
                  <a:gd name="T27" fmla="*/ 283 h 450"/>
                  <a:gd name="T28" fmla="*/ 930 w 702"/>
                  <a:gd name="T29" fmla="*/ 261 h 450"/>
                  <a:gd name="T30" fmla="*/ 810 w 702"/>
                  <a:gd name="T31" fmla="*/ 296 h 450"/>
                  <a:gd name="T32" fmla="*/ 737 w 702"/>
                  <a:gd name="T33" fmla="*/ 247 h 450"/>
                  <a:gd name="T34" fmla="*/ 637 w 702"/>
                  <a:gd name="T35" fmla="*/ 212 h 450"/>
                  <a:gd name="T36" fmla="*/ 654 w 702"/>
                  <a:gd name="T37" fmla="*/ 132 h 450"/>
                  <a:gd name="T38" fmla="*/ 525 w 702"/>
                  <a:gd name="T39" fmla="*/ 67 h 450"/>
                  <a:gd name="T40" fmla="*/ 491 w 702"/>
                  <a:gd name="T41" fmla="*/ 32 h 450"/>
                  <a:gd name="T42" fmla="*/ 365 w 702"/>
                  <a:gd name="T43" fmla="*/ 5 h 450"/>
                  <a:gd name="T44" fmla="*/ 237 w 702"/>
                  <a:gd name="T45" fmla="*/ 45 h 450"/>
                  <a:gd name="T46" fmla="*/ 189 w 702"/>
                  <a:gd name="T47" fmla="*/ 67 h 450"/>
                  <a:gd name="T48" fmla="*/ 125 w 702"/>
                  <a:gd name="T49" fmla="*/ 158 h 450"/>
                  <a:gd name="T50" fmla="*/ 0 w 702"/>
                  <a:gd name="T51" fmla="*/ 212 h 450"/>
                  <a:gd name="T52" fmla="*/ 207 w 702"/>
                  <a:gd name="T53" fmla="*/ 283 h 450"/>
                  <a:gd name="T54" fmla="*/ 254 w 702"/>
                  <a:gd name="T55" fmla="*/ 320 h 450"/>
                  <a:gd name="T56" fmla="*/ 211 w 702"/>
                  <a:gd name="T57" fmla="*/ 400 h 450"/>
                  <a:gd name="T58" fmla="*/ 181 w 702"/>
                  <a:gd name="T59" fmla="*/ 422 h 450"/>
                  <a:gd name="T60" fmla="*/ 146 w 702"/>
                  <a:gd name="T61" fmla="*/ 473 h 450"/>
                  <a:gd name="T62" fmla="*/ 81 w 702"/>
                  <a:gd name="T63" fmla="*/ 549 h 450"/>
                  <a:gd name="T64" fmla="*/ 69 w 702"/>
                  <a:gd name="T65" fmla="*/ 599 h 45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02"/>
                  <a:gd name="T100" fmla="*/ 0 h 450"/>
                  <a:gd name="T101" fmla="*/ 702 w 702"/>
                  <a:gd name="T102" fmla="*/ 450 h 45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02" h="450">
                    <a:moveTo>
                      <a:pt x="48" y="399"/>
                    </a:moveTo>
                    <a:cubicBezTo>
                      <a:pt x="69" y="406"/>
                      <a:pt x="68" y="408"/>
                      <a:pt x="96" y="411"/>
                    </a:cubicBezTo>
                    <a:cubicBezTo>
                      <a:pt x="101" y="425"/>
                      <a:pt x="106" y="426"/>
                      <a:pt x="120" y="429"/>
                    </a:cubicBezTo>
                    <a:cubicBezTo>
                      <a:pt x="142" y="426"/>
                      <a:pt x="161" y="425"/>
                      <a:pt x="183" y="432"/>
                    </a:cubicBezTo>
                    <a:cubicBezTo>
                      <a:pt x="189" y="450"/>
                      <a:pt x="204" y="443"/>
                      <a:pt x="219" y="438"/>
                    </a:cubicBezTo>
                    <a:cubicBezTo>
                      <a:pt x="223" y="432"/>
                      <a:pt x="227" y="426"/>
                      <a:pt x="231" y="420"/>
                    </a:cubicBezTo>
                    <a:cubicBezTo>
                      <a:pt x="234" y="415"/>
                      <a:pt x="243" y="418"/>
                      <a:pt x="249" y="417"/>
                    </a:cubicBezTo>
                    <a:cubicBezTo>
                      <a:pt x="266" y="413"/>
                      <a:pt x="264" y="413"/>
                      <a:pt x="276" y="405"/>
                    </a:cubicBezTo>
                    <a:cubicBezTo>
                      <a:pt x="296" y="407"/>
                      <a:pt x="305" y="404"/>
                      <a:pt x="315" y="420"/>
                    </a:cubicBezTo>
                    <a:cubicBezTo>
                      <a:pt x="342" y="415"/>
                      <a:pt x="330" y="407"/>
                      <a:pt x="360" y="411"/>
                    </a:cubicBezTo>
                    <a:cubicBezTo>
                      <a:pt x="367" y="432"/>
                      <a:pt x="381" y="426"/>
                      <a:pt x="399" y="420"/>
                    </a:cubicBezTo>
                    <a:cubicBezTo>
                      <a:pt x="410" y="421"/>
                      <a:pt x="421" y="420"/>
                      <a:pt x="432" y="423"/>
                    </a:cubicBezTo>
                    <a:cubicBezTo>
                      <a:pt x="439" y="425"/>
                      <a:pt x="450" y="435"/>
                      <a:pt x="450" y="435"/>
                    </a:cubicBezTo>
                    <a:cubicBezTo>
                      <a:pt x="460" y="433"/>
                      <a:pt x="471" y="434"/>
                      <a:pt x="480" y="429"/>
                    </a:cubicBezTo>
                    <a:cubicBezTo>
                      <a:pt x="486" y="426"/>
                      <a:pt x="489" y="418"/>
                      <a:pt x="495" y="414"/>
                    </a:cubicBezTo>
                    <a:cubicBezTo>
                      <a:pt x="501" y="397"/>
                      <a:pt x="501" y="390"/>
                      <a:pt x="519" y="384"/>
                    </a:cubicBezTo>
                    <a:cubicBezTo>
                      <a:pt x="539" y="388"/>
                      <a:pt x="558" y="385"/>
                      <a:pt x="579" y="387"/>
                    </a:cubicBezTo>
                    <a:cubicBezTo>
                      <a:pt x="593" y="396"/>
                      <a:pt x="584" y="407"/>
                      <a:pt x="594" y="417"/>
                    </a:cubicBezTo>
                    <a:cubicBezTo>
                      <a:pt x="601" y="424"/>
                      <a:pt x="614" y="422"/>
                      <a:pt x="624" y="423"/>
                    </a:cubicBezTo>
                    <a:cubicBezTo>
                      <a:pt x="638" y="421"/>
                      <a:pt x="653" y="423"/>
                      <a:pt x="666" y="417"/>
                    </a:cubicBezTo>
                    <a:cubicBezTo>
                      <a:pt x="675" y="413"/>
                      <a:pt x="678" y="390"/>
                      <a:pt x="678" y="390"/>
                    </a:cubicBezTo>
                    <a:cubicBezTo>
                      <a:pt x="681" y="356"/>
                      <a:pt x="676" y="361"/>
                      <a:pt x="702" y="354"/>
                    </a:cubicBezTo>
                    <a:cubicBezTo>
                      <a:pt x="701" y="339"/>
                      <a:pt x="702" y="307"/>
                      <a:pt x="693" y="291"/>
                    </a:cubicBezTo>
                    <a:cubicBezTo>
                      <a:pt x="676" y="260"/>
                      <a:pt x="685" y="284"/>
                      <a:pt x="678" y="264"/>
                    </a:cubicBezTo>
                    <a:cubicBezTo>
                      <a:pt x="699" y="250"/>
                      <a:pt x="694" y="259"/>
                      <a:pt x="699" y="243"/>
                    </a:cubicBezTo>
                    <a:cubicBezTo>
                      <a:pt x="698" y="229"/>
                      <a:pt x="698" y="215"/>
                      <a:pt x="696" y="201"/>
                    </a:cubicBezTo>
                    <a:cubicBezTo>
                      <a:pt x="695" y="197"/>
                      <a:pt x="689" y="195"/>
                      <a:pt x="690" y="192"/>
                    </a:cubicBezTo>
                    <a:cubicBezTo>
                      <a:pt x="691" y="189"/>
                      <a:pt x="696" y="190"/>
                      <a:pt x="699" y="189"/>
                    </a:cubicBezTo>
                    <a:cubicBezTo>
                      <a:pt x="695" y="177"/>
                      <a:pt x="688" y="179"/>
                      <a:pt x="681" y="168"/>
                    </a:cubicBezTo>
                    <a:cubicBezTo>
                      <a:pt x="670" y="170"/>
                      <a:pt x="657" y="167"/>
                      <a:pt x="648" y="174"/>
                    </a:cubicBezTo>
                    <a:cubicBezTo>
                      <a:pt x="633" y="186"/>
                      <a:pt x="643" y="194"/>
                      <a:pt x="627" y="195"/>
                    </a:cubicBezTo>
                    <a:cubicBezTo>
                      <a:pt x="606" y="197"/>
                      <a:pt x="585" y="197"/>
                      <a:pt x="564" y="198"/>
                    </a:cubicBezTo>
                    <a:cubicBezTo>
                      <a:pt x="552" y="197"/>
                      <a:pt x="536" y="201"/>
                      <a:pt x="528" y="192"/>
                    </a:cubicBezTo>
                    <a:cubicBezTo>
                      <a:pt x="518" y="180"/>
                      <a:pt x="528" y="175"/>
                      <a:pt x="513" y="165"/>
                    </a:cubicBezTo>
                    <a:cubicBezTo>
                      <a:pt x="481" y="170"/>
                      <a:pt x="480" y="171"/>
                      <a:pt x="441" y="168"/>
                    </a:cubicBezTo>
                    <a:cubicBezTo>
                      <a:pt x="442" y="159"/>
                      <a:pt x="442" y="150"/>
                      <a:pt x="444" y="141"/>
                    </a:cubicBezTo>
                    <a:cubicBezTo>
                      <a:pt x="445" y="135"/>
                      <a:pt x="450" y="123"/>
                      <a:pt x="450" y="123"/>
                    </a:cubicBezTo>
                    <a:cubicBezTo>
                      <a:pt x="449" y="112"/>
                      <a:pt x="461" y="98"/>
                      <a:pt x="456" y="88"/>
                    </a:cubicBezTo>
                    <a:cubicBezTo>
                      <a:pt x="453" y="81"/>
                      <a:pt x="437" y="77"/>
                      <a:pt x="431" y="73"/>
                    </a:cubicBezTo>
                    <a:cubicBezTo>
                      <a:pt x="412" y="60"/>
                      <a:pt x="388" y="52"/>
                      <a:pt x="366" y="45"/>
                    </a:cubicBezTo>
                    <a:cubicBezTo>
                      <a:pt x="358" y="21"/>
                      <a:pt x="370" y="49"/>
                      <a:pt x="354" y="33"/>
                    </a:cubicBezTo>
                    <a:cubicBezTo>
                      <a:pt x="338" y="17"/>
                      <a:pt x="366" y="29"/>
                      <a:pt x="342" y="21"/>
                    </a:cubicBezTo>
                    <a:cubicBezTo>
                      <a:pt x="339" y="12"/>
                      <a:pt x="321" y="0"/>
                      <a:pt x="321" y="0"/>
                    </a:cubicBezTo>
                    <a:cubicBezTo>
                      <a:pt x="301" y="7"/>
                      <a:pt x="277" y="0"/>
                      <a:pt x="255" y="3"/>
                    </a:cubicBezTo>
                    <a:cubicBezTo>
                      <a:pt x="236" y="9"/>
                      <a:pt x="234" y="27"/>
                      <a:pt x="216" y="33"/>
                    </a:cubicBezTo>
                    <a:cubicBezTo>
                      <a:pt x="199" y="32"/>
                      <a:pt x="182" y="33"/>
                      <a:pt x="165" y="30"/>
                    </a:cubicBezTo>
                    <a:cubicBezTo>
                      <a:pt x="161" y="29"/>
                      <a:pt x="160" y="23"/>
                      <a:pt x="156" y="24"/>
                    </a:cubicBezTo>
                    <a:cubicBezTo>
                      <a:pt x="151" y="25"/>
                      <a:pt x="141" y="42"/>
                      <a:pt x="132" y="45"/>
                    </a:cubicBezTo>
                    <a:cubicBezTo>
                      <a:pt x="123" y="58"/>
                      <a:pt x="105" y="67"/>
                      <a:pt x="90" y="72"/>
                    </a:cubicBezTo>
                    <a:cubicBezTo>
                      <a:pt x="82" y="95"/>
                      <a:pt x="83" y="84"/>
                      <a:pt x="87" y="105"/>
                    </a:cubicBezTo>
                    <a:cubicBezTo>
                      <a:pt x="63" y="121"/>
                      <a:pt x="50" y="123"/>
                      <a:pt x="21" y="126"/>
                    </a:cubicBezTo>
                    <a:cubicBezTo>
                      <a:pt x="0" y="133"/>
                      <a:pt x="5" y="126"/>
                      <a:pt x="0" y="141"/>
                    </a:cubicBezTo>
                    <a:cubicBezTo>
                      <a:pt x="14" y="184"/>
                      <a:pt x="96" y="176"/>
                      <a:pt x="126" y="177"/>
                    </a:cubicBezTo>
                    <a:cubicBezTo>
                      <a:pt x="132" y="181"/>
                      <a:pt x="140" y="183"/>
                      <a:pt x="144" y="189"/>
                    </a:cubicBezTo>
                    <a:cubicBezTo>
                      <a:pt x="146" y="192"/>
                      <a:pt x="147" y="195"/>
                      <a:pt x="150" y="198"/>
                    </a:cubicBezTo>
                    <a:cubicBezTo>
                      <a:pt x="157" y="205"/>
                      <a:pt x="169" y="207"/>
                      <a:pt x="177" y="213"/>
                    </a:cubicBezTo>
                    <a:cubicBezTo>
                      <a:pt x="175" y="233"/>
                      <a:pt x="178" y="242"/>
                      <a:pt x="162" y="252"/>
                    </a:cubicBezTo>
                    <a:cubicBezTo>
                      <a:pt x="157" y="260"/>
                      <a:pt x="156" y="263"/>
                      <a:pt x="147" y="267"/>
                    </a:cubicBezTo>
                    <a:cubicBezTo>
                      <a:pt x="141" y="270"/>
                      <a:pt x="129" y="273"/>
                      <a:pt x="129" y="273"/>
                    </a:cubicBezTo>
                    <a:cubicBezTo>
                      <a:pt x="128" y="276"/>
                      <a:pt x="128" y="280"/>
                      <a:pt x="126" y="282"/>
                    </a:cubicBezTo>
                    <a:cubicBezTo>
                      <a:pt x="124" y="285"/>
                      <a:pt x="119" y="285"/>
                      <a:pt x="117" y="288"/>
                    </a:cubicBezTo>
                    <a:cubicBezTo>
                      <a:pt x="93" y="327"/>
                      <a:pt x="127" y="290"/>
                      <a:pt x="102" y="315"/>
                    </a:cubicBezTo>
                    <a:cubicBezTo>
                      <a:pt x="98" y="330"/>
                      <a:pt x="97" y="343"/>
                      <a:pt x="81" y="348"/>
                    </a:cubicBezTo>
                    <a:cubicBezTo>
                      <a:pt x="74" y="359"/>
                      <a:pt x="68" y="359"/>
                      <a:pt x="57" y="366"/>
                    </a:cubicBezTo>
                    <a:cubicBezTo>
                      <a:pt x="43" y="387"/>
                      <a:pt x="47" y="377"/>
                      <a:pt x="42" y="393"/>
                    </a:cubicBezTo>
                    <a:cubicBezTo>
                      <a:pt x="52" y="396"/>
                      <a:pt x="53" y="394"/>
                      <a:pt x="48" y="399"/>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79" name="Freeform 8">
                <a:extLst>
                  <a:ext uri="{FF2B5EF4-FFF2-40B4-BE49-F238E27FC236}">
                    <a16:creationId xmlns:a16="http://schemas.microsoft.com/office/drawing/2014/main" id="{8557B89C-B8EB-18CA-6B69-DFCC4495AA62}"/>
                  </a:ext>
                </a:extLst>
              </p:cNvPr>
              <p:cNvSpPr>
                <a:spLocks/>
              </p:cNvSpPr>
              <p:nvPr/>
            </p:nvSpPr>
            <p:spPr bwMode="auto">
              <a:xfrm>
                <a:off x="641740" y="3622118"/>
                <a:ext cx="1253624" cy="776677"/>
              </a:xfrm>
              <a:custGeom>
                <a:avLst/>
                <a:gdLst>
                  <a:gd name="T0" fmla="*/ 362 w 897"/>
                  <a:gd name="T1" fmla="*/ 38 h 544"/>
                  <a:gd name="T2" fmla="*/ 405 w 897"/>
                  <a:gd name="T3" fmla="*/ 73 h 544"/>
                  <a:gd name="T4" fmla="*/ 515 w 897"/>
                  <a:gd name="T5" fmla="*/ 78 h 544"/>
                  <a:gd name="T6" fmla="*/ 642 w 897"/>
                  <a:gd name="T7" fmla="*/ 60 h 544"/>
                  <a:gd name="T8" fmla="*/ 702 w 897"/>
                  <a:gd name="T9" fmla="*/ 65 h 544"/>
                  <a:gd name="T10" fmla="*/ 852 w 897"/>
                  <a:gd name="T11" fmla="*/ 61 h 544"/>
                  <a:gd name="T12" fmla="*/ 970 w 897"/>
                  <a:gd name="T13" fmla="*/ 65 h 544"/>
                  <a:gd name="T14" fmla="*/ 1101 w 897"/>
                  <a:gd name="T15" fmla="*/ 21 h 544"/>
                  <a:gd name="T16" fmla="*/ 1146 w 897"/>
                  <a:gd name="T17" fmla="*/ 65 h 544"/>
                  <a:gd name="T18" fmla="*/ 1262 w 897"/>
                  <a:gd name="T19" fmla="*/ 38 h 544"/>
                  <a:gd name="T20" fmla="*/ 1267 w 897"/>
                  <a:gd name="T21" fmla="*/ 73 h 544"/>
                  <a:gd name="T22" fmla="*/ 1237 w 897"/>
                  <a:gd name="T23" fmla="*/ 173 h 544"/>
                  <a:gd name="T24" fmla="*/ 1194 w 897"/>
                  <a:gd name="T25" fmla="*/ 275 h 544"/>
                  <a:gd name="T26" fmla="*/ 1124 w 897"/>
                  <a:gd name="T27" fmla="*/ 222 h 544"/>
                  <a:gd name="T28" fmla="*/ 1029 w 897"/>
                  <a:gd name="T29" fmla="*/ 136 h 544"/>
                  <a:gd name="T30" fmla="*/ 922 w 897"/>
                  <a:gd name="T31" fmla="*/ 235 h 544"/>
                  <a:gd name="T32" fmla="*/ 845 w 897"/>
                  <a:gd name="T33" fmla="*/ 302 h 544"/>
                  <a:gd name="T34" fmla="*/ 802 w 897"/>
                  <a:gd name="T35" fmla="*/ 437 h 544"/>
                  <a:gd name="T36" fmla="*/ 556 w 897"/>
                  <a:gd name="T37" fmla="*/ 447 h 544"/>
                  <a:gd name="T38" fmla="*/ 505 w 897"/>
                  <a:gd name="T39" fmla="*/ 474 h 544"/>
                  <a:gd name="T40" fmla="*/ 548 w 897"/>
                  <a:gd name="T41" fmla="*/ 590 h 544"/>
                  <a:gd name="T42" fmla="*/ 500 w 897"/>
                  <a:gd name="T43" fmla="*/ 667 h 544"/>
                  <a:gd name="T44" fmla="*/ 400 w 897"/>
                  <a:gd name="T45" fmla="*/ 753 h 544"/>
                  <a:gd name="T46" fmla="*/ 340 w 897"/>
                  <a:gd name="T47" fmla="*/ 815 h 544"/>
                  <a:gd name="T48" fmla="*/ 292 w 897"/>
                  <a:gd name="T49" fmla="*/ 753 h 544"/>
                  <a:gd name="T50" fmla="*/ 254 w 897"/>
                  <a:gd name="T51" fmla="*/ 726 h 544"/>
                  <a:gd name="T52" fmla="*/ 224 w 897"/>
                  <a:gd name="T53" fmla="*/ 735 h 544"/>
                  <a:gd name="T54" fmla="*/ 151 w 897"/>
                  <a:gd name="T55" fmla="*/ 748 h 544"/>
                  <a:gd name="T56" fmla="*/ 56 w 897"/>
                  <a:gd name="T57" fmla="*/ 657 h 544"/>
                  <a:gd name="T58" fmla="*/ 22 w 897"/>
                  <a:gd name="T59" fmla="*/ 617 h 544"/>
                  <a:gd name="T60" fmla="*/ 38 w 897"/>
                  <a:gd name="T61" fmla="*/ 474 h 544"/>
                  <a:gd name="T62" fmla="*/ 108 w 897"/>
                  <a:gd name="T63" fmla="*/ 460 h 544"/>
                  <a:gd name="T64" fmla="*/ 155 w 897"/>
                  <a:gd name="T65" fmla="*/ 428 h 544"/>
                  <a:gd name="T66" fmla="*/ 189 w 897"/>
                  <a:gd name="T67" fmla="*/ 249 h 544"/>
                  <a:gd name="T68" fmla="*/ 289 w 897"/>
                  <a:gd name="T69" fmla="*/ 114 h 544"/>
                  <a:gd name="T70" fmla="*/ 324 w 897"/>
                  <a:gd name="T71" fmla="*/ 24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97"/>
                  <a:gd name="T109" fmla="*/ 0 h 544"/>
                  <a:gd name="T110" fmla="*/ 897 w 897"/>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97" h="544">
                    <a:moveTo>
                      <a:pt x="225" y="16"/>
                    </a:moveTo>
                    <a:cubicBezTo>
                      <a:pt x="234" y="19"/>
                      <a:pt x="243" y="22"/>
                      <a:pt x="252" y="25"/>
                    </a:cubicBezTo>
                    <a:cubicBezTo>
                      <a:pt x="258" y="27"/>
                      <a:pt x="270" y="31"/>
                      <a:pt x="270" y="31"/>
                    </a:cubicBezTo>
                    <a:cubicBezTo>
                      <a:pt x="273" y="43"/>
                      <a:pt x="270" y="44"/>
                      <a:pt x="282" y="49"/>
                    </a:cubicBezTo>
                    <a:cubicBezTo>
                      <a:pt x="288" y="52"/>
                      <a:pt x="300" y="55"/>
                      <a:pt x="300" y="55"/>
                    </a:cubicBezTo>
                    <a:cubicBezTo>
                      <a:pt x="318" y="53"/>
                      <a:pt x="342" y="48"/>
                      <a:pt x="359" y="52"/>
                    </a:cubicBezTo>
                    <a:cubicBezTo>
                      <a:pt x="373" y="73"/>
                      <a:pt x="370" y="67"/>
                      <a:pt x="399" y="64"/>
                    </a:cubicBezTo>
                    <a:cubicBezTo>
                      <a:pt x="415" y="40"/>
                      <a:pt x="411" y="44"/>
                      <a:pt x="447" y="40"/>
                    </a:cubicBezTo>
                    <a:cubicBezTo>
                      <a:pt x="458" y="24"/>
                      <a:pt x="454" y="23"/>
                      <a:pt x="486" y="34"/>
                    </a:cubicBezTo>
                    <a:cubicBezTo>
                      <a:pt x="489" y="35"/>
                      <a:pt x="486" y="42"/>
                      <a:pt x="489" y="43"/>
                    </a:cubicBezTo>
                    <a:cubicBezTo>
                      <a:pt x="508" y="47"/>
                      <a:pt x="517" y="28"/>
                      <a:pt x="536" y="29"/>
                    </a:cubicBezTo>
                    <a:cubicBezTo>
                      <a:pt x="542" y="48"/>
                      <a:pt x="567" y="46"/>
                      <a:pt x="593" y="41"/>
                    </a:cubicBezTo>
                    <a:cubicBezTo>
                      <a:pt x="621" y="46"/>
                      <a:pt x="601" y="48"/>
                      <a:pt x="626" y="56"/>
                    </a:cubicBezTo>
                    <a:cubicBezTo>
                      <a:pt x="664" y="51"/>
                      <a:pt x="646" y="53"/>
                      <a:pt x="675" y="43"/>
                    </a:cubicBezTo>
                    <a:cubicBezTo>
                      <a:pt x="684" y="29"/>
                      <a:pt x="681" y="13"/>
                      <a:pt x="698" y="7"/>
                    </a:cubicBezTo>
                    <a:cubicBezTo>
                      <a:pt x="717" y="8"/>
                      <a:pt x="753" y="0"/>
                      <a:pt x="767" y="14"/>
                    </a:cubicBezTo>
                    <a:cubicBezTo>
                      <a:pt x="772" y="19"/>
                      <a:pt x="769" y="35"/>
                      <a:pt x="774" y="40"/>
                    </a:cubicBezTo>
                    <a:cubicBezTo>
                      <a:pt x="781" y="47"/>
                      <a:pt x="798" y="43"/>
                      <a:pt x="798" y="43"/>
                    </a:cubicBezTo>
                    <a:cubicBezTo>
                      <a:pt x="818" y="40"/>
                      <a:pt x="832" y="48"/>
                      <a:pt x="849" y="37"/>
                    </a:cubicBezTo>
                    <a:cubicBezTo>
                      <a:pt x="858" y="9"/>
                      <a:pt x="849" y="19"/>
                      <a:pt x="879" y="25"/>
                    </a:cubicBezTo>
                    <a:cubicBezTo>
                      <a:pt x="882" y="27"/>
                      <a:pt x="888" y="27"/>
                      <a:pt x="888" y="31"/>
                    </a:cubicBezTo>
                    <a:cubicBezTo>
                      <a:pt x="889" y="37"/>
                      <a:pt x="882" y="49"/>
                      <a:pt x="882" y="49"/>
                    </a:cubicBezTo>
                    <a:cubicBezTo>
                      <a:pt x="891" y="62"/>
                      <a:pt x="897" y="76"/>
                      <a:pt x="879" y="82"/>
                    </a:cubicBezTo>
                    <a:cubicBezTo>
                      <a:pt x="874" y="98"/>
                      <a:pt x="868" y="94"/>
                      <a:pt x="861" y="115"/>
                    </a:cubicBezTo>
                    <a:cubicBezTo>
                      <a:pt x="859" y="121"/>
                      <a:pt x="855" y="133"/>
                      <a:pt x="855" y="133"/>
                    </a:cubicBezTo>
                    <a:cubicBezTo>
                      <a:pt x="852" y="161"/>
                      <a:pt x="858" y="175"/>
                      <a:pt x="831" y="184"/>
                    </a:cubicBezTo>
                    <a:cubicBezTo>
                      <a:pt x="823" y="183"/>
                      <a:pt x="814" y="184"/>
                      <a:pt x="807" y="181"/>
                    </a:cubicBezTo>
                    <a:cubicBezTo>
                      <a:pt x="803" y="179"/>
                      <a:pt x="793" y="155"/>
                      <a:pt x="783" y="148"/>
                    </a:cubicBezTo>
                    <a:cubicBezTo>
                      <a:pt x="779" y="136"/>
                      <a:pt x="771" y="133"/>
                      <a:pt x="762" y="124"/>
                    </a:cubicBezTo>
                    <a:cubicBezTo>
                      <a:pt x="754" y="101"/>
                      <a:pt x="739" y="95"/>
                      <a:pt x="717" y="91"/>
                    </a:cubicBezTo>
                    <a:cubicBezTo>
                      <a:pt x="708" y="92"/>
                      <a:pt x="692" y="91"/>
                      <a:pt x="684" y="100"/>
                    </a:cubicBezTo>
                    <a:cubicBezTo>
                      <a:pt x="671" y="116"/>
                      <a:pt x="661" y="151"/>
                      <a:pt x="642" y="157"/>
                    </a:cubicBezTo>
                    <a:cubicBezTo>
                      <a:pt x="635" y="168"/>
                      <a:pt x="621" y="176"/>
                      <a:pt x="609" y="184"/>
                    </a:cubicBezTo>
                    <a:cubicBezTo>
                      <a:pt x="605" y="196"/>
                      <a:pt x="599" y="195"/>
                      <a:pt x="588" y="202"/>
                    </a:cubicBezTo>
                    <a:cubicBezTo>
                      <a:pt x="567" y="233"/>
                      <a:pt x="599" y="245"/>
                      <a:pt x="609" y="274"/>
                    </a:cubicBezTo>
                    <a:cubicBezTo>
                      <a:pt x="593" y="285"/>
                      <a:pt x="575" y="281"/>
                      <a:pt x="558" y="292"/>
                    </a:cubicBezTo>
                    <a:cubicBezTo>
                      <a:pt x="542" y="316"/>
                      <a:pt x="519" y="303"/>
                      <a:pt x="489" y="301"/>
                    </a:cubicBezTo>
                    <a:cubicBezTo>
                      <a:pt x="444" y="286"/>
                      <a:pt x="477" y="295"/>
                      <a:pt x="387" y="298"/>
                    </a:cubicBezTo>
                    <a:cubicBezTo>
                      <a:pt x="381" y="300"/>
                      <a:pt x="374" y="300"/>
                      <a:pt x="369" y="304"/>
                    </a:cubicBezTo>
                    <a:cubicBezTo>
                      <a:pt x="363" y="308"/>
                      <a:pt x="351" y="316"/>
                      <a:pt x="351" y="316"/>
                    </a:cubicBezTo>
                    <a:cubicBezTo>
                      <a:pt x="343" y="328"/>
                      <a:pt x="333" y="341"/>
                      <a:pt x="321" y="349"/>
                    </a:cubicBezTo>
                    <a:cubicBezTo>
                      <a:pt x="311" y="379"/>
                      <a:pt x="358" y="389"/>
                      <a:pt x="381" y="394"/>
                    </a:cubicBezTo>
                    <a:cubicBezTo>
                      <a:pt x="384" y="404"/>
                      <a:pt x="391" y="413"/>
                      <a:pt x="384" y="424"/>
                    </a:cubicBezTo>
                    <a:cubicBezTo>
                      <a:pt x="378" y="433"/>
                      <a:pt x="355" y="438"/>
                      <a:pt x="348" y="445"/>
                    </a:cubicBezTo>
                    <a:cubicBezTo>
                      <a:pt x="335" y="458"/>
                      <a:pt x="318" y="471"/>
                      <a:pt x="303" y="481"/>
                    </a:cubicBezTo>
                    <a:cubicBezTo>
                      <a:pt x="293" y="496"/>
                      <a:pt x="300" y="488"/>
                      <a:pt x="279" y="502"/>
                    </a:cubicBezTo>
                    <a:cubicBezTo>
                      <a:pt x="276" y="504"/>
                      <a:pt x="270" y="508"/>
                      <a:pt x="270" y="508"/>
                    </a:cubicBezTo>
                    <a:cubicBezTo>
                      <a:pt x="264" y="527"/>
                      <a:pt x="256" y="538"/>
                      <a:pt x="237" y="544"/>
                    </a:cubicBezTo>
                    <a:cubicBezTo>
                      <a:pt x="219" y="538"/>
                      <a:pt x="218" y="521"/>
                      <a:pt x="213" y="505"/>
                    </a:cubicBezTo>
                    <a:cubicBezTo>
                      <a:pt x="212" y="502"/>
                      <a:pt x="207" y="504"/>
                      <a:pt x="204" y="502"/>
                    </a:cubicBezTo>
                    <a:cubicBezTo>
                      <a:pt x="198" y="498"/>
                      <a:pt x="192" y="494"/>
                      <a:pt x="186" y="490"/>
                    </a:cubicBezTo>
                    <a:cubicBezTo>
                      <a:pt x="183" y="488"/>
                      <a:pt x="177" y="484"/>
                      <a:pt x="177" y="484"/>
                    </a:cubicBezTo>
                    <a:cubicBezTo>
                      <a:pt x="174" y="485"/>
                      <a:pt x="171" y="486"/>
                      <a:pt x="168" y="487"/>
                    </a:cubicBezTo>
                    <a:cubicBezTo>
                      <a:pt x="164" y="488"/>
                      <a:pt x="160" y="489"/>
                      <a:pt x="156" y="490"/>
                    </a:cubicBezTo>
                    <a:cubicBezTo>
                      <a:pt x="150" y="492"/>
                      <a:pt x="138" y="496"/>
                      <a:pt x="138" y="496"/>
                    </a:cubicBezTo>
                    <a:cubicBezTo>
                      <a:pt x="128" y="512"/>
                      <a:pt x="119" y="509"/>
                      <a:pt x="105" y="499"/>
                    </a:cubicBezTo>
                    <a:cubicBezTo>
                      <a:pt x="91" y="478"/>
                      <a:pt x="100" y="483"/>
                      <a:pt x="84" y="478"/>
                    </a:cubicBezTo>
                    <a:cubicBezTo>
                      <a:pt x="78" y="459"/>
                      <a:pt x="59" y="444"/>
                      <a:pt x="39" y="439"/>
                    </a:cubicBezTo>
                    <a:cubicBezTo>
                      <a:pt x="33" y="435"/>
                      <a:pt x="25" y="435"/>
                      <a:pt x="21" y="430"/>
                    </a:cubicBezTo>
                    <a:cubicBezTo>
                      <a:pt x="17" y="425"/>
                      <a:pt x="17" y="418"/>
                      <a:pt x="15" y="412"/>
                    </a:cubicBezTo>
                    <a:cubicBezTo>
                      <a:pt x="14" y="409"/>
                      <a:pt x="12" y="403"/>
                      <a:pt x="12" y="403"/>
                    </a:cubicBezTo>
                    <a:cubicBezTo>
                      <a:pt x="13" y="374"/>
                      <a:pt x="0" y="334"/>
                      <a:pt x="27" y="316"/>
                    </a:cubicBezTo>
                    <a:cubicBezTo>
                      <a:pt x="31" y="303"/>
                      <a:pt x="38" y="304"/>
                      <a:pt x="51" y="301"/>
                    </a:cubicBezTo>
                    <a:cubicBezTo>
                      <a:pt x="66" y="291"/>
                      <a:pt x="60" y="302"/>
                      <a:pt x="75" y="307"/>
                    </a:cubicBezTo>
                    <a:cubicBezTo>
                      <a:pt x="84" y="306"/>
                      <a:pt x="94" y="309"/>
                      <a:pt x="102" y="304"/>
                    </a:cubicBezTo>
                    <a:cubicBezTo>
                      <a:pt x="107" y="301"/>
                      <a:pt x="106" y="292"/>
                      <a:pt x="108" y="286"/>
                    </a:cubicBezTo>
                    <a:cubicBezTo>
                      <a:pt x="109" y="283"/>
                      <a:pt x="114" y="282"/>
                      <a:pt x="117" y="280"/>
                    </a:cubicBezTo>
                    <a:cubicBezTo>
                      <a:pt x="153" y="227"/>
                      <a:pt x="103" y="308"/>
                      <a:pt x="132" y="166"/>
                    </a:cubicBezTo>
                    <a:cubicBezTo>
                      <a:pt x="134" y="157"/>
                      <a:pt x="159" y="157"/>
                      <a:pt x="159" y="157"/>
                    </a:cubicBezTo>
                    <a:cubicBezTo>
                      <a:pt x="175" y="133"/>
                      <a:pt x="192" y="103"/>
                      <a:pt x="201" y="76"/>
                    </a:cubicBezTo>
                    <a:cubicBezTo>
                      <a:pt x="203" y="57"/>
                      <a:pt x="198" y="29"/>
                      <a:pt x="219" y="22"/>
                    </a:cubicBezTo>
                    <a:cubicBezTo>
                      <a:pt x="222" y="12"/>
                      <a:pt x="220" y="11"/>
                      <a:pt x="225" y="16"/>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0" name="Freeform 9">
                <a:extLst>
                  <a:ext uri="{FF2B5EF4-FFF2-40B4-BE49-F238E27FC236}">
                    <a16:creationId xmlns:a16="http://schemas.microsoft.com/office/drawing/2014/main" id="{325DB16F-7424-C131-C1DC-A4404A590D2A}"/>
                  </a:ext>
                </a:extLst>
              </p:cNvPr>
              <p:cNvSpPr>
                <a:spLocks/>
              </p:cNvSpPr>
              <p:nvPr/>
            </p:nvSpPr>
            <p:spPr bwMode="auto">
              <a:xfrm>
                <a:off x="985757" y="3755063"/>
                <a:ext cx="1023890" cy="930613"/>
              </a:xfrm>
              <a:custGeom>
                <a:avLst/>
                <a:gdLst>
                  <a:gd name="T0" fmla="*/ 30 w 733"/>
                  <a:gd name="T1" fmla="*/ 649 h 652"/>
                  <a:gd name="T2" fmla="*/ 102 w 733"/>
                  <a:gd name="T3" fmla="*/ 568 h 652"/>
                  <a:gd name="T4" fmla="*/ 164 w 733"/>
                  <a:gd name="T5" fmla="*/ 518 h 652"/>
                  <a:gd name="T6" fmla="*/ 198 w 733"/>
                  <a:gd name="T7" fmla="*/ 455 h 652"/>
                  <a:gd name="T8" fmla="*/ 121 w 733"/>
                  <a:gd name="T9" fmla="*/ 420 h 652"/>
                  <a:gd name="T10" fmla="*/ 138 w 733"/>
                  <a:gd name="T11" fmla="*/ 359 h 652"/>
                  <a:gd name="T12" fmla="*/ 362 w 733"/>
                  <a:gd name="T13" fmla="*/ 312 h 652"/>
                  <a:gd name="T14" fmla="*/ 442 w 733"/>
                  <a:gd name="T15" fmla="*/ 312 h 652"/>
                  <a:gd name="T16" fmla="*/ 510 w 733"/>
                  <a:gd name="T17" fmla="*/ 280 h 652"/>
                  <a:gd name="T18" fmla="*/ 495 w 733"/>
                  <a:gd name="T19" fmla="*/ 176 h 652"/>
                  <a:gd name="T20" fmla="*/ 594 w 733"/>
                  <a:gd name="T21" fmla="*/ 100 h 652"/>
                  <a:gd name="T22" fmla="*/ 672 w 733"/>
                  <a:gd name="T23" fmla="*/ 20 h 652"/>
                  <a:gd name="T24" fmla="*/ 767 w 733"/>
                  <a:gd name="T25" fmla="*/ 122 h 652"/>
                  <a:gd name="T26" fmla="*/ 813 w 733"/>
                  <a:gd name="T27" fmla="*/ 163 h 652"/>
                  <a:gd name="T28" fmla="*/ 886 w 733"/>
                  <a:gd name="T29" fmla="*/ 168 h 652"/>
                  <a:gd name="T30" fmla="*/ 921 w 733"/>
                  <a:gd name="T31" fmla="*/ 33 h 652"/>
                  <a:gd name="T32" fmla="*/ 986 w 733"/>
                  <a:gd name="T33" fmla="*/ 1 h 652"/>
                  <a:gd name="T34" fmla="*/ 1021 w 733"/>
                  <a:gd name="T35" fmla="*/ 51 h 652"/>
                  <a:gd name="T36" fmla="*/ 977 w 733"/>
                  <a:gd name="T37" fmla="*/ 226 h 652"/>
                  <a:gd name="T38" fmla="*/ 835 w 733"/>
                  <a:gd name="T39" fmla="*/ 294 h 652"/>
                  <a:gd name="T40" fmla="*/ 878 w 733"/>
                  <a:gd name="T41" fmla="*/ 406 h 652"/>
                  <a:gd name="T42" fmla="*/ 861 w 733"/>
                  <a:gd name="T43" fmla="*/ 474 h 652"/>
                  <a:gd name="T44" fmla="*/ 797 w 733"/>
                  <a:gd name="T45" fmla="*/ 559 h 652"/>
                  <a:gd name="T46" fmla="*/ 745 w 733"/>
                  <a:gd name="T47" fmla="*/ 608 h 652"/>
                  <a:gd name="T48" fmla="*/ 624 w 733"/>
                  <a:gd name="T49" fmla="*/ 586 h 652"/>
                  <a:gd name="T50" fmla="*/ 534 w 733"/>
                  <a:gd name="T51" fmla="*/ 563 h 652"/>
                  <a:gd name="T52" fmla="*/ 581 w 733"/>
                  <a:gd name="T53" fmla="*/ 738 h 652"/>
                  <a:gd name="T54" fmla="*/ 568 w 733"/>
                  <a:gd name="T55" fmla="*/ 819 h 652"/>
                  <a:gd name="T56" fmla="*/ 521 w 733"/>
                  <a:gd name="T57" fmla="*/ 945 h 652"/>
                  <a:gd name="T58" fmla="*/ 456 w 733"/>
                  <a:gd name="T59" fmla="*/ 955 h 652"/>
                  <a:gd name="T60" fmla="*/ 370 w 733"/>
                  <a:gd name="T61" fmla="*/ 860 h 652"/>
                  <a:gd name="T62" fmla="*/ 323 w 733"/>
                  <a:gd name="T63" fmla="*/ 805 h 652"/>
                  <a:gd name="T64" fmla="*/ 164 w 733"/>
                  <a:gd name="T65" fmla="*/ 792 h 652"/>
                  <a:gd name="T66" fmla="*/ 65 w 733"/>
                  <a:gd name="T67" fmla="*/ 676 h 6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33"/>
                  <a:gd name="T103" fmla="*/ 0 h 652"/>
                  <a:gd name="T104" fmla="*/ 733 w 733"/>
                  <a:gd name="T105" fmla="*/ 652 h 6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33" h="652">
                    <a:moveTo>
                      <a:pt x="0" y="454"/>
                    </a:moveTo>
                    <a:cubicBezTo>
                      <a:pt x="4" y="442"/>
                      <a:pt x="9" y="437"/>
                      <a:pt x="21" y="433"/>
                    </a:cubicBezTo>
                    <a:cubicBezTo>
                      <a:pt x="30" y="420"/>
                      <a:pt x="26" y="415"/>
                      <a:pt x="50" y="400"/>
                    </a:cubicBezTo>
                    <a:cubicBezTo>
                      <a:pt x="56" y="396"/>
                      <a:pt x="65" y="383"/>
                      <a:pt x="71" y="379"/>
                    </a:cubicBezTo>
                    <a:cubicBezTo>
                      <a:pt x="74" y="377"/>
                      <a:pt x="92" y="364"/>
                      <a:pt x="92" y="364"/>
                    </a:cubicBezTo>
                    <a:cubicBezTo>
                      <a:pt x="100" y="353"/>
                      <a:pt x="103" y="352"/>
                      <a:pt x="114" y="346"/>
                    </a:cubicBezTo>
                    <a:cubicBezTo>
                      <a:pt x="120" y="342"/>
                      <a:pt x="135" y="343"/>
                      <a:pt x="135" y="343"/>
                    </a:cubicBezTo>
                    <a:cubicBezTo>
                      <a:pt x="143" y="330"/>
                      <a:pt x="150" y="325"/>
                      <a:pt x="138" y="304"/>
                    </a:cubicBezTo>
                    <a:cubicBezTo>
                      <a:pt x="135" y="299"/>
                      <a:pt x="126" y="300"/>
                      <a:pt x="120" y="298"/>
                    </a:cubicBezTo>
                    <a:cubicBezTo>
                      <a:pt x="108" y="294"/>
                      <a:pt x="95" y="287"/>
                      <a:pt x="84" y="280"/>
                    </a:cubicBezTo>
                    <a:cubicBezTo>
                      <a:pt x="81" y="272"/>
                      <a:pt x="70" y="265"/>
                      <a:pt x="77" y="256"/>
                    </a:cubicBezTo>
                    <a:cubicBezTo>
                      <a:pt x="81" y="250"/>
                      <a:pt x="96" y="239"/>
                      <a:pt x="96" y="239"/>
                    </a:cubicBezTo>
                    <a:cubicBezTo>
                      <a:pt x="108" y="204"/>
                      <a:pt x="156" y="210"/>
                      <a:pt x="186" y="205"/>
                    </a:cubicBezTo>
                    <a:cubicBezTo>
                      <a:pt x="208" y="206"/>
                      <a:pt x="230" y="206"/>
                      <a:pt x="252" y="208"/>
                    </a:cubicBezTo>
                    <a:cubicBezTo>
                      <a:pt x="260" y="209"/>
                      <a:pt x="276" y="214"/>
                      <a:pt x="276" y="214"/>
                    </a:cubicBezTo>
                    <a:cubicBezTo>
                      <a:pt x="288" y="213"/>
                      <a:pt x="296" y="211"/>
                      <a:pt x="308" y="208"/>
                    </a:cubicBezTo>
                    <a:cubicBezTo>
                      <a:pt x="315" y="206"/>
                      <a:pt x="314" y="196"/>
                      <a:pt x="321" y="194"/>
                    </a:cubicBezTo>
                    <a:cubicBezTo>
                      <a:pt x="339" y="190"/>
                      <a:pt x="334" y="191"/>
                      <a:pt x="356" y="187"/>
                    </a:cubicBezTo>
                    <a:cubicBezTo>
                      <a:pt x="352" y="149"/>
                      <a:pt x="352" y="168"/>
                      <a:pt x="342" y="139"/>
                    </a:cubicBezTo>
                    <a:cubicBezTo>
                      <a:pt x="343" y="132"/>
                      <a:pt x="341" y="124"/>
                      <a:pt x="345" y="118"/>
                    </a:cubicBezTo>
                    <a:cubicBezTo>
                      <a:pt x="354" y="104"/>
                      <a:pt x="377" y="103"/>
                      <a:pt x="390" y="94"/>
                    </a:cubicBezTo>
                    <a:cubicBezTo>
                      <a:pt x="394" y="83"/>
                      <a:pt x="404" y="70"/>
                      <a:pt x="414" y="67"/>
                    </a:cubicBezTo>
                    <a:cubicBezTo>
                      <a:pt x="425" y="34"/>
                      <a:pt x="407" y="83"/>
                      <a:pt x="426" y="52"/>
                    </a:cubicBezTo>
                    <a:cubicBezTo>
                      <a:pt x="442" y="26"/>
                      <a:pt x="431" y="22"/>
                      <a:pt x="468" y="13"/>
                    </a:cubicBezTo>
                    <a:cubicBezTo>
                      <a:pt x="490" y="18"/>
                      <a:pt x="503" y="51"/>
                      <a:pt x="516" y="70"/>
                    </a:cubicBezTo>
                    <a:cubicBezTo>
                      <a:pt x="520" y="76"/>
                      <a:pt x="528" y="78"/>
                      <a:pt x="534" y="82"/>
                    </a:cubicBezTo>
                    <a:cubicBezTo>
                      <a:pt x="537" y="84"/>
                      <a:pt x="543" y="88"/>
                      <a:pt x="543" y="88"/>
                    </a:cubicBezTo>
                    <a:cubicBezTo>
                      <a:pt x="559" y="112"/>
                      <a:pt x="547" y="103"/>
                      <a:pt x="567" y="109"/>
                    </a:cubicBezTo>
                    <a:cubicBezTo>
                      <a:pt x="576" y="112"/>
                      <a:pt x="594" y="118"/>
                      <a:pt x="594" y="118"/>
                    </a:cubicBezTo>
                    <a:cubicBezTo>
                      <a:pt x="602" y="116"/>
                      <a:pt x="613" y="119"/>
                      <a:pt x="618" y="112"/>
                    </a:cubicBezTo>
                    <a:cubicBezTo>
                      <a:pt x="622" y="107"/>
                      <a:pt x="631" y="83"/>
                      <a:pt x="633" y="76"/>
                    </a:cubicBezTo>
                    <a:cubicBezTo>
                      <a:pt x="634" y="67"/>
                      <a:pt x="628" y="34"/>
                      <a:pt x="642" y="22"/>
                    </a:cubicBezTo>
                    <a:cubicBezTo>
                      <a:pt x="656" y="9"/>
                      <a:pt x="649" y="7"/>
                      <a:pt x="666" y="1"/>
                    </a:cubicBezTo>
                    <a:cubicBezTo>
                      <a:pt x="669" y="0"/>
                      <a:pt x="687" y="1"/>
                      <a:pt x="687" y="1"/>
                    </a:cubicBezTo>
                    <a:cubicBezTo>
                      <a:pt x="704" y="12"/>
                      <a:pt x="690" y="1"/>
                      <a:pt x="699" y="16"/>
                    </a:cubicBezTo>
                    <a:cubicBezTo>
                      <a:pt x="703" y="22"/>
                      <a:pt x="711" y="34"/>
                      <a:pt x="711" y="34"/>
                    </a:cubicBezTo>
                    <a:cubicBezTo>
                      <a:pt x="714" y="83"/>
                      <a:pt x="733" y="101"/>
                      <a:pt x="690" y="106"/>
                    </a:cubicBezTo>
                    <a:cubicBezTo>
                      <a:pt x="685" y="121"/>
                      <a:pt x="683" y="135"/>
                      <a:pt x="681" y="151"/>
                    </a:cubicBezTo>
                    <a:cubicBezTo>
                      <a:pt x="652" y="141"/>
                      <a:pt x="628" y="156"/>
                      <a:pt x="600" y="160"/>
                    </a:cubicBezTo>
                    <a:cubicBezTo>
                      <a:pt x="592" y="172"/>
                      <a:pt x="590" y="184"/>
                      <a:pt x="582" y="196"/>
                    </a:cubicBezTo>
                    <a:cubicBezTo>
                      <a:pt x="578" y="212"/>
                      <a:pt x="577" y="222"/>
                      <a:pt x="591" y="232"/>
                    </a:cubicBezTo>
                    <a:cubicBezTo>
                      <a:pt x="604" y="251"/>
                      <a:pt x="607" y="246"/>
                      <a:pt x="612" y="271"/>
                    </a:cubicBezTo>
                    <a:cubicBezTo>
                      <a:pt x="608" y="295"/>
                      <a:pt x="611" y="283"/>
                      <a:pt x="603" y="307"/>
                    </a:cubicBezTo>
                    <a:cubicBezTo>
                      <a:pt x="602" y="310"/>
                      <a:pt x="600" y="316"/>
                      <a:pt x="600" y="316"/>
                    </a:cubicBezTo>
                    <a:cubicBezTo>
                      <a:pt x="604" y="335"/>
                      <a:pt x="595" y="341"/>
                      <a:pt x="579" y="352"/>
                    </a:cubicBezTo>
                    <a:cubicBezTo>
                      <a:pt x="569" y="367"/>
                      <a:pt x="576" y="359"/>
                      <a:pt x="555" y="373"/>
                    </a:cubicBezTo>
                    <a:cubicBezTo>
                      <a:pt x="552" y="375"/>
                      <a:pt x="546" y="379"/>
                      <a:pt x="546" y="379"/>
                    </a:cubicBezTo>
                    <a:cubicBezTo>
                      <a:pt x="539" y="389"/>
                      <a:pt x="530" y="402"/>
                      <a:pt x="519" y="406"/>
                    </a:cubicBezTo>
                    <a:cubicBezTo>
                      <a:pt x="508" y="403"/>
                      <a:pt x="500" y="398"/>
                      <a:pt x="489" y="394"/>
                    </a:cubicBezTo>
                    <a:cubicBezTo>
                      <a:pt x="470" y="397"/>
                      <a:pt x="454" y="397"/>
                      <a:pt x="435" y="391"/>
                    </a:cubicBezTo>
                    <a:cubicBezTo>
                      <a:pt x="428" y="380"/>
                      <a:pt x="422" y="380"/>
                      <a:pt x="411" y="373"/>
                    </a:cubicBezTo>
                    <a:cubicBezTo>
                      <a:pt x="398" y="374"/>
                      <a:pt x="385" y="374"/>
                      <a:pt x="372" y="376"/>
                    </a:cubicBezTo>
                    <a:cubicBezTo>
                      <a:pt x="335" y="383"/>
                      <a:pt x="381" y="414"/>
                      <a:pt x="387" y="418"/>
                    </a:cubicBezTo>
                    <a:cubicBezTo>
                      <a:pt x="395" y="443"/>
                      <a:pt x="399" y="468"/>
                      <a:pt x="405" y="493"/>
                    </a:cubicBezTo>
                    <a:cubicBezTo>
                      <a:pt x="404" y="505"/>
                      <a:pt x="404" y="517"/>
                      <a:pt x="402" y="529"/>
                    </a:cubicBezTo>
                    <a:cubicBezTo>
                      <a:pt x="401" y="535"/>
                      <a:pt x="396" y="547"/>
                      <a:pt x="396" y="547"/>
                    </a:cubicBezTo>
                    <a:cubicBezTo>
                      <a:pt x="396" y="551"/>
                      <a:pt x="389" y="614"/>
                      <a:pt x="381" y="619"/>
                    </a:cubicBezTo>
                    <a:cubicBezTo>
                      <a:pt x="375" y="623"/>
                      <a:pt x="363" y="631"/>
                      <a:pt x="363" y="631"/>
                    </a:cubicBezTo>
                    <a:cubicBezTo>
                      <a:pt x="359" y="637"/>
                      <a:pt x="360" y="647"/>
                      <a:pt x="354" y="649"/>
                    </a:cubicBezTo>
                    <a:cubicBezTo>
                      <a:pt x="343" y="652"/>
                      <a:pt x="327" y="643"/>
                      <a:pt x="318" y="637"/>
                    </a:cubicBezTo>
                    <a:cubicBezTo>
                      <a:pt x="311" y="626"/>
                      <a:pt x="299" y="614"/>
                      <a:pt x="288" y="607"/>
                    </a:cubicBezTo>
                    <a:cubicBezTo>
                      <a:pt x="278" y="592"/>
                      <a:pt x="273" y="584"/>
                      <a:pt x="258" y="574"/>
                    </a:cubicBezTo>
                    <a:cubicBezTo>
                      <a:pt x="257" y="571"/>
                      <a:pt x="245" y="552"/>
                      <a:pt x="243" y="550"/>
                    </a:cubicBezTo>
                    <a:cubicBezTo>
                      <a:pt x="238" y="545"/>
                      <a:pt x="225" y="538"/>
                      <a:pt x="225" y="538"/>
                    </a:cubicBezTo>
                    <a:cubicBezTo>
                      <a:pt x="215" y="523"/>
                      <a:pt x="200" y="524"/>
                      <a:pt x="183" y="520"/>
                    </a:cubicBezTo>
                    <a:cubicBezTo>
                      <a:pt x="160" y="523"/>
                      <a:pt x="114" y="529"/>
                      <a:pt x="114" y="529"/>
                    </a:cubicBezTo>
                    <a:cubicBezTo>
                      <a:pt x="92" y="536"/>
                      <a:pt x="102" y="537"/>
                      <a:pt x="84" y="532"/>
                    </a:cubicBezTo>
                    <a:cubicBezTo>
                      <a:pt x="67" y="507"/>
                      <a:pt x="72" y="469"/>
                      <a:pt x="45" y="451"/>
                    </a:cubicBezTo>
                    <a:cubicBezTo>
                      <a:pt x="2" y="454"/>
                      <a:pt x="17" y="454"/>
                      <a:pt x="0" y="454"/>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1" name="Freeform 10">
                <a:extLst>
                  <a:ext uri="{FF2B5EF4-FFF2-40B4-BE49-F238E27FC236}">
                    <a16:creationId xmlns:a16="http://schemas.microsoft.com/office/drawing/2014/main" id="{5CF8A0FC-645F-BBC2-7341-42BE0A68C4C1}"/>
                  </a:ext>
                </a:extLst>
              </p:cNvPr>
              <p:cNvSpPr>
                <a:spLocks/>
              </p:cNvSpPr>
              <p:nvPr/>
            </p:nvSpPr>
            <p:spPr bwMode="auto">
              <a:xfrm>
                <a:off x="1424234" y="4235530"/>
                <a:ext cx="525939" cy="1047232"/>
              </a:xfrm>
              <a:custGeom>
                <a:avLst/>
                <a:gdLst>
                  <a:gd name="T0" fmla="*/ 453 w 376"/>
                  <a:gd name="T1" fmla="*/ 28 h 734"/>
                  <a:gd name="T2" fmla="*/ 427 w 376"/>
                  <a:gd name="T3" fmla="*/ 149 h 734"/>
                  <a:gd name="T4" fmla="*/ 450 w 376"/>
                  <a:gd name="T5" fmla="*/ 202 h 734"/>
                  <a:gd name="T6" fmla="*/ 479 w 376"/>
                  <a:gd name="T7" fmla="*/ 319 h 734"/>
                  <a:gd name="T8" fmla="*/ 463 w 376"/>
                  <a:gd name="T9" fmla="*/ 387 h 734"/>
                  <a:gd name="T10" fmla="*/ 476 w 376"/>
                  <a:gd name="T11" fmla="*/ 414 h 734"/>
                  <a:gd name="T12" fmla="*/ 527 w 376"/>
                  <a:gd name="T13" fmla="*/ 477 h 734"/>
                  <a:gd name="T14" fmla="*/ 511 w 376"/>
                  <a:gd name="T15" fmla="*/ 504 h 734"/>
                  <a:gd name="T16" fmla="*/ 481 w 376"/>
                  <a:gd name="T17" fmla="*/ 557 h 734"/>
                  <a:gd name="T18" fmla="*/ 397 w 376"/>
                  <a:gd name="T19" fmla="*/ 570 h 734"/>
                  <a:gd name="T20" fmla="*/ 373 w 376"/>
                  <a:gd name="T21" fmla="*/ 592 h 734"/>
                  <a:gd name="T22" fmla="*/ 337 w 376"/>
                  <a:gd name="T23" fmla="*/ 622 h 734"/>
                  <a:gd name="T24" fmla="*/ 294 w 376"/>
                  <a:gd name="T25" fmla="*/ 666 h 734"/>
                  <a:gd name="T26" fmla="*/ 246 w 376"/>
                  <a:gd name="T27" fmla="*/ 738 h 734"/>
                  <a:gd name="T28" fmla="*/ 209 w 376"/>
                  <a:gd name="T29" fmla="*/ 831 h 734"/>
                  <a:gd name="T30" fmla="*/ 156 w 376"/>
                  <a:gd name="T31" fmla="*/ 893 h 734"/>
                  <a:gd name="T32" fmla="*/ 144 w 376"/>
                  <a:gd name="T33" fmla="*/ 985 h 734"/>
                  <a:gd name="T34" fmla="*/ 113 w 376"/>
                  <a:gd name="T35" fmla="*/ 1028 h 734"/>
                  <a:gd name="T36" fmla="*/ 43 w 376"/>
                  <a:gd name="T37" fmla="*/ 1084 h 734"/>
                  <a:gd name="T38" fmla="*/ 6 w 376"/>
                  <a:gd name="T39" fmla="*/ 1086 h 734"/>
                  <a:gd name="T40" fmla="*/ 28 w 376"/>
                  <a:gd name="T41" fmla="*/ 971 h 734"/>
                  <a:gd name="T42" fmla="*/ 43 w 376"/>
                  <a:gd name="T43" fmla="*/ 832 h 734"/>
                  <a:gd name="T44" fmla="*/ 86 w 376"/>
                  <a:gd name="T45" fmla="*/ 719 h 734"/>
                  <a:gd name="T46" fmla="*/ 138 w 376"/>
                  <a:gd name="T47" fmla="*/ 625 h 734"/>
                  <a:gd name="T48" fmla="*/ 127 w 376"/>
                  <a:gd name="T49" fmla="*/ 536 h 734"/>
                  <a:gd name="T50" fmla="*/ 58 w 376"/>
                  <a:gd name="T51" fmla="*/ 462 h 734"/>
                  <a:gd name="T52" fmla="*/ 100 w 376"/>
                  <a:gd name="T53" fmla="*/ 420 h 734"/>
                  <a:gd name="T54" fmla="*/ 121 w 376"/>
                  <a:gd name="T55" fmla="*/ 292 h 734"/>
                  <a:gd name="T56" fmla="*/ 118 w 376"/>
                  <a:gd name="T57" fmla="*/ 195 h 734"/>
                  <a:gd name="T58" fmla="*/ 84 w 376"/>
                  <a:gd name="T59" fmla="*/ 108 h 734"/>
                  <a:gd name="T60" fmla="*/ 78 w 376"/>
                  <a:gd name="T61" fmla="*/ 67 h 734"/>
                  <a:gd name="T62" fmla="*/ 152 w 376"/>
                  <a:gd name="T63" fmla="*/ 60 h 734"/>
                  <a:gd name="T64" fmla="*/ 260 w 376"/>
                  <a:gd name="T65" fmla="*/ 89 h 734"/>
                  <a:gd name="T66" fmla="*/ 302 w 376"/>
                  <a:gd name="T67" fmla="*/ 108 h 734"/>
                  <a:gd name="T68" fmla="*/ 327 w 376"/>
                  <a:gd name="T69" fmla="*/ 82 h 734"/>
                  <a:gd name="T70" fmla="*/ 416 w 376"/>
                  <a:gd name="T71" fmla="*/ 0 h 7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76"/>
                  <a:gd name="T109" fmla="*/ 0 h 734"/>
                  <a:gd name="T110" fmla="*/ 376 w 376"/>
                  <a:gd name="T111" fmla="*/ 734 h 7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76" h="734">
                    <a:moveTo>
                      <a:pt x="289" y="0"/>
                    </a:moveTo>
                    <a:cubicBezTo>
                      <a:pt x="301" y="7"/>
                      <a:pt x="300" y="17"/>
                      <a:pt x="315" y="19"/>
                    </a:cubicBezTo>
                    <a:cubicBezTo>
                      <a:pt x="312" y="37"/>
                      <a:pt x="312" y="38"/>
                      <a:pt x="298" y="46"/>
                    </a:cubicBezTo>
                    <a:cubicBezTo>
                      <a:pt x="286" y="61"/>
                      <a:pt x="289" y="84"/>
                      <a:pt x="297" y="100"/>
                    </a:cubicBezTo>
                    <a:cubicBezTo>
                      <a:pt x="298" y="107"/>
                      <a:pt x="306" y="113"/>
                      <a:pt x="309" y="121"/>
                    </a:cubicBezTo>
                    <a:cubicBezTo>
                      <a:pt x="310" y="126"/>
                      <a:pt x="312" y="130"/>
                      <a:pt x="313" y="135"/>
                    </a:cubicBezTo>
                    <a:cubicBezTo>
                      <a:pt x="312" y="152"/>
                      <a:pt x="307" y="175"/>
                      <a:pt x="318" y="190"/>
                    </a:cubicBezTo>
                    <a:cubicBezTo>
                      <a:pt x="320" y="200"/>
                      <a:pt x="329" y="204"/>
                      <a:pt x="333" y="213"/>
                    </a:cubicBezTo>
                    <a:cubicBezTo>
                      <a:pt x="334" y="221"/>
                      <a:pt x="334" y="227"/>
                      <a:pt x="331" y="234"/>
                    </a:cubicBezTo>
                    <a:cubicBezTo>
                      <a:pt x="330" y="243"/>
                      <a:pt x="327" y="250"/>
                      <a:pt x="322" y="258"/>
                    </a:cubicBezTo>
                    <a:cubicBezTo>
                      <a:pt x="321" y="261"/>
                      <a:pt x="320" y="267"/>
                      <a:pt x="322" y="270"/>
                    </a:cubicBezTo>
                    <a:cubicBezTo>
                      <a:pt x="324" y="273"/>
                      <a:pt x="328" y="273"/>
                      <a:pt x="331" y="276"/>
                    </a:cubicBezTo>
                    <a:cubicBezTo>
                      <a:pt x="338" y="283"/>
                      <a:pt x="343" y="292"/>
                      <a:pt x="351" y="298"/>
                    </a:cubicBezTo>
                    <a:cubicBezTo>
                      <a:pt x="355" y="305"/>
                      <a:pt x="361" y="312"/>
                      <a:pt x="366" y="319"/>
                    </a:cubicBezTo>
                    <a:cubicBezTo>
                      <a:pt x="368" y="327"/>
                      <a:pt x="376" y="323"/>
                      <a:pt x="367" y="328"/>
                    </a:cubicBezTo>
                    <a:cubicBezTo>
                      <a:pt x="363" y="334"/>
                      <a:pt x="362" y="336"/>
                      <a:pt x="355" y="337"/>
                    </a:cubicBezTo>
                    <a:cubicBezTo>
                      <a:pt x="350" y="341"/>
                      <a:pt x="350" y="345"/>
                      <a:pt x="343" y="346"/>
                    </a:cubicBezTo>
                    <a:cubicBezTo>
                      <a:pt x="341" y="357"/>
                      <a:pt x="344" y="366"/>
                      <a:pt x="334" y="372"/>
                    </a:cubicBezTo>
                    <a:cubicBezTo>
                      <a:pt x="328" y="369"/>
                      <a:pt x="317" y="375"/>
                      <a:pt x="310" y="376"/>
                    </a:cubicBezTo>
                    <a:cubicBezTo>
                      <a:pt x="302" y="389"/>
                      <a:pt x="296" y="376"/>
                      <a:pt x="276" y="381"/>
                    </a:cubicBezTo>
                    <a:cubicBezTo>
                      <a:pt x="275" y="381"/>
                      <a:pt x="262" y="387"/>
                      <a:pt x="259" y="384"/>
                    </a:cubicBezTo>
                    <a:cubicBezTo>
                      <a:pt x="258" y="383"/>
                      <a:pt x="260" y="397"/>
                      <a:pt x="259" y="396"/>
                    </a:cubicBezTo>
                    <a:cubicBezTo>
                      <a:pt x="258" y="395"/>
                      <a:pt x="255" y="397"/>
                      <a:pt x="253" y="397"/>
                    </a:cubicBezTo>
                    <a:cubicBezTo>
                      <a:pt x="246" y="403"/>
                      <a:pt x="241" y="410"/>
                      <a:pt x="234" y="415"/>
                    </a:cubicBezTo>
                    <a:cubicBezTo>
                      <a:pt x="231" y="421"/>
                      <a:pt x="229" y="423"/>
                      <a:pt x="223" y="426"/>
                    </a:cubicBezTo>
                    <a:cubicBezTo>
                      <a:pt x="218" y="433"/>
                      <a:pt x="211" y="440"/>
                      <a:pt x="204" y="445"/>
                    </a:cubicBezTo>
                    <a:cubicBezTo>
                      <a:pt x="201" y="451"/>
                      <a:pt x="191" y="461"/>
                      <a:pt x="186" y="466"/>
                    </a:cubicBezTo>
                    <a:cubicBezTo>
                      <a:pt x="183" y="474"/>
                      <a:pt x="178" y="487"/>
                      <a:pt x="171" y="493"/>
                    </a:cubicBezTo>
                    <a:cubicBezTo>
                      <a:pt x="169" y="498"/>
                      <a:pt x="166" y="500"/>
                      <a:pt x="163" y="505"/>
                    </a:cubicBezTo>
                    <a:cubicBezTo>
                      <a:pt x="162" y="531"/>
                      <a:pt x="157" y="535"/>
                      <a:pt x="145" y="555"/>
                    </a:cubicBezTo>
                    <a:cubicBezTo>
                      <a:pt x="144" y="562"/>
                      <a:pt x="142" y="569"/>
                      <a:pt x="138" y="574"/>
                    </a:cubicBezTo>
                    <a:cubicBezTo>
                      <a:pt x="134" y="585"/>
                      <a:pt x="118" y="592"/>
                      <a:pt x="108" y="597"/>
                    </a:cubicBezTo>
                    <a:cubicBezTo>
                      <a:pt x="106" y="604"/>
                      <a:pt x="103" y="611"/>
                      <a:pt x="97" y="616"/>
                    </a:cubicBezTo>
                    <a:cubicBezTo>
                      <a:pt x="99" y="635"/>
                      <a:pt x="97" y="641"/>
                      <a:pt x="100" y="658"/>
                    </a:cubicBezTo>
                    <a:cubicBezTo>
                      <a:pt x="99" y="665"/>
                      <a:pt x="100" y="666"/>
                      <a:pt x="93" y="669"/>
                    </a:cubicBezTo>
                    <a:cubicBezTo>
                      <a:pt x="87" y="675"/>
                      <a:pt x="85" y="685"/>
                      <a:pt x="78" y="687"/>
                    </a:cubicBezTo>
                    <a:cubicBezTo>
                      <a:pt x="72" y="692"/>
                      <a:pt x="66" y="696"/>
                      <a:pt x="58" y="697"/>
                    </a:cubicBezTo>
                    <a:cubicBezTo>
                      <a:pt x="50" y="707"/>
                      <a:pt x="39" y="712"/>
                      <a:pt x="30" y="724"/>
                    </a:cubicBezTo>
                    <a:cubicBezTo>
                      <a:pt x="32" y="734"/>
                      <a:pt x="27" y="733"/>
                      <a:pt x="18" y="732"/>
                    </a:cubicBezTo>
                    <a:cubicBezTo>
                      <a:pt x="13" y="730"/>
                      <a:pt x="10" y="727"/>
                      <a:pt x="4" y="726"/>
                    </a:cubicBezTo>
                    <a:cubicBezTo>
                      <a:pt x="0" y="708"/>
                      <a:pt x="1" y="684"/>
                      <a:pt x="13" y="669"/>
                    </a:cubicBezTo>
                    <a:cubicBezTo>
                      <a:pt x="15" y="662"/>
                      <a:pt x="18" y="656"/>
                      <a:pt x="19" y="649"/>
                    </a:cubicBezTo>
                    <a:cubicBezTo>
                      <a:pt x="18" y="626"/>
                      <a:pt x="9" y="596"/>
                      <a:pt x="24" y="576"/>
                    </a:cubicBezTo>
                    <a:cubicBezTo>
                      <a:pt x="27" y="560"/>
                      <a:pt x="25" y="566"/>
                      <a:pt x="30" y="556"/>
                    </a:cubicBezTo>
                    <a:cubicBezTo>
                      <a:pt x="32" y="543"/>
                      <a:pt x="43" y="531"/>
                      <a:pt x="48" y="519"/>
                    </a:cubicBezTo>
                    <a:cubicBezTo>
                      <a:pt x="50" y="504"/>
                      <a:pt x="50" y="493"/>
                      <a:pt x="60" y="481"/>
                    </a:cubicBezTo>
                    <a:cubicBezTo>
                      <a:pt x="63" y="465"/>
                      <a:pt x="82" y="447"/>
                      <a:pt x="90" y="432"/>
                    </a:cubicBezTo>
                    <a:cubicBezTo>
                      <a:pt x="91" y="426"/>
                      <a:pt x="93" y="423"/>
                      <a:pt x="96" y="418"/>
                    </a:cubicBezTo>
                    <a:cubicBezTo>
                      <a:pt x="98" y="401"/>
                      <a:pt x="104" y="383"/>
                      <a:pt x="94" y="367"/>
                    </a:cubicBezTo>
                    <a:cubicBezTo>
                      <a:pt x="92" y="352"/>
                      <a:pt x="96" y="369"/>
                      <a:pt x="88" y="358"/>
                    </a:cubicBezTo>
                    <a:cubicBezTo>
                      <a:pt x="85" y="354"/>
                      <a:pt x="82" y="346"/>
                      <a:pt x="82" y="346"/>
                    </a:cubicBezTo>
                    <a:cubicBezTo>
                      <a:pt x="75" y="306"/>
                      <a:pt x="89" y="310"/>
                      <a:pt x="40" y="309"/>
                    </a:cubicBezTo>
                    <a:cubicBezTo>
                      <a:pt x="51" y="305"/>
                      <a:pt x="46" y="299"/>
                      <a:pt x="51" y="291"/>
                    </a:cubicBezTo>
                    <a:cubicBezTo>
                      <a:pt x="54" y="287"/>
                      <a:pt x="64" y="283"/>
                      <a:pt x="69" y="280"/>
                    </a:cubicBezTo>
                    <a:cubicBezTo>
                      <a:pt x="73" y="271"/>
                      <a:pt x="74" y="261"/>
                      <a:pt x="78" y="252"/>
                    </a:cubicBezTo>
                    <a:cubicBezTo>
                      <a:pt x="79" y="219"/>
                      <a:pt x="75" y="216"/>
                      <a:pt x="84" y="195"/>
                    </a:cubicBezTo>
                    <a:cubicBezTo>
                      <a:pt x="85" y="185"/>
                      <a:pt x="87" y="175"/>
                      <a:pt x="88" y="165"/>
                    </a:cubicBezTo>
                    <a:cubicBezTo>
                      <a:pt x="87" y="142"/>
                      <a:pt x="90" y="143"/>
                      <a:pt x="82" y="130"/>
                    </a:cubicBezTo>
                    <a:cubicBezTo>
                      <a:pt x="81" y="123"/>
                      <a:pt x="78" y="116"/>
                      <a:pt x="76" y="109"/>
                    </a:cubicBezTo>
                    <a:cubicBezTo>
                      <a:pt x="75" y="94"/>
                      <a:pt x="72" y="80"/>
                      <a:pt x="58" y="72"/>
                    </a:cubicBezTo>
                    <a:cubicBezTo>
                      <a:pt x="55" y="67"/>
                      <a:pt x="50" y="61"/>
                      <a:pt x="45" y="58"/>
                    </a:cubicBezTo>
                    <a:cubicBezTo>
                      <a:pt x="41" y="49"/>
                      <a:pt x="46" y="47"/>
                      <a:pt x="54" y="45"/>
                    </a:cubicBezTo>
                    <a:cubicBezTo>
                      <a:pt x="61" y="42"/>
                      <a:pt x="69" y="40"/>
                      <a:pt x="76" y="39"/>
                    </a:cubicBezTo>
                    <a:cubicBezTo>
                      <a:pt x="86" y="35"/>
                      <a:pt x="96" y="39"/>
                      <a:pt x="106" y="40"/>
                    </a:cubicBezTo>
                    <a:cubicBezTo>
                      <a:pt x="115" y="43"/>
                      <a:pt x="118" y="52"/>
                      <a:pt x="126" y="55"/>
                    </a:cubicBezTo>
                    <a:cubicBezTo>
                      <a:pt x="140" y="60"/>
                      <a:pt x="173" y="60"/>
                      <a:pt x="181" y="60"/>
                    </a:cubicBezTo>
                    <a:cubicBezTo>
                      <a:pt x="187" y="61"/>
                      <a:pt x="192" y="63"/>
                      <a:pt x="198" y="64"/>
                    </a:cubicBezTo>
                    <a:cubicBezTo>
                      <a:pt x="200" y="72"/>
                      <a:pt x="203" y="69"/>
                      <a:pt x="210" y="72"/>
                    </a:cubicBezTo>
                    <a:cubicBezTo>
                      <a:pt x="213" y="70"/>
                      <a:pt x="217" y="71"/>
                      <a:pt x="220" y="69"/>
                    </a:cubicBezTo>
                    <a:cubicBezTo>
                      <a:pt x="223" y="67"/>
                      <a:pt x="226" y="58"/>
                      <a:pt x="228" y="55"/>
                    </a:cubicBezTo>
                    <a:cubicBezTo>
                      <a:pt x="236" y="44"/>
                      <a:pt x="243" y="37"/>
                      <a:pt x="256" y="31"/>
                    </a:cubicBezTo>
                    <a:cubicBezTo>
                      <a:pt x="264" y="20"/>
                      <a:pt x="279" y="10"/>
                      <a:pt x="289" y="0"/>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2" name="Freeform 11">
                <a:extLst>
                  <a:ext uri="{FF2B5EF4-FFF2-40B4-BE49-F238E27FC236}">
                    <a16:creationId xmlns:a16="http://schemas.microsoft.com/office/drawing/2014/main" id="{8765B286-EA1B-E22D-D661-7CC3711259A3}"/>
                  </a:ext>
                </a:extLst>
              </p:cNvPr>
              <p:cNvSpPr>
                <a:spLocks/>
              </p:cNvSpPr>
              <p:nvPr/>
            </p:nvSpPr>
            <p:spPr bwMode="auto">
              <a:xfrm>
                <a:off x="1900028" y="4650690"/>
                <a:ext cx="746344" cy="691546"/>
              </a:xfrm>
              <a:custGeom>
                <a:avLst/>
                <a:gdLst>
                  <a:gd name="T0" fmla="*/ 48 w 534"/>
                  <a:gd name="T1" fmla="*/ 59 h 485"/>
                  <a:gd name="T2" fmla="*/ 80 w 534"/>
                  <a:gd name="T3" fmla="*/ 87 h 485"/>
                  <a:gd name="T4" fmla="*/ 119 w 534"/>
                  <a:gd name="T5" fmla="*/ 105 h 485"/>
                  <a:gd name="T6" fmla="*/ 145 w 534"/>
                  <a:gd name="T7" fmla="*/ 127 h 485"/>
                  <a:gd name="T8" fmla="*/ 162 w 534"/>
                  <a:gd name="T9" fmla="*/ 119 h 485"/>
                  <a:gd name="T10" fmla="*/ 183 w 534"/>
                  <a:gd name="T11" fmla="*/ 81 h 485"/>
                  <a:gd name="T12" fmla="*/ 201 w 534"/>
                  <a:gd name="T13" fmla="*/ 62 h 485"/>
                  <a:gd name="T14" fmla="*/ 210 w 534"/>
                  <a:gd name="T15" fmla="*/ 54 h 485"/>
                  <a:gd name="T16" fmla="*/ 223 w 534"/>
                  <a:gd name="T17" fmla="*/ 65 h 485"/>
                  <a:gd name="T18" fmla="*/ 280 w 534"/>
                  <a:gd name="T19" fmla="*/ 72 h 485"/>
                  <a:gd name="T20" fmla="*/ 352 w 534"/>
                  <a:gd name="T21" fmla="*/ 62 h 485"/>
                  <a:gd name="T22" fmla="*/ 404 w 534"/>
                  <a:gd name="T23" fmla="*/ 13 h 485"/>
                  <a:gd name="T24" fmla="*/ 425 w 534"/>
                  <a:gd name="T25" fmla="*/ 18 h 485"/>
                  <a:gd name="T26" fmla="*/ 475 w 534"/>
                  <a:gd name="T27" fmla="*/ 60 h 485"/>
                  <a:gd name="T28" fmla="*/ 537 w 534"/>
                  <a:gd name="T29" fmla="*/ 72 h 485"/>
                  <a:gd name="T30" fmla="*/ 581 w 534"/>
                  <a:gd name="T31" fmla="*/ 60 h 485"/>
                  <a:gd name="T32" fmla="*/ 623 w 534"/>
                  <a:gd name="T33" fmla="*/ 24 h 485"/>
                  <a:gd name="T34" fmla="*/ 653 w 534"/>
                  <a:gd name="T35" fmla="*/ 40 h 485"/>
                  <a:gd name="T36" fmla="*/ 680 w 534"/>
                  <a:gd name="T37" fmla="*/ 112 h 485"/>
                  <a:gd name="T38" fmla="*/ 693 w 534"/>
                  <a:gd name="T39" fmla="*/ 161 h 485"/>
                  <a:gd name="T40" fmla="*/ 701 w 534"/>
                  <a:gd name="T41" fmla="*/ 215 h 485"/>
                  <a:gd name="T42" fmla="*/ 710 w 534"/>
                  <a:gd name="T43" fmla="*/ 262 h 485"/>
                  <a:gd name="T44" fmla="*/ 716 w 534"/>
                  <a:gd name="T45" fmla="*/ 307 h 485"/>
                  <a:gd name="T46" fmla="*/ 723 w 534"/>
                  <a:gd name="T47" fmla="*/ 324 h 485"/>
                  <a:gd name="T48" fmla="*/ 739 w 534"/>
                  <a:gd name="T49" fmla="*/ 361 h 485"/>
                  <a:gd name="T50" fmla="*/ 748 w 534"/>
                  <a:gd name="T51" fmla="*/ 388 h 485"/>
                  <a:gd name="T52" fmla="*/ 754 w 534"/>
                  <a:gd name="T53" fmla="*/ 422 h 485"/>
                  <a:gd name="T54" fmla="*/ 737 w 534"/>
                  <a:gd name="T55" fmla="*/ 498 h 485"/>
                  <a:gd name="T56" fmla="*/ 707 w 534"/>
                  <a:gd name="T57" fmla="*/ 476 h 485"/>
                  <a:gd name="T58" fmla="*/ 620 w 534"/>
                  <a:gd name="T59" fmla="*/ 495 h 485"/>
                  <a:gd name="T60" fmla="*/ 581 w 534"/>
                  <a:gd name="T61" fmla="*/ 539 h 485"/>
                  <a:gd name="T62" fmla="*/ 573 w 534"/>
                  <a:gd name="T63" fmla="*/ 588 h 485"/>
                  <a:gd name="T64" fmla="*/ 580 w 534"/>
                  <a:gd name="T65" fmla="*/ 616 h 485"/>
                  <a:gd name="T66" fmla="*/ 588 w 534"/>
                  <a:gd name="T67" fmla="*/ 664 h 485"/>
                  <a:gd name="T68" fmla="*/ 556 w 534"/>
                  <a:gd name="T69" fmla="*/ 714 h 485"/>
                  <a:gd name="T70" fmla="*/ 512 w 534"/>
                  <a:gd name="T71" fmla="*/ 719 h 485"/>
                  <a:gd name="T72" fmla="*/ 483 w 534"/>
                  <a:gd name="T73" fmla="*/ 655 h 485"/>
                  <a:gd name="T74" fmla="*/ 465 w 534"/>
                  <a:gd name="T75" fmla="*/ 632 h 485"/>
                  <a:gd name="T76" fmla="*/ 443 w 534"/>
                  <a:gd name="T77" fmla="*/ 615 h 485"/>
                  <a:gd name="T78" fmla="*/ 427 w 534"/>
                  <a:gd name="T79" fmla="*/ 602 h 485"/>
                  <a:gd name="T80" fmla="*/ 413 w 534"/>
                  <a:gd name="T81" fmla="*/ 575 h 485"/>
                  <a:gd name="T82" fmla="*/ 388 w 534"/>
                  <a:gd name="T83" fmla="*/ 538 h 485"/>
                  <a:gd name="T84" fmla="*/ 367 w 534"/>
                  <a:gd name="T85" fmla="*/ 529 h 485"/>
                  <a:gd name="T86" fmla="*/ 336 w 534"/>
                  <a:gd name="T87" fmla="*/ 516 h 485"/>
                  <a:gd name="T88" fmla="*/ 313 w 534"/>
                  <a:gd name="T89" fmla="*/ 509 h 485"/>
                  <a:gd name="T90" fmla="*/ 236 w 534"/>
                  <a:gd name="T91" fmla="*/ 511 h 485"/>
                  <a:gd name="T92" fmla="*/ 223 w 534"/>
                  <a:gd name="T93" fmla="*/ 531 h 485"/>
                  <a:gd name="T94" fmla="*/ 181 w 534"/>
                  <a:gd name="T95" fmla="*/ 562 h 485"/>
                  <a:gd name="T96" fmla="*/ 173 w 534"/>
                  <a:gd name="T97" fmla="*/ 583 h 485"/>
                  <a:gd name="T98" fmla="*/ 155 w 534"/>
                  <a:gd name="T99" fmla="*/ 628 h 485"/>
                  <a:gd name="T100" fmla="*/ 125 w 534"/>
                  <a:gd name="T101" fmla="*/ 610 h 485"/>
                  <a:gd name="T102" fmla="*/ 103 w 534"/>
                  <a:gd name="T103" fmla="*/ 588 h 485"/>
                  <a:gd name="T104" fmla="*/ 123 w 534"/>
                  <a:gd name="T105" fmla="*/ 551 h 485"/>
                  <a:gd name="T106" fmla="*/ 159 w 534"/>
                  <a:gd name="T107" fmla="*/ 511 h 485"/>
                  <a:gd name="T108" fmla="*/ 151 w 534"/>
                  <a:gd name="T109" fmla="*/ 418 h 485"/>
                  <a:gd name="T110" fmla="*/ 138 w 534"/>
                  <a:gd name="T111" fmla="*/ 390 h 485"/>
                  <a:gd name="T112" fmla="*/ 111 w 534"/>
                  <a:gd name="T113" fmla="*/ 311 h 485"/>
                  <a:gd name="T114" fmla="*/ 95 w 534"/>
                  <a:gd name="T115" fmla="*/ 282 h 485"/>
                  <a:gd name="T116" fmla="*/ 13 w 534"/>
                  <a:gd name="T117" fmla="*/ 247 h 485"/>
                  <a:gd name="T118" fmla="*/ 2 w 534"/>
                  <a:gd name="T119" fmla="*/ 197 h 485"/>
                  <a:gd name="T120" fmla="*/ 2 w 534"/>
                  <a:gd name="T121" fmla="*/ 122 h 485"/>
                  <a:gd name="T122" fmla="*/ 13 w 534"/>
                  <a:gd name="T123" fmla="*/ 81 h 485"/>
                  <a:gd name="T124" fmla="*/ 48 w 534"/>
                  <a:gd name="T125" fmla="*/ 59 h 48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34"/>
                  <a:gd name="T190" fmla="*/ 0 h 485"/>
                  <a:gd name="T191" fmla="*/ 534 w 534"/>
                  <a:gd name="T192" fmla="*/ 485 h 48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34" h="485">
                    <a:moveTo>
                      <a:pt x="33" y="39"/>
                    </a:moveTo>
                    <a:cubicBezTo>
                      <a:pt x="46" y="42"/>
                      <a:pt x="44" y="56"/>
                      <a:pt x="56" y="58"/>
                    </a:cubicBezTo>
                    <a:cubicBezTo>
                      <a:pt x="71" y="66"/>
                      <a:pt x="72" y="56"/>
                      <a:pt x="83" y="70"/>
                    </a:cubicBezTo>
                    <a:cubicBezTo>
                      <a:pt x="85" y="79"/>
                      <a:pt x="92" y="83"/>
                      <a:pt x="101" y="85"/>
                    </a:cubicBezTo>
                    <a:cubicBezTo>
                      <a:pt x="108" y="90"/>
                      <a:pt x="109" y="85"/>
                      <a:pt x="113" y="79"/>
                    </a:cubicBezTo>
                    <a:cubicBezTo>
                      <a:pt x="115" y="70"/>
                      <a:pt x="118" y="56"/>
                      <a:pt x="128" y="54"/>
                    </a:cubicBezTo>
                    <a:cubicBezTo>
                      <a:pt x="132" y="48"/>
                      <a:pt x="136" y="47"/>
                      <a:pt x="140" y="42"/>
                    </a:cubicBezTo>
                    <a:cubicBezTo>
                      <a:pt x="141" y="39"/>
                      <a:pt x="140" y="33"/>
                      <a:pt x="146" y="36"/>
                    </a:cubicBezTo>
                    <a:cubicBezTo>
                      <a:pt x="149" y="37"/>
                      <a:pt x="155" y="43"/>
                      <a:pt x="155" y="43"/>
                    </a:cubicBezTo>
                    <a:cubicBezTo>
                      <a:pt x="163" y="56"/>
                      <a:pt x="183" y="48"/>
                      <a:pt x="195" y="48"/>
                    </a:cubicBezTo>
                    <a:cubicBezTo>
                      <a:pt x="212" y="41"/>
                      <a:pt x="224" y="43"/>
                      <a:pt x="245" y="42"/>
                    </a:cubicBezTo>
                    <a:cubicBezTo>
                      <a:pt x="255" y="26"/>
                      <a:pt x="260" y="13"/>
                      <a:pt x="281" y="9"/>
                    </a:cubicBezTo>
                    <a:cubicBezTo>
                      <a:pt x="287" y="0"/>
                      <a:pt x="289" y="9"/>
                      <a:pt x="296" y="12"/>
                    </a:cubicBezTo>
                    <a:cubicBezTo>
                      <a:pt x="304" y="27"/>
                      <a:pt x="312" y="38"/>
                      <a:pt x="330" y="40"/>
                    </a:cubicBezTo>
                    <a:cubicBezTo>
                      <a:pt x="344" y="45"/>
                      <a:pt x="359" y="44"/>
                      <a:pt x="374" y="48"/>
                    </a:cubicBezTo>
                    <a:cubicBezTo>
                      <a:pt x="385" y="46"/>
                      <a:pt x="395" y="45"/>
                      <a:pt x="405" y="40"/>
                    </a:cubicBezTo>
                    <a:cubicBezTo>
                      <a:pt x="412" y="30"/>
                      <a:pt x="423" y="23"/>
                      <a:pt x="434" y="16"/>
                    </a:cubicBezTo>
                    <a:cubicBezTo>
                      <a:pt x="450" y="18"/>
                      <a:pt x="450" y="15"/>
                      <a:pt x="455" y="27"/>
                    </a:cubicBezTo>
                    <a:cubicBezTo>
                      <a:pt x="457" y="48"/>
                      <a:pt x="463" y="58"/>
                      <a:pt x="473" y="75"/>
                    </a:cubicBezTo>
                    <a:cubicBezTo>
                      <a:pt x="474" y="86"/>
                      <a:pt x="478" y="97"/>
                      <a:pt x="482" y="108"/>
                    </a:cubicBezTo>
                    <a:cubicBezTo>
                      <a:pt x="483" y="120"/>
                      <a:pt x="485" y="132"/>
                      <a:pt x="488" y="144"/>
                    </a:cubicBezTo>
                    <a:cubicBezTo>
                      <a:pt x="489" y="154"/>
                      <a:pt x="491" y="165"/>
                      <a:pt x="494" y="175"/>
                    </a:cubicBezTo>
                    <a:cubicBezTo>
                      <a:pt x="495" y="185"/>
                      <a:pt x="495" y="196"/>
                      <a:pt x="498" y="205"/>
                    </a:cubicBezTo>
                    <a:cubicBezTo>
                      <a:pt x="499" y="209"/>
                      <a:pt x="503" y="217"/>
                      <a:pt x="503" y="217"/>
                    </a:cubicBezTo>
                    <a:cubicBezTo>
                      <a:pt x="505" y="226"/>
                      <a:pt x="510" y="234"/>
                      <a:pt x="515" y="241"/>
                    </a:cubicBezTo>
                    <a:cubicBezTo>
                      <a:pt x="516" y="247"/>
                      <a:pt x="518" y="253"/>
                      <a:pt x="521" y="259"/>
                    </a:cubicBezTo>
                    <a:cubicBezTo>
                      <a:pt x="523" y="268"/>
                      <a:pt x="524" y="271"/>
                      <a:pt x="525" y="282"/>
                    </a:cubicBezTo>
                    <a:cubicBezTo>
                      <a:pt x="524" y="319"/>
                      <a:pt x="534" y="321"/>
                      <a:pt x="513" y="333"/>
                    </a:cubicBezTo>
                    <a:cubicBezTo>
                      <a:pt x="500" y="330"/>
                      <a:pt x="499" y="328"/>
                      <a:pt x="492" y="318"/>
                    </a:cubicBezTo>
                    <a:cubicBezTo>
                      <a:pt x="460" y="319"/>
                      <a:pt x="457" y="327"/>
                      <a:pt x="431" y="331"/>
                    </a:cubicBezTo>
                    <a:cubicBezTo>
                      <a:pt x="424" y="342"/>
                      <a:pt x="411" y="349"/>
                      <a:pt x="405" y="361"/>
                    </a:cubicBezTo>
                    <a:cubicBezTo>
                      <a:pt x="403" y="372"/>
                      <a:pt x="399" y="393"/>
                      <a:pt x="399" y="393"/>
                    </a:cubicBezTo>
                    <a:cubicBezTo>
                      <a:pt x="402" y="409"/>
                      <a:pt x="400" y="403"/>
                      <a:pt x="404" y="412"/>
                    </a:cubicBezTo>
                    <a:cubicBezTo>
                      <a:pt x="406" y="423"/>
                      <a:pt x="409" y="431"/>
                      <a:pt x="410" y="444"/>
                    </a:cubicBezTo>
                    <a:cubicBezTo>
                      <a:pt x="408" y="461"/>
                      <a:pt x="405" y="475"/>
                      <a:pt x="387" y="478"/>
                    </a:cubicBezTo>
                    <a:cubicBezTo>
                      <a:pt x="373" y="485"/>
                      <a:pt x="379" y="483"/>
                      <a:pt x="356" y="481"/>
                    </a:cubicBezTo>
                    <a:cubicBezTo>
                      <a:pt x="355" y="457"/>
                      <a:pt x="359" y="443"/>
                      <a:pt x="336" y="438"/>
                    </a:cubicBezTo>
                    <a:cubicBezTo>
                      <a:pt x="332" y="432"/>
                      <a:pt x="330" y="427"/>
                      <a:pt x="324" y="423"/>
                    </a:cubicBezTo>
                    <a:cubicBezTo>
                      <a:pt x="323" y="416"/>
                      <a:pt x="316" y="412"/>
                      <a:pt x="309" y="411"/>
                    </a:cubicBezTo>
                    <a:cubicBezTo>
                      <a:pt x="304" y="408"/>
                      <a:pt x="300" y="407"/>
                      <a:pt x="297" y="402"/>
                    </a:cubicBezTo>
                    <a:cubicBezTo>
                      <a:pt x="296" y="396"/>
                      <a:pt x="292" y="389"/>
                      <a:pt x="288" y="384"/>
                    </a:cubicBezTo>
                    <a:cubicBezTo>
                      <a:pt x="286" y="372"/>
                      <a:pt x="282" y="362"/>
                      <a:pt x="270" y="360"/>
                    </a:cubicBezTo>
                    <a:cubicBezTo>
                      <a:pt x="265" y="357"/>
                      <a:pt x="261" y="355"/>
                      <a:pt x="255" y="354"/>
                    </a:cubicBezTo>
                    <a:cubicBezTo>
                      <a:pt x="248" y="349"/>
                      <a:pt x="242" y="346"/>
                      <a:pt x="234" y="345"/>
                    </a:cubicBezTo>
                    <a:cubicBezTo>
                      <a:pt x="229" y="342"/>
                      <a:pt x="223" y="342"/>
                      <a:pt x="218" y="340"/>
                    </a:cubicBezTo>
                    <a:cubicBezTo>
                      <a:pt x="200" y="341"/>
                      <a:pt x="182" y="340"/>
                      <a:pt x="164" y="342"/>
                    </a:cubicBezTo>
                    <a:cubicBezTo>
                      <a:pt x="162" y="342"/>
                      <a:pt x="157" y="353"/>
                      <a:pt x="155" y="355"/>
                    </a:cubicBezTo>
                    <a:cubicBezTo>
                      <a:pt x="148" y="363"/>
                      <a:pt x="135" y="371"/>
                      <a:pt x="126" y="376"/>
                    </a:cubicBezTo>
                    <a:cubicBezTo>
                      <a:pt x="125" y="382"/>
                      <a:pt x="122" y="385"/>
                      <a:pt x="120" y="390"/>
                    </a:cubicBezTo>
                    <a:cubicBezTo>
                      <a:pt x="119" y="403"/>
                      <a:pt x="122" y="415"/>
                      <a:pt x="108" y="420"/>
                    </a:cubicBezTo>
                    <a:cubicBezTo>
                      <a:pt x="97" y="418"/>
                      <a:pt x="96" y="413"/>
                      <a:pt x="87" y="408"/>
                    </a:cubicBezTo>
                    <a:cubicBezTo>
                      <a:pt x="85" y="400"/>
                      <a:pt x="79" y="397"/>
                      <a:pt x="72" y="393"/>
                    </a:cubicBezTo>
                    <a:cubicBezTo>
                      <a:pt x="65" y="381"/>
                      <a:pt x="76" y="374"/>
                      <a:pt x="86" y="369"/>
                    </a:cubicBezTo>
                    <a:cubicBezTo>
                      <a:pt x="94" y="359"/>
                      <a:pt x="103" y="352"/>
                      <a:pt x="111" y="342"/>
                    </a:cubicBezTo>
                    <a:cubicBezTo>
                      <a:pt x="110" y="266"/>
                      <a:pt x="116" y="308"/>
                      <a:pt x="105" y="280"/>
                    </a:cubicBezTo>
                    <a:cubicBezTo>
                      <a:pt x="104" y="273"/>
                      <a:pt x="100" y="267"/>
                      <a:pt x="96" y="261"/>
                    </a:cubicBezTo>
                    <a:cubicBezTo>
                      <a:pt x="91" y="235"/>
                      <a:pt x="91" y="230"/>
                      <a:pt x="78" y="208"/>
                    </a:cubicBezTo>
                    <a:cubicBezTo>
                      <a:pt x="77" y="201"/>
                      <a:pt x="72" y="193"/>
                      <a:pt x="66" y="189"/>
                    </a:cubicBezTo>
                    <a:cubicBezTo>
                      <a:pt x="52" y="166"/>
                      <a:pt x="34" y="166"/>
                      <a:pt x="9" y="165"/>
                    </a:cubicBezTo>
                    <a:cubicBezTo>
                      <a:pt x="0" y="160"/>
                      <a:pt x="3" y="141"/>
                      <a:pt x="2" y="132"/>
                    </a:cubicBezTo>
                    <a:cubicBezTo>
                      <a:pt x="3" y="113"/>
                      <a:pt x="5" y="100"/>
                      <a:pt x="2" y="82"/>
                    </a:cubicBezTo>
                    <a:cubicBezTo>
                      <a:pt x="3" y="76"/>
                      <a:pt x="3" y="58"/>
                      <a:pt x="9" y="54"/>
                    </a:cubicBezTo>
                    <a:cubicBezTo>
                      <a:pt x="16" y="49"/>
                      <a:pt x="26" y="46"/>
                      <a:pt x="33" y="39"/>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3" name="Freeform 12">
                <a:extLst>
                  <a:ext uri="{FF2B5EF4-FFF2-40B4-BE49-F238E27FC236}">
                    <a16:creationId xmlns:a16="http://schemas.microsoft.com/office/drawing/2014/main" id="{BE80B6A9-9427-3E17-DB14-A022E053DCD6}"/>
                  </a:ext>
                </a:extLst>
              </p:cNvPr>
              <p:cNvSpPr>
                <a:spLocks/>
              </p:cNvSpPr>
              <p:nvPr/>
            </p:nvSpPr>
            <p:spPr bwMode="auto">
              <a:xfrm>
                <a:off x="1828892" y="4192381"/>
                <a:ext cx="751008" cy="579592"/>
              </a:xfrm>
              <a:custGeom>
                <a:avLst/>
                <a:gdLst>
                  <a:gd name="T0" fmla="*/ 42 w 538"/>
                  <a:gd name="T1" fmla="*/ 73 h 406"/>
                  <a:gd name="T2" fmla="*/ 72 w 538"/>
                  <a:gd name="T3" fmla="*/ 62 h 406"/>
                  <a:gd name="T4" fmla="*/ 97 w 538"/>
                  <a:gd name="T5" fmla="*/ 49 h 406"/>
                  <a:gd name="T6" fmla="*/ 123 w 538"/>
                  <a:gd name="T7" fmla="*/ 40 h 406"/>
                  <a:gd name="T8" fmla="*/ 219 w 538"/>
                  <a:gd name="T9" fmla="*/ 27 h 406"/>
                  <a:gd name="T10" fmla="*/ 312 w 538"/>
                  <a:gd name="T11" fmla="*/ 18 h 406"/>
                  <a:gd name="T12" fmla="*/ 357 w 538"/>
                  <a:gd name="T13" fmla="*/ 5 h 406"/>
                  <a:gd name="T14" fmla="*/ 381 w 538"/>
                  <a:gd name="T15" fmla="*/ 1 h 406"/>
                  <a:gd name="T16" fmla="*/ 373 w 538"/>
                  <a:gd name="T17" fmla="*/ 28 h 406"/>
                  <a:gd name="T18" fmla="*/ 385 w 538"/>
                  <a:gd name="T19" fmla="*/ 59 h 406"/>
                  <a:gd name="T20" fmla="*/ 415 w 538"/>
                  <a:gd name="T21" fmla="*/ 86 h 406"/>
                  <a:gd name="T22" fmla="*/ 433 w 538"/>
                  <a:gd name="T23" fmla="*/ 158 h 406"/>
                  <a:gd name="T24" fmla="*/ 458 w 538"/>
                  <a:gd name="T25" fmla="*/ 181 h 406"/>
                  <a:gd name="T26" fmla="*/ 480 w 538"/>
                  <a:gd name="T27" fmla="*/ 195 h 406"/>
                  <a:gd name="T28" fmla="*/ 516 w 538"/>
                  <a:gd name="T29" fmla="*/ 208 h 406"/>
                  <a:gd name="T30" fmla="*/ 567 w 538"/>
                  <a:gd name="T31" fmla="*/ 198 h 406"/>
                  <a:gd name="T32" fmla="*/ 604 w 538"/>
                  <a:gd name="T33" fmla="*/ 208 h 406"/>
                  <a:gd name="T34" fmla="*/ 634 w 538"/>
                  <a:gd name="T35" fmla="*/ 215 h 406"/>
                  <a:gd name="T36" fmla="*/ 652 w 538"/>
                  <a:gd name="T37" fmla="*/ 235 h 406"/>
                  <a:gd name="T38" fmla="*/ 652 w 538"/>
                  <a:gd name="T39" fmla="*/ 269 h 406"/>
                  <a:gd name="T40" fmla="*/ 697 w 538"/>
                  <a:gd name="T41" fmla="*/ 294 h 406"/>
                  <a:gd name="T42" fmla="*/ 748 w 538"/>
                  <a:gd name="T43" fmla="*/ 306 h 406"/>
                  <a:gd name="T44" fmla="*/ 740 w 538"/>
                  <a:gd name="T45" fmla="*/ 321 h 406"/>
                  <a:gd name="T46" fmla="*/ 742 w 538"/>
                  <a:gd name="T47" fmla="*/ 377 h 406"/>
                  <a:gd name="T48" fmla="*/ 755 w 538"/>
                  <a:gd name="T49" fmla="*/ 397 h 406"/>
                  <a:gd name="T50" fmla="*/ 765 w 538"/>
                  <a:gd name="T51" fmla="*/ 415 h 406"/>
                  <a:gd name="T52" fmla="*/ 730 w 538"/>
                  <a:gd name="T53" fmla="*/ 499 h 406"/>
                  <a:gd name="T54" fmla="*/ 713 w 538"/>
                  <a:gd name="T55" fmla="*/ 506 h 406"/>
                  <a:gd name="T56" fmla="*/ 640 w 538"/>
                  <a:gd name="T57" fmla="*/ 541 h 406"/>
                  <a:gd name="T58" fmla="*/ 613 w 538"/>
                  <a:gd name="T59" fmla="*/ 550 h 406"/>
                  <a:gd name="T60" fmla="*/ 521 w 538"/>
                  <a:gd name="T61" fmla="*/ 540 h 406"/>
                  <a:gd name="T62" fmla="*/ 503 w 538"/>
                  <a:gd name="T63" fmla="*/ 514 h 406"/>
                  <a:gd name="T64" fmla="*/ 481 w 538"/>
                  <a:gd name="T65" fmla="*/ 495 h 406"/>
                  <a:gd name="T66" fmla="*/ 456 w 538"/>
                  <a:gd name="T67" fmla="*/ 508 h 406"/>
                  <a:gd name="T68" fmla="*/ 442 w 538"/>
                  <a:gd name="T69" fmla="*/ 526 h 406"/>
                  <a:gd name="T70" fmla="*/ 381 w 538"/>
                  <a:gd name="T71" fmla="*/ 555 h 406"/>
                  <a:gd name="T72" fmla="*/ 359 w 538"/>
                  <a:gd name="T73" fmla="*/ 559 h 406"/>
                  <a:gd name="T74" fmla="*/ 334 w 538"/>
                  <a:gd name="T75" fmla="*/ 563 h 406"/>
                  <a:gd name="T76" fmla="*/ 291 w 538"/>
                  <a:gd name="T77" fmla="*/ 544 h 406"/>
                  <a:gd name="T78" fmla="*/ 271 w 538"/>
                  <a:gd name="T79" fmla="*/ 553 h 406"/>
                  <a:gd name="T80" fmla="*/ 253 w 538"/>
                  <a:gd name="T81" fmla="*/ 567 h 406"/>
                  <a:gd name="T82" fmla="*/ 241 w 538"/>
                  <a:gd name="T83" fmla="*/ 586 h 406"/>
                  <a:gd name="T84" fmla="*/ 219 w 538"/>
                  <a:gd name="T85" fmla="*/ 608 h 406"/>
                  <a:gd name="T86" fmla="*/ 198 w 538"/>
                  <a:gd name="T87" fmla="*/ 595 h 406"/>
                  <a:gd name="T88" fmla="*/ 181 w 538"/>
                  <a:gd name="T89" fmla="*/ 580 h 406"/>
                  <a:gd name="T90" fmla="*/ 148 w 538"/>
                  <a:gd name="T91" fmla="*/ 563 h 406"/>
                  <a:gd name="T92" fmla="*/ 142 w 538"/>
                  <a:gd name="T93" fmla="*/ 550 h 406"/>
                  <a:gd name="T94" fmla="*/ 116 w 538"/>
                  <a:gd name="T95" fmla="*/ 533 h 406"/>
                  <a:gd name="T96" fmla="*/ 90 w 538"/>
                  <a:gd name="T97" fmla="*/ 501 h 406"/>
                  <a:gd name="T98" fmla="*/ 72 w 538"/>
                  <a:gd name="T99" fmla="*/ 476 h 406"/>
                  <a:gd name="T100" fmla="*/ 56 w 538"/>
                  <a:gd name="T101" fmla="*/ 459 h 406"/>
                  <a:gd name="T102" fmla="*/ 45 w 538"/>
                  <a:gd name="T103" fmla="*/ 442 h 406"/>
                  <a:gd name="T104" fmla="*/ 60 w 538"/>
                  <a:gd name="T105" fmla="*/ 406 h 406"/>
                  <a:gd name="T106" fmla="*/ 60 w 538"/>
                  <a:gd name="T107" fmla="*/ 361 h 406"/>
                  <a:gd name="T108" fmla="*/ 48 w 538"/>
                  <a:gd name="T109" fmla="*/ 342 h 406"/>
                  <a:gd name="T110" fmla="*/ 29 w 538"/>
                  <a:gd name="T111" fmla="*/ 320 h 406"/>
                  <a:gd name="T112" fmla="*/ 22 w 538"/>
                  <a:gd name="T113" fmla="*/ 220 h 406"/>
                  <a:gd name="T114" fmla="*/ 8 w 538"/>
                  <a:gd name="T115" fmla="*/ 193 h 406"/>
                  <a:gd name="T116" fmla="*/ 2 w 538"/>
                  <a:gd name="T117" fmla="*/ 173 h 406"/>
                  <a:gd name="T118" fmla="*/ 17 w 538"/>
                  <a:gd name="T119" fmla="*/ 113 h 406"/>
                  <a:gd name="T120" fmla="*/ 37 w 538"/>
                  <a:gd name="T121" fmla="*/ 89 h 406"/>
                  <a:gd name="T122" fmla="*/ 42 w 538"/>
                  <a:gd name="T123" fmla="*/ 73 h 40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38"/>
                  <a:gd name="T187" fmla="*/ 0 h 406"/>
                  <a:gd name="T188" fmla="*/ 538 w 538"/>
                  <a:gd name="T189" fmla="*/ 406 h 40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38" h="406">
                    <a:moveTo>
                      <a:pt x="29" y="49"/>
                    </a:moveTo>
                    <a:cubicBezTo>
                      <a:pt x="37" y="48"/>
                      <a:pt x="42" y="44"/>
                      <a:pt x="50" y="42"/>
                    </a:cubicBezTo>
                    <a:cubicBezTo>
                      <a:pt x="56" y="38"/>
                      <a:pt x="61" y="34"/>
                      <a:pt x="68" y="33"/>
                    </a:cubicBezTo>
                    <a:cubicBezTo>
                      <a:pt x="74" y="30"/>
                      <a:pt x="80" y="28"/>
                      <a:pt x="86" y="27"/>
                    </a:cubicBezTo>
                    <a:cubicBezTo>
                      <a:pt x="112" y="14"/>
                      <a:pt x="99" y="19"/>
                      <a:pt x="153" y="18"/>
                    </a:cubicBezTo>
                    <a:cubicBezTo>
                      <a:pt x="175" y="15"/>
                      <a:pt x="197" y="16"/>
                      <a:pt x="218" y="12"/>
                    </a:cubicBezTo>
                    <a:cubicBezTo>
                      <a:pt x="227" y="5"/>
                      <a:pt x="238" y="5"/>
                      <a:pt x="249" y="3"/>
                    </a:cubicBezTo>
                    <a:cubicBezTo>
                      <a:pt x="255" y="0"/>
                      <a:pt x="259" y="0"/>
                      <a:pt x="266" y="1"/>
                    </a:cubicBezTo>
                    <a:cubicBezTo>
                      <a:pt x="264" y="7"/>
                      <a:pt x="263" y="13"/>
                      <a:pt x="261" y="19"/>
                    </a:cubicBezTo>
                    <a:cubicBezTo>
                      <a:pt x="263" y="29"/>
                      <a:pt x="261" y="34"/>
                      <a:pt x="269" y="39"/>
                    </a:cubicBezTo>
                    <a:cubicBezTo>
                      <a:pt x="276" y="48"/>
                      <a:pt x="281" y="51"/>
                      <a:pt x="290" y="57"/>
                    </a:cubicBezTo>
                    <a:cubicBezTo>
                      <a:pt x="302" y="72"/>
                      <a:pt x="282" y="97"/>
                      <a:pt x="302" y="105"/>
                    </a:cubicBezTo>
                    <a:cubicBezTo>
                      <a:pt x="308" y="111"/>
                      <a:pt x="313" y="117"/>
                      <a:pt x="320" y="121"/>
                    </a:cubicBezTo>
                    <a:cubicBezTo>
                      <a:pt x="325" y="127"/>
                      <a:pt x="327" y="129"/>
                      <a:pt x="335" y="130"/>
                    </a:cubicBezTo>
                    <a:cubicBezTo>
                      <a:pt x="342" y="134"/>
                      <a:pt x="352" y="138"/>
                      <a:pt x="360" y="139"/>
                    </a:cubicBezTo>
                    <a:cubicBezTo>
                      <a:pt x="373" y="137"/>
                      <a:pt x="384" y="134"/>
                      <a:pt x="396" y="132"/>
                    </a:cubicBezTo>
                    <a:cubicBezTo>
                      <a:pt x="407" y="133"/>
                      <a:pt x="412" y="137"/>
                      <a:pt x="422" y="139"/>
                    </a:cubicBezTo>
                    <a:cubicBezTo>
                      <a:pt x="429" y="142"/>
                      <a:pt x="435" y="143"/>
                      <a:pt x="443" y="144"/>
                    </a:cubicBezTo>
                    <a:cubicBezTo>
                      <a:pt x="450" y="150"/>
                      <a:pt x="445" y="155"/>
                      <a:pt x="455" y="157"/>
                    </a:cubicBezTo>
                    <a:cubicBezTo>
                      <a:pt x="460" y="165"/>
                      <a:pt x="457" y="171"/>
                      <a:pt x="455" y="180"/>
                    </a:cubicBezTo>
                    <a:cubicBezTo>
                      <a:pt x="457" y="200"/>
                      <a:pt x="467" y="193"/>
                      <a:pt x="486" y="196"/>
                    </a:cubicBezTo>
                    <a:cubicBezTo>
                      <a:pt x="498" y="203"/>
                      <a:pt x="506" y="203"/>
                      <a:pt x="522" y="204"/>
                    </a:cubicBezTo>
                    <a:cubicBezTo>
                      <a:pt x="525" y="210"/>
                      <a:pt x="523" y="213"/>
                      <a:pt x="516" y="214"/>
                    </a:cubicBezTo>
                    <a:cubicBezTo>
                      <a:pt x="505" y="222"/>
                      <a:pt x="507" y="245"/>
                      <a:pt x="518" y="252"/>
                    </a:cubicBezTo>
                    <a:cubicBezTo>
                      <a:pt x="521" y="256"/>
                      <a:pt x="524" y="261"/>
                      <a:pt x="527" y="265"/>
                    </a:cubicBezTo>
                    <a:cubicBezTo>
                      <a:pt x="528" y="271"/>
                      <a:pt x="529" y="273"/>
                      <a:pt x="534" y="277"/>
                    </a:cubicBezTo>
                    <a:cubicBezTo>
                      <a:pt x="538" y="293"/>
                      <a:pt x="529" y="325"/>
                      <a:pt x="510" y="333"/>
                    </a:cubicBezTo>
                    <a:cubicBezTo>
                      <a:pt x="506" y="339"/>
                      <a:pt x="505" y="340"/>
                      <a:pt x="498" y="337"/>
                    </a:cubicBezTo>
                    <a:cubicBezTo>
                      <a:pt x="470" y="340"/>
                      <a:pt x="468" y="357"/>
                      <a:pt x="447" y="361"/>
                    </a:cubicBezTo>
                    <a:cubicBezTo>
                      <a:pt x="441" y="364"/>
                      <a:pt x="434" y="366"/>
                      <a:pt x="428" y="367"/>
                    </a:cubicBezTo>
                    <a:cubicBezTo>
                      <a:pt x="404" y="366"/>
                      <a:pt x="386" y="365"/>
                      <a:pt x="363" y="360"/>
                    </a:cubicBezTo>
                    <a:cubicBezTo>
                      <a:pt x="362" y="353"/>
                      <a:pt x="357" y="347"/>
                      <a:pt x="351" y="343"/>
                    </a:cubicBezTo>
                    <a:cubicBezTo>
                      <a:pt x="347" y="337"/>
                      <a:pt x="343" y="331"/>
                      <a:pt x="336" y="330"/>
                    </a:cubicBezTo>
                    <a:cubicBezTo>
                      <a:pt x="327" y="331"/>
                      <a:pt x="326" y="336"/>
                      <a:pt x="318" y="339"/>
                    </a:cubicBezTo>
                    <a:cubicBezTo>
                      <a:pt x="315" y="344"/>
                      <a:pt x="313" y="348"/>
                      <a:pt x="308" y="351"/>
                    </a:cubicBezTo>
                    <a:cubicBezTo>
                      <a:pt x="298" y="370"/>
                      <a:pt x="287" y="368"/>
                      <a:pt x="266" y="370"/>
                    </a:cubicBezTo>
                    <a:cubicBezTo>
                      <a:pt x="257" y="374"/>
                      <a:pt x="265" y="371"/>
                      <a:pt x="251" y="373"/>
                    </a:cubicBezTo>
                    <a:cubicBezTo>
                      <a:pt x="245" y="374"/>
                      <a:pt x="233" y="376"/>
                      <a:pt x="233" y="376"/>
                    </a:cubicBezTo>
                    <a:cubicBezTo>
                      <a:pt x="205" y="375"/>
                      <a:pt x="218" y="374"/>
                      <a:pt x="203" y="363"/>
                    </a:cubicBezTo>
                    <a:cubicBezTo>
                      <a:pt x="196" y="352"/>
                      <a:pt x="194" y="364"/>
                      <a:pt x="189" y="369"/>
                    </a:cubicBezTo>
                    <a:cubicBezTo>
                      <a:pt x="186" y="373"/>
                      <a:pt x="180" y="375"/>
                      <a:pt x="176" y="378"/>
                    </a:cubicBezTo>
                    <a:cubicBezTo>
                      <a:pt x="174" y="383"/>
                      <a:pt x="171" y="387"/>
                      <a:pt x="168" y="391"/>
                    </a:cubicBezTo>
                    <a:cubicBezTo>
                      <a:pt x="167" y="401"/>
                      <a:pt x="163" y="404"/>
                      <a:pt x="153" y="406"/>
                    </a:cubicBezTo>
                    <a:cubicBezTo>
                      <a:pt x="144" y="405"/>
                      <a:pt x="141" y="405"/>
                      <a:pt x="138" y="397"/>
                    </a:cubicBezTo>
                    <a:cubicBezTo>
                      <a:pt x="137" y="389"/>
                      <a:pt x="134" y="388"/>
                      <a:pt x="126" y="387"/>
                    </a:cubicBezTo>
                    <a:cubicBezTo>
                      <a:pt x="119" y="383"/>
                      <a:pt x="110" y="382"/>
                      <a:pt x="104" y="376"/>
                    </a:cubicBezTo>
                    <a:cubicBezTo>
                      <a:pt x="95" y="367"/>
                      <a:pt x="106" y="377"/>
                      <a:pt x="99" y="367"/>
                    </a:cubicBezTo>
                    <a:cubicBezTo>
                      <a:pt x="95" y="362"/>
                      <a:pt x="86" y="358"/>
                      <a:pt x="81" y="355"/>
                    </a:cubicBezTo>
                    <a:cubicBezTo>
                      <a:pt x="75" y="347"/>
                      <a:pt x="71" y="339"/>
                      <a:pt x="63" y="334"/>
                    </a:cubicBezTo>
                    <a:cubicBezTo>
                      <a:pt x="59" y="328"/>
                      <a:pt x="56" y="322"/>
                      <a:pt x="50" y="318"/>
                    </a:cubicBezTo>
                    <a:cubicBezTo>
                      <a:pt x="47" y="312"/>
                      <a:pt x="45" y="309"/>
                      <a:pt x="39" y="306"/>
                    </a:cubicBezTo>
                    <a:cubicBezTo>
                      <a:pt x="37" y="297"/>
                      <a:pt x="34" y="304"/>
                      <a:pt x="32" y="295"/>
                    </a:cubicBezTo>
                    <a:cubicBezTo>
                      <a:pt x="33" y="285"/>
                      <a:pt x="34" y="277"/>
                      <a:pt x="42" y="271"/>
                    </a:cubicBezTo>
                    <a:cubicBezTo>
                      <a:pt x="47" y="261"/>
                      <a:pt x="46" y="251"/>
                      <a:pt x="42" y="241"/>
                    </a:cubicBezTo>
                    <a:cubicBezTo>
                      <a:pt x="41" y="233"/>
                      <a:pt x="40" y="232"/>
                      <a:pt x="33" y="228"/>
                    </a:cubicBezTo>
                    <a:cubicBezTo>
                      <a:pt x="32" y="222"/>
                      <a:pt x="25" y="217"/>
                      <a:pt x="20" y="213"/>
                    </a:cubicBezTo>
                    <a:cubicBezTo>
                      <a:pt x="19" y="195"/>
                      <a:pt x="22" y="161"/>
                      <a:pt x="15" y="147"/>
                    </a:cubicBezTo>
                    <a:cubicBezTo>
                      <a:pt x="14" y="141"/>
                      <a:pt x="9" y="135"/>
                      <a:pt x="6" y="129"/>
                    </a:cubicBezTo>
                    <a:cubicBezTo>
                      <a:pt x="5" y="124"/>
                      <a:pt x="3" y="120"/>
                      <a:pt x="2" y="115"/>
                    </a:cubicBezTo>
                    <a:cubicBezTo>
                      <a:pt x="3" y="103"/>
                      <a:pt x="0" y="84"/>
                      <a:pt x="12" y="75"/>
                    </a:cubicBezTo>
                    <a:cubicBezTo>
                      <a:pt x="16" y="69"/>
                      <a:pt x="21" y="66"/>
                      <a:pt x="26" y="60"/>
                    </a:cubicBezTo>
                    <a:cubicBezTo>
                      <a:pt x="27" y="52"/>
                      <a:pt x="26" y="56"/>
                      <a:pt x="29" y="49"/>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4" name="Freeform 13">
                <a:extLst>
                  <a:ext uri="{FF2B5EF4-FFF2-40B4-BE49-F238E27FC236}">
                    <a16:creationId xmlns:a16="http://schemas.microsoft.com/office/drawing/2014/main" id="{7D6C1467-C6A2-E9E0-704E-F20E610200F5}"/>
                  </a:ext>
                </a:extLst>
              </p:cNvPr>
              <p:cNvSpPr>
                <a:spLocks/>
              </p:cNvSpPr>
              <p:nvPr/>
            </p:nvSpPr>
            <p:spPr bwMode="auto">
              <a:xfrm>
                <a:off x="1800905" y="3778386"/>
                <a:ext cx="756839" cy="633237"/>
              </a:xfrm>
              <a:custGeom>
                <a:avLst/>
                <a:gdLst>
                  <a:gd name="T0" fmla="*/ 196 w 542"/>
                  <a:gd name="T1" fmla="*/ 116 h 444"/>
                  <a:gd name="T2" fmla="*/ 247 w 542"/>
                  <a:gd name="T3" fmla="*/ 161 h 444"/>
                  <a:gd name="T4" fmla="*/ 273 w 542"/>
                  <a:gd name="T5" fmla="*/ 183 h 444"/>
                  <a:gd name="T6" fmla="*/ 315 w 542"/>
                  <a:gd name="T7" fmla="*/ 215 h 444"/>
                  <a:gd name="T8" fmla="*/ 363 w 542"/>
                  <a:gd name="T9" fmla="*/ 219 h 444"/>
                  <a:gd name="T10" fmla="*/ 419 w 542"/>
                  <a:gd name="T11" fmla="*/ 210 h 444"/>
                  <a:gd name="T12" fmla="*/ 450 w 542"/>
                  <a:gd name="T13" fmla="*/ 197 h 444"/>
                  <a:gd name="T14" fmla="*/ 471 w 542"/>
                  <a:gd name="T15" fmla="*/ 165 h 444"/>
                  <a:gd name="T16" fmla="*/ 479 w 542"/>
                  <a:gd name="T17" fmla="*/ 143 h 444"/>
                  <a:gd name="T18" fmla="*/ 492 w 542"/>
                  <a:gd name="T19" fmla="*/ 113 h 444"/>
                  <a:gd name="T20" fmla="*/ 514 w 542"/>
                  <a:gd name="T21" fmla="*/ 61 h 444"/>
                  <a:gd name="T22" fmla="*/ 539 w 542"/>
                  <a:gd name="T23" fmla="*/ 43 h 444"/>
                  <a:gd name="T24" fmla="*/ 574 w 542"/>
                  <a:gd name="T25" fmla="*/ 34 h 444"/>
                  <a:gd name="T26" fmla="*/ 603 w 542"/>
                  <a:gd name="T27" fmla="*/ 26 h 444"/>
                  <a:gd name="T28" fmla="*/ 642 w 542"/>
                  <a:gd name="T29" fmla="*/ 16 h 444"/>
                  <a:gd name="T30" fmla="*/ 760 w 542"/>
                  <a:gd name="T31" fmla="*/ 35 h 444"/>
                  <a:gd name="T32" fmla="*/ 751 w 542"/>
                  <a:gd name="T33" fmla="*/ 56 h 444"/>
                  <a:gd name="T34" fmla="*/ 704 w 542"/>
                  <a:gd name="T35" fmla="*/ 120 h 444"/>
                  <a:gd name="T36" fmla="*/ 666 w 542"/>
                  <a:gd name="T37" fmla="*/ 153 h 444"/>
                  <a:gd name="T38" fmla="*/ 639 w 542"/>
                  <a:gd name="T39" fmla="*/ 192 h 444"/>
                  <a:gd name="T40" fmla="*/ 655 w 542"/>
                  <a:gd name="T41" fmla="*/ 281 h 444"/>
                  <a:gd name="T42" fmla="*/ 690 w 542"/>
                  <a:gd name="T43" fmla="*/ 333 h 444"/>
                  <a:gd name="T44" fmla="*/ 674 w 542"/>
                  <a:gd name="T45" fmla="*/ 382 h 444"/>
                  <a:gd name="T46" fmla="*/ 660 w 542"/>
                  <a:gd name="T47" fmla="*/ 416 h 444"/>
                  <a:gd name="T48" fmla="*/ 690 w 542"/>
                  <a:gd name="T49" fmla="*/ 427 h 444"/>
                  <a:gd name="T50" fmla="*/ 706 w 542"/>
                  <a:gd name="T51" fmla="*/ 489 h 444"/>
                  <a:gd name="T52" fmla="*/ 720 w 542"/>
                  <a:gd name="T53" fmla="*/ 548 h 444"/>
                  <a:gd name="T54" fmla="*/ 709 w 542"/>
                  <a:gd name="T55" fmla="*/ 631 h 444"/>
                  <a:gd name="T56" fmla="*/ 696 w 542"/>
                  <a:gd name="T57" fmla="*/ 659 h 444"/>
                  <a:gd name="T58" fmla="*/ 673 w 542"/>
                  <a:gd name="T59" fmla="*/ 663 h 444"/>
                  <a:gd name="T60" fmla="*/ 653 w 542"/>
                  <a:gd name="T61" fmla="*/ 653 h 444"/>
                  <a:gd name="T62" fmla="*/ 620 w 542"/>
                  <a:gd name="T63" fmla="*/ 637 h 444"/>
                  <a:gd name="T64" fmla="*/ 552 w 542"/>
                  <a:gd name="T65" fmla="*/ 645 h 444"/>
                  <a:gd name="T66" fmla="*/ 515 w 542"/>
                  <a:gd name="T67" fmla="*/ 636 h 444"/>
                  <a:gd name="T68" fmla="*/ 489 w 542"/>
                  <a:gd name="T69" fmla="*/ 618 h 444"/>
                  <a:gd name="T70" fmla="*/ 453 w 542"/>
                  <a:gd name="T71" fmla="*/ 578 h 444"/>
                  <a:gd name="T72" fmla="*/ 442 w 542"/>
                  <a:gd name="T73" fmla="*/ 523 h 444"/>
                  <a:gd name="T74" fmla="*/ 427 w 542"/>
                  <a:gd name="T75" fmla="*/ 508 h 444"/>
                  <a:gd name="T76" fmla="*/ 414 w 542"/>
                  <a:gd name="T77" fmla="*/ 488 h 444"/>
                  <a:gd name="T78" fmla="*/ 406 w 542"/>
                  <a:gd name="T79" fmla="*/ 467 h 444"/>
                  <a:gd name="T80" fmla="*/ 382 w 542"/>
                  <a:gd name="T81" fmla="*/ 440 h 444"/>
                  <a:gd name="T82" fmla="*/ 342 w 542"/>
                  <a:gd name="T83" fmla="*/ 454 h 444"/>
                  <a:gd name="T84" fmla="*/ 188 w 542"/>
                  <a:gd name="T85" fmla="*/ 465 h 444"/>
                  <a:gd name="T86" fmla="*/ 162 w 542"/>
                  <a:gd name="T87" fmla="*/ 471 h 444"/>
                  <a:gd name="T88" fmla="*/ 132 w 542"/>
                  <a:gd name="T89" fmla="*/ 481 h 444"/>
                  <a:gd name="T90" fmla="*/ 110 w 542"/>
                  <a:gd name="T91" fmla="*/ 488 h 444"/>
                  <a:gd name="T92" fmla="*/ 66 w 542"/>
                  <a:gd name="T93" fmla="*/ 505 h 444"/>
                  <a:gd name="T94" fmla="*/ 37 w 542"/>
                  <a:gd name="T95" fmla="*/ 488 h 444"/>
                  <a:gd name="T96" fmla="*/ 29 w 542"/>
                  <a:gd name="T97" fmla="*/ 467 h 444"/>
                  <a:gd name="T98" fmla="*/ 31 w 542"/>
                  <a:gd name="T99" fmla="*/ 422 h 444"/>
                  <a:gd name="T100" fmla="*/ 41 w 542"/>
                  <a:gd name="T101" fmla="*/ 394 h 444"/>
                  <a:gd name="T102" fmla="*/ 24 w 542"/>
                  <a:gd name="T103" fmla="*/ 346 h 444"/>
                  <a:gd name="T104" fmla="*/ 6 w 542"/>
                  <a:gd name="T105" fmla="*/ 313 h 444"/>
                  <a:gd name="T106" fmla="*/ 10 w 542"/>
                  <a:gd name="T107" fmla="*/ 263 h 444"/>
                  <a:gd name="T108" fmla="*/ 19 w 542"/>
                  <a:gd name="T109" fmla="*/ 249 h 444"/>
                  <a:gd name="T110" fmla="*/ 31 w 542"/>
                  <a:gd name="T111" fmla="*/ 223 h 444"/>
                  <a:gd name="T112" fmla="*/ 93 w 542"/>
                  <a:gd name="T113" fmla="*/ 205 h 444"/>
                  <a:gd name="T114" fmla="*/ 144 w 542"/>
                  <a:gd name="T115" fmla="*/ 196 h 444"/>
                  <a:gd name="T116" fmla="*/ 160 w 542"/>
                  <a:gd name="T117" fmla="*/ 138 h 444"/>
                  <a:gd name="T118" fmla="*/ 187 w 542"/>
                  <a:gd name="T119" fmla="*/ 126 h 444"/>
                  <a:gd name="T120" fmla="*/ 196 w 542"/>
                  <a:gd name="T121" fmla="*/ 116 h 44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444"/>
                  <a:gd name="T185" fmla="*/ 542 w 542"/>
                  <a:gd name="T186" fmla="*/ 444 h 44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444">
                    <a:moveTo>
                      <a:pt x="137" y="78"/>
                    </a:moveTo>
                    <a:cubicBezTo>
                      <a:pt x="152" y="87"/>
                      <a:pt x="153" y="104"/>
                      <a:pt x="172" y="108"/>
                    </a:cubicBezTo>
                    <a:cubicBezTo>
                      <a:pt x="174" y="116"/>
                      <a:pt x="182" y="121"/>
                      <a:pt x="190" y="123"/>
                    </a:cubicBezTo>
                    <a:cubicBezTo>
                      <a:pt x="200" y="136"/>
                      <a:pt x="202" y="140"/>
                      <a:pt x="220" y="144"/>
                    </a:cubicBezTo>
                    <a:cubicBezTo>
                      <a:pt x="231" y="149"/>
                      <a:pt x="240" y="147"/>
                      <a:pt x="253" y="146"/>
                    </a:cubicBezTo>
                    <a:cubicBezTo>
                      <a:pt x="265" y="145"/>
                      <a:pt x="281" y="146"/>
                      <a:pt x="292" y="141"/>
                    </a:cubicBezTo>
                    <a:cubicBezTo>
                      <a:pt x="294" y="130"/>
                      <a:pt x="303" y="133"/>
                      <a:pt x="314" y="132"/>
                    </a:cubicBezTo>
                    <a:cubicBezTo>
                      <a:pt x="319" y="125"/>
                      <a:pt x="324" y="118"/>
                      <a:pt x="328" y="110"/>
                    </a:cubicBezTo>
                    <a:cubicBezTo>
                      <a:pt x="329" y="104"/>
                      <a:pt x="331" y="101"/>
                      <a:pt x="334" y="96"/>
                    </a:cubicBezTo>
                    <a:cubicBezTo>
                      <a:pt x="335" y="88"/>
                      <a:pt x="339" y="82"/>
                      <a:pt x="343" y="75"/>
                    </a:cubicBezTo>
                    <a:cubicBezTo>
                      <a:pt x="345" y="63"/>
                      <a:pt x="348" y="47"/>
                      <a:pt x="358" y="41"/>
                    </a:cubicBezTo>
                    <a:cubicBezTo>
                      <a:pt x="362" y="35"/>
                      <a:pt x="369" y="30"/>
                      <a:pt x="376" y="29"/>
                    </a:cubicBezTo>
                    <a:cubicBezTo>
                      <a:pt x="383" y="25"/>
                      <a:pt x="392" y="24"/>
                      <a:pt x="400" y="23"/>
                    </a:cubicBezTo>
                    <a:cubicBezTo>
                      <a:pt x="407" y="20"/>
                      <a:pt x="414" y="18"/>
                      <a:pt x="421" y="17"/>
                    </a:cubicBezTo>
                    <a:cubicBezTo>
                      <a:pt x="430" y="14"/>
                      <a:pt x="439" y="12"/>
                      <a:pt x="448" y="11"/>
                    </a:cubicBezTo>
                    <a:cubicBezTo>
                      <a:pt x="448" y="11"/>
                      <a:pt x="542" y="0"/>
                      <a:pt x="530" y="24"/>
                    </a:cubicBezTo>
                    <a:cubicBezTo>
                      <a:pt x="529" y="30"/>
                      <a:pt x="527" y="33"/>
                      <a:pt x="524" y="38"/>
                    </a:cubicBezTo>
                    <a:cubicBezTo>
                      <a:pt x="523" y="56"/>
                      <a:pt x="508" y="73"/>
                      <a:pt x="491" y="80"/>
                    </a:cubicBezTo>
                    <a:cubicBezTo>
                      <a:pt x="484" y="90"/>
                      <a:pt x="477" y="99"/>
                      <a:pt x="464" y="102"/>
                    </a:cubicBezTo>
                    <a:cubicBezTo>
                      <a:pt x="457" y="108"/>
                      <a:pt x="451" y="120"/>
                      <a:pt x="446" y="128"/>
                    </a:cubicBezTo>
                    <a:cubicBezTo>
                      <a:pt x="448" y="169"/>
                      <a:pt x="447" y="163"/>
                      <a:pt x="457" y="188"/>
                    </a:cubicBezTo>
                    <a:cubicBezTo>
                      <a:pt x="463" y="224"/>
                      <a:pt x="448" y="217"/>
                      <a:pt x="481" y="222"/>
                    </a:cubicBezTo>
                    <a:cubicBezTo>
                      <a:pt x="489" y="235"/>
                      <a:pt x="475" y="244"/>
                      <a:pt x="470" y="255"/>
                    </a:cubicBezTo>
                    <a:cubicBezTo>
                      <a:pt x="468" y="266"/>
                      <a:pt x="469" y="271"/>
                      <a:pt x="460" y="278"/>
                    </a:cubicBezTo>
                    <a:cubicBezTo>
                      <a:pt x="466" y="282"/>
                      <a:pt x="474" y="284"/>
                      <a:pt x="481" y="285"/>
                    </a:cubicBezTo>
                    <a:cubicBezTo>
                      <a:pt x="489" y="299"/>
                      <a:pt x="483" y="314"/>
                      <a:pt x="493" y="327"/>
                    </a:cubicBezTo>
                    <a:cubicBezTo>
                      <a:pt x="496" y="340"/>
                      <a:pt x="494" y="355"/>
                      <a:pt x="502" y="366"/>
                    </a:cubicBezTo>
                    <a:cubicBezTo>
                      <a:pt x="506" y="388"/>
                      <a:pt x="505" y="404"/>
                      <a:pt x="494" y="422"/>
                    </a:cubicBezTo>
                    <a:cubicBezTo>
                      <a:pt x="493" y="429"/>
                      <a:pt x="492" y="440"/>
                      <a:pt x="485" y="441"/>
                    </a:cubicBezTo>
                    <a:cubicBezTo>
                      <a:pt x="479" y="444"/>
                      <a:pt x="476" y="444"/>
                      <a:pt x="469" y="443"/>
                    </a:cubicBezTo>
                    <a:cubicBezTo>
                      <a:pt x="464" y="440"/>
                      <a:pt x="461" y="438"/>
                      <a:pt x="455" y="437"/>
                    </a:cubicBezTo>
                    <a:cubicBezTo>
                      <a:pt x="447" y="433"/>
                      <a:pt x="440" y="431"/>
                      <a:pt x="433" y="426"/>
                    </a:cubicBezTo>
                    <a:cubicBezTo>
                      <a:pt x="414" y="427"/>
                      <a:pt x="402" y="426"/>
                      <a:pt x="385" y="431"/>
                    </a:cubicBezTo>
                    <a:cubicBezTo>
                      <a:pt x="376" y="429"/>
                      <a:pt x="368" y="426"/>
                      <a:pt x="359" y="425"/>
                    </a:cubicBezTo>
                    <a:cubicBezTo>
                      <a:pt x="353" y="420"/>
                      <a:pt x="349" y="415"/>
                      <a:pt x="341" y="413"/>
                    </a:cubicBezTo>
                    <a:cubicBezTo>
                      <a:pt x="331" y="405"/>
                      <a:pt x="325" y="394"/>
                      <a:pt x="316" y="387"/>
                    </a:cubicBezTo>
                    <a:cubicBezTo>
                      <a:pt x="312" y="374"/>
                      <a:pt x="316" y="361"/>
                      <a:pt x="308" y="350"/>
                    </a:cubicBezTo>
                    <a:cubicBezTo>
                      <a:pt x="307" y="343"/>
                      <a:pt x="303" y="343"/>
                      <a:pt x="298" y="339"/>
                    </a:cubicBezTo>
                    <a:cubicBezTo>
                      <a:pt x="296" y="333"/>
                      <a:pt x="294" y="330"/>
                      <a:pt x="289" y="326"/>
                    </a:cubicBezTo>
                    <a:cubicBezTo>
                      <a:pt x="286" y="321"/>
                      <a:pt x="284" y="318"/>
                      <a:pt x="283" y="312"/>
                    </a:cubicBezTo>
                    <a:cubicBezTo>
                      <a:pt x="284" y="288"/>
                      <a:pt x="285" y="291"/>
                      <a:pt x="266" y="294"/>
                    </a:cubicBezTo>
                    <a:cubicBezTo>
                      <a:pt x="258" y="298"/>
                      <a:pt x="247" y="302"/>
                      <a:pt x="239" y="303"/>
                    </a:cubicBezTo>
                    <a:cubicBezTo>
                      <a:pt x="210" y="318"/>
                      <a:pt x="145" y="311"/>
                      <a:pt x="131" y="311"/>
                    </a:cubicBezTo>
                    <a:cubicBezTo>
                      <a:pt x="125" y="312"/>
                      <a:pt x="119" y="314"/>
                      <a:pt x="113" y="315"/>
                    </a:cubicBezTo>
                    <a:cubicBezTo>
                      <a:pt x="107" y="318"/>
                      <a:pt x="99" y="320"/>
                      <a:pt x="92" y="321"/>
                    </a:cubicBezTo>
                    <a:cubicBezTo>
                      <a:pt x="87" y="323"/>
                      <a:pt x="82" y="324"/>
                      <a:pt x="77" y="326"/>
                    </a:cubicBezTo>
                    <a:cubicBezTo>
                      <a:pt x="68" y="333"/>
                      <a:pt x="57" y="336"/>
                      <a:pt x="46" y="338"/>
                    </a:cubicBezTo>
                    <a:cubicBezTo>
                      <a:pt x="29" y="334"/>
                      <a:pt x="34" y="337"/>
                      <a:pt x="26" y="326"/>
                    </a:cubicBezTo>
                    <a:cubicBezTo>
                      <a:pt x="25" y="320"/>
                      <a:pt x="22" y="317"/>
                      <a:pt x="20" y="312"/>
                    </a:cubicBezTo>
                    <a:cubicBezTo>
                      <a:pt x="18" y="302"/>
                      <a:pt x="18" y="292"/>
                      <a:pt x="22" y="282"/>
                    </a:cubicBezTo>
                    <a:cubicBezTo>
                      <a:pt x="23" y="276"/>
                      <a:pt x="25" y="269"/>
                      <a:pt x="28" y="263"/>
                    </a:cubicBezTo>
                    <a:cubicBezTo>
                      <a:pt x="27" y="253"/>
                      <a:pt x="27" y="237"/>
                      <a:pt x="17" y="231"/>
                    </a:cubicBezTo>
                    <a:cubicBezTo>
                      <a:pt x="16" y="223"/>
                      <a:pt x="10" y="214"/>
                      <a:pt x="4" y="209"/>
                    </a:cubicBezTo>
                    <a:cubicBezTo>
                      <a:pt x="0" y="198"/>
                      <a:pt x="0" y="186"/>
                      <a:pt x="7" y="176"/>
                    </a:cubicBezTo>
                    <a:cubicBezTo>
                      <a:pt x="9" y="164"/>
                      <a:pt x="5" y="178"/>
                      <a:pt x="13" y="167"/>
                    </a:cubicBezTo>
                    <a:cubicBezTo>
                      <a:pt x="17" y="162"/>
                      <a:pt x="17" y="154"/>
                      <a:pt x="22" y="149"/>
                    </a:cubicBezTo>
                    <a:cubicBezTo>
                      <a:pt x="33" y="138"/>
                      <a:pt x="51" y="138"/>
                      <a:pt x="65" y="137"/>
                    </a:cubicBezTo>
                    <a:cubicBezTo>
                      <a:pt x="76" y="133"/>
                      <a:pt x="88" y="132"/>
                      <a:pt x="100" y="131"/>
                    </a:cubicBezTo>
                    <a:cubicBezTo>
                      <a:pt x="103" y="116"/>
                      <a:pt x="92" y="96"/>
                      <a:pt x="112" y="92"/>
                    </a:cubicBezTo>
                    <a:cubicBezTo>
                      <a:pt x="118" y="89"/>
                      <a:pt x="124" y="88"/>
                      <a:pt x="130" y="84"/>
                    </a:cubicBezTo>
                    <a:cubicBezTo>
                      <a:pt x="132" y="82"/>
                      <a:pt x="137" y="78"/>
                      <a:pt x="137" y="78"/>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5" name="Freeform 14">
                <a:extLst>
                  <a:ext uri="{FF2B5EF4-FFF2-40B4-BE49-F238E27FC236}">
                    <a16:creationId xmlns:a16="http://schemas.microsoft.com/office/drawing/2014/main" id="{7A5CD6FD-8F6B-7F87-EA99-89579B8E74B8}"/>
                  </a:ext>
                </a:extLst>
              </p:cNvPr>
              <p:cNvSpPr>
                <a:spLocks/>
              </p:cNvSpPr>
              <p:nvPr/>
            </p:nvSpPr>
            <p:spPr bwMode="auto">
              <a:xfrm>
                <a:off x="2427134" y="3554479"/>
                <a:ext cx="426815" cy="928281"/>
              </a:xfrm>
              <a:custGeom>
                <a:avLst/>
                <a:gdLst>
                  <a:gd name="T0" fmla="*/ 141 w 306"/>
                  <a:gd name="T1" fmla="*/ 229 h 651"/>
                  <a:gd name="T2" fmla="*/ 167 w 306"/>
                  <a:gd name="T3" fmla="*/ 190 h 651"/>
                  <a:gd name="T4" fmla="*/ 185 w 306"/>
                  <a:gd name="T5" fmla="*/ 136 h 651"/>
                  <a:gd name="T6" fmla="*/ 206 w 306"/>
                  <a:gd name="T7" fmla="*/ 35 h 651"/>
                  <a:gd name="T8" fmla="*/ 246 w 306"/>
                  <a:gd name="T9" fmla="*/ 1 h 651"/>
                  <a:gd name="T10" fmla="*/ 250 w 306"/>
                  <a:gd name="T11" fmla="*/ 89 h 651"/>
                  <a:gd name="T12" fmla="*/ 287 w 306"/>
                  <a:gd name="T13" fmla="*/ 148 h 651"/>
                  <a:gd name="T14" fmla="*/ 255 w 306"/>
                  <a:gd name="T15" fmla="*/ 224 h 651"/>
                  <a:gd name="T16" fmla="*/ 287 w 306"/>
                  <a:gd name="T17" fmla="*/ 274 h 651"/>
                  <a:gd name="T18" fmla="*/ 313 w 306"/>
                  <a:gd name="T19" fmla="*/ 336 h 651"/>
                  <a:gd name="T20" fmla="*/ 356 w 306"/>
                  <a:gd name="T21" fmla="*/ 381 h 651"/>
                  <a:gd name="T22" fmla="*/ 338 w 306"/>
                  <a:gd name="T23" fmla="*/ 489 h 651"/>
                  <a:gd name="T24" fmla="*/ 318 w 306"/>
                  <a:gd name="T25" fmla="*/ 566 h 651"/>
                  <a:gd name="T26" fmla="*/ 349 w 306"/>
                  <a:gd name="T27" fmla="*/ 670 h 651"/>
                  <a:gd name="T28" fmla="*/ 370 w 306"/>
                  <a:gd name="T29" fmla="*/ 741 h 651"/>
                  <a:gd name="T30" fmla="*/ 391 w 306"/>
                  <a:gd name="T31" fmla="*/ 795 h 651"/>
                  <a:gd name="T32" fmla="*/ 438 w 306"/>
                  <a:gd name="T33" fmla="*/ 866 h 651"/>
                  <a:gd name="T34" fmla="*/ 374 w 306"/>
                  <a:gd name="T35" fmla="*/ 861 h 651"/>
                  <a:gd name="T36" fmla="*/ 245 w 306"/>
                  <a:gd name="T37" fmla="*/ 861 h 651"/>
                  <a:gd name="T38" fmla="*/ 203 w 306"/>
                  <a:gd name="T39" fmla="*/ 890 h 651"/>
                  <a:gd name="T40" fmla="*/ 173 w 306"/>
                  <a:gd name="T41" fmla="*/ 924 h 651"/>
                  <a:gd name="T42" fmla="*/ 122 w 306"/>
                  <a:gd name="T43" fmla="*/ 973 h 651"/>
                  <a:gd name="T44" fmla="*/ 44 w 306"/>
                  <a:gd name="T45" fmla="*/ 957 h 651"/>
                  <a:gd name="T46" fmla="*/ 78 w 306"/>
                  <a:gd name="T47" fmla="*/ 845 h 651"/>
                  <a:gd name="T48" fmla="*/ 61 w 306"/>
                  <a:gd name="T49" fmla="*/ 718 h 651"/>
                  <a:gd name="T50" fmla="*/ 28 w 306"/>
                  <a:gd name="T51" fmla="*/ 659 h 651"/>
                  <a:gd name="T52" fmla="*/ 35 w 306"/>
                  <a:gd name="T53" fmla="*/ 630 h 651"/>
                  <a:gd name="T54" fmla="*/ 23 w 306"/>
                  <a:gd name="T55" fmla="*/ 565 h 651"/>
                  <a:gd name="T56" fmla="*/ 0 w 306"/>
                  <a:gd name="T57" fmla="*/ 462 h 651"/>
                  <a:gd name="T58" fmla="*/ 22 w 306"/>
                  <a:gd name="T59" fmla="*/ 395 h 651"/>
                  <a:gd name="T60" fmla="*/ 61 w 306"/>
                  <a:gd name="T61" fmla="*/ 358 h 651"/>
                  <a:gd name="T62" fmla="*/ 116 w 306"/>
                  <a:gd name="T63" fmla="*/ 302 h 6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06"/>
                  <a:gd name="T97" fmla="*/ 0 h 651"/>
                  <a:gd name="T98" fmla="*/ 306 w 306"/>
                  <a:gd name="T99" fmla="*/ 651 h 6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06" h="651">
                    <a:moveTo>
                      <a:pt x="87" y="168"/>
                    </a:moveTo>
                    <a:cubicBezTo>
                      <a:pt x="88" y="159"/>
                      <a:pt x="90" y="155"/>
                      <a:pt x="99" y="153"/>
                    </a:cubicBezTo>
                    <a:cubicBezTo>
                      <a:pt x="101" y="150"/>
                      <a:pt x="105" y="148"/>
                      <a:pt x="106" y="145"/>
                    </a:cubicBezTo>
                    <a:cubicBezTo>
                      <a:pt x="111" y="131"/>
                      <a:pt x="106" y="134"/>
                      <a:pt x="117" y="127"/>
                    </a:cubicBezTo>
                    <a:cubicBezTo>
                      <a:pt x="122" y="121"/>
                      <a:pt x="123" y="115"/>
                      <a:pt x="126" y="108"/>
                    </a:cubicBezTo>
                    <a:cubicBezTo>
                      <a:pt x="127" y="102"/>
                      <a:pt x="129" y="97"/>
                      <a:pt x="130" y="91"/>
                    </a:cubicBezTo>
                    <a:cubicBezTo>
                      <a:pt x="131" y="79"/>
                      <a:pt x="128" y="43"/>
                      <a:pt x="138" y="30"/>
                    </a:cubicBezTo>
                    <a:cubicBezTo>
                      <a:pt x="141" y="15"/>
                      <a:pt x="136" y="34"/>
                      <a:pt x="144" y="24"/>
                    </a:cubicBezTo>
                    <a:cubicBezTo>
                      <a:pt x="150" y="17"/>
                      <a:pt x="144" y="11"/>
                      <a:pt x="156" y="9"/>
                    </a:cubicBezTo>
                    <a:cubicBezTo>
                      <a:pt x="161" y="0"/>
                      <a:pt x="160" y="0"/>
                      <a:pt x="172" y="1"/>
                    </a:cubicBezTo>
                    <a:cubicBezTo>
                      <a:pt x="177" y="14"/>
                      <a:pt x="179" y="29"/>
                      <a:pt x="183" y="42"/>
                    </a:cubicBezTo>
                    <a:cubicBezTo>
                      <a:pt x="181" y="51"/>
                      <a:pt x="179" y="53"/>
                      <a:pt x="175" y="60"/>
                    </a:cubicBezTo>
                    <a:cubicBezTo>
                      <a:pt x="173" y="70"/>
                      <a:pt x="175" y="83"/>
                      <a:pt x="186" y="85"/>
                    </a:cubicBezTo>
                    <a:cubicBezTo>
                      <a:pt x="193" y="88"/>
                      <a:pt x="194" y="95"/>
                      <a:pt x="201" y="99"/>
                    </a:cubicBezTo>
                    <a:cubicBezTo>
                      <a:pt x="203" y="111"/>
                      <a:pt x="203" y="125"/>
                      <a:pt x="192" y="133"/>
                    </a:cubicBezTo>
                    <a:cubicBezTo>
                      <a:pt x="188" y="140"/>
                      <a:pt x="182" y="143"/>
                      <a:pt x="178" y="150"/>
                    </a:cubicBezTo>
                    <a:cubicBezTo>
                      <a:pt x="180" y="160"/>
                      <a:pt x="182" y="166"/>
                      <a:pt x="190" y="172"/>
                    </a:cubicBezTo>
                    <a:cubicBezTo>
                      <a:pt x="193" y="178"/>
                      <a:pt x="195" y="180"/>
                      <a:pt x="201" y="183"/>
                    </a:cubicBezTo>
                    <a:cubicBezTo>
                      <a:pt x="204" y="190"/>
                      <a:pt x="207" y="196"/>
                      <a:pt x="210" y="202"/>
                    </a:cubicBezTo>
                    <a:cubicBezTo>
                      <a:pt x="212" y="210"/>
                      <a:pt x="215" y="217"/>
                      <a:pt x="219" y="225"/>
                    </a:cubicBezTo>
                    <a:cubicBezTo>
                      <a:pt x="221" y="229"/>
                      <a:pt x="225" y="237"/>
                      <a:pt x="225" y="237"/>
                    </a:cubicBezTo>
                    <a:cubicBezTo>
                      <a:pt x="227" y="252"/>
                      <a:pt x="238" y="248"/>
                      <a:pt x="249" y="255"/>
                    </a:cubicBezTo>
                    <a:cubicBezTo>
                      <a:pt x="260" y="270"/>
                      <a:pt x="263" y="297"/>
                      <a:pt x="252" y="312"/>
                    </a:cubicBezTo>
                    <a:cubicBezTo>
                      <a:pt x="248" y="318"/>
                      <a:pt x="241" y="321"/>
                      <a:pt x="237" y="327"/>
                    </a:cubicBezTo>
                    <a:cubicBezTo>
                      <a:pt x="232" y="335"/>
                      <a:pt x="230" y="344"/>
                      <a:pt x="220" y="346"/>
                    </a:cubicBezTo>
                    <a:cubicBezTo>
                      <a:pt x="218" y="359"/>
                      <a:pt x="215" y="366"/>
                      <a:pt x="222" y="379"/>
                    </a:cubicBezTo>
                    <a:cubicBezTo>
                      <a:pt x="225" y="392"/>
                      <a:pt x="225" y="408"/>
                      <a:pt x="231" y="420"/>
                    </a:cubicBezTo>
                    <a:cubicBezTo>
                      <a:pt x="233" y="431"/>
                      <a:pt x="237" y="439"/>
                      <a:pt x="244" y="448"/>
                    </a:cubicBezTo>
                    <a:cubicBezTo>
                      <a:pt x="248" y="459"/>
                      <a:pt x="243" y="470"/>
                      <a:pt x="253" y="478"/>
                    </a:cubicBezTo>
                    <a:cubicBezTo>
                      <a:pt x="255" y="484"/>
                      <a:pt x="255" y="490"/>
                      <a:pt x="258" y="496"/>
                    </a:cubicBezTo>
                    <a:cubicBezTo>
                      <a:pt x="259" y="502"/>
                      <a:pt x="261" y="508"/>
                      <a:pt x="264" y="514"/>
                    </a:cubicBezTo>
                    <a:cubicBezTo>
                      <a:pt x="265" y="521"/>
                      <a:pt x="270" y="526"/>
                      <a:pt x="273" y="532"/>
                    </a:cubicBezTo>
                    <a:cubicBezTo>
                      <a:pt x="274" y="539"/>
                      <a:pt x="292" y="561"/>
                      <a:pt x="297" y="568"/>
                    </a:cubicBezTo>
                    <a:cubicBezTo>
                      <a:pt x="299" y="576"/>
                      <a:pt x="302" y="572"/>
                      <a:pt x="306" y="579"/>
                    </a:cubicBezTo>
                    <a:cubicBezTo>
                      <a:pt x="304" y="586"/>
                      <a:pt x="306" y="590"/>
                      <a:pt x="298" y="592"/>
                    </a:cubicBezTo>
                    <a:cubicBezTo>
                      <a:pt x="280" y="591"/>
                      <a:pt x="273" y="590"/>
                      <a:pt x="262" y="576"/>
                    </a:cubicBezTo>
                    <a:cubicBezTo>
                      <a:pt x="249" y="577"/>
                      <a:pt x="240" y="580"/>
                      <a:pt x="228" y="579"/>
                    </a:cubicBezTo>
                    <a:cubicBezTo>
                      <a:pt x="208" y="567"/>
                      <a:pt x="212" y="574"/>
                      <a:pt x="171" y="576"/>
                    </a:cubicBezTo>
                    <a:cubicBezTo>
                      <a:pt x="166" y="577"/>
                      <a:pt x="162" y="579"/>
                      <a:pt x="157" y="580"/>
                    </a:cubicBezTo>
                    <a:cubicBezTo>
                      <a:pt x="151" y="585"/>
                      <a:pt x="149" y="591"/>
                      <a:pt x="142" y="595"/>
                    </a:cubicBezTo>
                    <a:cubicBezTo>
                      <a:pt x="138" y="600"/>
                      <a:pt x="137" y="604"/>
                      <a:pt x="132" y="607"/>
                    </a:cubicBezTo>
                    <a:cubicBezTo>
                      <a:pt x="129" y="613"/>
                      <a:pt x="127" y="615"/>
                      <a:pt x="121" y="618"/>
                    </a:cubicBezTo>
                    <a:cubicBezTo>
                      <a:pt x="118" y="622"/>
                      <a:pt x="113" y="628"/>
                      <a:pt x="108" y="630"/>
                    </a:cubicBezTo>
                    <a:cubicBezTo>
                      <a:pt x="103" y="637"/>
                      <a:pt x="93" y="646"/>
                      <a:pt x="85" y="651"/>
                    </a:cubicBezTo>
                    <a:cubicBezTo>
                      <a:pt x="74" y="649"/>
                      <a:pt x="67" y="647"/>
                      <a:pt x="57" y="645"/>
                    </a:cubicBezTo>
                    <a:cubicBezTo>
                      <a:pt x="49" y="642"/>
                      <a:pt x="40" y="641"/>
                      <a:pt x="31" y="640"/>
                    </a:cubicBezTo>
                    <a:cubicBezTo>
                      <a:pt x="30" y="624"/>
                      <a:pt x="21" y="602"/>
                      <a:pt x="39" y="600"/>
                    </a:cubicBezTo>
                    <a:cubicBezTo>
                      <a:pt x="42" y="587"/>
                      <a:pt x="47" y="576"/>
                      <a:pt x="54" y="565"/>
                    </a:cubicBezTo>
                    <a:cubicBezTo>
                      <a:pt x="58" y="543"/>
                      <a:pt x="57" y="525"/>
                      <a:pt x="49" y="505"/>
                    </a:cubicBezTo>
                    <a:cubicBezTo>
                      <a:pt x="48" y="497"/>
                      <a:pt x="47" y="488"/>
                      <a:pt x="43" y="480"/>
                    </a:cubicBezTo>
                    <a:cubicBezTo>
                      <a:pt x="42" y="472"/>
                      <a:pt x="41" y="469"/>
                      <a:pt x="37" y="462"/>
                    </a:cubicBezTo>
                    <a:cubicBezTo>
                      <a:pt x="36" y="445"/>
                      <a:pt x="35" y="443"/>
                      <a:pt x="19" y="441"/>
                    </a:cubicBezTo>
                    <a:cubicBezTo>
                      <a:pt x="14" y="439"/>
                      <a:pt x="11" y="436"/>
                      <a:pt x="15" y="430"/>
                    </a:cubicBezTo>
                    <a:cubicBezTo>
                      <a:pt x="18" y="427"/>
                      <a:pt x="24" y="421"/>
                      <a:pt x="24" y="421"/>
                    </a:cubicBezTo>
                    <a:cubicBezTo>
                      <a:pt x="25" y="410"/>
                      <a:pt x="22" y="403"/>
                      <a:pt x="31" y="397"/>
                    </a:cubicBezTo>
                    <a:cubicBezTo>
                      <a:pt x="37" y="385"/>
                      <a:pt x="27" y="380"/>
                      <a:pt x="16" y="378"/>
                    </a:cubicBezTo>
                    <a:cubicBezTo>
                      <a:pt x="9" y="375"/>
                      <a:pt x="7" y="375"/>
                      <a:pt x="6" y="367"/>
                    </a:cubicBezTo>
                    <a:cubicBezTo>
                      <a:pt x="6" y="361"/>
                      <a:pt x="10" y="323"/>
                      <a:pt x="0" y="309"/>
                    </a:cubicBezTo>
                    <a:cubicBezTo>
                      <a:pt x="0" y="299"/>
                      <a:pt x="0" y="290"/>
                      <a:pt x="1" y="280"/>
                    </a:cubicBezTo>
                    <a:cubicBezTo>
                      <a:pt x="2" y="273"/>
                      <a:pt x="15" y="264"/>
                      <a:pt x="15" y="264"/>
                    </a:cubicBezTo>
                    <a:cubicBezTo>
                      <a:pt x="19" y="257"/>
                      <a:pt x="24" y="254"/>
                      <a:pt x="31" y="249"/>
                    </a:cubicBezTo>
                    <a:cubicBezTo>
                      <a:pt x="35" y="243"/>
                      <a:pt x="37" y="244"/>
                      <a:pt x="43" y="240"/>
                    </a:cubicBezTo>
                    <a:cubicBezTo>
                      <a:pt x="48" y="231"/>
                      <a:pt x="60" y="222"/>
                      <a:pt x="69" y="217"/>
                    </a:cubicBezTo>
                    <a:cubicBezTo>
                      <a:pt x="70" y="212"/>
                      <a:pt x="76" y="205"/>
                      <a:pt x="81" y="202"/>
                    </a:cubicBezTo>
                    <a:cubicBezTo>
                      <a:pt x="83" y="190"/>
                      <a:pt x="80" y="178"/>
                      <a:pt x="87" y="168"/>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6" name="Freeform 15">
                <a:extLst>
                  <a:ext uri="{FF2B5EF4-FFF2-40B4-BE49-F238E27FC236}">
                    <a16:creationId xmlns:a16="http://schemas.microsoft.com/office/drawing/2014/main" id="{AF6C8F21-CE29-67E2-7D47-41C6D590F2DC}"/>
                  </a:ext>
                </a:extLst>
              </p:cNvPr>
              <p:cNvSpPr>
                <a:spLocks/>
              </p:cNvSpPr>
              <p:nvPr/>
            </p:nvSpPr>
            <p:spPr bwMode="auto">
              <a:xfrm>
                <a:off x="2389816" y="4364976"/>
                <a:ext cx="969081" cy="1289797"/>
              </a:xfrm>
              <a:custGeom>
                <a:avLst/>
                <a:gdLst>
                  <a:gd name="T0" fmla="*/ 16 w 693"/>
                  <a:gd name="T1" fmla="*/ 1080 h 904"/>
                  <a:gd name="T2" fmla="*/ 29 w 693"/>
                  <a:gd name="T3" fmla="*/ 1194 h 904"/>
                  <a:gd name="T4" fmla="*/ 167 w 693"/>
                  <a:gd name="T5" fmla="*/ 1255 h 904"/>
                  <a:gd name="T6" fmla="*/ 218 w 693"/>
                  <a:gd name="T7" fmla="*/ 1332 h 904"/>
                  <a:gd name="T8" fmla="*/ 265 w 693"/>
                  <a:gd name="T9" fmla="*/ 1332 h 904"/>
                  <a:gd name="T10" fmla="*/ 333 w 693"/>
                  <a:gd name="T11" fmla="*/ 1275 h 904"/>
                  <a:gd name="T12" fmla="*/ 391 w 693"/>
                  <a:gd name="T13" fmla="*/ 1206 h 904"/>
                  <a:gd name="T14" fmla="*/ 442 w 693"/>
                  <a:gd name="T15" fmla="*/ 1117 h 904"/>
                  <a:gd name="T16" fmla="*/ 470 w 693"/>
                  <a:gd name="T17" fmla="*/ 1066 h 904"/>
                  <a:gd name="T18" fmla="*/ 512 w 693"/>
                  <a:gd name="T19" fmla="*/ 1012 h 904"/>
                  <a:gd name="T20" fmla="*/ 613 w 693"/>
                  <a:gd name="T21" fmla="*/ 998 h 904"/>
                  <a:gd name="T22" fmla="*/ 681 w 693"/>
                  <a:gd name="T23" fmla="*/ 880 h 904"/>
                  <a:gd name="T24" fmla="*/ 716 w 693"/>
                  <a:gd name="T25" fmla="*/ 836 h 904"/>
                  <a:gd name="T26" fmla="*/ 850 w 693"/>
                  <a:gd name="T27" fmla="*/ 865 h 904"/>
                  <a:gd name="T28" fmla="*/ 920 w 693"/>
                  <a:gd name="T29" fmla="*/ 889 h 904"/>
                  <a:gd name="T30" fmla="*/ 926 w 693"/>
                  <a:gd name="T31" fmla="*/ 960 h 904"/>
                  <a:gd name="T32" fmla="*/ 969 w 693"/>
                  <a:gd name="T33" fmla="*/ 940 h 904"/>
                  <a:gd name="T34" fmla="*/ 927 w 693"/>
                  <a:gd name="T35" fmla="*/ 826 h 904"/>
                  <a:gd name="T36" fmla="*/ 905 w 693"/>
                  <a:gd name="T37" fmla="*/ 706 h 904"/>
                  <a:gd name="T38" fmla="*/ 868 w 693"/>
                  <a:gd name="T39" fmla="*/ 657 h 904"/>
                  <a:gd name="T40" fmla="*/ 841 w 693"/>
                  <a:gd name="T41" fmla="*/ 624 h 904"/>
                  <a:gd name="T42" fmla="*/ 813 w 693"/>
                  <a:gd name="T43" fmla="*/ 581 h 904"/>
                  <a:gd name="T44" fmla="*/ 793 w 693"/>
                  <a:gd name="T45" fmla="*/ 464 h 904"/>
                  <a:gd name="T46" fmla="*/ 741 w 693"/>
                  <a:gd name="T47" fmla="*/ 362 h 904"/>
                  <a:gd name="T48" fmla="*/ 693 w 693"/>
                  <a:gd name="T49" fmla="*/ 316 h 904"/>
                  <a:gd name="T50" fmla="*/ 637 w 693"/>
                  <a:gd name="T51" fmla="*/ 275 h 904"/>
                  <a:gd name="T52" fmla="*/ 583 w 693"/>
                  <a:gd name="T53" fmla="*/ 229 h 904"/>
                  <a:gd name="T54" fmla="*/ 548 w 693"/>
                  <a:gd name="T55" fmla="*/ 188 h 904"/>
                  <a:gd name="T56" fmla="*/ 508 w 693"/>
                  <a:gd name="T57" fmla="*/ 114 h 904"/>
                  <a:gd name="T58" fmla="*/ 475 w 693"/>
                  <a:gd name="T59" fmla="*/ 71 h 904"/>
                  <a:gd name="T60" fmla="*/ 457 w 693"/>
                  <a:gd name="T61" fmla="*/ 46 h 904"/>
                  <a:gd name="T62" fmla="*/ 341 w 693"/>
                  <a:gd name="T63" fmla="*/ 9 h 904"/>
                  <a:gd name="T64" fmla="*/ 240 w 693"/>
                  <a:gd name="T65" fmla="*/ 39 h 904"/>
                  <a:gd name="T66" fmla="*/ 188 w 693"/>
                  <a:gd name="T67" fmla="*/ 100 h 904"/>
                  <a:gd name="T68" fmla="*/ 157 w 693"/>
                  <a:gd name="T69" fmla="*/ 143 h 904"/>
                  <a:gd name="T70" fmla="*/ 186 w 693"/>
                  <a:gd name="T71" fmla="*/ 232 h 904"/>
                  <a:gd name="T72" fmla="*/ 179 w 693"/>
                  <a:gd name="T73" fmla="*/ 273 h 904"/>
                  <a:gd name="T74" fmla="*/ 157 w 693"/>
                  <a:gd name="T75" fmla="*/ 376 h 904"/>
                  <a:gd name="T76" fmla="*/ 176 w 693"/>
                  <a:gd name="T77" fmla="*/ 423 h 904"/>
                  <a:gd name="T78" fmla="*/ 218 w 693"/>
                  <a:gd name="T79" fmla="*/ 622 h 904"/>
                  <a:gd name="T80" fmla="*/ 240 w 693"/>
                  <a:gd name="T81" fmla="*/ 692 h 904"/>
                  <a:gd name="T82" fmla="*/ 201 w 693"/>
                  <a:gd name="T83" fmla="*/ 782 h 904"/>
                  <a:gd name="T84" fmla="*/ 92 w 693"/>
                  <a:gd name="T85" fmla="*/ 806 h 904"/>
                  <a:gd name="T86" fmla="*/ 82 w 693"/>
                  <a:gd name="T87" fmla="*/ 945 h 904"/>
                  <a:gd name="T88" fmla="*/ 36 w 693"/>
                  <a:gd name="T89" fmla="*/ 1019 h 90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93"/>
                  <a:gd name="T136" fmla="*/ 0 h 904"/>
                  <a:gd name="T137" fmla="*/ 693 w 693"/>
                  <a:gd name="T138" fmla="*/ 904 h 90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93" h="904">
                    <a:moveTo>
                      <a:pt x="9" y="684"/>
                    </a:moveTo>
                    <a:cubicBezTo>
                      <a:pt x="0" y="697"/>
                      <a:pt x="6" y="709"/>
                      <a:pt x="11" y="722"/>
                    </a:cubicBezTo>
                    <a:cubicBezTo>
                      <a:pt x="12" y="739"/>
                      <a:pt x="13" y="754"/>
                      <a:pt x="18" y="770"/>
                    </a:cubicBezTo>
                    <a:cubicBezTo>
                      <a:pt x="19" y="779"/>
                      <a:pt x="18" y="789"/>
                      <a:pt x="20" y="798"/>
                    </a:cubicBezTo>
                    <a:cubicBezTo>
                      <a:pt x="25" y="817"/>
                      <a:pt x="98" y="820"/>
                      <a:pt x="104" y="820"/>
                    </a:cubicBezTo>
                    <a:cubicBezTo>
                      <a:pt x="108" y="826"/>
                      <a:pt x="116" y="839"/>
                      <a:pt x="116" y="839"/>
                    </a:cubicBezTo>
                    <a:cubicBezTo>
                      <a:pt x="118" y="847"/>
                      <a:pt x="125" y="857"/>
                      <a:pt x="131" y="863"/>
                    </a:cubicBezTo>
                    <a:cubicBezTo>
                      <a:pt x="135" y="872"/>
                      <a:pt x="144" y="884"/>
                      <a:pt x="152" y="890"/>
                    </a:cubicBezTo>
                    <a:cubicBezTo>
                      <a:pt x="154" y="898"/>
                      <a:pt x="156" y="901"/>
                      <a:pt x="164" y="904"/>
                    </a:cubicBezTo>
                    <a:cubicBezTo>
                      <a:pt x="175" y="899"/>
                      <a:pt x="181" y="903"/>
                      <a:pt x="184" y="890"/>
                    </a:cubicBezTo>
                    <a:cubicBezTo>
                      <a:pt x="180" y="863"/>
                      <a:pt x="193" y="862"/>
                      <a:pt x="215" y="858"/>
                    </a:cubicBezTo>
                    <a:cubicBezTo>
                      <a:pt x="220" y="855"/>
                      <a:pt x="226" y="854"/>
                      <a:pt x="232" y="852"/>
                    </a:cubicBezTo>
                    <a:cubicBezTo>
                      <a:pt x="236" y="849"/>
                      <a:pt x="241" y="847"/>
                      <a:pt x="246" y="844"/>
                    </a:cubicBezTo>
                    <a:cubicBezTo>
                      <a:pt x="255" y="832"/>
                      <a:pt x="262" y="816"/>
                      <a:pt x="272" y="806"/>
                    </a:cubicBezTo>
                    <a:cubicBezTo>
                      <a:pt x="273" y="799"/>
                      <a:pt x="291" y="766"/>
                      <a:pt x="296" y="762"/>
                    </a:cubicBezTo>
                    <a:cubicBezTo>
                      <a:pt x="299" y="755"/>
                      <a:pt x="302" y="751"/>
                      <a:pt x="308" y="746"/>
                    </a:cubicBezTo>
                    <a:cubicBezTo>
                      <a:pt x="309" y="738"/>
                      <a:pt x="312" y="739"/>
                      <a:pt x="315" y="732"/>
                    </a:cubicBezTo>
                    <a:cubicBezTo>
                      <a:pt x="317" y="724"/>
                      <a:pt x="320" y="717"/>
                      <a:pt x="327" y="712"/>
                    </a:cubicBezTo>
                    <a:cubicBezTo>
                      <a:pt x="330" y="706"/>
                      <a:pt x="331" y="704"/>
                      <a:pt x="337" y="700"/>
                    </a:cubicBezTo>
                    <a:cubicBezTo>
                      <a:pt x="341" y="689"/>
                      <a:pt x="346" y="682"/>
                      <a:pt x="356" y="676"/>
                    </a:cubicBezTo>
                    <a:cubicBezTo>
                      <a:pt x="378" y="679"/>
                      <a:pt x="394" y="679"/>
                      <a:pt x="417" y="678"/>
                    </a:cubicBezTo>
                    <a:cubicBezTo>
                      <a:pt x="423" y="675"/>
                      <a:pt x="422" y="671"/>
                      <a:pt x="426" y="667"/>
                    </a:cubicBezTo>
                    <a:cubicBezTo>
                      <a:pt x="436" y="657"/>
                      <a:pt x="452" y="650"/>
                      <a:pt x="459" y="636"/>
                    </a:cubicBezTo>
                    <a:cubicBezTo>
                      <a:pt x="464" y="612"/>
                      <a:pt x="448" y="592"/>
                      <a:pt x="474" y="588"/>
                    </a:cubicBezTo>
                    <a:cubicBezTo>
                      <a:pt x="478" y="581"/>
                      <a:pt x="482" y="574"/>
                      <a:pt x="488" y="568"/>
                    </a:cubicBezTo>
                    <a:cubicBezTo>
                      <a:pt x="489" y="561"/>
                      <a:pt x="492" y="562"/>
                      <a:pt x="498" y="558"/>
                    </a:cubicBezTo>
                    <a:cubicBezTo>
                      <a:pt x="527" y="562"/>
                      <a:pt x="556" y="562"/>
                      <a:pt x="585" y="564"/>
                    </a:cubicBezTo>
                    <a:cubicBezTo>
                      <a:pt x="587" y="569"/>
                      <a:pt x="591" y="578"/>
                      <a:pt x="591" y="578"/>
                    </a:cubicBezTo>
                    <a:cubicBezTo>
                      <a:pt x="592" y="592"/>
                      <a:pt x="591" y="590"/>
                      <a:pt x="601" y="594"/>
                    </a:cubicBezTo>
                    <a:cubicBezTo>
                      <a:pt x="604" y="594"/>
                      <a:pt x="638" y="589"/>
                      <a:pt x="640" y="594"/>
                    </a:cubicBezTo>
                    <a:cubicBezTo>
                      <a:pt x="646" y="607"/>
                      <a:pt x="641" y="623"/>
                      <a:pt x="642" y="638"/>
                    </a:cubicBezTo>
                    <a:cubicBezTo>
                      <a:pt x="642" y="639"/>
                      <a:pt x="643" y="641"/>
                      <a:pt x="644" y="642"/>
                    </a:cubicBezTo>
                    <a:cubicBezTo>
                      <a:pt x="648" y="660"/>
                      <a:pt x="671" y="667"/>
                      <a:pt x="681" y="683"/>
                    </a:cubicBezTo>
                    <a:cubicBezTo>
                      <a:pt x="693" y="660"/>
                      <a:pt x="683" y="646"/>
                      <a:pt x="674" y="628"/>
                    </a:cubicBezTo>
                    <a:cubicBezTo>
                      <a:pt x="673" y="621"/>
                      <a:pt x="666" y="611"/>
                      <a:pt x="664" y="604"/>
                    </a:cubicBezTo>
                    <a:cubicBezTo>
                      <a:pt x="662" y="586"/>
                      <a:pt x="653" y="568"/>
                      <a:pt x="645" y="552"/>
                    </a:cubicBezTo>
                    <a:cubicBezTo>
                      <a:pt x="643" y="542"/>
                      <a:pt x="642" y="525"/>
                      <a:pt x="642" y="525"/>
                    </a:cubicBezTo>
                    <a:cubicBezTo>
                      <a:pt x="642" y="519"/>
                      <a:pt x="646" y="475"/>
                      <a:pt x="630" y="472"/>
                    </a:cubicBezTo>
                    <a:cubicBezTo>
                      <a:pt x="626" y="464"/>
                      <a:pt x="618" y="456"/>
                      <a:pt x="611" y="450"/>
                    </a:cubicBezTo>
                    <a:cubicBezTo>
                      <a:pt x="608" y="445"/>
                      <a:pt x="610" y="442"/>
                      <a:pt x="604" y="439"/>
                    </a:cubicBezTo>
                    <a:cubicBezTo>
                      <a:pt x="603" y="433"/>
                      <a:pt x="603" y="430"/>
                      <a:pt x="597" y="427"/>
                    </a:cubicBezTo>
                    <a:cubicBezTo>
                      <a:pt x="594" y="421"/>
                      <a:pt x="591" y="420"/>
                      <a:pt x="585" y="417"/>
                    </a:cubicBezTo>
                    <a:cubicBezTo>
                      <a:pt x="581" y="411"/>
                      <a:pt x="579" y="411"/>
                      <a:pt x="573" y="408"/>
                    </a:cubicBezTo>
                    <a:cubicBezTo>
                      <a:pt x="572" y="401"/>
                      <a:pt x="568" y="395"/>
                      <a:pt x="565" y="388"/>
                    </a:cubicBezTo>
                    <a:cubicBezTo>
                      <a:pt x="564" y="373"/>
                      <a:pt x="563" y="356"/>
                      <a:pt x="558" y="342"/>
                    </a:cubicBezTo>
                    <a:cubicBezTo>
                      <a:pt x="556" y="330"/>
                      <a:pt x="555" y="321"/>
                      <a:pt x="551" y="310"/>
                    </a:cubicBezTo>
                    <a:cubicBezTo>
                      <a:pt x="550" y="294"/>
                      <a:pt x="545" y="267"/>
                      <a:pt x="529" y="258"/>
                    </a:cubicBezTo>
                    <a:cubicBezTo>
                      <a:pt x="527" y="252"/>
                      <a:pt x="521" y="245"/>
                      <a:pt x="515" y="242"/>
                    </a:cubicBezTo>
                    <a:cubicBezTo>
                      <a:pt x="511" y="236"/>
                      <a:pt x="509" y="235"/>
                      <a:pt x="503" y="232"/>
                    </a:cubicBezTo>
                    <a:cubicBezTo>
                      <a:pt x="499" y="226"/>
                      <a:pt x="489" y="212"/>
                      <a:pt x="482" y="211"/>
                    </a:cubicBezTo>
                    <a:cubicBezTo>
                      <a:pt x="474" y="205"/>
                      <a:pt x="460" y="201"/>
                      <a:pt x="453" y="196"/>
                    </a:cubicBezTo>
                    <a:cubicBezTo>
                      <a:pt x="450" y="191"/>
                      <a:pt x="448" y="188"/>
                      <a:pt x="443" y="184"/>
                    </a:cubicBezTo>
                    <a:cubicBezTo>
                      <a:pt x="437" y="180"/>
                      <a:pt x="423" y="175"/>
                      <a:pt x="417" y="170"/>
                    </a:cubicBezTo>
                    <a:cubicBezTo>
                      <a:pt x="416" y="163"/>
                      <a:pt x="411" y="156"/>
                      <a:pt x="405" y="153"/>
                    </a:cubicBezTo>
                    <a:cubicBezTo>
                      <a:pt x="401" y="147"/>
                      <a:pt x="398" y="148"/>
                      <a:pt x="393" y="143"/>
                    </a:cubicBezTo>
                    <a:cubicBezTo>
                      <a:pt x="388" y="138"/>
                      <a:pt x="387" y="131"/>
                      <a:pt x="381" y="126"/>
                    </a:cubicBezTo>
                    <a:cubicBezTo>
                      <a:pt x="380" y="118"/>
                      <a:pt x="377" y="118"/>
                      <a:pt x="373" y="112"/>
                    </a:cubicBezTo>
                    <a:cubicBezTo>
                      <a:pt x="367" y="101"/>
                      <a:pt x="365" y="82"/>
                      <a:pt x="354" y="76"/>
                    </a:cubicBezTo>
                    <a:cubicBezTo>
                      <a:pt x="351" y="70"/>
                      <a:pt x="351" y="67"/>
                      <a:pt x="344" y="66"/>
                    </a:cubicBezTo>
                    <a:cubicBezTo>
                      <a:pt x="333" y="61"/>
                      <a:pt x="334" y="58"/>
                      <a:pt x="330" y="47"/>
                    </a:cubicBezTo>
                    <a:cubicBezTo>
                      <a:pt x="329" y="43"/>
                      <a:pt x="330" y="38"/>
                      <a:pt x="328" y="35"/>
                    </a:cubicBezTo>
                    <a:cubicBezTo>
                      <a:pt x="326" y="32"/>
                      <a:pt x="318" y="31"/>
                      <a:pt x="318" y="31"/>
                    </a:cubicBezTo>
                    <a:cubicBezTo>
                      <a:pt x="315" y="24"/>
                      <a:pt x="312" y="25"/>
                      <a:pt x="306" y="21"/>
                    </a:cubicBezTo>
                    <a:cubicBezTo>
                      <a:pt x="294" y="0"/>
                      <a:pt x="257" y="6"/>
                      <a:pt x="237" y="6"/>
                    </a:cubicBezTo>
                    <a:cubicBezTo>
                      <a:pt x="223" y="1"/>
                      <a:pt x="208" y="5"/>
                      <a:pt x="193" y="7"/>
                    </a:cubicBezTo>
                    <a:cubicBezTo>
                      <a:pt x="183" y="12"/>
                      <a:pt x="177" y="20"/>
                      <a:pt x="167" y="26"/>
                    </a:cubicBezTo>
                    <a:cubicBezTo>
                      <a:pt x="164" y="31"/>
                      <a:pt x="160" y="40"/>
                      <a:pt x="155" y="42"/>
                    </a:cubicBezTo>
                    <a:cubicBezTo>
                      <a:pt x="154" y="44"/>
                      <a:pt x="134" y="65"/>
                      <a:pt x="131" y="67"/>
                    </a:cubicBezTo>
                    <a:cubicBezTo>
                      <a:pt x="128" y="74"/>
                      <a:pt x="122" y="76"/>
                      <a:pt x="119" y="83"/>
                    </a:cubicBezTo>
                    <a:cubicBezTo>
                      <a:pt x="123" y="93"/>
                      <a:pt x="118" y="94"/>
                      <a:pt x="109" y="96"/>
                    </a:cubicBezTo>
                    <a:cubicBezTo>
                      <a:pt x="110" y="117"/>
                      <a:pt x="106" y="129"/>
                      <a:pt x="121" y="141"/>
                    </a:cubicBezTo>
                    <a:cubicBezTo>
                      <a:pt x="123" y="146"/>
                      <a:pt x="127" y="150"/>
                      <a:pt x="129" y="155"/>
                    </a:cubicBezTo>
                    <a:cubicBezTo>
                      <a:pt x="131" y="158"/>
                      <a:pt x="133" y="165"/>
                      <a:pt x="133" y="165"/>
                    </a:cubicBezTo>
                    <a:cubicBezTo>
                      <a:pt x="131" y="171"/>
                      <a:pt x="129" y="178"/>
                      <a:pt x="124" y="182"/>
                    </a:cubicBezTo>
                    <a:cubicBezTo>
                      <a:pt x="121" y="198"/>
                      <a:pt x="119" y="209"/>
                      <a:pt x="104" y="218"/>
                    </a:cubicBezTo>
                    <a:cubicBezTo>
                      <a:pt x="99" y="228"/>
                      <a:pt x="104" y="242"/>
                      <a:pt x="109" y="251"/>
                    </a:cubicBezTo>
                    <a:cubicBezTo>
                      <a:pt x="111" y="256"/>
                      <a:pt x="116" y="266"/>
                      <a:pt x="116" y="266"/>
                    </a:cubicBezTo>
                    <a:cubicBezTo>
                      <a:pt x="117" y="273"/>
                      <a:pt x="120" y="276"/>
                      <a:pt x="123" y="283"/>
                    </a:cubicBezTo>
                    <a:cubicBezTo>
                      <a:pt x="125" y="301"/>
                      <a:pt x="132" y="348"/>
                      <a:pt x="138" y="362"/>
                    </a:cubicBezTo>
                    <a:cubicBezTo>
                      <a:pt x="141" y="377"/>
                      <a:pt x="137" y="406"/>
                      <a:pt x="152" y="415"/>
                    </a:cubicBezTo>
                    <a:cubicBezTo>
                      <a:pt x="153" y="421"/>
                      <a:pt x="154" y="423"/>
                      <a:pt x="159" y="427"/>
                    </a:cubicBezTo>
                    <a:cubicBezTo>
                      <a:pt x="161" y="439"/>
                      <a:pt x="164" y="451"/>
                      <a:pt x="167" y="463"/>
                    </a:cubicBezTo>
                    <a:cubicBezTo>
                      <a:pt x="168" y="482"/>
                      <a:pt x="173" y="511"/>
                      <a:pt x="165" y="530"/>
                    </a:cubicBezTo>
                    <a:cubicBezTo>
                      <a:pt x="153" y="528"/>
                      <a:pt x="149" y="524"/>
                      <a:pt x="140" y="522"/>
                    </a:cubicBezTo>
                    <a:cubicBezTo>
                      <a:pt x="123" y="514"/>
                      <a:pt x="99" y="525"/>
                      <a:pt x="81" y="528"/>
                    </a:cubicBezTo>
                    <a:cubicBezTo>
                      <a:pt x="77" y="533"/>
                      <a:pt x="70" y="537"/>
                      <a:pt x="64" y="539"/>
                    </a:cubicBezTo>
                    <a:cubicBezTo>
                      <a:pt x="63" y="546"/>
                      <a:pt x="58" y="548"/>
                      <a:pt x="56" y="556"/>
                    </a:cubicBezTo>
                    <a:cubicBezTo>
                      <a:pt x="54" y="581"/>
                      <a:pt x="52" y="606"/>
                      <a:pt x="57" y="631"/>
                    </a:cubicBezTo>
                    <a:cubicBezTo>
                      <a:pt x="56" y="672"/>
                      <a:pt x="65" y="661"/>
                      <a:pt x="47" y="672"/>
                    </a:cubicBezTo>
                    <a:cubicBezTo>
                      <a:pt x="41" y="680"/>
                      <a:pt x="36" y="679"/>
                      <a:pt x="25" y="681"/>
                    </a:cubicBezTo>
                    <a:cubicBezTo>
                      <a:pt x="20" y="682"/>
                      <a:pt x="9" y="684"/>
                      <a:pt x="9" y="684"/>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7" name="Freeform 16">
                <a:extLst>
                  <a:ext uri="{FF2B5EF4-FFF2-40B4-BE49-F238E27FC236}">
                    <a16:creationId xmlns:a16="http://schemas.microsoft.com/office/drawing/2014/main" id="{A8EADF25-55D1-17D7-7480-7CD36514E6A6}"/>
                  </a:ext>
                </a:extLst>
              </p:cNvPr>
              <p:cNvSpPr>
                <a:spLocks/>
              </p:cNvSpPr>
              <p:nvPr/>
            </p:nvSpPr>
            <p:spPr bwMode="auto">
              <a:xfrm>
                <a:off x="2845786" y="4163226"/>
                <a:ext cx="1406391" cy="1496212"/>
              </a:xfrm>
              <a:custGeom>
                <a:avLst/>
                <a:gdLst>
                  <a:gd name="T0" fmla="*/ 35 w 1006"/>
                  <a:gd name="T1" fmla="*/ 198 h 1048"/>
                  <a:gd name="T2" fmla="*/ 138 w 1006"/>
                  <a:gd name="T3" fmla="*/ 213 h 1048"/>
                  <a:gd name="T4" fmla="*/ 308 w 1006"/>
                  <a:gd name="T5" fmla="*/ 189 h 1048"/>
                  <a:gd name="T6" fmla="*/ 368 w 1006"/>
                  <a:gd name="T7" fmla="*/ 246 h 1048"/>
                  <a:gd name="T8" fmla="*/ 408 w 1006"/>
                  <a:gd name="T9" fmla="*/ 275 h 1048"/>
                  <a:gd name="T10" fmla="*/ 489 w 1006"/>
                  <a:gd name="T11" fmla="*/ 285 h 1048"/>
                  <a:gd name="T12" fmla="*/ 526 w 1006"/>
                  <a:gd name="T13" fmla="*/ 231 h 1048"/>
                  <a:gd name="T14" fmla="*/ 575 w 1006"/>
                  <a:gd name="T15" fmla="*/ 176 h 1048"/>
                  <a:gd name="T16" fmla="*/ 621 w 1006"/>
                  <a:gd name="T17" fmla="*/ 174 h 1048"/>
                  <a:gd name="T18" fmla="*/ 664 w 1006"/>
                  <a:gd name="T19" fmla="*/ 203 h 1048"/>
                  <a:gd name="T20" fmla="*/ 695 w 1006"/>
                  <a:gd name="T21" fmla="*/ 149 h 1048"/>
                  <a:gd name="T22" fmla="*/ 644 w 1006"/>
                  <a:gd name="T23" fmla="*/ 93 h 1048"/>
                  <a:gd name="T24" fmla="*/ 623 w 1006"/>
                  <a:gd name="T25" fmla="*/ 69 h 1048"/>
                  <a:gd name="T26" fmla="*/ 650 w 1006"/>
                  <a:gd name="T27" fmla="*/ 0 h 1048"/>
                  <a:gd name="T28" fmla="*/ 756 w 1006"/>
                  <a:gd name="T29" fmla="*/ 95 h 1048"/>
                  <a:gd name="T30" fmla="*/ 839 w 1006"/>
                  <a:gd name="T31" fmla="*/ 195 h 1048"/>
                  <a:gd name="T32" fmla="*/ 892 w 1006"/>
                  <a:gd name="T33" fmla="*/ 158 h 1048"/>
                  <a:gd name="T34" fmla="*/ 925 w 1006"/>
                  <a:gd name="T35" fmla="*/ 132 h 1048"/>
                  <a:gd name="T36" fmla="*/ 963 w 1006"/>
                  <a:gd name="T37" fmla="*/ 147 h 1048"/>
                  <a:gd name="T38" fmla="*/ 1087 w 1006"/>
                  <a:gd name="T39" fmla="*/ 280 h 1048"/>
                  <a:gd name="T40" fmla="*/ 1234 w 1006"/>
                  <a:gd name="T41" fmla="*/ 296 h 1048"/>
                  <a:gd name="T42" fmla="*/ 1368 w 1006"/>
                  <a:gd name="T43" fmla="*/ 360 h 1048"/>
                  <a:gd name="T44" fmla="*/ 1411 w 1006"/>
                  <a:gd name="T45" fmla="*/ 381 h 1048"/>
                  <a:gd name="T46" fmla="*/ 1431 w 1006"/>
                  <a:gd name="T47" fmla="*/ 486 h 1048"/>
                  <a:gd name="T48" fmla="*/ 1400 w 1006"/>
                  <a:gd name="T49" fmla="*/ 594 h 1048"/>
                  <a:gd name="T50" fmla="*/ 1391 w 1006"/>
                  <a:gd name="T51" fmla="*/ 656 h 1048"/>
                  <a:gd name="T52" fmla="*/ 1380 w 1006"/>
                  <a:gd name="T53" fmla="*/ 791 h 1048"/>
                  <a:gd name="T54" fmla="*/ 1339 w 1006"/>
                  <a:gd name="T55" fmla="*/ 863 h 1048"/>
                  <a:gd name="T56" fmla="*/ 1207 w 1006"/>
                  <a:gd name="T57" fmla="*/ 992 h 1048"/>
                  <a:gd name="T58" fmla="*/ 1187 w 1006"/>
                  <a:gd name="T59" fmla="*/ 1022 h 1048"/>
                  <a:gd name="T60" fmla="*/ 1230 w 1006"/>
                  <a:gd name="T61" fmla="*/ 1124 h 1048"/>
                  <a:gd name="T62" fmla="*/ 1106 w 1006"/>
                  <a:gd name="T63" fmla="*/ 1188 h 1048"/>
                  <a:gd name="T64" fmla="*/ 1049 w 1006"/>
                  <a:gd name="T65" fmla="*/ 1241 h 1048"/>
                  <a:gd name="T66" fmla="*/ 983 w 1006"/>
                  <a:gd name="T67" fmla="*/ 1328 h 1048"/>
                  <a:gd name="T68" fmla="*/ 1014 w 1006"/>
                  <a:gd name="T69" fmla="*/ 1454 h 1048"/>
                  <a:gd name="T70" fmla="*/ 848 w 1006"/>
                  <a:gd name="T71" fmla="*/ 1550 h 1048"/>
                  <a:gd name="T72" fmla="*/ 837 w 1006"/>
                  <a:gd name="T73" fmla="*/ 1565 h 1048"/>
                  <a:gd name="T74" fmla="*/ 802 w 1006"/>
                  <a:gd name="T75" fmla="*/ 1550 h 1048"/>
                  <a:gd name="T76" fmla="*/ 779 w 1006"/>
                  <a:gd name="T77" fmla="*/ 1496 h 1048"/>
                  <a:gd name="T78" fmla="*/ 730 w 1006"/>
                  <a:gd name="T79" fmla="*/ 1405 h 1048"/>
                  <a:gd name="T80" fmla="*/ 699 w 1006"/>
                  <a:gd name="T81" fmla="*/ 1382 h 1048"/>
                  <a:gd name="T82" fmla="*/ 607 w 1006"/>
                  <a:gd name="T83" fmla="*/ 1511 h 1048"/>
                  <a:gd name="T84" fmla="*/ 575 w 1006"/>
                  <a:gd name="T85" fmla="*/ 1535 h 1048"/>
                  <a:gd name="T86" fmla="*/ 557 w 1006"/>
                  <a:gd name="T87" fmla="*/ 1463 h 1048"/>
                  <a:gd name="T88" fmla="*/ 549 w 1006"/>
                  <a:gd name="T89" fmla="*/ 1361 h 1048"/>
                  <a:gd name="T90" fmla="*/ 535 w 1006"/>
                  <a:gd name="T91" fmla="*/ 1289 h 1048"/>
                  <a:gd name="T92" fmla="*/ 475 w 1006"/>
                  <a:gd name="T93" fmla="*/ 1088 h 1048"/>
                  <a:gd name="T94" fmla="*/ 446 w 1006"/>
                  <a:gd name="T95" fmla="*/ 918 h 1048"/>
                  <a:gd name="T96" fmla="*/ 426 w 1006"/>
                  <a:gd name="T97" fmla="*/ 900 h 1048"/>
                  <a:gd name="T98" fmla="*/ 391 w 1006"/>
                  <a:gd name="T99" fmla="*/ 857 h 1048"/>
                  <a:gd name="T100" fmla="*/ 356 w 1006"/>
                  <a:gd name="T101" fmla="*/ 821 h 1048"/>
                  <a:gd name="T102" fmla="*/ 313 w 1006"/>
                  <a:gd name="T103" fmla="*/ 635 h 1048"/>
                  <a:gd name="T104" fmla="*/ 259 w 1006"/>
                  <a:gd name="T105" fmla="*/ 557 h 1048"/>
                  <a:gd name="T106" fmla="*/ 144 w 1006"/>
                  <a:gd name="T107" fmla="*/ 476 h 1048"/>
                  <a:gd name="T108" fmla="*/ 95 w 1006"/>
                  <a:gd name="T109" fmla="*/ 428 h 1048"/>
                  <a:gd name="T110" fmla="*/ 49 w 1006"/>
                  <a:gd name="T111" fmla="*/ 354 h 1048"/>
                  <a:gd name="T112" fmla="*/ 12 w 1006"/>
                  <a:gd name="T113" fmla="*/ 300 h 1048"/>
                  <a:gd name="T114" fmla="*/ 8 w 1006"/>
                  <a:gd name="T115" fmla="*/ 242 h 1048"/>
                  <a:gd name="T116" fmla="*/ 41 w 1006"/>
                  <a:gd name="T117" fmla="*/ 180 h 104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6"/>
                  <a:gd name="T178" fmla="*/ 0 h 1048"/>
                  <a:gd name="T179" fmla="*/ 1006 w 1006"/>
                  <a:gd name="T180" fmla="*/ 1048 h 104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6" h="1048">
                    <a:moveTo>
                      <a:pt x="12" y="148"/>
                    </a:moveTo>
                    <a:cubicBezTo>
                      <a:pt x="15" y="140"/>
                      <a:pt x="17" y="137"/>
                      <a:pt x="24" y="132"/>
                    </a:cubicBezTo>
                    <a:cubicBezTo>
                      <a:pt x="27" y="112"/>
                      <a:pt x="46" y="123"/>
                      <a:pt x="66" y="124"/>
                    </a:cubicBezTo>
                    <a:cubicBezTo>
                      <a:pt x="79" y="127"/>
                      <a:pt x="83" y="138"/>
                      <a:pt x="96" y="142"/>
                    </a:cubicBezTo>
                    <a:cubicBezTo>
                      <a:pt x="163" y="139"/>
                      <a:pt x="131" y="137"/>
                      <a:pt x="168" y="130"/>
                    </a:cubicBezTo>
                    <a:cubicBezTo>
                      <a:pt x="180" y="113"/>
                      <a:pt x="171" y="122"/>
                      <a:pt x="214" y="126"/>
                    </a:cubicBezTo>
                    <a:cubicBezTo>
                      <a:pt x="219" y="127"/>
                      <a:pt x="230" y="130"/>
                      <a:pt x="230" y="130"/>
                    </a:cubicBezTo>
                    <a:cubicBezTo>
                      <a:pt x="234" y="151"/>
                      <a:pt x="234" y="160"/>
                      <a:pt x="256" y="164"/>
                    </a:cubicBezTo>
                    <a:cubicBezTo>
                      <a:pt x="261" y="166"/>
                      <a:pt x="266" y="166"/>
                      <a:pt x="270" y="170"/>
                    </a:cubicBezTo>
                    <a:cubicBezTo>
                      <a:pt x="286" y="186"/>
                      <a:pt x="270" y="179"/>
                      <a:pt x="284" y="184"/>
                    </a:cubicBezTo>
                    <a:cubicBezTo>
                      <a:pt x="292" y="195"/>
                      <a:pt x="299" y="193"/>
                      <a:pt x="314" y="194"/>
                    </a:cubicBezTo>
                    <a:cubicBezTo>
                      <a:pt x="323" y="193"/>
                      <a:pt x="335" y="197"/>
                      <a:pt x="340" y="190"/>
                    </a:cubicBezTo>
                    <a:cubicBezTo>
                      <a:pt x="345" y="183"/>
                      <a:pt x="343" y="171"/>
                      <a:pt x="348" y="164"/>
                    </a:cubicBezTo>
                    <a:cubicBezTo>
                      <a:pt x="351" y="160"/>
                      <a:pt x="362" y="157"/>
                      <a:pt x="366" y="154"/>
                    </a:cubicBezTo>
                    <a:cubicBezTo>
                      <a:pt x="371" y="147"/>
                      <a:pt x="371" y="133"/>
                      <a:pt x="376" y="128"/>
                    </a:cubicBezTo>
                    <a:cubicBezTo>
                      <a:pt x="380" y="124"/>
                      <a:pt x="395" y="120"/>
                      <a:pt x="400" y="118"/>
                    </a:cubicBezTo>
                    <a:cubicBezTo>
                      <a:pt x="404" y="117"/>
                      <a:pt x="412" y="114"/>
                      <a:pt x="412" y="114"/>
                    </a:cubicBezTo>
                    <a:cubicBezTo>
                      <a:pt x="419" y="115"/>
                      <a:pt x="425" y="115"/>
                      <a:pt x="432" y="116"/>
                    </a:cubicBezTo>
                    <a:cubicBezTo>
                      <a:pt x="437" y="117"/>
                      <a:pt x="448" y="120"/>
                      <a:pt x="448" y="120"/>
                    </a:cubicBezTo>
                    <a:cubicBezTo>
                      <a:pt x="454" y="124"/>
                      <a:pt x="462" y="136"/>
                      <a:pt x="462" y="136"/>
                    </a:cubicBezTo>
                    <a:cubicBezTo>
                      <a:pt x="480" y="130"/>
                      <a:pt x="470" y="132"/>
                      <a:pt x="494" y="130"/>
                    </a:cubicBezTo>
                    <a:cubicBezTo>
                      <a:pt x="498" y="118"/>
                      <a:pt x="488" y="111"/>
                      <a:pt x="484" y="100"/>
                    </a:cubicBezTo>
                    <a:cubicBezTo>
                      <a:pt x="482" y="83"/>
                      <a:pt x="480" y="81"/>
                      <a:pt x="464" y="76"/>
                    </a:cubicBezTo>
                    <a:cubicBezTo>
                      <a:pt x="457" y="66"/>
                      <a:pt x="462" y="71"/>
                      <a:pt x="448" y="62"/>
                    </a:cubicBezTo>
                    <a:cubicBezTo>
                      <a:pt x="446" y="61"/>
                      <a:pt x="442" y="58"/>
                      <a:pt x="442" y="58"/>
                    </a:cubicBezTo>
                    <a:cubicBezTo>
                      <a:pt x="439" y="54"/>
                      <a:pt x="437" y="50"/>
                      <a:pt x="434" y="46"/>
                    </a:cubicBezTo>
                    <a:cubicBezTo>
                      <a:pt x="432" y="42"/>
                      <a:pt x="430" y="34"/>
                      <a:pt x="430" y="34"/>
                    </a:cubicBezTo>
                    <a:cubicBezTo>
                      <a:pt x="433" y="19"/>
                      <a:pt x="437" y="5"/>
                      <a:pt x="452" y="0"/>
                    </a:cubicBezTo>
                    <a:cubicBezTo>
                      <a:pt x="465" y="3"/>
                      <a:pt x="475" y="9"/>
                      <a:pt x="488" y="12"/>
                    </a:cubicBezTo>
                    <a:cubicBezTo>
                      <a:pt x="512" y="30"/>
                      <a:pt x="506" y="51"/>
                      <a:pt x="526" y="64"/>
                    </a:cubicBezTo>
                    <a:cubicBezTo>
                      <a:pt x="533" y="75"/>
                      <a:pt x="530" y="74"/>
                      <a:pt x="544" y="88"/>
                    </a:cubicBezTo>
                    <a:cubicBezTo>
                      <a:pt x="559" y="103"/>
                      <a:pt x="560" y="124"/>
                      <a:pt x="584" y="130"/>
                    </a:cubicBezTo>
                    <a:cubicBezTo>
                      <a:pt x="596" y="128"/>
                      <a:pt x="603" y="124"/>
                      <a:pt x="614" y="120"/>
                    </a:cubicBezTo>
                    <a:cubicBezTo>
                      <a:pt x="617" y="117"/>
                      <a:pt x="618" y="109"/>
                      <a:pt x="621" y="105"/>
                    </a:cubicBezTo>
                    <a:cubicBezTo>
                      <a:pt x="625" y="99"/>
                      <a:pt x="627" y="97"/>
                      <a:pt x="632" y="92"/>
                    </a:cubicBezTo>
                    <a:cubicBezTo>
                      <a:pt x="635" y="89"/>
                      <a:pt x="644" y="88"/>
                      <a:pt x="644" y="88"/>
                    </a:cubicBezTo>
                    <a:cubicBezTo>
                      <a:pt x="649" y="89"/>
                      <a:pt x="654" y="88"/>
                      <a:pt x="658" y="90"/>
                    </a:cubicBezTo>
                    <a:cubicBezTo>
                      <a:pt x="662" y="92"/>
                      <a:pt x="670" y="98"/>
                      <a:pt x="670" y="98"/>
                    </a:cubicBezTo>
                    <a:cubicBezTo>
                      <a:pt x="686" y="122"/>
                      <a:pt x="704" y="148"/>
                      <a:pt x="728" y="164"/>
                    </a:cubicBezTo>
                    <a:cubicBezTo>
                      <a:pt x="730" y="171"/>
                      <a:pt x="751" y="183"/>
                      <a:pt x="757" y="187"/>
                    </a:cubicBezTo>
                    <a:cubicBezTo>
                      <a:pt x="766" y="201"/>
                      <a:pt x="782" y="203"/>
                      <a:pt x="798" y="206"/>
                    </a:cubicBezTo>
                    <a:cubicBezTo>
                      <a:pt x="819" y="205"/>
                      <a:pt x="838" y="205"/>
                      <a:pt x="858" y="198"/>
                    </a:cubicBezTo>
                    <a:cubicBezTo>
                      <a:pt x="863" y="182"/>
                      <a:pt x="881" y="192"/>
                      <a:pt x="894" y="196"/>
                    </a:cubicBezTo>
                    <a:cubicBezTo>
                      <a:pt x="902" y="220"/>
                      <a:pt x="930" y="233"/>
                      <a:pt x="952" y="240"/>
                    </a:cubicBezTo>
                    <a:cubicBezTo>
                      <a:pt x="961" y="249"/>
                      <a:pt x="955" y="245"/>
                      <a:pt x="970" y="250"/>
                    </a:cubicBezTo>
                    <a:cubicBezTo>
                      <a:pt x="974" y="251"/>
                      <a:pt x="982" y="254"/>
                      <a:pt x="982" y="254"/>
                    </a:cubicBezTo>
                    <a:cubicBezTo>
                      <a:pt x="993" y="271"/>
                      <a:pt x="984" y="255"/>
                      <a:pt x="988" y="298"/>
                    </a:cubicBezTo>
                    <a:cubicBezTo>
                      <a:pt x="989" y="307"/>
                      <a:pt x="996" y="324"/>
                      <a:pt x="996" y="324"/>
                    </a:cubicBezTo>
                    <a:cubicBezTo>
                      <a:pt x="995" y="344"/>
                      <a:pt x="1006" y="370"/>
                      <a:pt x="992" y="384"/>
                    </a:cubicBezTo>
                    <a:cubicBezTo>
                      <a:pt x="992" y="384"/>
                      <a:pt x="977" y="394"/>
                      <a:pt x="974" y="396"/>
                    </a:cubicBezTo>
                    <a:cubicBezTo>
                      <a:pt x="970" y="399"/>
                      <a:pt x="962" y="404"/>
                      <a:pt x="962" y="404"/>
                    </a:cubicBezTo>
                    <a:cubicBezTo>
                      <a:pt x="958" y="417"/>
                      <a:pt x="955" y="429"/>
                      <a:pt x="968" y="438"/>
                    </a:cubicBezTo>
                    <a:cubicBezTo>
                      <a:pt x="973" y="453"/>
                      <a:pt x="973" y="467"/>
                      <a:pt x="976" y="482"/>
                    </a:cubicBezTo>
                    <a:cubicBezTo>
                      <a:pt x="975" y="496"/>
                      <a:pt x="978" y="522"/>
                      <a:pt x="960" y="528"/>
                    </a:cubicBezTo>
                    <a:cubicBezTo>
                      <a:pt x="953" y="538"/>
                      <a:pt x="947" y="548"/>
                      <a:pt x="940" y="558"/>
                    </a:cubicBezTo>
                    <a:cubicBezTo>
                      <a:pt x="936" y="563"/>
                      <a:pt x="932" y="576"/>
                      <a:pt x="932" y="576"/>
                    </a:cubicBezTo>
                    <a:cubicBezTo>
                      <a:pt x="930" y="609"/>
                      <a:pt x="934" y="635"/>
                      <a:pt x="900" y="646"/>
                    </a:cubicBezTo>
                    <a:cubicBezTo>
                      <a:pt x="887" y="666"/>
                      <a:pt x="860" y="661"/>
                      <a:pt x="840" y="662"/>
                    </a:cubicBezTo>
                    <a:cubicBezTo>
                      <a:pt x="833" y="664"/>
                      <a:pt x="833" y="663"/>
                      <a:pt x="830" y="670"/>
                    </a:cubicBezTo>
                    <a:cubicBezTo>
                      <a:pt x="828" y="674"/>
                      <a:pt x="826" y="682"/>
                      <a:pt x="826" y="682"/>
                    </a:cubicBezTo>
                    <a:cubicBezTo>
                      <a:pt x="829" y="693"/>
                      <a:pt x="833" y="700"/>
                      <a:pt x="842" y="706"/>
                    </a:cubicBezTo>
                    <a:cubicBezTo>
                      <a:pt x="847" y="721"/>
                      <a:pt x="851" y="735"/>
                      <a:pt x="856" y="750"/>
                    </a:cubicBezTo>
                    <a:cubicBezTo>
                      <a:pt x="849" y="779"/>
                      <a:pt x="822" y="783"/>
                      <a:pt x="796" y="786"/>
                    </a:cubicBezTo>
                    <a:cubicBezTo>
                      <a:pt x="787" y="789"/>
                      <a:pt x="779" y="790"/>
                      <a:pt x="770" y="792"/>
                    </a:cubicBezTo>
                    <a:cubicBezTo>
                      <a:pt x="761" y="798"/>
                      <a:pt x="762" y="807"/>
                      <a:pt x="752" y="810"/>
                    </a:cubicBezTo>
                    <a:cubicBezTo>
                      <a:pt x="744" y="816"/>
                      <a:pt x="738" y="822"/>
                      <a:pt x="730" y="828"/>
                    </a:cubicBezTo>
                    <a:cubicBezTo>
                      <a:pt x="722" y="845"/>
                      <a:pt x="714" y="862"/>
                      <a:pt x="696" y="868"/>
                    </a:cubicBezTo>
                    <a:cubicBezTo>
                      <a:pt x="692" y="875"/>
                      <a:pt x="687" y="878"/>
                      <a:pt x="684" y="886"/>
                    </a:cubicBezTo>
                    <a:cubicBezTo>
                      <a:pt x="685" y="904"/>
                      <a:pt x="684" y="909"/>
                      <a:pt x="692" y="922"/>
                    </a:cubicBezTo>
                    <a:cubicBezTo>
                      <a:pt x="696" y="939"/>
                      <a:pt x="690" y="960"/>
                      <a:pt x="706" y="970"/>
                    </a:cubicBezTo>
                    <a:cubicBezTo>
                      <a:pt x="725" y="999"/>
                      <a:pt x="677" y="1010"/>
                      <a:pt x="656" y="1012"/>
                    </a:cubicBezTo>
                    <a:cubicBezTo>
                      <a:pt x="633" y="1020"/>
                      <a:pt x="614" y="1031"/>
                      <a:pt x="590" y="1034"/>
                    </a:cubicBezTo>
                    <a:cubicBezTo>
                      <a:pt x="588" y="1035"/>
                      <a:pt x="586" y="1036"/>
                      <a:pt x="584" y="1038"/>
                    </a:cubicBezTo>
                    <a:cubicBezTo>
                      <a:pt x="583" y="1040"/>
                      <a:pt x="584" y="1043"/>
                      <a:pt x="582" y="1044"/>
                    </a:cubicBezTo>
                    <a:cubicBezTo>
                      <a:pt x="579" y="1046"/>
                      <a:pt x="570" y="1048"/>
                      <a:pt x="570" y="1048"/>
                    </a:cubicBezTo>
                    <a:cubicBezTo>
                      <a:pt x="562" y="1045"/>
                      <a:pt x="561" y="1042"/>
                      <a:pt x="558" y="1034"/>
                    </a:cubicBezTo>
                    <a:cubicBezTo>
                      <a:pt x="560" y="1020"/>
                      <a:pt x="562" y="1010"/>
                      <a:pt x="560" y="996"/>
                    </a:cubicBezTo>
                    <a:cubicBezTo>
                      <a:pt x="546" y="1001"/>
                      <a:pt x="552" y="1001"/>
                      <a:pt x="542" y="998"/>
                    </a:cubicBezTo>
                    <a:cubicBezTo>
                      <a:pt x="539" y="989"/>
                      <a:pt x="533" y="983"/>
                      <a:pt x="530" y="974"/>
                    </a:cubicBezTo>
                    <a:cubicBezTo>
                      <a:pt x="528" y="956"/>
                      <a:pt x="527" y="944"/>
                      <a:pt x="508" y="938"/>
                    </a:cubicBezTo>
                    <a:cubicBezTo>
                      <a:pt x="501" y="927"/>
                      <a:pt x="508" y="936"/>
                      <a:pt x="498" y="930"/>
                    </a:cubicBezTo>
                    <a:cubicBezTo>
                      <a:pt x="494" y="928"/>
                      <a:pt x="486" y="922"/>
                      <a:pt x="486" y="922"/>
                    </a:cubicBezTo>
                    <a:cubicBezTo>
                      <a:pt x="459" y="924"/>
                      <a:pt x="451" y="916"/>
                      <a:pt x="444" y="938"/>
                    </a:cubicBezTo>
                    <a:cubicBezTo>
                      <a:pt x="443" y="976"/>
                      <a:pt x="455" y="997"/>
                      <a:pt x="422" y="1008"/>
                    </a:cubicBezTo>
                    <a:cubicBezTo>
                      <a:pt x="419" y="1018"/>
                      <a:pt x="423" y="1026"/>
                      <a:pt x="412" y="1030"/>
                    </a:cubicBezTo>
                    <a:cubicBezTo>
                      <a:pt x="408" y="1029"/>
                      <a:pt x="403" y="1028"/>
                      <a:pt x="400" y="1024"/>
                    </a:cubicBezTo>
                    <a:cubicBezTo>
                      <a:pt x="397" y="1020"/>
                      <a:pt x="392" y="1012"/>
                      <a:pt x="392" y="1012"/>
                    </a:cubicBezTo>
                    <a:cubicBezTo>
                      <a:pt x="392" y="1010"/>
                      <a:pt x="390" y="983"/>
                      <a:pt x="388" y="976"/>
                    </a:cubicBezTo>
                    <a:cubicBezTo>
                      <a:pt x="384" y="965"/>
                      <a:pt x="376" y="957"/>
                      <a:pt x="372" y="946"/>
                    </a:cubicBezTo>
                    <a:cubicBezTo>
                      <a:pt x="374" y="929"/>
                      <a:pt x="376" y="922"/>
                      <a:pt x="382" y="908"/>
                    </a:cubicBezTo>
                    <a:cubicBezTo>
                      <a:pt x="385" y="902"/>
                      <a:pt x="388" y="890"/>
                      <a:pt x="388" y="890"/>
                    </a:cubicBezTo>
                    <a:cubicBezTo>
                      <a:pt x="384" y="879"/>
                      <a:pt x="378" y="869"/>
                      <a:pt x="372" y="860"/>
                    </a:cubicBezTo>
                    <a:cubicBezTo>
                      <a:pt x="370" y="856"/>
                      <a:pt x="368" y="848"/>
                      <a:pt x="368" y="848"/>
                    </a:cubicBezTo>
                    <a:cubicBezTo>
                      <a:pt x="364" y="807"/>
                      <a:pt x="353" y="761"/>
                      <a:pt x="330" y="726"/>
                    </a:cubicBezTo>
                    <a:cubicBezTo>
                      <a:pt x="327" y="708"/>
                      <a:pt x="319" y="691"/>
                      <a:pt x="316" y="673"/>
                    </a:cubicBezTo>
                    <a:cubicBezTo>
                      <a:pt x="315" y="650"/>
                      <a:pt x="315" y="634"/>
                      <a:pt x="310" y="613"/>
                    </a:cubicBezTo>
                    <a:cubicBezTo>
                      <a:pt x="309" y="608"/>
                      <a:pt x="300" y="606"/>
                      <a:pt x="300" y="606"/>
                    </a:cubicBezTo>
                    <a:cubicBezTo>
                      <a:pt x="299" y="604"/>
                      <a:pt x="298" y="602"/>
                      <a:pt x="296" y="600"/>
                    </a:cubicBezTo>
                    <a:cubicBezTo>
                      <a:pt x="294" y="599"/>
                      <a:pt x="291" y="599"/>
                      <a:pt x="290" y="598"/>
                    </a:cubicBezTo>
                    <a:cubicBezTo>
                      <a:pt x="282" y="590"/>
                      <a:pt x="285" y="576"/>
                      <a:pt x="272" y="572"/>
                    </a:cubicBezTo>
                    <a:cubicBezTo>
                      <a:pt x="270" y="566"/>
                      <a:pt x="265" y="560"/>
                      <a:pt x="260" y="556"/>
                    </a:cubicBezTo>
                    <a:cubicBezTo>
                      <a:pt x="256" y="553"/>
                      <a:pt x="248" y="548"/>
                      <a:pt x="248" y="548"/>
                    </a:cubicBezTo>
                    <a:cubicBezTo>
                      <a:pt x="246" y="541"/>
                      <a:pt x="238" y="530"/>
                      <a:pt x="238" y="530"/>
                    </a:cubicBezTo>
                    <a:cubicBezTo>
                      <a:pt x="231" y="494"/>
                      <a:pt x="233" y="458"/>
                      <a:pt x="218" y="424"/>
                    </a:cubicBezTo>
                    <a:cubicBezTo>
                      <a:pt x="212" y="411"/>
                      <a:pt x="214" y="404"/>
                      <a:pt x="202" y="396"/>
                    </a:cubicBezTo>
                    <a:cubicBezTo>
                      <a:pt x="195" y="385"/>
                      <a:pt x="194" y="377"/>
                      <a:pt x="180" y="372"/>
                    </a:cubicBezTo>
                    <a:cubicBezTo>
                      <a:pt x="169" y="355"/>
                      <a:pt x="151" y="349"/>
                      <a:pt x="135" y="339"/>
                    </a:cubicBezTo>
                    <a:cubicBezTo>
                      <a:pt x="126" y="326"/>
                      <a:pt x="112" y="326"/>
                      <a:pt x="100" y="318"/>
                    </a:cubicBezTo>
                    <a:cubicBezTo>
                      <a:pt x="97" y="308"/>
                      <a:pt x="89" y="305"/>
                      <a:pt x="80" y="302"/>
                    </a:cubicBezTo>
                    <a:cubicBezTo>
                      <a:pt x="71" y="288"/>
                      <a:pt x="76" y="293"/>
                      <a:pt x="66" y="286"/>
                    </a:cubicBezTo>
                    <a:cubicBezTo>
                      <a:pt x="60" y="276"/>
                      <a:pt x="57" y="264"/>
                      <a:pt x="48" y="258"/>
                    </a:cubicBezTo>
                    <a:cubicBezTo>
                      <a:pt x="45" y="249"/>
                      <a:pt x="41" y="241"/>
                      <a:pt x="34" y="236"/>
                    </a:cubicBezTo>
                    <a:cubicBezTo>
                      <a:pt x="34" y="235"/>
                      <a:pt x="28" y="214"/>
                      <a:pt x="26" y="212"/>
                    </a:cubicBezTo>
                    <a:cubicBezTo>
                      <a:pt x="20" y="208"/>
                      <a:pt x="8" y="200"/>
                      <a:pt x="8" y="200"/>
                    </a:cubicBezTo>
                    <a:cubicBezTo>
                      <a:pt x="6" y="193"/>
                      <a:pt x="2" y="189"/>
                      <a:pt x="0" y="182"/>
                    </a:cubicBezTo>
                    <a:cubicBezTo>
                      <a:pt x="2" y="175"/>
                      <a:pt x="6" y="162"/>
                      <a:pt x="6" y="162"/>
                    </a:cubicBezTo>
                    <a:cubicBezTo>
                      <a:pt x="8" y="147"/>
                      <a:pt x="7" y="146"/>
                      <a:pt x="20" y="142"/>
                    </a:cubicBezTo>
                    <a:cubicBezTo>
                      <a:pt x="21" y="138"/>
                      <a:pt x="24" y="124"/>
                      <a:pt x="28" y="120"/>
                    </a:cubicBezTo>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8" name="Freeform 17">
                <a:extLst>
                  <a:ext uri="{FF2B5EF4-FFF2-40B4-BE49-F238E27FC236}">
                    <a16:creationId xmlns:a16="http://schemas.microsoft.com/office/drawing/2014/main" id="{1C82E7CB-315E-0985-93A8-A493FB79168E}"/>
                  </a:ext>
                </a:extLst>
              </p:cNvPr>
              <p:cNvSpPr>
                <a:spLocks/>
              </p:cNvSpPr>
              <p:nvPr/>
            </p:nvSpPr>
            <p:spPr bwMode="auto">
              <a:xfrm>
                <a:off x="2878438" y="3683926"/>
                <a:ext cx="657715" cy="756852"/>
              </a:xfrm>
              <a:custGeom>
                <a:avLst/>
                <a:gdLst>
                  <a:gd name="T0" fmla="*/ 13 w 471"/>
                  <a:gd name="T1" fmla="*/ 629 h 530"/>
                  <a:gd name="T2" fmla="*/ 67 w 471"/>
                  <a:gd name="T3" fmla="*/ 569 h 530"/>
                  <a:gd name="T4" fmla="*/ 61 w 471"/>
                  <a:gd name="T5" fmla="*/ 507 h 530"/>
                  <a:gd name="T6" fmla="*/ 90 w 471"/>
                  <a:gd name="T7" fmla="*/ 468 h 530"/>
                  <a:gd name="T8" fmla="*/ 110 w 471"/>
                  <a:gd name="T9" fmla="*/ 426 h 530"/>
                  <a:gd name="T10" fmla="*/ 147 w 471"/>
                  <a:gd name="T11" fmla="*/ 438 h 530"/>
                  <a:gd name="T12" fmla="*/ 205 w 471"/>
                  <a:gd name="T13" fmla="*/ 399 h 530"/>
                  <a:gd name="T14" fmla="*/ 162 w 471"/>
                  <a:gd name="T15" fmla="*/ 279 h 530"/>
                  <a:gd name="T16" fmla="*/ 128 w 471"/>
                  <a:gd name="T17" fmla="*/ 171 h 530"/>
                  <a:gd name="T18" fmla="*/ 128 w 471"/>
                  <a:gd name="T19" fmla="*/ 72 h 530"/>
                  <a:gd name="T20" fmla="*/ 165 w 471"/>
                  <a:gd name="T21" fmla="*/ 39 h 530"/>
                  <a:gd name="T22" fmla="*/ 217 w 471"/>
                  <a:gd name="T23" fmla="*/ 18 h 530"/>
                  <a:gd name="T24" fmla="*/ 262 w 471"/>
                  <a:gd name="T25" fmla="*/ 51 h 530"/>
                  <a:gd name="T26" fmla="*/ 332 w 471"/>
                  <a:gd name="T27" fmla="*/ 132 h 530"/>
                  <a:gd name="T28" fmla="*/ 311 w 471"/>
                  <a:gd name="T29" fmla="*/ 189 h 530"/>
                  <a:gd name="T30" fmla="*/ 360 w 471"/>
                  <a:gd name="T31" fmla="*/ 240 h 530"/>
                  <a:gd name="T32" fmla="*/ 507 w 471"/>
                  <a:gd name="T33" fmla="*/ 216 h 530"/>
                  <a:gd name="T34" fmla="*/ 489 w 471"/>
                  <a:gd name="T35" fmla="*/ 269 h 530"/>
                  <a:gd name="T36" fmla="*/ 509 w 471"/>
                  <a:gd name="T37" fmla="*/ 378 h 530"/>
                  <a:gd name="T38" fmla="*/ 564 w 471"/>
                  <a:gd name="T39" fmla="*/ 447 h 530"/>
                  <a:gd name="T40" fmla="*/ 583 w 471"/>
                  <a:gd name="T41" fmla="*/ 542 h 530"/>
                  <a:gd name="T42" fmla="*/ 620 w 471"/>
                  <a:gd name="T43" fmla="*/ 602 h 530"/>
                  <a:gd name="T44" fmla="*/ 667 w 471"/>
                  <a:gd name="T45" fmla="*/ 645 h 530"/>
                  <a:gd name="T46" fmla="*/ 655 w 471"/>
                  <a:gd name="T47" fmla="*/ 699 h 530"/>
                  <a:gd name="T48" fmla="*/ 607 w 471"/>
                  <a:gd name="T49" fmla="*/ 687 h 530"/>
                  <a:gd name="T50" fmla="*/ 535 w 471"/>
                  <a:gd name="T51" fmla="*/ 681 h 530"/>
                  <a:gd name="T52" fmla="*/ 501 w 471"/>
                  <a:gd name="T53" fmla="*/ 710 h 530"/>
                  <a:gd name="T54" fmla="*/ 489 w 471"/>
                  <a:gd name="T55" fmla="*/ 735 h 530"/>
                  <a:gd name="T56" fmla="*/ 431 w 471"/>
                  <a:gd name="T57" fmla="*/ 795 h 530"/>
                  <a:gd name="T58" fmla="*/ 354 w 471"/>
                  <a:gd name="T59" fmla="*/ 765 h 530"/>
                  <a:gd name="T60" fmla="*/ 289 w 471"/>
                  <a:gd name="T61" fmla="*/ 702 h 530"/>
                  <a:gd name="T62" fmla="*/ 184 w 471"/>
                  <a:gd name="T63" fmla="*/ 702 h 530"/>
                  <a:gd name="T64" fmla="*/ 81 w 471"/>
                  <a:gd name="T65" fmla="*/ 710 h 5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71"/>
                  <a:gd name="T100" fmla="*/ 0 h 530"/>
                  <a:gd name="T101" fmla="*/ 471 w 471"/>
                  <a:gd name="T102" fmla="*/ 530 h 5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71" h="530">
                    <a:moveTo>
                      <a:pt x="9" y="456"/>
                    </a:moveTo>
                    <a:cubicBezTo>
                      <a:pt x="6" y="446"/>
                      <a:pt x="0" y="429"/>
                      <a:pt x="9" y="420"/>
                    </a:cubicBezTo>
                    <a:cubicBezTo>
                      <a:pt x="14" y="415"/>
                      <a:pt x="27" y="410"/>
                      <a:pt x="27" y="410"/>
                    </a:cubicBezTo>
                    <a:cubicBezTo>
                      <a:pt x="32" y="402"/>
                      <a:pt x="44" y="389"/>
                      <a:pt x="47" y="380"/>
                    </a:cubicBezTo>
                    <a:cubicBezTo>
                      <a:pt x="48" y="376"/>
                      <a:pt x="51" y="368"/>
                      <a:pt x="51" y="368"/>
                    </a:cubicBezTo>
                    <a:cubicBezTo>
                      <a:pt x="49" y="354"/>
                      <a:pt x="50" y="349"/>
                      <a:pt x="43" y="338"/>
                    </a:cubicBezTo>
                    <a:cubicBezTo>
                      <a:pt x="45" y="332"/>
                      <a:pt x="57" y="324"/>
                      <a:pt x="57" y="324"/>
                    </a:cubicBezTo>
                    <a:cubicBezTo>
                      <a:pt x="58" y="320"/>
                      <a:pt x="62" y="316"/>
                      <a:pt x="63" y="312"/>
                    </a:cubicBezTo>
                    <a:cubicBezTo>
                      <a:pt x="65" y="305"/>
                      <a:pt x="62" y="298"/>
                      <a:pt x="65" y="292"/>
                    </a:cubicBezTo>
                    <a:cubicBezTo>
                      <a:pt x="67" y="288"/>
                      <a:pt x="77" y="284"/>
                      <a:pt x="77" y="284"/>
                    </a:cubicBezTo>
                    <a:cubicBezTo>
                      <a:pt x="89" y="287"/>
                      <a:pt x="82" y="285"/>
                      <a:pt x="97" y="290"/>
                    </a:cubicBezTo>
                    <a:cubicBezTo>
                      <a:pt x="99" y="291"/>
                      <a:pt x="103" y="292"/>
                      <a:pt x="103" y="292"/>
                    </a:cubicBezTo>
                    <a:cubicBezTo>
                      <a:pt x="108" y="291"/>
                      <a:pt x="116" y="292"/>
                      <a:pt x="119" y="288"/>
                    </a:cubicBezTo>
                    <a:cubicBezTo>
                      <a:pt x="131" y="271"/>
                      <a:pt x="116" y="271"/>
                      <a:pt x="143" y="266"/>
                    </a:cubicBezTo>
                    <a:cubicBezTo>
                      <a:pt x="140" y="258"/>
                      <a:pt x="139" y="255"/>
                      <a:pt x="131" y="252"/>
                    </a:cubicBezTo>
                    <a:cubicBezTo>
                      <a:pt x="112" y="233"/>
                      <a:pt x="140" y="195"/>
                      <a:pt x="113" y="186"/>
                    </a:cubicBezTo>
                    <a:cubicBezTo>
                      <a:pt x="108" y="179"/>
                      <a:pt x="108" y="175"/>
                      <a:pt x="101" y="170"/>
                    </a:cubicBezTo>
                    <a:cubicBezTo>
                      <a:pt x="95" y="151"/>
                      <a:pt x="100" y="131"/>
                      <a:pt x="89" y="114"/>
                    </a:cubicBezTo>
                    <a:cubicBezTo>
                      <a:pt x="87" y="105"/>
                      <a:pt x="83" y="88"/>
                      <a:pt x="83" y="88"/>
                    </a:cubicBezTo>
                    <a:cubicBezTo>
                      <a:pt x="85" y="75"/>
                      <a:pt x="83" y="60"/>
                      <a:pt x="89" y="48"/>
                    </a:cubicBezTo>
                    <a:cubicBezTo>
                      <a:pt x="92" y="42"/>
                      <a:pt x="105" y="34"/>
                      <a:pt x="105" y="34"/>
                    </a:cubicBezTo>
                    <a:cubicBezTo>
                      <a:pt x="116" y="17"/>
                      <a:pt x="101" y="37"/>
                      <a:pt x="115" y="26"/>
                    </a:cubicBezTo>
                    <a:cubicBezTo>
                      <a:pt x="118" y="23"/>
                      <a:pt x="117" y="15"/>
                      <a:pt x="121" y="14"/>
                    </a:cubicBezTo>
                    <a:cubicBezTo>
                      <a:pt x="131" y="12"/>
                      <a:pt x="141" y="13"/>
                      <a:pt x="151" y="12"/>
                    </a:cubicBezTo>
                    <a:cubicBezTo>
                      <a:pt x="154" y="4"/>
                      <a:pt x="158" y="5"/>
                      <a:pt x="165" y="0"/>
                    </a:cubicBezTo>
                    <a:cubicBezTo>
                      <a:pt x="173" y="5"/>
                      <a:pt x="180" y="24"/>
                      <a:pt x="183" y="34"/>
                    </a:cubicBezTo>
                    <a:cubicBezTo>
                      <a:pt x="184" y="46"/>
                      <a:pt x="183" y="58"/>
                      <a:pt x="185" y="70"/>
                    </a:cubicBezTo>
                    <a:cubicBezTo>
                      <a:pt x="187" y="81"/>
                      <a:pt x="222" y="86"/>
                      <a:pt x="231" y="88"/>
                    </a:cubicBezTo>
                    <a:cubicBezTo>
                      <a:pt x="235" y="100"/>
                      <a:pt x="228" y="110"/>
                      <a:pt x="221" y="120"/>
                    </a:cubicBezTo>
                    <a:cubicBezTo>
                      <a:pt x="220" y="122"/>
                      <a:pt x="217" y="126"/>
                      <a:pt x="217" y="126"/>
                    </a:cubicBezTo>
                    <a:cubicBezTo>
                      <a:pt x="218" y="130"/>
                      <a:pt x="231" y="161"/>
                      <a:pt x="233" y="164"/>
                    </a:cubicBezTo>
                    <a:cubicBezTo>
                      <a:pt x="239" y="163"/>
                      <a:pt x="247" y="164"/>
                      <a:pt x="251" y="160"/>
                    </a:cubicBezTo>
                    <a:cubicBezTo>
                      <a:pt x="258" y="153"/>
                      <a:pt x="250" y="146"/>
                      <a:pt x="261" y="142"/>
                    </a:cubicBezTo>
                    <a:cubicBezTo>
                      <a:pt x="292" y="143"/>
                      <a:pt x="322" y="141"/>
                      <a:pt x="353" y="144"/>
                    </a:cubicBezTo>
                    <a:cubicBezTo>
                      <a:pt x="355" y="144"/>
                      <a:pt x="355" y="148"/>
                      <a:pt x="355" y="150"/>
                    </a:cubicBezTo>
                    <a:cubicBezTo>
                      <a:pt x="355" y="166"/>
                      <a:pt x="347" y="167"/>
                      <a:pt x="341" y="180"/>
                    </a:cubicBezTo>
                    <a:cubicBezTo>
                      <a:pt x="339" y="184"/>
                      <a:pt x="337" y="192"/>
                      <a:pt x="337" y="192"/>
                    </a:cubicBezTo>
                    <a:cubicBezTo>
                      <a:pt x="339" y="209"/>
                      <a:pt x="339" y="241"/>
                      <a:pt x="355" y="252"/>
                    </a:cubicBezTo>
                    <a:cubicBezTo>
                      <a:pt x="359" y="263"/>
                      <a:pt x="372" y="271"/>
                      <a:pt x="381" y="280"/>
                    </a:cubicBezTo>
                    <a:cubicBezTo>
                      <a:pt x="386" y="285"/>
                      <a:pt x="389" y="292"/>
                      <a:pt x="393" y="298"/>
                    </a:cubicBezTo>
                    <a:cubicBezTo>
                      <a:pt x="395" y="302"/>
                      <a:pt x="397" y="310"/>
                      <a:pt x="397" y="310"/>
                    </a:cubicBezTo>
                    <a:cubicBezTo>
                      <a:pt x="399" y="338"/>
                      <a:pt x="400" y="341"/>
                      <a:pt x="407" y="362"/>
                    </a:cubicBezTo>
                    <a:cubicBezTo>
                      <a:pt x="409" y="375"/>
                      <a:pt x="407" y="381"/>
                      <a:pt x="417" y="388"/>
                    </a:cubicBezTo>
                    <a:cubicBezTo>
                      <a:pt x="424" y="398"/>
                      <a:pt x="419" y="393"/>
                      <a:pt x="433" y="402"/>
                    </a:cubicBezTo>
                    <a:cubicBezTo>
                      <a:pt x="437" y="404"/>
                      <a:pt x="445" y="406"/>
                      <a:pt x="445" y="406"/>
                    </a:cubicBezTo>
                    <a:cubicBezTo>
                      <a:pt x="453" y="414"/>
                      <a:pt x="457" y="422"/>
                      <a:pt x="465" y="430"/>
                    </a:cubicBezTo>
                    <a:cubicBezTo>
                      <a:pt x="467" y="437"/>
                      <a:pt x="471" y="450"/>
                      <a:pt x="471" y="450"/>
                    </a:cubicBezTo>
                    <a:cubicBezTo>
                      <a:pt x="469" y="462"/>
                      <a:pt x="470" y="470"/>
                      <a:pt x="457" y="466"/>
                    </a:cubicBezTo>
                    <a:cubicBezTo>
                      <a:pt x="450" y="468"/>
                      <a:pt x="437" y="472"/>
                      <a:pt x="437" y="472"/>
                    </a:cubicBezTo>
                    <a:cubicBezTo>
                      <a:pt x="430" y="467"/>
                      <a:pt x="430" y="463"/>
                      <a:pt x="423" y="458"/>
                    </a:cubicBezTo>
                    <a:cubicBezTo>
                      <a:pt x="418" y="450"/>
                      <a:pt x="413" y="451"/>
                      <a:pt x="405" y="448"/>
                    </a:cubicBezTo>
                    <a:cubicBezTo>
                      <a:pt x="394" y="450"/>
                      <a:pt x="373" y="454"/>
                      <a:pt x="373" y="454"/>
                    </a:cubicBezTo>
                    <a:cubicBezTo>
                      <a:pt x="366" y="459"/>
                      <a:pt x="359" y="465"/>
                      <a:pt x="351" y="468"/>
                    </a:cubicBezTo>
                    <a:cubicBezTo>
                      <a:pt x="350" y="470"/>
                      <a:pt x="350" y="472"/>
                      <a:pt x="349" y="474"/>
                    </a:cubicBezTo>
                    <a:cubicBezTo>
                      <a:pt x="347" y="476"/>
                      <a:pt x="344" y="476"/>
                      <a:pt x="343" y="478"/>
                    </a:cubicBezTo>
                    <a:cubicBezTo>
                      <a:pt x="341" y="482"/>
                      <a:pt x="343" y="487"/>
                      <a:pt x="341" y="490"/>
                    </a:cubicBezTo>
                    <a:cubicBezTo>
                      <a:pt x="337" y="496"/>
                      <a:pt x="323" y="502"/>
                      <a:pt x="323" y="502"/>
                    </a:cubicBezTo>
                    <a:cubicBezTo>
                      <a:pt x="316" y="524"/>
                      <a:pt x="321" y="523"/>
                      <a:pt x="301" y="530"/>
                    </a:cubicBezTo>
                    <a:cubicBezTo>
                      <a:pt x="289" y="526"/>
                      <a:pt x="276" y="525"/>
                      <a:pt x="263" y="524"/>
                    </a:cubicBezTo>
                    <a:cubicBezTo>
                      <a:pt x="257" y="520"/>
                      <a:pt x="254" y="513"/>
                      <a:pt x="247" y="510"/>
                    </a:cubicBezTo>
                    <a:cubicBezTo>
                      <a:pt x="237" y="505"/>
                      <a:pt x="226" y="502"/>
                      <a:pt x="217" y="496"/>
                    </a:cubicBezTo>
                    <a:cubicBezTo>
                      <a:pt x="213" y="484"/>
                      <a:pt x="212" y="475"/>
                      <a:pt x="201" y="468"/>
                    </a:cubicBezTo>
                    <a:cubicBezTo>
                      <a:pt x="198" y="463"/>
                      <a:pt x="185" y="458"/>
                      <a:pt x="185" y="458"/>
                    </a:cubicBezTo>
                    <a:cubicBezTo>
                      <a:pt x="153" y="460"/>
                      <a:pt x="152" y="460"/>
                      <a:pt x="129" y="468"/>
                    </a:cubicBezTo>
                    <a:cubicBezTo>
                      <a:pt x="119" y="483"/>
                      <a:pt x="108" y="475"/>
                      <a:pt x="89" y="474"/>
                    </a:cubicBezTo>
                    <a:cubicBezTo>
                      <a:pt x="76" y="476"/>
                      <a:pt x="70" y="478"/>
                      <a:pt x="57" y="474"/>
                    </a:cubicBezTo>
                    <a:cubicBezTo>
                      <a:pt x="41" y="470"/>
                      <a:pt x="27" y="456"/>
                      <a:pt x="9" y="456"/>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89" name="Freeform 18">
                <a:extLst>
                  <a:ext uri="{FF2B5EF4-FFF2-40B4-BE49-F238E27FC236}">
                    <a16:creationId xmlns:a16="http://schemas.microsoft.com/office/drawing/2014/main" id="{0736EEF4-0507-9B95-D2DF-6AD1614872D5}"/>
                  </a:ext>
                </a:extLst>
              </p:cNvPr>
              <p:cNvSpPr>
                <a:spLocks/>
              </p:cNvSpPr>
              <p:nvPr/>
            </p:nvSpPr>
            <p:spPr bwMode="auto">
              <a:xfrm>
                <a:off x="3733235" y="3506666"/>
                <a:ext cx="817480" cy="1022742"/>
              </a:xfrm>
              <a:custGeom>
                <a:avLst/>
                <a:gdLst>
                  <a:gd name="T0" fmla="*/ 16 w 585"/>
                  <a:gd name="T1" fmla="*/ 826 h 716"/>
                  <a:gd name="T2" fmla="*/ 16 w 585"/>
                  <a:gd name="T3" fmla="*/ 786 h 716"/>
                  <a:gd name="T4" fmla="*/ 42 w 585"/>
                  <a:gd name="T5" fmla="*/ 728 h 716"/>
                  <a:gd name="T6" fmla="*/ 73 w 585"/>
                  <a:gd name="T7" fmla="*/ 660 h 716"/>
                  <a:gd name="T8" fmla="*/ 67 w 585"/>
                  <a:gd name="T9" fmla="*/ 622 h 716"/>
                  <a:gd name="T10" fmla="*/ 56 w 585"/>
                  <a:gd name="T11" fmla="*/ 588 h 716"/>
                  <a:gd name="T12" fmla="*/ 44 w 585"/>
                  <a:gd name="T13" fmla="*/ 546 h 716"/>
                  <a:gd name="T14" fmla="*/ 66 w 585"/>
                  <a:gd name="T15" fmla="*/ 418 h 716"/>
                  <a:gd name="T16" fmla="*/ 168 w 585"/>
                  <a:gd name="T17" fmla="*/ 366 h 716"/>
                  <a:gd name="T18" fmla="*/ 231 w 585"/>
                  <a:gd name="T19" fmla="*/ 354 h 716"/>
                  <a:gd name="T20" fmla="*/ 260 w 585"/>
                  <a:gd name="T21" fmla="*/ 342 h 716"/>
                  <a:gd name="T22" fmla="*/ 277 w 585"/>
                  <a:gd name="T23" fmla="*/ 318 h 716"/>
                  <a:gd name="T24" fmla="*/ 270 w 585"/>
                  <a:gd name="T25" fmla="*/ 159 h 716"/>
                  <a:gd name="T26" fmla="*/ 261 w 585"/>
                  <a:gd name="T27" fmla="*/ 120 h 716"/>
                  <a:gd name="T28" fmla="*/ 266 w 585"/>
                  <a:gd name="T29" fmla="*/ 85 h 716"/>
                  <a:gd name="T30" fmla="*/ 268 w 585"/>
                  <a:gd name="T31" fmla="*/ 18 h 716"/>
                  <a:gd name="T32" fmla="*/ 312 w 585"/>
                  <a:gd name="T33" fmla="*/ 0 h 716"/>
                  <a:gd name="T34" fmla="*/ 352 w 585"/>
                  <a:gd name="T35" fmla="*/ 9 h 716"/>
                  <a:gd name="T36" fmla="*/ 363 w 585"/>
                  <a:gd name="T37" fmla="*/ 21 h 716"/>
                  <a:gd name="T38" fmla="*/ 367 w 585"/>
                  <a:gd name="T39" fmla="*/ 29 h 716"/>
                  <a:gd name="T40" fmla="*/ 455 w 585"/>
                  <a:gd name="T41" fmla="*/ 62 h 716"/>
                  <a:gd name="T42" fmla="*/ 515 w 585"/>
                  <a:gd name="T43" fmla="*/ 81 h 716"/>
                  <a:gd name="T44" fmla="*/ 567 w 585"/>
                  <a:gd name="T45" fmla="*/ 171 h 716"/>
                  <a:gd name="T46" fmla="*/ 593 w 585"/>
                  <a:gd name="T47" fmla="*/ 279 h 716"/>
                  <a:gd name="T48" fmla="*/ 661 w 585"/>
                  <a:gd name="T49" fmla="*/ 329 h 716"/>
                  <a:gd name="T50" fmla="*/ 788 w 585"/>
                  <a:gd name="T51" fmla="*/ 318 h 716"/>
                  <a:gd name="T52" fmla="*/ 840 w 585"/>
                  <a:gd name="T53" fmla="*/ 333 h 716"/>
                  <a:gd name="T54" fmla="*/ 809 w 585"/>
                  <a:gd name="T55" fmla="*/ 393 h 716"/>
                  <a:gd name="T56" fmla="*/ 803 w 585"/>
                  <a:gd name="T57" fmla="*/ 423 h 716"/>
                  <a:gd name="T58" fmla="*/ 766 w 585"/>
                  <a:gd name="T59" fmla="*/ 561 h 716"/>
                  <a:gd name="T60" fmla="*/ 690 w 585"/>
                  <a:gd name="T61" fmla="*/ 606 h 716"/>
                  <a:gd name="T62" fmla="*/ 651 w 585"/>
                  <a:gd name="T63" fmla="*/ 642 h 716"/>
                  <a:gd name="T64" fmla="*/ 585 w 585"/>
                  <a:gd name="T65" fmla="*/ 685 h 716"/>
                  <a:gd name="T66" fmla="*/ 564 w 585"/>
                  <a:gd name="T67" fmla="*/ 702 h 716"/>
                  <a:gd name="T68" fmla="*/ 562 w 585"/>
                  <a:gd name="T69" fmla="*/ 768 h 716"/>
                  <a:gd name="T70" fmla="*/ 478 w 585"/>
                  <a:gd name="T71" fmla="*/ 810 h 716"/>
                  <a:gd name="T72" fmla="*/ 476 w 585"/>
                  <a:gd name="T73" fmla="*/ 837 h 716"/>
                  <a:gd name="T74" fmla="*/ 481 w 585"/>
                  <a:gd name="T75" fmla="*/ 855 h 716"/>
                  <a:gd name="T76" fmla="*/ 466 w 585"/>
                  <a:gd name="T77" fmla="*/ 946 h 716"/>
                  <a:gd name="T78" fmla="*/ 478 w 585"/>
                  <a:gd name="T79" fmla="*/ 1033 h 716"/>
                  <a:gd name="T80" fmla="*/ 501 w 585"/>
                  <a:gd name="T81" fmla="*/ 1053 h 716"/>
                  <a:gd name="T82" fmla="*/ 501 w 585"/>
                  <a:gd name="T83" fmla="*/ 1074 h 716"/>
                  <a:gd name="T84" fmla="*/ 472 w 585"/>
                  <a:gd name="T85" fmla="*/ 1066 h 716"/>
                  <a:gd name="T86" fmla="*/ 412 w 585"/>
                  <a:gd name="T87" fmla="*/ 1035 h 716"/>
                  <a:gd name="T88" fmla="*/ 383 w 585"/>
                  <a:gd name="T89" fmla="*/ 1020 h 716"/>
                  <a:gd name="T90" fmla="*/ 355 w 585"/>
                  <a:gd name="T91" fmla="*/ 985 h 716"/>
                  <a:gd name="T92" fmla="*/ 309 w 585"/>
                  <a:gd name="T93" fmla="*/ 990 h 716"/>
                  <a:gd name="T94" fmla="*/ 280 w 585"/>
                  <a:gd name="T95" fmla="*/ 999 h 716"/>
                  <a:gd name="T96" fmla="*/ 223 w 585"/>
                  <a:gd name="T97" fmla="*/ 996 h 716"/>
                  <a:gd name="T98" fmla="*/ 191 w 585"/>
                  <a:gd name="T99" fmla="*/ 987 h 716"/>
                  <a:gd name="T100" fmla="*/ 143 w 585"/>
                  <a:gd name="T101" fmla="*/ 954 h 716"/>
                  <a:gd name="T102" fmla="*/ 137 w 585"/>
                  <a:gd name="T103" fmla="*/ 946 h 716"/>
                  <a:gd name="T104" fmla="*/ 128 w 585"/>
                  <a:gd name="T105" fmla="*/ 942 h 716"/>
                  <a:gd name="T106" fmla="*/ 85 w 585"/>
                  <a:gd name="T107" fmla="*/ 893 h 716"/>
                  <a:gd name="T108" fmla="*/ 55 w 585"/>
                  <a:gd name="T109" fmla="*/ 856 h 716"/>
                  <a:gd name="T110" fmla="*/ 16 w 585"/>
                  <a:gd name="T111" fmla="*/ 826 h 7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85"/>
                  <a:gd name="T169" fmla="*/ 0 h 716"/>
                  <a:gd name="T170" fmla="*/ 585 w 585"/>
                  <a:gd name="T171" fmla="*/ 716 h 7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85" h="716">
                    <a:moveTo>
                      <a:pt x="11" y="550"/>
                    </a:moveTo>
                    <a:cubicBezTo>
                      <a:pt x="0" y="542"/>
                      <a:pt x="2" y="533"/>
                      <a:pt x="11" y="524"/>
                    </a:cubicBezTo>
                    <a:cubicBezTo>
                      <a:pt x="17" y="507"/>
                      <a:pt x="23" y="502"/>
                      <a:pt x="29" y="485"/>
                    </a:cubicBezTo>
                    <a:cubicBezTo>
                      <a:pt x="31" y="471"/>
                      <a:pt x="41" y="450"/>
                      <a:pt x="51" y="440"/>
                    </a:cubicBezTo>
                    <a:cubicBezTo>
                      <a:pt x="55" y="429"/>
                      <a:pt x="49" y="423"/>
                      <a:pt x="47" y="415"/>
                    </a:cubicBezTo>
                    <a:cubicBezTo>
                      <a:pt x="45" y="407"/>
                      <a:pt x="42" y="400"/>
                      <a:pt x="39" y="392"/>
                    </a:cubicBezTo>
                    <a:cubicBezTo>
                      <a:pt x="37" y="383"/>
                      <a:pt x="34" y="373"/>
                      <a:pt x="31" y="364"/>
                    </a:cubicBezTo>
                    <a:cubicBezTo>
                      <a:pt x="32" y="347"/>
                      <a:pt x="21" y="304"/>
                      <a:pt x="46" y="278"/>
                    </a:cubicBezTo>
                    <a:cubicBezTo>
                      <a:pt x="60" y="255"/>
                      <a:pt x="87" y="246"/>
                      <a:pt x="117" y="244"/>
                    </a:cubicBezTo>
                    <a:cubicBezTo>
                      <a:pt x="131" y="239"/>
                      <a:pt x="146" y="238"/>
                      <a:pt x="161" y="236"/>
                    </a:cubicBezTo>
                    <a:cubicBezTo>
                      <a:pt x="169" y="234"/>
                      <a:pt x="174" y="233"/>
                      <a:pt x="181" y="228"/>
                    </a:cubicBezTo>
                    <a:cubicBezTo>
                      <a:pt x="186" y="221"/>
                      <a:pt x="186" y="217"/>
                      <a:pt x="193" y="212"/>
                    </a:cubicBezTo>
                    <a:cubicBezTo>
                      <a:pt x="202" y="185"/>
                      <a:pt x="195" y="135"/>
                      <a:pt x="188" y="106"/>
                    </a:cubicBezTo>
                    <a:cubicBezTo>
                      <a:pt x="184" y="73"/>
                      <a:pt x="186" y="96"/>
                      <a:pt x="182" y="80"/>
                    </a:cubicBezTo>
                    <a:cubicBezTo>
                      <a:pt x="181" y="75"/>
                      <a:pt x="185" y="56"/>
                      <a:pt x="185" y="56"/>
                    </a:cubicBezTo>
                    <a:cubicBezTo>
                      <a:pt x="186" y="41"/>
                      <a:pt x="185" y="26"/>
                      <a:pt x="187" y="12"/>
                    </a:cubicBezTo>
                    <a:cubicBezTo>
                      <a:pt x="189" y="1"/>
                      <a:pt x="217" y="0"/>
                      <a:pt x="217" y="0"/>
                    </a:cubicBezTo>
                    <a:cubicBezTo>
                      <a:pt x="226" y="2"/>
                      <a:pt x="245" y="6"/>
                      <a:pt x="245" y="6"/>
                    </a:cubicBezTo>
                    <a:cubicBezTo>
                      <a:pt x="250" y="22"/>
                      <a:pt x="242" y="3"/>
                      <a:pt x="253" y="14"/>
                    </a:cubicBezTo>
                    <a:cubicBezTo>
                      <a:pt x="254" y="15"/>
                      <a:pt x="254" y="18"/>
                      <a:pt x="255" y="20"/>
                    </a:cubicBezTo>
                    <a:cubicBezTo>
                      <a:pt x="268" y="36"/>
                      <a:pt x="298" y="40"/>
                      <a:pt x="317" y="42"/>
                    </a:cubicBezTo>
                    <a:cubicBezTo>
                      <a:pt x="331" y="47"/>
                      <a:pt x="345" y="49"/>
                      <a:pt x="359" y="54"/>
                    </a:cubicBezTo>
                    <a:cubicBezTo>
                      <a:pt x="376" y="71"/>
                      <a:pt x="387" y="91"/>
                      <a:pt x="395" y="114"/>
                    </a:cubicBezTo>
                    <a:cubicBezTo>
                      <a:pt x="398" y="135"/>
                      <a:pt x="399" y="169"/>
                      <a:pt x="413" y="186"/>
                    </a:cubicBezTo>
                    <a:cubicBezTo>
                      <a:pt x="426" y="202"/>
                      <a:pt x="444" y="209"/>
                      <a:pt x="461" y="220"/>
                    </a:cubicBezTo>
                    <a:cubicBezTo>
                      <a:pt x="507" y="219"/>
                      <a:pt x="516" y="220"/>
                      <a:pt x="549" y="212"/>
                    </a:cubicBezTo>
                    <a:cubicBezTo>
                      <a:pt x="566" y="213"/>
                      <a:pt x="576" y="209"/>
                      <a:pt x="585" y="222"/>
                    </a:cubicBezTo>
                    <a:cubicBezTo>
                      <a:pt x="570" y="232"/>
                      <a:pt x="566" y="245"/>
                      <a:pt x="563" y="262"/>
                    </a:cubicBezTo>
                    <a:cubicBezTo>
                      <a:pt x="562" y="269"/>
                      <a:pt x="559" y="282"/>
                      <a:pt x="559" y="282"/>
                    </a:cubicBezTo>
                    <a:cubicBezTo>
                      <a:pt x="558" y="304"/>
                      <a:pt x="568" y="362"/>
                      <a:pt x="533" y="374"/>
                    </a:cubicBezTo>
                    <a:cubicBezTo>
                      <a:pt x="520" y="387"/>
                      <a:pt x="499" y="398"/>
                      <a:pt x="481" y="404"/>
                    </a:cubicBezTo>
                    <a:cubicBezTo>
                      <a:pt x="475" y="414"/>
                      <a:pt x="462" y="419"/>
                      <a:pt x="453" y="428"/>
                    </a:cubicBezTo>
                    <a:cubicBezTo>
                      <a:pt x="447" y="451"/>
                      <a:pt x="429" y="454"/>
                      <a:pt x="407" y="456"/>
                    </a:cubicBezTo>
                    <a:cubicBezTo>
                      <a:pt x="399" y="459"/>
                      <a:pt x="396" y="460"/>
                      <a:pt x="393" y="468"/>
                    </a:cubicBezTo>
                    <a:cubicBezTo>
                      <a:pt x="392" y="483"/>
                      <a:pt x="393" y="497"/>
                      <a:pt x="391" y="512"/>
                    </a:cubicBezTo>
                    <a:cubicBezTo>
                      <a:pt x="389" y="531"/>
                      <a:pt x="344" y="539"/>
                      <a:pt x="333" y="540"/>
                    </a:cubicBezTo>
                    <a:cubicBezTo>
                      <a:pt x="327" y="549"/>
                      <a:pt x="328" y="545"/>
                      <a:pt x="331" y="558"/>
                    </a:cubicBezTo>
                    <a:cubicBezTo>
                      <a:pt x="332" y="562"/>
                      <a:pt x="335" y="570"/>
                      <a:pt x="335" y="570"/>
                    </a:cubicBezTo>
                    <a:cubicBezTo>
                      <a:pt x="333" y="591"/>
                      <a:pt x="332" y="610"/>
                      <a:pt x="325" y="630"/>
                    </a:cubicBezTo>
                    <a:cubicBezTo>
                      <a:pt x="324" y="645"/>
                      <a:pt x="316" y="677"/>
                      <a:pt x="333" y="688"/>
                    </a:cubicBezTo>
                    <a:cubicBezTo>
                      <a:pt x="337" y="694"/>
                      <a:pt x="349" y="702"/>
                      <a:pt x="349" y="702"/>
                    </a:cubicBezTo>
                    <a:cubicBezTo>
                      <a:pt x="350" y="705"/>
                      <a:pt x="354" y="713"/>
                      <a:pt x="349" y="716"/>
                    </a:cubicBezTo>
                    <a:cubicBezTo>
                      <a:pt x="348" y="716"/>
                      <a:pt x="331" y="711"/>
                      <a:pt x="329" y="710"/>
                    </a:cubicBezTo>
                    <a:cubicBezTo>
                      <a:pt x="318" y="703"/>
                      <a:pt x="300" y="694"/>
                      <a:pt x="287" y="690"/>
                    </a:cubicBezTo>
                    <a:cubicBezTo>
                      <a:pt x="281" y="686"/>
                      <a:pt x="267" y="680"/>
                      <a:pt x="267" y="680"/>
                    </a:cubicBezTo>
                    <a:cubicBezTo>
                      <a:pt x="265" y="673"/>
                      <a:pt x="254" y="658"/>
                      <a:pt x="247" y="656"/>
                    </a:cubicBezTo>
                    <a:cubicBezTo>
                      <a:pt x="206" y="659"/>
                      <a:pt x="232" y="655"/>
                      <a:pt x="215" y="660"/>
                    </a:cubicBezTo>
                    <a:cubicBezTo>
                      <a:pt x="208" y="662"/>
                      <a:pt x="195" y="666"/>
                      <a:pt x="195" y="666"/>
                    </a:cubicBezTo>
                    <a:cubicBezTo>
                      <a:pt x="182" y="665"/>
                      <a:pt x="168" y="665"/>
                      <a:pt x="155" y="664"/>
                    </a:cubicBezTo>
                    <a:cubicBezTo>
                      <a:pt x="147" y="663"/>
                      <a:pt x="133" y="658"/>
                      <a:pt x="133" y="658"/>
                    </a:cubicBezTo>
                    <a:cubicBezTo>
                      <a:pt x="126" y="648"/>
                      <a:pt x="111" y="640"/>
                      <a:pt x="99" y="636"/>
                    </a:cubicBezTo>
                    <a:cubicBezTo>
                      <a:pt x="98" y="634"/>
                      <a:pt x="97" y="632"/>
                      <a:pt x="95" y="630"/>
                    </a:cubicBezTo>
                    <a:cubicBezTo>
                      <a:pt x="93" y="629"/>
                      <a:pt x="90" y="629"/>
                      <a:pt x="89" y="628"/>
                    </a:cubicBezTo>
                    <a:cubicBezTo>
                      <a:pt x="83" y="622"/>
                      <a:pt x="68" y="601"/>
                      <a:pt x="59" y="595"/>
                    </a:cubicBezTo>
                    <a:cubicBezTo>
                      <a:pt x="55" y="583"/>
                      <a:pt x="51" y="575"/>
                      <a:pt x="38" y="571"/>
                    </a:cubicBezTo>
                    <a:cubicBezTo>
                      <a:pt x="29" y="558"/>
                      <a:pt x="29" y="545"/>
                      <a:pt x="11" y="550"/>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0" name="Freeform 19">
                <a:extLst>
                  <a:ext uri="{FF2B5EF4-FFF2-40B4-BE49-F238E27FC236}">
                    <a16:creationId xmlns:a16="http://schemas.microsoft.com/office/drawing/2014/main" id="{6E73A566-EB69-F81C-FB20-B3349C426E9E}"/>
                  </a:ext>
                </a:extLst>
              </p:cNvPr>
              <p:cNvSpPr>
                <a:spLocks/>
              </p:cNvSpPr>
              <p:nvPr/>
            </p:nvSpPr>
            <p:spPr bwMode="auto">
              <a:xfrm>
                <a:off x="3119834" y="3525325"/>
                <a:ext cx="889782" cy="818660"/>
              </a:xfrm>
              <a:custGeom>
                <a:avLst/>
                <a:gdLst>
                  <a:gd name="T0" fmla="*/ 0 w 637"/>
                  <a:gd name="T1" fmla="*/ 175 h 573"/>
                  <a:gd name="T2" fmla="*/ 23 w 637"/>
                  <a:gd name="T3" fmla="*/ 206 h 573"/>
                  <a:gd name="T4" fmla="*/ 46 w 637"/>
                  <a:gd name="T5" fmla="*/ 233 h 573"/>
                  <a:gd name="T6" fmla="*/ 107 w 637"/>
                  <a:gd name="T7" fmla="*/ 268 h 573"/>
                  <a:gd name="T8" fmla="*/ 183 w 637"/>
                  <a:gd name="T9" fmla="*/ 251 h 573"/>
                  <a:gd name="T10" fmla="*/ 204 w 637"/>
                  <a:gd name="T11" fmla="*/ 224 h 573"/>
                  <a:gd name="T12" fmla="*/ 210 w 637"/>
                  <a:gd name="T13" fmla="*/ 214 h 573"/>
                  <a:gd name="T14" fmla="*/ 183 w 637"/>
                  <a:gd name="T15" fmla="*/ 113 h 573"/>
                  <a:gd name="T16" fmla="*/ 187 w 637"/>
                  <a:gd name="T17" fmla="*/ 80 h 573"/>
                  <a:gd name="T18" fmla="*/ 235 w 637"/>
                  <a:gd name="T19" fmla="*/ 92 h 573"/>
                  <a:gd name="T20" fmla="*/ 428 w 637"/>
                  <a:gd name="T21" fmla="*/ 164 h 573"/>
                  <a:gd name="T22" fmla="*/ 499 w 637"/>
                  <a:gd name="T23" fmla="*/ 169 h 573"/>
                  <a:gd name="T24" fmla="*/ 637 w 637"/>
                  <a:gd name="T25" fmla="*/ 154 h 573"/>
                  <a:gd name="T26" fmla="*/ 689 w 637"/>
                  <a:gd name="T27" fmla="*/ 92 h 573"/>
                  <a:gd name="T28" fmla="*/ 711 w 637"/>
                  <a:gd name="T29" fmla="*/ 59 h 573"/>
                  <a:gd name="T30" fmla="*/ 864 w 637"/>
                  <a:gd name="T31" fmla="*/ 22 h 573"/>
                  <a:gd name="T32" fmla="*/ 894 w 637"/>
                  <a:gd name="T33" fmla="*/ 99 h 573"/>
                  <a:gd name="T34" fmla="*/ 908 w 637"/>
                  <a:gd name="T35" fmla="*/ 151 h 573"/>
                  <a:gd name="T36" fmla="*/ 907 w 637"/>
                  <a:gd name="T37" fmla="*/ 299 h 573"/>
                  <a:gd name="T38" fmla="*/ 878 w 637"/>
                  <a:gd name="T39" fmla="*/ 320 h 573"/>
                  <a:gd name="T40" fmla="*/ 752 w 637"/>
                  <a:gd name="T41" fmla="*/ 352 h 573"/>
                  <a:gd name="T42" fmla="*/ 703 w 637"/>
                  <a:gd name="T43" fmla="*/ 380 h 573"/>
                  <a:gd name="T44" fmla="*/ 677 w 637"/>
                  <a:gd name="T45" fmla="*/ 434 h 573"/>
                  <a:gd name="T46" fmla="*/ 668 w 637"/>
                  <a:gd name="T47" fmla="*/ 461 h 573"/>
                  <a:gd name="T48" fmla="*/ 670 w 637"/>
                  <a:gd name="T49" fmla="*/ 488 h 573"/>
                  <a:gd name="T50" fmla="*/ 683 w 637"/>
                  <a:gd name="T51" fmla="*/ 551 h 573"/>
                  <a:gd name="T52" fmla="*/ 691 w 637"/>
                  <a:gd name="T53" fmla="*/ 578 h 573"/>
                  <a:gd name="T54" fmla="*/ 701 w 637"/>
                  <a:gd name="T55" fmla="*/ 617 h 573"/>
                  <a:gd name="T56" fmla="*/ 677 w 637"/>
                  <a:gd name="T57" fmla="*/ 692 h 573"/>
                  <a:gd name="T58" fmla="*/ 646 w 637"/>
                  <a:gd name="T59" fmla="*/ 755 h 573"/>
                  <a:gd name="T60" fmla="*/ 602 w 637"/>
                  <a:gd name="T61" fmla="*/ 836 h 573"/>
                  <a:gd name="T62" fmla="*/ 594 w 637"/>
                  <a:gd name="T63" fmla="*/ 854 h 573"/>
                  <a:gd name="T64" fmla="*/ 577 w 637"/>
                  <a:gd name="T65" fmla="*/ 860 h 573"/>
                  <a:gd name="T66" fmla="*/ 537 w 637"/>
                  <a:gd name="T67" fmla="*/ 854 h 573"/>
                  <a:gd name="T68" fmla="*/ 520 w 637"/>
                  <a:gd name="T69" fmla="*/ 842 h 573"/>
                  <a:gd name="T70" fmla="*/ 499 w 637"/>
                  <a:gd name="T71" fmla="*/ 800 h 573"/>
                  <a:gd name="T72" fmla="*/ 462 w 637"/>
                  <a:gd name="T73" fmla="*/ 752 h 573"/>
                  <a:gd name="T74" fmla="*/ 436 w 637"/>
                  <a:gd name="T75" fmla="*/ 707 h 573"/>
                  <a:gd name="T76" fmla="*/ 407 w 637"/>
                  <a:gd name="T77" fmla="*/ 680 h 573"/>
                  <a:gd name="T78" fmla="*/ 382 w 637"/>
                  <a:gd name="T79" fmla="*/ 671 h 573"/>
                  <a:gd name="T80" fmla="*/ 353 w 637"/>
                  <a:gd name="T81" fmla="*/ 674 h 573"/>
                  <a:gd name="T82" fmla="*/ 347 w 637"/>
                  <a:gd name="T83" fmla="*/ 692 h 573"/>
                  <a:gd name="T84" fmla="*/ 335 w 637"/>
                  <a:gd name="T85" fmla="*/ 709 h 573"/>
                  <a:gd name="T86" fmla="*/ 321 w 637"/>
                  <a:gd name="T87" fmla="*/ 671 h 573"/>
                  <a:gd name="T88" fmla="*/ 313 w 637"/>
                  <a:gd name="T89" fmla="*/ 595 h 573"/>
                  <a:gd name="T90" fmla="*/ 284 w 637"/>
                  <a:gd name="T91" fmla="*/ 566 h 573"/>
                  <a:gd name="T92" fmla="*/ 267 w 637"/>
                  <a:gd name="T93" fmla="*/ 560 h 573"/>
                  <a:gd name="T94" fmla="*/ 249 w 637"/>
                  <a:gd name="T95" fmla="*/ 524 h 573"/>
                  <a:gd name="T96" fmla="*/ 241 w 637"/>
                  <a:gd name="T97" fmla="*/ 497 h 573"/>
                  <a:gd name="T98" fmla="*/ 255 w 637"/>
                  <a:gd name="T99" fmla="*/ 419 h 573"/>
                  <a:gd name="T100" fmla="*/ 264 w 637"/>
                  <a:gd name="T101" fmla="*/ 392 h 573"/>
                  <a:gd name="T102" fmla="*/ 121 w 637"/>
                  <a:gd name="T103" fmla="*/ 386 h 573"/>
                  <a:gd name="T104" fmla="*/ 115 w 637"/>
                  <a:gd name="T105" fmla="*/ 404 h 573"/>
                  <a:gd name="T106" fmla="*/ 97 w 637"/>
                  <a:gd name="T107" fmla="*/ 415 h 573"/>
                  <a:gd name="T108" fmla="*/ 68 w 637"/>
                  <a:gd name="T109" fmla="*/ 368 h 573"/>
                  <a:gd name="T110" fmla="*/ 72 w 637"/>
                  <a:gd name="T111" fmla="*/ 338 h 573"/>
                  <a:gd name="T112" fmla="*/ 78 w 637"/>
                  <a:gd name="T113" fmla="*/ 320 h 573"/>
                  <a:gd name="T114" fmla="*/ 74 w 637"/>
                  <a:gd name="T115" fmla="*/ 305 h 573"/>
                  <a:gd name="T116" fmla="*/ 49 w 637"/>
                  <a:gd name="T117" fmla="*/ 295 h 573"/>
                  <a:gd name="T118" fmla="*/ 16 w 637"/>
                  <a:gd name="T119" fmla="*/ 268 h 573"/>
                  <a:gd name="T120" fmla="*/ 12 w 637"/>
                  <a:gd name="T121" fmla="*/ 225 h 573"/>
                  <a:gd name="T122" fmla="*/ 0 w 637"/>
                  <a:gd name="T123" fmla="*/ 175 h 57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37"/>
                  <a:gd name="T187" fmla="*/ 0 h 573"/>
                  <a:gd name="T188" fmla="*/ 637 w 637"/>
                  <a:gd name="T189" fmla="*/ 573 h 57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37" h="573">
                    <a:moveTo>
                      <a:pt x="0" y="117"/>
                    </a:moveTo>
                    <a:cubicBezTo>
                      <a:pt x="2" y="124"/>
                      <a:pt x="10" y="133"/>
                      <a:pt x="16" y="137"/>
                    </a:cubicBezTo>
                    <a:cubicBezTo>
                      <a:pt x="18" y="144"/>
                      <a:pt x="25" y="153"/>
                      <a:pt x="32" y="155"/>
                    </a:cubicBezTo>
                    <a:cubicBezTo>
                      <a:pt x="36" y="167"/>
                      <a:pt x="62" y="177"/>
                      <a:pt x="74" y="179"/>
                    </a:cubicBezTo>
                    <a:cubicBezTo>
                      <a:pt x="92" y="178"/>
                      <a:pt x="114" y="181"/>
                      <a:pt x="128" y="167"/>
                    </a:cubicBezTo>
                    <a:cubicBezTo>
                      <a:pt x="137" y="158"/>
                      <a:pt x="132" y="163"/>
                      <a:pt x="142" y="149"/>
                    </a:cubicBezTo>
                    <a:cubicBezTo>
                      <a:pt x="143" y="147"/>
                      <a:pt x="146" y="143"/>
                      <a:pt x="146" y="143"/>
                    </a:cubicBezTo>
                    <a:cubicBezTo>
                      <a:pt x="143" y="103"/>
                      <a:pt x="138" y="106"/>
                      <a:pt x="128" y="75"/>
                    </a:cubicBezTo>
                    <a:cubicBezTo>
                      <a:pt x="129" y="68"/>
                      <a:pt x="128" y="60"/>
                      <a:pt x="130" y="53"/>
                    </a:cubicBezTo>
                    <a:cubicBezTo>
                      <a:pt x="132" y="47"/>
                      <a:pt x="159" y="58"/>
                      <a:pt x="164" y="61"/>
                    </a:cubicBezTo>
                    <a:cubicBezTo>
                      <a:pt x="193" y="105"/>
                      <a:pt x="248" y="106"/>
                      <a:pt x="298" y="109"/>
                    </a:cubicBezTo>
                    <a:cubicBezTo>
                      <a:pt x="315" y="110"/>
                      <a:pt x="348" y="113"/>
                      <a:pt x="348" y="113"/>
                    </a:cubicBezTo>
                    <a:cubicBezTo>
                      <a:pt x="380" y="111"/>
                      <a:pt x="412" y="108"/>
                      <a:pt x="444" y="103"/>
                    </a:cubicBezTo>
                    <a:cubicBezTo>
                      <a:pt x="456" y="85"/>
                      <a:pt x="460" y="74"/>
                      <a:pt x="480" y="61"/>
                    </a:cubicBezTo>
                    <a:cubicBezTo>
                      <a:pt x="483" y="53"/>
                      <a:pt x="489" y="44"/>
                      <a:pt x="496" y="39"/>
                    </a:cubicBezTo>
                    <a:cubicBezTo>
                      <a:pt x="522" y="0"/>
                      <a:pt x="537" y="17"/>
                      <a:pt x="602" y="15"/>
                    </a:cubicBezTo>
                    <a:cubicBezTo>
                      <a:pt x="636" y="4"/>
                      <a:pt x="621" y="38"/>
                      <a:pt x="623" y="66"/>
                    </a:cubicBezTo>
                    <a:cubicBezTo>
                      <a:pt x="623" y="74"/>
                      <a:pt x="629" y="94"/>
                      <a:pt x="633" y="100"/>
                    </a:cubicBezTo>
                    <a:cubicBezTo>
                      <a:pt x="635" y="136"/>
                      <a:pt x="637" y="163"/>
                      <a:pt x="632" y="199"/>
                    </a:cubicBezTo>
                    <a:cubicBezTo>
                      <a:pt x="631" y="207"/>
                      <a:pt x="612" y="213"/>
                      <a:pt x="612" y="213"/>
                    </a:cubicBezTo>
                    <a:cubicBezTo>
                      <a:pt x="596" y="229"/>
                      <a:pt x="546" y="232"/>
                      <a:pt x="524" y="234"/>
                    </a:cubicBezTo>
                    <a:cubicBezTo>
                      <a:pt x="508" y="239"/>
                      <a:pt x="503" y="244"/>
                      <a:pt x="490" y="253"/>
                    </a:cubicBezTo>
                    <a:cubicBezTo>
                      <a:pt x="486" y="266"/>
                      <a:pt x="476" y="277"/>
                      <a:pt x="472" y="289"/>
                    </a:cubicBezTo>
                    <a:cubicBezTo>
                      <a:pt x="470" y="295"/>
                      <a:pt x="468" y="301"/>
                      <a:pt x="466" y="307"/>
                    </a:cubicBezTo>
                    <a:cubicBezTo>
                      <a:pt x="465" y="311"/>
                      <a:pt x="467" y="325"/>
                      <a:pt x="467" y="325"/>
                    </a:cubicBezTo>
                    <a:cubicBezTo>
                      <a:pt x="469" y="342"/>
                      <a:pt x="464" y="355"/>
                      <a:pt x="476" y="367"/>
                    </a:cubicBezTo>
                    <a:cubicBezTo>
                      <a:pt x="478" y="373"/>
                      <a:pt x="480" y="379"/>
                      <a:pt x="482" y="385"/>
                    </a:cubicBezTo>
                    <a:cubicBezTo>
                      <a:pt x="483" y="387"/>
                      <a:pt x="488" y="411"/>
                      <a:pt x="488" y="411"/>
                    </a:cubicBezTo>
                    <a:cubicBezTo>
                      <a:pt x="491" y="432"/>
                      <a:pt x="492" y="448"/>
                      <a:pt x="472" y="461"/>
                    </a:cubicBezTo>
                    <a:cubicBezTo>
                      <a:pt x="467" y="476"/>
                      <a:pt x="456" y="489"/>
                      <a:pt x="450" y="503"/>
                    </a:cubicBezTo>
                    <a:cubicBezTo>
                      <a:pt x="442" y="522"/>
                      <a:pt x="435" y="542"/>
                      <a:pt x="420" y="557"/>
                    </a:cubicBezTo>
                    <a:cubicBezTo>
                      <a:pt x="419" y="560"/>
                      <a:pt x="417" y="567"/>
                      <a:pt x="414" y="569"/>
                    </a:cubicBezTo>
                    <a:cubicBezTo>
                      <a:pt x="410" y="571"/>
                      <a:pt x="402" y="573"/>
                      <a:pt x="402" y="573"/>
                    </a:cubicBezTo>
                    <a:cubicBezTo>
                      <a:pt x="400" y="573"/>
                      <a:pt x="381" y="573"/>
                      <a:pt x="374" y="569"/>
                    </a:cubicBezTo>
                    <a:cubicBezTo>
                      <a:pt x="370" y="567"/>
                      <a:pt x="362" y="561"/>
                      <a:pt x="362" y="561"/>
                    </a:cubicBezTo>
                    <a:cubicBezTo>
                      <a:pt x="358" y="550"/>
                      <a:pt x="358" y="540"/>
                      <a:pt x="348" y="533"/>
                    </a:cubicBezTo>
                    <a:cubicBezTo>
                      <a:pt x="341" y="523"/>
                      <a:pt x="334" y="505"/>
                      <a:pt x="322" y="501"/>
                    </a:cubicBezTo>
                    <a:cubicBezTo>
                      <a:pt x="319" y="491"/>
                      <a:pt x="311" y="478"/>
                      <a:pt x="304" y="471"/>
                    </a:cubicBezTo>
                    <a:cubicBezTo>
                      <a:pt x="301" y="462"/>
                      <a:pt x="293" y="456"/>
                      <a:pt x="284" y="453"/>
                    </a:cubicBezTo>
                    <a:cubicBezTo>
                      <a:pt x="278" y="451"/>
                      <a:pt x="266" y="447"/>
                      <a:pt x="266" y="447"/>
                    </a:cubicBezTo>
                    <a:cubicBezTo>
                      <a:pt x="259" y="448"/>
                      <a:pt x="252" y="446"/>
                      <a:pt x="246" y="449"/>
                    </a:cubicBezTo>
                    <a:cubicBezTo>
                      <a:pt x="242" y="451"/>
                      <a:pt x="243" y="457"/>
                      <a:pt x="242" y="461"/>
                    </a:cubicBezTo>
                    <a:cubicBezTo>
                      <a:pt x="240" y="466"/>
                      <a:pt x="234" y="473"/>
                      <a:pt x="234" y="473"/>
                    </a:cubicBezTo>
                    <a:cubicBezTo>
                      <a:pt x="229" y="465"/>
                      <a:pt x="227" y="456"/>
                      <a:pt x="224" y="447"/>
                    </a:cubicBezTo>
                    <a:cubicBezTo>
                      <a:pt x="222" y="431"/>
                      <a:pt x="226" y="411"/>
                      <a:pt x="218" y="397"/>
                    </a:cubicBezTo>
                    <a:cubicBezTo>
                      <a:pt x="210" y="383"/>
                      <a:pt x="211" y="386"/>
                      <a:pt x="198" y="377"/>
                    </a:cubicBezTo>
                    <a:cubicBezTo>
                      <a:pt x="194" y="375"/>
                      <a:pt x="186" y="373"/>
                      <a:pt x="186" y="373"/>
                    </a:cubicBezTo>
                    <a:cubicBezTo>
                      <a:pt x="183" y="364"/>
                      <a:pt x="178" y="357"/>
                      <a:pt x="174" y="349"/>
                    </a:cubicBezTo>
                    <a:cubicBezTo>
                      <a:pt x="171" y="343"/>
                      <a:pt x="168" y="331"/>
                      <a:pt x="168" y="331"/>
                    </a:cubicBezTo>
                    <a:cubicBezTo>
                      <a:pt x="169" y="311"/>
                      <a:pt x="161" y="290"/>
                      <a:pt x="178" y="279"/>
                    </a:cubicBezTo>
                    <a:cubicBezTo>
                      <a:pt x="180" y="273"/>
                      <a:pt x="184" y="261"/>
                      <a:pt x="184" y="261"/>
                    </a:cubicBezTo>
                    <a:cubicBezTo>
                      <a:pt x="173" y="249"/>
                      <a:pt x="117" y="249"/>
                      <a:pt x="84" y="257"/>
                    </a:cubicBezTo>
                    <a:cubicBezTo>
                      <a:pt x="83" y="261"/>
                      <a:pt x="84" y="267"/>
                      <a:pt x="80" y="269"/>
                    </a:cubicBezTo>
                    <a:cubicBezTo>
                      <a:pt x="76" y="272"/>
                      <a:pt x="68" y="277"/>
                      <a:pt x="68" y="277"/>
                    </a:cubicBezTo>
                    <a:cubicBezTo>
                      <a:pt x="51" y="271"/>
                      <a:pt x="57" y="258"/>
                      <a:pt x="48" y="245"/>
                    </a:cubicBezTo>
                    <a:cubicBezTo>
                      <a:pt x="49" y="238"/>
                      <a:pt x="49" y="232"/>
                      <a:pt x="50" y="225"/>
                    </a:cubicBezTo>
                    <a:cubicBezTo>
                      <a:pt x="51" y="221"/>
                      <a:pt x="54" y="213"/>
                      <a:pt x="54" y="213"/>
                    </a:cubicBezTo>
                    <a:cubicBezTo>
                      <a:pt x="53" y="210"/>
                      <a:pt x="54" y="205"/>
                      <a:pt x="52" y="203"/>
                    </a:cubicBezTo>
                    <a:cubicBezTo>
                      <a:pt x="48" y="199"/>
                      <a:pt x="34" y="197"/>
                      <a:pt x="34" y="197"/>
                    </a:cubicBezTo>
                    <a:cubicBezTo>
                      <a:pt x="30" y="192"/>
                      <a:pt x="17" y="179"/>
                      <a:pt x="11" y="179"/>
                    </a:cubicBezTo>
                    <a:cubicBezTo>
                      <a:pt x="6" y="171"/>
                      <a:pt x="10" y="160"/>
                      <a:pt x="8" y="150"/>
                    </a:cubicBezTo>
                    <a:cubicBezTo>
                      <a:pt x="6" y="140"/>
                      <a:pt x="2" y="124"/>
                      <a:pt x="0" y="117"/>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1" name="Freeform 20">
                <a:extLst>
                  <a:ext uri="{FF2B5EF4-FFF2-40B4-BE49-F238E27FC236}">
                    <a16:creationId xmlns:a16="http://schemas.microsoft.com/office/drawing/2014/main" id="{C39E81DA-F21A-C1D0-6E37-7F2A4D0C9E18}"/>
                  </a:ext>
                </a:extLst>
              </p:cNvPr>
              <p:cNvSpPr>
                <a:spLocks/>
              </p:cNvSpPr>
              <p:nvPr/>
            </p:nvSpPr>
            <p:spPr bwMode="auto">
              <a:xfrm>
                <a:off x="2662698" y="3557978"/>
                <a:ext cx="457135" cy="811663"/>
              </a:xfrm>
              <a:custGeom>
                <a:avLst/>
                <a:gdLst>
                  <a:gd name="T0" fmla="*/ 1 w 327"/>
                  <a:gd name="T1" fmla="*/ 0 h 568"/>
                  <a:gd name="T2" fmla="*/ 186 w 327"/>
                  <a:gd name="T3" fmla="*/ 15 h 568"/>
                  <a:gd name="T4" fmla="*/ 254 w 327"/>
                  <a:gd name="T5" fmla="*/ 51 h 568"/>
                  <a:gd name="T6" fmla="*/ 295 w 327"/>
                  <a:gd name="T7" fmla="*/ 62 h 568"/>
                  <a:gd name="T8" fmla="*/ 378 w 327"/>
                  <a:gd name="T9" fmla="*/ 31 h 568"/>
                  <a:gd name="T10" fmla="*/ 400 w 327"/>
                  <a:gd name="T11" fmla="*/ 9 h 568"/>
                  <a:gd name="T12" fmla="*/ 427 w 327"/>
                  <a:gd name="T13" fmla="*/ 0 h 568"/>
                  <a:gd name="T14" fmla="*/ 458 w 327"/>
                  <a:gd name="T15" fmla="*/ 39 h 568"/>
                  <a:gd name="T16" fmla="*/ 396 w 327"/>
                  <a:gd name="T17" fmla="*/ 151 h 568"/>
                  <a:gd name="T18" fmla="*/ 378 w 327"/>
                  <a:gd name="T19" fmla="*/ 172 h 568"/>
                  <a:gd name="T20" fmla="*/ 361 w 327"/>
                  <a:gd name="T21" fmla="*/ 178 h 568"/>
                  <a:gd name="T22" fmla="*/ 344 w 327"/>
                  <a:gd name="T23" fmla="*/ 207 h 568"/>
                  <a:gd name="T24" fmla="*/ 338 w 327"/>
                  <a:gd name="T25" fmla="*/ 225 h 568"/>
                  <a:gd name="T26" fmla="*/ 367 w 327"/>
                  <a:gd name="T27" fmla="*/ 381 h 568"/>
                  <a:gd name="T28" fmla="*/ 381 w 327"/>
                  <a:gd name="T29" fmla="*/ 412 h 568"/>
                  <a:gd name="T30" fmla="*/ 384 w 327"/>
                  <a:gd name="T31" fmla="*/ 420 h 568"/>
                  <a:gd name="T32" fmla="*/ 392 w 327"/>
                  <a:gd name="T33" fmla="*/ 424 h 568"/>
                  <a:gd name="T34" fmla="*/ 400 w 327"/>
                  <a:gd name="T35" fmla="*/ 453 h 568"/>
                  <a:gd name="T36" fmla="*/ 406 w 327"/>
                  <a:gd name="T37" fmla="*/ 507 h 568"/>
                  <a:gd name="T38" fmla="*/ 424 w 327"/>
                  <a:gd name="T39" fmla="*/ 520 h 568"/>
                  <a:gd name="T40" fmla="*/ 406 w 327"/>
                  <a:gd name="T41" fmla="*/ 540 h 568"/>
                  <a:gd name="T42" fmla="*/ 392 w 327"/>
                  <a:gd name="T43" fmla="*/ 565 h 568"/>
                  <a:gd name="T44" fmla="*/ 367 w 327"/>
                  <a:gd name="T45" fmla="*/ 573 h 568"/>
                  <a:gd name="T46" fmla="*/ 340 w 327"/>
                  <a:gd name="T47" fmla="*/ 565 h 568"/>
                  <a:gd name="T48" fmla="*/ 315 w 327"/>
                  <a:gd name="T49" fmla="*/ 571 h 568"/>
                  <a:gd name="T50" fmla="*/ 301 w 327"/>
                  <a:gd name="T51" fmla="*/ 613 h 568"/>
                  <a:gd name="T52" fmla="*/ 287 w 327"/>
                  <a:gd name="T53" fmla="*/ 634 h 568"/>
                  <a:gd name="T54" fmla="*/ 297 w 327"/>
                  <a:gd name="T55" fmla="*/ 687 h 568"/>
                  <a:gd name="T56" fmla="*/ 240 w 327"/>
                  <a:gd name="T57" fmla="*/ 751 h 568"/>
                  <a:gd name="T58" fmla="*/ 217 w 327"/>
                  <a:gd name="T59" fmla="*/ 822 h 568"/>
                  <a:gd name="T60" fmla="*/ 197 w 327"/>
                  <a:gd name="T61" fmla="*/ 853 h 568"/>
                  <a:gd name="T62" fmla="*/ 171 w 327"/>
                  <a:gd name="T63" fmla="*/ 822 h 568"/>
                  <a:gd name="T64" fmla="*/ 159 w 327"/>
                  <a:gd name="T65" fmla="*/ 808 h 568"/>
                  <a:gd name="T66" fmla="*/ 131 w 327"/>
                  <a:gd name="T67" fmla="*/ 751 h 568"/>
                  <a:gd name="T68" fmla="*/ 122 w 327"/>
                  <a:gd name="T69" fmla="*/ 724 h 568"/>
                  <a:gd name="T70" fmla="*/ 119 w 327"/>
                  <a:gd name="T71" fmla="*/ 714 h 568"/>
                  <a:gd name="T72" fmla="*/ 91 w 327"/>
                  <a:gd name="T73" fmla="*/ 621 h 568"/>
                  <a:gd name="T74" fmla="*/ 67 w 327"/>
                  <a:gd name="T75" fmla="*/ 528 h 568"/>
                  <a:gd name="T76" fmla="*/ 79 w 327"/>
                  <a:gd name="T77" fmla="*/ 495 h 568"/>
                  <a:gd name="T78" fmla="*/ 96 w 327"/>
                  <a:gd name="T79" fmla="*/ 484 h 568"/>
                  <a:gd name="T80" fmla="*/ 108 w 327"/>
                  <a:gd name="T81" fmla="*/ 468 h 568"/>
                  <a:gd name="T82" fmla="*/ 125 w 327"/>
                  <a:gd name="T83" fmla="*/ 420 h 568"/>
                  <a:gd name="T84" fmla="*/ 105 w 327"/>
                  <a:gd name="T85" fmla="*/ 366 h 568"/>
                  <a:gd name="T86" fmla="*/ 79 w 327"/>
                  <a:gd name="T87" fmla="*/ 358 h 568"/>
                  <a:gd name="T88" fmla="*/ 62 w 327"/>
                  <a:gd name="T89" fmla="*/ 331 h 568"/>
                  <a:gd name="T90" fmla="*/ 28 w 327"/>
                  <a:gd name="T91" fmla="*/ 252 h 568"/>
                  <a:gd name="T92" fmla="*/ 13 w 327"/>
                  <a:gd name="T93" fmla="*/ 225 h 568"/>
                  <a:gd name="T94" fmla="*/ 36 w 327"/>
                  <a:gd name="T95" fmla="*/ 192 h 568"/>
                  <a:gd name="T96" fmla="*/ 44 w 327"/>
                  <a:gd name="T97" fmla="*/ 165 h 568"/>
                  <a:gd name="T98" fmla="*/ 10 w 327"/>
                  <a:gd name="T99" fmla="*/ 118 h 568"/>
                  <a:gd name="T100" fmla="*/ 19 w 327"/>
                  <a:gd name="T101" fmla="*/ 69 h 568"/>
                  <a:gd name="T102" fmla="*/ 16 w 327"/>
                  <a:gd name="T103" fmla="*/ 45 h 568"/>
                  <a:gd name="T104" fmla="*/ 1 w 327"/>
                  <a:gd name="T105" fmla="*/ 0 h 56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27"/>
                  <a:gd name="T160" fmla="*/ 0 h 568"/>
                  <a:gd name="T161" fmla="*/ 327 w 327"/>
                  <a:gd name="T162" fmla="*/ 568 h 56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27" h="568">
                    <a:moveTo>
                      <a:pt x="1" y="0"/>
                    </a:moveTo>
                    <a:cubicBezTo>
                      <a:pt x="63" y="2"/>
                      <a:pt x="78" y="7"/>
                      <a:pt x="129" y="10"/>
                    </a:cubicBezTo>
                    <a:cubicBezTo>
                      <a:pt x="138" y="23"/>
                      <a:pt x="162" y="29"/>
                      <a:pt x="177" y="34"/>
                    </a:cubicBezTo>
                    <a:cubicBezTo>
                      <a:pt x="186" y="37"/>
                      <a:pt x="205" y="42"/>
                      <a:pt x="205" y="42"/>
                    </a:cubicBezTo>
                    <a:cubicBezTo>
                      <a:pt x="228" y="40"/>
                      <a:pt x="245" y="32"/>
                      <a:pt x="263" y="20"/>
                    </a:cubicBezTo>
                    <a:cubicBezTo>
                      <a:pt x="268" y="13"/>
                      <a:pt x="269" y="9"/>
                      <a:pt x="279" y="6"/>
                    </a:cubicBezTo>
                    <a:cubicBezTo>
                      <a:pt x="285" y="4"/>
                      <a:pt x="297" y="0"/>
                      <a:pt x="297" y="0"/>
                    </a:cubicBezTo>
                    <a:cubicBezTo>
                      <a:pt x="320" y="3"/>
                      <a:pt x="316" y="7"/>
                      <a:pt x="319" y="26"/>
                    </a:cubicBezTo>
                    <a:cubicBezTo>
                      <a:pt x="317" y="83"/>
                      <a:pt x="327" y="96"/>
                      <a:pt x="275" y="100"/>
                    </a:cubicBezTo>
                    <a:cubicBezTo>
                      <a:pt x="265" y="103"/>
                      <a:pt x="269" y="110"/>
                      <a:pt x="263" y="114"/>
                    </a:cubicBezTo>
                    <a:cubicBezTo>
                      <a:pt x="260" y="116"/>
                      <a:pt x="251" y="118"/>
                      <a:pt x="251" y="118"/>
                    </a:cubicBezTo>
                    <a:cubicBezTo>
                      <a:pt x="247" y="131"/>
                      <a:pt x="245" y="120"/>
                      <a:pt x="239" y="138"/>
                    </a:cubicBezTo>
                    <a:cubicBezTo>
                      <a:pt x="238" y="142"/>
                      <a:pt x="235" y="150"/>
                      <a:pt x="235" y="150"/>
                    </a:cubicBezTo>
                    <a:cubicBezTo>
                      <a:pt x="236" y="189"/>
                      <a:pt x="234" y="222"/>
                      <a:pt x="255" y="254"/>
                    </a:cubicBezTo>
                    <a:cubicBezTo>
                      <a:pt x="257" y="263"/>
                      <a:pt x="255" y="271"/>
                      <a:pt x="265" y="274"/>
                    </a:cubicBezTo>
                    <a:cubicBezTo>
                      <a:pt x="266" y="276"/>
                      <a:pt x="266" y="279"/>
                      <a:pt x="267" y="280"/>
                    </a:cubicBezTo>
                    <a:cubicBezTo>
                      <a:pt x="268" y="281"/>
                      <a:pt x="272" y="280"/>
                      <a:pt x="273" y="282"/>
                    </a:cubicBezTo>
                    <a:cubicBezTo>
                      <a:pt x="275" y="285"/>
                      <a:pt x="278" y="298"/>
                      <a:pt x="279" y="302"/>
                    </a:cubicBezTo>
                    <a:cubicBezTo>
                      <a:pt x="280" y="314"/>
                      <a:pt x="274" y="329"/>
                      <a:pt x="283" y="338"/>
                    </a:cubicBezTo>
                    <a:cubicBezTo>
                      <a:pt x="286" y="341"/>
                      <a:pt x="295" y="346"/>
                      <a:pt x="295" y="346"/>
                    </a:cubicBezTo>
                    <a:cubicBezTo>
                      <a:pt x="292" y="355"/>
                      <a:pt x="287" y="351"/>
                      <a:pt x="283" y="360"/>
                    </a:cubicBezTo>
                    <a:cubicBezTo>
                      <a:pt x="278" y="371"/>
                      <a:pt x="282" y="372"/>
                      <a:pt x="273" y="376"/>
                    </a:cubicBezTo>
                    <a:cubicBezTo>
                      <a:pt x="267" y="379"/>
                      <a:pt x="255" y="382"/>
                      <a:pt x="255" y="382"/>
                    </a:cubicBezTo>
                    <a:cubicBezTo>
                      <a:pt x="249" y="380"/>
                      <a:pt x="237" y="376"/>
                      <a:pt x="237" y="376"/>
                    </a:cubicBezTo>
                    <a:cubicBezTo>
                      <a:pt x="231" y="377"/>
                      <a:pt x="221" y="374"/>
                      <a:pt x="219" y="380"/>
                    </a:cubicBezTo>
                    <a:cubicBezTo>
                      <a:pt x="214" y="393"/>
                      <a:pt x="223" y="403"/>
                      <a:pt x="209" y="408"/>
                    </a:cubicBezTo>
                    <a:cubicBezTo>
                      <a:pt x="206" y="417"/>
                      <a:pt x="202" y="413"/>
                      <a:pt x="199" y="422"/>
                    </a:cubicBezTo>
                    <a:cubicBezTo>
                      <a:pt x="201" y="446"/>
                      <a:pt x="202" y="442"/>
                      <a:pt x="207" y="458"/>
                    </a:cubicBezTo>
                    <a:cubicBezTo>
                      <a:pt x="203" y="492"/>
                      <a:pt x="198" y="492"/>
                      <a:pt x="167" y="500"/>
                    </a:cubicBezTo>
                    <a:cubicBezTo>
                      <a:pt x="149" y="512"/>
                      <a:pt x="171" y="541"/>
                      <a:pt x="151" y="548"/>
                    </a:cubicBezTo>
                    <a:cubicBezTo>
                      <a:pt x="148" y="558"/>
                      <a:pt x="147" y="565"/>
                      <a:pt x="137" y="568"/>
                    </a:cubicBezTo>
                    <a:cubicBezTo>
                      <a:pt x="128" y="562"/>
                      <a:pt x="131" y="552"/>
                      <a:pt x="119" y="548"/>
                    </a:cubicBezTo>
                    <a:cubicBezTo>
                      <a:pt x="114" y="533"/>
                      <a:pt x="121" y="551"/>
                      <a:pt x="111" y="538"/>
                    </a:cubicBezTo>
                    <a:cubicBezTo>
                      <a:pt x="102" y="527"/>
                      <a:pt x="96" y="513"/>
                      <a:pt x="91" y="500"/>
                    </a:cubicBezTo>
                    <a:cubicBezTo>
                      <a:pt x="89" y="494"/>
                      <a:pt x="87" y="488"/>
                      <a:pt x="85" y="482"/>
                    </a:cubicBezTo>
                    <a:cubicBezTo>
                      <a:pt x="84" y="480"/>
                      <a:pt x="83" y="476"/>
                      <a:pt x="83" y="476"/>
                    </a:cubicBezTo>
                    <a:cubicBezTo>
                      <a:pt x="80" y="453"/>
                      <a:pt x="70" y="435"/>
                      <a:pt x="63" y="414"/>
                    </a:cubicBezTo>
                    <a:cubicBezTo>
                      <a:pt x="56" y="394"/>
                      <a:pt x="52" y="373"/>
                      <a:pt x="47" y="352"/>
                    </a:cubicBezTo>
                    <a:cubicBezTo>
                      <a:pt x="48" y="345"/>
                      <a:pt x="49" y="335"/>
                      <a:pt x="55" y="330"/>
                    </a:cubicBezTo>
                    <a:cubicBezTo>
                      <a:pt x="59" y="327"/>
                      <a:pt x="67" y="322"/>
                      <a:pt x="67" y="322"/>
                    </a:cubicBezTo>
                    <a:cubicBezTo>
                      <a:pt x="72" y="307"/>
                      <a:pt x="65" y="325"/>
                      <a:pt x="75" y="312"/>
                    </a:cubicBezTo>
                    <a:cubicBezTo>
                      <a:pt x="82" y="304"/>
                      <a:pt x="84" y="290"/>
                      <a:pt x="87" y="280"/>
                    </a:cubicBezTo>
                    <a:cubicBezTo>
                      <a:pt x="86" y="273"/>
                      <a:pt x="83" y="247"/>
                      <a:pt x="73" y="244"/>
                    </a:cubicBezTo>
                    <a:cubicBezTo>
                      <a:pt x="67" y="242"/>
                      <a:pt x="55" y="238"/>
                      <a:pt x="55" y="238"/>
                    </a:cubicBezTo>
                    <a:cubicBezTo>
                      <a:pt x="51" y="232"/>
                      <a:pt x="47" y="226"/>
                      <a:pt x="43" y="220"/>
                    </a:cubicBezTo>
                    <a:cubicBezTo>
                      <a:pt x="32" y="204"/>
                      <a:pt x="36" y="179"/>
                      <a:pt x="19" y="168"/>
                    </a:cubicBezTo>
                    <a:cubicBezTo>
                      <a:pt x="10" y="154"/>
                      <a:pt x="13" y="161"/>
                      <a:pt x="9" y="150"/>
                    </a:cubicBezTo>
                    <a:cubicBezTo>
                      <a:pt x="12" y="140"/>
                      <a:pt x="21" y="140"/>
                      <a:pt x="25" y="128"/>
                    </a:cubicBezTo>
                    <a:cubicBezTo>
                      <a:pt x="27" y="122"/>
                      <a:pt x="31" y="110"/>
                      <a:pt x="31" y="110"/>
                    </a:cubicBezTo>
                    <a:cubicBezTo>
                      <a:pt x="29" y="94"/>
                      <a:pt x="23" y="83"/>
                      <a:pt x="7" y="78"/>
                    </a:cubicBezTo>
                    <a:cubicBezTo>
                      <a:pt x="0" y="67"/>
                      <a:pt x="2" y="53"/>
                      <a:pt x="13" y="46"/>
                    </a:cubicBezTo>
                    <a:cubicBezTo>
                      <a:pt x="18" y="32"/>
                      <a:pt x="21" y="36"/>
                      <a:pt x="11" y="30"/>
                    </a:cubicBezTo>
                    <a:cubicBezTo>
                      <a:pt x="7" y="19"/>
                      <a:pt x="1" y="12"/>
                      <a:pt x="1" y="0"/>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2" name="Freeform 21">
                <a:extLst>
                  <a:ext uri="{FF2B5EF4-FFF2-40B4-BE49-F238E27FC236}">
                    <a16:creationId xmlns:a16="http://schemas.microsoft.com/office/drawing/2014/main" id="{A6D8F445-3D87-33E0-7D10-010C86FC5E2F}"/>
                  </a:ext>
                </a:extLst>
              </p:cNvPr>
              <p:cNvSpPr>
                <a:spLocks/>
              </p:cNvSpPr>
              <p:nvPr/>
            </p:nvSpPr>
            <p:spPr bwMode="auto">
              <a:xfrm>
                <a:off x="1835889" y="3322409"/>
                <a:ext cx="429148" cy="639068"/>
              </a:xfrm>
              <a:custGeom>
                <a:avLst/>
                <a:gdLst>
                  <a:gd name="T0" fmla="*/ 44 w 307"/>
                  <a:gd name="T1" fmla="*/ 9 h 447"/>
                  <a:gd name="T2" fmla="*/ 66 w 307"/>
                  <a:gd name="T3" fmla="*/ 1 h 447"/>
                  <a:gd name="T4" fmla="*/ 103 w 307"/>
                  <a:gd name="T5" fmla="*/ 6 h 447"/>
                  <a:gd name="T6" fmla="*/ 129 w 307"/>
                  <a:gd name="T7" fmla="*/ 20 h 447"/>
                  <a:gd name="T8" fmla="*/ 147 w 307"/>
                  <a:gd name="T9" fmla="*/ 32 h 447"/>
                  <a:gd name="T10" fmla="*/ 147 w 307"/>
                  <a:gd name="T11" fmla="*/ 105 h 447"/>
                  <a:gd name="T12" fmla="*/ 164 w 307"/>
                  <a:gd name="T13" fmla="*/ 137 h 447"/>
                  <a:gd name="T14" fmla="*/ 174 w 307"/>
                  <a:gd name="T15" fmla="*/ 154 h 447"/>
                  <a:gd name="T16" fmla="*/ 203 w 307"/>
                  <a:gd name="T17" fmla="*/ 194 h 447"/>
                  <a:gd name="T18" fmla="*/ 212 w 307"/>
                  <a:gd name="T19" fmla="*/ 213 h 447"/>
                  <a:gd name="T20" fmla="*/ 247 w 307"/>
                  <a:gd name="T21" fmla="*/ 335 h 447"/>
                  <a:gd name="T22" fmla="*/ 272 w 307"/>
                  <a:gd name="T23" fmla="*/ 357 h 447"/>
                  <a:gd name="T24" fmla="*/ 289 w 307"/>
                  <a:gd name="T25" fmla="*/ 374 h 447"/>
                  <a:gd name="T26" fmla="*/ 306 w 307"/>
                  <a:gd name="T27" fmla="*/ 403 h 447"/>
                  <a:gd name="T28" fmla="*/ 345 w 307"/>
                  <a:gd name="T29" fmla="*/ 455 h 447"/>
                  <a:gd name="T30" fmla="*/ 362 w 307"/>
                  <a:gd name="T31" fmla="*/ 474 h 447"/>
                  <a:gd name="T32" fmla="*/ 368 w 307"/>
                  <a:gd name="T33" fmla="*/ 479 h 447"/>
                  <a:gd name="T34" fmla="*/ 388 w 307"/>
                  <a:gd name="T35" fmla="*/ 505 h 447"/>
                  <a:gd name="T36" fmla="*/ 427 w 307"/>
                  <a:gd name="T37" fmla="*/ 538 h 447"/>
                  <a:gd name="T38" fmla="*/ 436 w 307"/>
                  <a:gd name="T39" fmla="*/ 570 h 447"/>
                  <a:gd name="T40" fmla="*/ 424 w 307"/>
                  <a:gd name="T41" fmla="*/ 601 h 447"/>
                  <a:gd name="T42" fmla="*/ 381 w 307"/>
                  <a:gd name="T43" fmla="*/ 651 h 447"/>
                  <a:gd name="T44" fmla="*/ 355 w 307"/>
                  <a:gd name="T45" fmla="*/ 660 h 447"/>
                  <a:gd name="T46" fmla="*/ 282 w 307"/>
                  <a:gd name="T47" fmla="*/ 658 h 447"/>
                  <a:gd name="T48" fmla="*/ 252 w 307"/>
                  <a:gd name="T49" fmla="*/ 650 h 447"/>
                  <a:gd name="T50" fmla="*/ 230 w 307"/>
                  <a:gd name="T51" fmla="*/ 636 h 447"/>
                  <a:gd name="T52" fmla="*/ 212 w 307"/>
                  <a:gd name="T53" fmla="*/ 619 h 447"/>
                  <a:gd name="T54" fmla="*/ 198 w 307"/>
                  <a:gd name="T55" fmla="*/ 599 h 447"/>
                  <a:gd name="T56" fmla="*/ 182 w 307"/>
                  <a:gd name="T57" fmla="*/ 527 h 447"/>
                  <a:gd name="T58" fmla="*/ 174 w 307"/>
                  <a:gd name="T59" fmla="*/ 483 h 447"/>
                  <a:gd name="T60" fmla="*/ 155 w 307"/>
                  <a:gd name="T61" fmla="*/ 457 h 447"/>
                  <a:gd name="T62" fmla="*/ 135 w 307"/>
                  <a:gd name="T63" fmla="*/ 439 h 447"/>
                  <a:gd name="T64" fmla="*/ 117 w 307"/>
                  <a:gd name="T65" fmla="*/ 424 h 447"/>
                  <a:gd name="T66" fmla="*/ 62 w 307"/>
                  <a:gd name="T67" fmla="*/ 425 h 447"/>
                  <a:gd name="T68" fmla="*/ 44 w 307"/>
                  <a:gd name="T69" fmla="*/ 406 h 447"/>
                  <a:gd name="T70" fmla="*/ 44 w 307"/>
                  <a:gd name="T71" fmla="*/ 371 h 447"/>
                  <a:gd name="T72" fmla="*/ 23 w 307"/>
                  <a:gd name="T73" fmla="*/ 352 h 447"/>
                  <a:gd name="T74" fmla="*/ 6 w 307"/>
                  <a:gd name="T75" fmla="*/ 326 h 447"/>
                  <a:gd name="T76" fmla="*/ 22 w 307"/>
                  <a:gd name="T77" fmla="*/ 288 h 447"/>
                  <a:gd name="T78" fmla="*/ 43 w 307"/>
                  <a:gd name="T79" fmla="*/ 277 h 447"/>
                  <a:gd name="T80" fmla="*/ 36 w 307"/>
                  <a:gd name="T81" fmla="*/ 200 h 447"/>
                  <a:gd name="T82" fmla="*/ 22 w 307"/>
                  <a:gd name="T83" fmla="*/ 172 h 447"/>
                  <a:gd name="T84" fmla="*/ 10 w 307"/>
                  <a:gd name="T85" fmla="*/ 141 h 447"/>
                  <a:gd name="T86" fmla="*/ 22 w 307"/>
                  <a:gd name="T87" fmla="*/ 131 h 447"/>
                  <a:gd name="T88" fmla="*/ 26 w 307"/>
                  <a:gd name="T89" fmla="*/ 109 h 447"/>
                  <a:gd name="T90" fmla="*/ 44 w 307"/>
                  <a:gd name="T91" fmla="*/ 9 h 4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07"/>
                  <a:gd name="T139" fmla="*/ 0 h 447"/>
                  <a:gd name="T140" fmla="*/ 307 w 307"/>
                  <a:gd name="T141" fmla="*/ 447 h 4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07" h="447">
                    <a:moveTo>
                      <a:pt x="31" y="6"/>
                    </a:moveTo>
                    <a:cubicBezTo>
                      <a:pt x="36" y="4"/>
                      <a:pt x="41" y="3"/>
                      <a:pt x="46" y="1"/>
                    </a:cubicBezTo>
                    <a:cubicBezTo>
                      <a:pt x="55" y="2"/>
                      <a:pt x="64" y="0"/>
                      <a:pt x="72" y="4"/>
                    </a:cubicBezTo>
                    <a:cubicBezTo>
                      <a:pt x="79" y="7"/>
                      <a:pt x="83" y="12"/>
                      <a:pt x="90" y="13"/>
                    </a:cubicBezTo>
                    <a:cubicBezTo>
                      <a:pt x="95" y="15"/>
                      <a:pt x="99" y="18"/>
                      <a:pt x="103" y="21"/>
                    </a:cubicBezTo>
                    <a:cubicBezTo>
                      <a:pt x="110" y="35"/>
                      <a:pt x="106" y="55"/>
                      <a:pt x="103" y="70"/>
                    </a:cubicBezTo>
                    <a:cubicBezTo>
                      <a:pt x="105" y="78"/>
                      <a:pt x="109" y="84"/>
                      <a:pt x="114" y="91"/>
                    </a:cubicBezTo>
                    <a:cubicBezTo>
                      <a:pt x="115" y="97"/>
                      <a:pt x="116" y="99"/>
                      <a:pt x="121" y="103"/>
                    </a:cubicBezTo>
                    <a:cubicBezTo>
                      <a:pt x="126" y="112"/>
                      <a:pt x="132" y="125"/>
                      <a:pt x="141" y="129"/>
                    </a:cubicBezTo>
                    <a:cubicBezTo>
                      <a:pt x="144" y="133"/>
                      <a:pt x="145" y="138"/>
                      <a:pt x="148" y="142"/>
                    </a:cubicBezTo>
                    <a:cubicBezTo>
                      <a:pt x="150" y="193"/>
                      <a:pt x="141" y="200"/>
                      <a:pt x="172" y="223"/>
                    </a:cubicBezTo>
                    <a:cubicBezTo>
                      <a:pt x="175" y="229"/>
                      <a:pt x="183" y="234"/>
                      <a:pt x="189" y="237"/>
                    </a:cubicBezTo>
                    <a:cubicBezTo>
                      <a:pt x="197" y="248"/>
                      <a:pt x="193" y="244"/>
                      <a:pt x="201" y="249"/>
                    </a:cubicBezTo>
                    <a:cubicBezTo>
                      <a:pt x="202" y="256"/>
                      <a:pt x="208" y="264"/>
                      <a:pt x="213" y="268"/>
                    </a:cubicBezTo>
                    <a:cubicBezTo>
                      <a:pt x="221" y="281"/>
                      <a:pt x="226" y="295"/>
                      <a:pt x="240" y="303"/>
                    </a:cubicBezTo>
                    <a:cubicBezTo>
                      <a:pt x="245" y="312"/>
                      <a:pt x="241" y="308"/>
                      <a:pt x="252" y="316"/>
                    </a:cubicBezTo>
                    <a:cubicBezTo>
                      <a:pt x="253" y="317"/>
                      <a:pt x="256" y="319"/>
                      <a:pt x="256" y="319"/>
                    </a:cubicBezTo>
                    <a:cubicBezTo>
                      <a:pt x="260" y="326"/>
                      <a:pt x="263" y="332"/>
                      <a:pt x="270" y="336"/>
                    </a:cubicBezTo>
                    <a:cubicBezTo>
                      <a:pt x="278" y="346"/>
                      <a:pt x="284" y="355"/>
                      <a:pt x="297" y="358"/>
                    </a:cubicBezTo>
                    <a:cubicBezTo>
                      <a:pt x="307" y="363"/>
                      <a:pt x="295" y="372"/>
                      <a:pt x="304" y="379"/>
                    </a:cubicBezTo>
                    <a:cubicBezTo>
                      <a:pt x="303" y="398"/>
                      <a:pt x="303" y="389"/>
                      <a:pt x="295" y="400"/>
                    </a:cubicBezTo>
                    <a:cubicBezTo>
                      <a:pt x="292" y="416"/>
                      <a:pt x="282" y="430"/>
                      <a:pt x="265" y="433"/>
                    </a:cubicBezTo>
                    <a:cubicBezTo>
                      <a:pt x="259" y="436"/>
                      <a:pt x="253" y="438"/>
                      <a:pt x="247" y="439"/>
                    </a:cubicBezTo>
                    <a:cubicBezTo>
                      <a:pt x="231" y="447"/>
                      <a:pt x="213" y="441"/>
                      <a:pt x="196" y="438"/>
                    </a:cubicBezTo>
                    <a:cubicBezTo>
                      <a:pt x="190" y="435"/>
                      <a:pt x="182" y="433"/>
                      <a:pt x="175" y="432"/>
                    </a:cubicBezTo>
                    <a:cubicBezTo>
                      <a:pt x="170" y="429"/>
                      <a:pt x="165" y="426"/>
                      <a:pt x="160" y="423"/>
                    </a:cubicBezTo>
                    <a:cubicBezTo>
                      <a:pt x="157" y="417"/>
                      <a:pt x="154" y="415"/>
                      <a:pt x="148" y="412"/>
                    </a:cubicBezTo>
                    <a:cubicBezTo>
                      <a:pt x="145" y="406"/>
                      <a:pt x="143" y="403"/>
                      <a:pt x="138" y="399"/>
                    </a:cubicBezTo>
                    <a:cubicBezTo>
                      <a:pt x="129" y="384"/>
                      <a:pt x="135" y="366"/>
                      <a:pt x="127" y="351"/>
                    </a:cubicBezTo>
                    <a:cubicBezTo>
                      <a:pt x="125" y="343"/>
                      <a:pt x="125" y="328"/>
                      <a:pt x="121" y="321"/>
                    </a:cubicBezTo>
                    <a:cubicBezTo>
                      <a:pt x="120" y="314"/>
                      <a:pt x="113" y="308"/>
                      <a:pt x="108" y="304"/>
                    </a:cubicBezTo>
                    <a:cubicBezTo>
                      <a:pt x="105" y="299"/>
                      <a:pt x="100" y="294"/>
                      <a:pt x="94" y="292"/>
                    </a:cubicBezTo>
                    <a:cubicBezTo>
                      <a:pt x="89" y="287"/>
                      <a:pt x="89" y="283"/>
                      <a:pt x="82" y="282"/>
                    </a:cubicBezTo>
                    <a:cubicBezTo>
                      <a:pt x="70" y="276"/>
                      <a:pt x="55" y="281"/>
                      <a:pt x="43" y="283"/>
                    </a:cubicBezTo>
                    <a:cubicBezTo>
                      <a:pt x="37" y="286"/>
                      <a:pt x="35" y="276"/>
                      <a:pt x="31" y="270"/>
                    </a:cubicBezTo>
                    <a:cubicBezTo>
                      <a:pt x="30" y="260"/>
                      <a:pt x="29" y="257"/>
                      <a:pt x="31" y="247"/>
                    </a:cubicBezTo>
                    <a:cubicBezTo>
                      <a:pt x="30" y="238"/>
                      <a:pt x="25" y="236"/>
                      <a:pt x="16" y="234"/>
                    </a:cubicBezTo>
                    <a:cubicBezTo>
                      <a:pt x="8" y="228"/>
                      <a:pt x="8" y="226"/>
                      <a:pt x="4" y="217"/>
                    </a:cubicBezTo>
                    <a:cubicBezTo>
                      <a:pt x="6" y="197"/>
                      <a:pt x="0" y="195"/>
                      <a:pt x="15" y="192"/>
                    </a:cubicBezTo>
                    <a:cubicBezTo>
                      <a:pt x="22" y="189"/>
                      <a:pt x="27" y="192"/>
                      <a:pt x="30" y="184"/>
                    </a:cubicBezTo>
                    <a:cubicBezTo>
                      <a:pt x="32" y="168"/>
                      <a:pt x="31" y="148"/>
                      <a:pt x="25" y="133"/>
                    </a:cubicBezTo>
                    <a:cubicBezTo>
                      <a:pt x="24" y="126"/>
                      <a:pt x="20" y="119"/>
                      <a:pt x="15" y="114"/>
                    </a:cubicBezTo>
                    <a:cubicBezTo>
                      <a:pt x="12" y="107"/>
                      <a:pt x="11" y="101"/>
                      <a:pt x="7" y="94"/>
                    </a:cubicBezTo>
                    <a:cubicBezTo>
                      <a:pt x="9" y="91"/>
                      <a:pt x="13" y="90"/>
                      <a:pt x="15" y="87"/>
                    </a:cubicBezTo>
                    <a:cubicBezTo>
                      <a:pt x="17" y="83"/>
                      <a:pt x="18" y="73"/>
                      <a:pt x="18" y="73"/>
                    </a:cubicBezTo>
                    <a:cubicBezTo>
                      <a:pt x="18" y="47"/>
                      <a:pt x="0" y="6"/>
                      <a:pt x="31" y="6"/>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3" name="Freeform 22">
                <a:extLst>
                  <a:ext uri="{FF2B5EF4-FFF2-40B4-BE49-F238E27FC236}">
                    <a16:creationId xmlns:a16="http://schemas.microsoft.com/office/drawing/2014/main" id="{DDBEF7E4-86BC-AC68-A2C1-0D8FB54B3F19}"/>
                  </a:ext>
                </a:extLst>
              </p:cNvPr>
              <p:cNvSpPr>
                <a:spLocks/>
              </p:cNvSpPr>
              <p:nvPr/>
            </p:nvSpPr>
            <p:spPr bwMode="auto">
              <a:xfrm>
                <a:off x="1982826" y="3357395"/>
                <a:ext cx="445474" cy="485132"/>
              </a:xfrm>
              <a:custGeom>
                <a:avLst/>
                <a:gdLst>
                  <a:gd name="T0" fmla="*/ 74 w 319"/>
                  <a:gd name="T1" fmla="*/ 6 h 340"/>
                  <a:gd name="T2" fmla="*/ 92 w 319"/>
                  <a:gd name="T3" fmla="*/ 20 h 340"/>
                  <a:gd name="T4" fmla="*/ 121 w 319"/>
                  <a:gd name="T5" fmla="*/ 27 h 340"/>
                  <a:gd name="T6" fmla="*/ 143 w 319"/>
                  <a:gd name="T7" fmla="*/ 82 h 340"/>
                  <a:gd name="T8" fmla="*/ 164 w 319"/>
                  <a:gd name="T9" fmla="*/ 109 h 340"/>
                  <a:gd name="T10" fmla="*/ 208 w 319"/>
                  <a:gd name="T11" fmla="*/ 166 h 340"/>
                  <a:gd name="T12" fmla="*/ 224 w 319"/>
                  <a:gd name="T13" fmla="*/ 193 h 340"/>
                  <a:gd name="T14" fmla="*/ 245 w 319"/>
                  <a:gd name="T15" fmla="*/ 207 h 340"/>
                  <a:gd name="T16" fmla="*/ 262 w 319"/>
                  <a:gd name="T17" fmla="*/ 253 h 340"/>
                  <a:gd name="T18" fmla="*/ 335 w 319"/>
                  <a:gd name="T19" fmla="*/ 302 h 340"/>
                  <a:gd name="T20" fmla="*/ 357 w 319"/>
                  <a:gd name="T21" fmla="*/ 283 h 340"/>
                  <a:gd name="T22" fmla="*/ 375 w 319"/>
                  <a:gd name="T23" fmla="*/ 262 h 340"/>
                  <a:gd name="T24" fmla="*/ 408 w 319"/>
                  <a:gd name="T25" fmla="*/ 266 h 340"/>
                  <a:gd name="T26" fmla="*/ 414 w 319"/>
                  <a:gd name="T27" fmla="*/ 297 h 340"/>
                  <a:gd name="T28" fmla="*/ 430 w 319"/>
                  <a:gd name="T29" fmla="*/ 306 h 340"/>
                  <a:gd name="T30" fmla="*/ 431 w 319"/>
                  <a:gd name="T31" fmla="*/ 363 h 340"/>
                  <a:gd name="T32" fmla="*/ 448 w 319"/>
                  <a:gd name="T33" fmla="*/ 406 h 340"/>
                  <a:gd name="T34" fmla="*/ 457 w 319"/>
                  <a:gd name="T35" fmla="*/ 427 h 340"/>
                  <a:gd name="T36" fmla="*/ 449 w 319"/>
                  <a:gd name="T37" fmla="*/ 428 h 340"/>
                  <a:gd name="T38" fmla="*/ 380 w 319"/>
                  <a:gd name="T39" fmla="*/ 431 h 340"/>
                  <a:gd name="T40" fmla="*/ 350 w 319"/>
                  <a:gd name="T41" fmla="*/ 442 h 340"/>
                  <a:gd name="T42" fmla="*/ 328 w 319"/>
                  <a:gd name="T43" fmla="*/ 455 h 340"/>
                  <a:gd name="T44" fmla="*/ 305 w 319"/>
                  <a:gd name="T45" fmla="*/ 471 h 340"/>
                  <a:gd name="T46" fmla="*/ 277 w 319"/>
                  <a:gd name="T47" fmla="*/ 496 h 340"/>
                  <a:gd name="T48" fmla="*/ 260 w 319"/>
                  <a:gd name="T49" fmla="*/ 509 h 340"/>
                  <a:gd name="T50" fmla="*/ 238 w 319"/>
                  <a:gd name="T51" fmla="*/ 487 h 340"/>
                  <a:gd name="T52" fmla="*/ 208 w 319"/>
                  <a:gd name="T53" fmla="*/ 437 h 340"/>
                  <a:gd name="T54" fmla="*/ 182 w 319"/>
                  <a:gd name="T55" fmla="*/ 406 h 340"/>
                  <a:gd name="T56" fmla="*/ 169 w 319"/>
                  <a:gd name="T57" fmla="*/ 387 h 340"/>
                  <a:gd name="T58" fmla="*/ 144 w 319"/>
                  <a:gd name="T59" fmla="*/ 347 h 340"/>
                  <a:gd name="T60" fmla="*/ 121 w 319"/>
                  <a:gd name="T61" fmla="*/ 319 h 340"/>
                  <a:gd name="T62" fmla="*/ 79 w 319"/>
                  <a:gd name="T63" fmla="*/ 280 h 340"/>
                  <a:gd name="T64" fmla="*/ 65 w 319"/>
                  <a:gd name="T65" fmla="*/ 262 h 340"/>
                  <a:gd name="T66" fmla="*/ 44 w 319"/>
                  <a:gd name="T67" fmla="*/ 157 h 340"/>
                  <a:gd name="T68" fmla="*/ 31 w 319"/>
                  <a:gd name="T69" fmla="*/ 139 h 340"/>
                  <a:gd name="T70" fmla="*/ 19 w 319"/>
                  <a:gd name="T71" fmla="*/ 113 h 340"/>
                  <a:gd name="T72" fmla="*/ 6 w 319"/>
                  <a:gd name="T73" fmla="*/ 86 h 340"/>
                  <a:gd name="T74" fmla="*/ 8 w 319"/>
                  <a:gd name="T75" fmla="*/ 0 h 340"/>
                  <a:gd name="T76" fmla="*/ 43 w 319"/>
                  <a:gd name="T77" fmla="*/ 15 h 340"/>
                  <a:gd name="T78" fmla="*/ 71 w 319"/>
                  <a:gd name="T79" fmla="*/ 1 h 340"/>
                  <a:gd name="T80" fmla="*/ 74 w 319"/>
                  <a:gd name="T81" fmla="*/ 6 h 3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19"/>
                  <a:gd name="T124" fmla="*/ 0 h 340"/>
                  <a:gd name="T125" fmla="*/ 319 w 319"/>
                  <a:gd name="T126" fmla="*/ 340 h 3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19" h="340">
                    <a:moveTo>
                      <a:pt x="52" y="4"/>
                    </a:moveTo>
                    <a:cubicBezTo>
                      <a:pt x="58" y="6"/>
                      <a:pt x="59" y="9"/>
                      <a:pt x="64" y="13"/>
                    </a:cubicBezTo>
                    <a:cubicBezTo>
                      <a:pt x="73" y="12"/>
                      <a:pt x="79" y="10"/>
                      <a:pt x="84" y="18"/>
                    </a:cubicBezTo>
                    <a:cubicBezTo>
                      <a:pt x="85" y="33"/>
                      <a:pt x="85" y="47"/>
                      <a:pt x="99" y="55"/>
                    </a:cubicBezTo>
                    <a:cubicBezTo>
                      <a:pt x="105" y="62"/>
                      <a:pt x="110" y="65"/>
                      <a:pt x="114" y="73"/>
                    </a:cubicBezTo>
                    <a:cubicBezTo>
                      <a:pt x="118" y="92"/>
                      <a:pt x="133" y="99"/>
                      <a:pt x="145" y="111"/>
                    </a:cubicBezTo>
                    <a:cubicBezTo>
                      <a:pt x="150" y="116"/>
                      <a:pt x="151" y="124"/>
                      <a:pt x="156" y="129"/>
                    </a:cubicBezTo>
                    <a:cubicBezTo>
                      <a:pt x="160" y="132"/>
                      <a:pt x="167" y="135"/>
                      <a:pt x="171" y="138"/>
                    </a:cubicBezTo>
                    <a:cubicBezTo>
                      <a:pt x="173" y="152"/>
                      <a:pt x="170" y="161"/>
                      <a:pt x="183" y="169"/>
                    </a:cubicBezTo>
                    <a:cubicBezTo>
                      <a:pt x="191" y="179"/>
                      <a:pt x="221" y="200"/>
                      <a:pt x="234" y="202"/>
                    </a:cubicBezTo>
                    <a:cubicBezTo>
                      <a:pt x="244" y="200"/>
                      <a:pt x="244" y="196"/>
                      <a:pt x="249" y="189"/>
                    </a:cubicBezTo>
                    <a:cubicBezTo>
                      <a:pt x="251" y="181"/>
                      <a:pt x="253" y="178"/>
                      <a:pt x="261" y="175"/>
                    </a:cubicBezTo>
                    <a:cubicBezTo>
                      <a:pt x="269" y="176"/>
                      <a:pt x="277" y="175"/>
                      <a:pt x="285" y="177"/>
                    </a:cubicBezTo>
                    <a:cubicBezTo>
                      <a:pt x="292" y="179"/>
                      <a:pt x="287" y="192"/>
                      <a:pt x="289" y="199"/>
                    </a:cubicBezTo>
                    <a:cubicBezTo>
                      <a:pt x="290" y="201"/>
                      <a:pt x="299" y="204"/>
                      <a:pt x="300" y="204"/>
                    </a:cubicBezTo>
                    <a:cubicBezTo>
                      <a:pt x="312" y="213"/>
                      <a:pt x="304" y="230"/>
                      <a:pt x="301" y="243"/>
                    </a:cubicBezTo>
                    <a:cubicBezTo>
                      <a:pt x="302" y="254"/>
                      <a:pt x="303" y="264"/>
                      <a:pt x="312" y="271"/>
                    </a:cubicBezTo>
                    <a:cubicBezTo>
                      <a:pt x="313" y="278"/>
                      <a:pt x="318" y="278"/>
                      <a:pt x="319" y="285"/>
                    </a:cubicBezTo>
                    <a:cubicBezTo>
                      <a:pt x="317" y="285"/>
                      <a:pt x="315" y="286"/>
                      <a:pt x="313" y="286"/>
                    </a:cubicBezTo>
                    <a:cubicBezTo>
                      <a:pt x="297" y="287"/>
                      <a:pt x="281" y="286"/>
                      <a:pt x="265" y="288"/>
                    </a:cubicBezTo>
                    <a:cubicBezTo>
                      <a:pt x="259" y="289"/>
                      <a:pt x="251" y="294"/>
                      <a:pt x="244" y="295"/>
                    </a:cubicBezTo>
                    <a:cubicBezTo>
                      <a:pt x="239" y="299"/>
                      <a:pt x="235" y="303"/>
                      <a:pt x="229" y="304"/>
                    </a:cubicBezTo>
                    <a:cubicBezTo>
                      <a:pt x="221" y="308"/>
                      <a:pt x="220" y="310"/>
                      <a:pt x="213" y="315"/>
                    </a:cubicBezTo>
                    <a:cubicBezTo>
                      <a:pt x="208" y="325"/>
                      <a:pt x="204" y="329"/>
                      <a:pt x="193" y="331"/>
                    </a:cubicBezTo>
                    <a:cubicBezTo>
                      <a:pt x="189" y="337"/>
                      <a:pt x="188" y="339"/>
                      <a:pt x="181" y="340"/>
                    </a:cubicBezTo>
                    <a:cubicBezTo>
                      <a:pt x="176" y="333"/>
                      <a:pt x="173" y="329"/>
                      <a:pt x="166" y="325"/>
                    </a:cubicBezTo>
                    <a:cubicBezTo>
                      <a:pt x="158" y="314"/>
                      <a:pt x="151" y="304"/>
                      <a:pt x="145" y="292"/>
                    </a:cubicBezTo>
                    <a:cubicBezTo>
                      <a:pt x="143" y="282"/>
                      <a:pt x="136" y="276"/>
                      <a:pt x="127" y="271"/>
                    </a:cubicBezTo>
                    <a:cubicBezTo>
                      <a:pt x="124" y="267"/>
                      <a:pt x="121" y="262"/>
                      <a:pt x="118" y="258"/>
                    </a:cubicBezTo>
                    <a:cubicBezTo>
                      <a:pt x="116" y="248"/>
                      <a:pt x="109" y="237"/>
                      <a:pt x="100" y="232"/>
                    </a:cubicBezTo>
                    <a:cubicBezTo>
                      <a:pt x="95" y="226"/>
                      <a:pt x="90" y="218"/>
                      <a:pt x="84" y="213"/>
                    </a:cubicBezTo>
                    <a:cubicBezTo>
                      <a:pt x="78" y="202"/>
                      <a:pt x="67" y="192"/>
                      <a:pt x="55" y="187"/>
                    </a:cubicBezTo>
                    <a:cubicBezTo>
                      <a:pt x="49" y="181"/>
                      <a:pt x="46" y="183"/>
                      <a:pt x="45" y="175"/>
                    </a:cubicBezTo>
                    <a:cubicBezTo>
                      <a:pt x="44" y="154"/>
                      <a:pt x="52" y="118"/>
                      <a:pt x="31" y="105"/>
                    </a:cubicBezTo>
                    <a:cubicBezTo>
                      <a:pt x="30" y="98"/>
                      <a:pt x="26" y="98"/>
                      <a:pt x="22" y="93"/>
                    </a:cubicBezTo>
                    <a:cubicBezTo>
                      <a:pt x="21" y="87"/>
                      <a:pt x="17" y="80"/>
                      <a:pt x="13" y="75"/>
                    </a:cubicBezTo>
                    <a:cubicBezTo>
                      <a:pt x="12" y="68"/>
                      <a:pt x="7" y="63"/>
                      <a:pt x="4" y="57"/>
                    </a:cubicBezTo>
                    <a:cubicBezTo>
                      <a:pt x="0" y="38"/>
                      <a:pt x="4" y="20"/>
                      <a:pt x="6" y="0"/>
                    </a:cubicBezTo>
                    <a:cubicBezTo>
                      <a:pt x="16" y="2"/>
                      <a:pt x="19" y="8"/>
                      <a:pt x="30" y="10"/>
                    </a:cubicBezTo>
                    <a:cubicBezTo>
                      <a:pt x="38" y="9"/>
                      <a:pt x="43" y="6"/>
                      <a:pt x="49" y="1"/>
                    </a:cubicBezTo>
                    <a:cubicBezTo>
                      <a:pt x="55" y="4"/>
                      <a:pt x="56" y="4"/>
                      <a:pt x="52" y="4"/>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4" name="Freeform 23">
                <a:extLst>
                  <a:ext uri="{FF2B5EF4-FFF2-40B4-BE49-F238E27FC236}">
                    <a16:creationId xmlns:a16="http://schemas.microsoft.com/office/drawing/2014/main" id="{82D79D7F-5F3C-C127-9C53-094CD49A87CB}"/>
                  </a:ext>
                </a:extLst>
              </p:cNvPr>
              <p:cNvSpPr>
                <a:spLocks/>
              </p:cNvSpPr>
              <p:nvPr/>
            </p:nvSpPr>
            <p:spPr bwMode="auto">
              <a:xfrm>
                <a:off x="2051629" y="3251272"/>
                <a:ext cx="609903" cy="508455"/>
              </a:xfrm>
              <a:custGeom>
                <a:avLst/>
                <a:gdLst>
                  <a:gd name="T0" fmla="*/ 163 w 436"/>
                  <a:gd name="T1" fmla="*/ 53 h 356"/>
                  <a:gd name="T2" fmla="*/ 175 w 436"/>
                  <a:gd name="T3" fmla="*/ 22 h 356"/>
                  <a:gd name="T4" fmla="*/ 200 w 436"/>
                  <a:gd name="T5" fmla="*/ 7 h 356"/>
                  <a:gd name="T6" fmla="*/ 245 w 436"/>
                  <a:gd name="T7" fmla="*/ 9 h 356"/>
                  <a:gd name="T8" fmla="*/ 273 w 436"/>
                  <a:gd name="T9" fmla="*/ 18 h 356"/>
                  <a:gd name="T10" fmla="*/ 355 w 436"/>
                  <a:gd name="T11" fmla="*/ 27 h 356"/>
                  <a:gd name="T12" fmla="*/ 373 w 436"/>
                  <a:gd name="T13" fmla="*/ 40 h 356"/>
                  <a:gd name="T14" fmla="*/ 381 w 436"/>
                  <a:gd name="T15" fmla="*/ 61 h 356"/>
                  <a:gd name="T16" fmla="*/ 390 w 436"/>
                  <a:gd name="T17" fmla="*/ 94 h 356"/>
                  <a:gd name="T18" fmla="*/ 403 w 436"/>
                  <a:gd name="T19" fmla="*/ 121 h 356"/>
                  <a:gd name="T20" fmla="*/ 446 w 436"/>
                  <a:gd name="T21" fmla="*/ 171 h 356"/>
                  <a:gd name="T22" fmla="*/ 491 w 436"/>
                  <a:gd name="T23" fmla="*/ 201 h 356"/>
                  <a:gd name="T24" fmla="*/ 499 w 436"/>
                  <a:gd name="T25" fmla="*/ 220 h 356"/>
                  <a:gd name="T26" fmla="*/ 511 w 436"/>
                  <a:gd name="T27" fmla="*/ 247 h 356"/>
                  <a:gd name="T28" fmla="*/ 519 w 436"/>
                  <a:gd name="T29" fmla="*/ 269 h 356"/>
                  <a:gd name="T30" fmla="*/ 582 w 436"/>
                  <a:gd name="T31" fmla="*/ 239 h 356"/>
                  <a:gd name="T32" fmla="*/ 627 w 436"/>
                  <a:gd name="T33" fmla="*/ 251 h 356"/>
                  <a:gd name="T34" fmla="*/ 603 w 436"/>
                  <a:gd name="T35" fmla="*/ 288 h 356"/>
                  <a:gd name="T36" fmla="*/ 582 w 436"/>
                  <a:gd name="T37" fmla="*/ 295 h 356"/>
                  <a:gd name="T38" fmla="*/ 569 w 436"/>
                  <a:gd name="T39" fmla="*/ 301 h 356"/>
                  <a:gd name="T40" fmla="*/ 558 w 436"/>
                  <a:gd name="T41" fmla="*/ 314 h 356"/>
                  <a:gd name="T42" fmla="*/ 546 w 436"/>
                  <a:gd name="T43" fmla="*/ 332 h 356"/>
                  <a:gd name="T44" fmla="*/ 539 w 436"/>
                  <a:gd name="T45" fmla="*/ 351 h 356"/>
                  <a:gd name="T46" fmla="*/ 529 w 436"/>
                  <a:gd name="T47" fmla="*/ 476 h 356"/>
                  <a:gd name="T48" fmla="*/ 471 w 436"/>
                  <a:gd name="T49" fmla="*/ 527 h 356"/>
                  <a:gd name="T50" fmla="*/ 396 w 436"/>
                  <a:gd name="T51" fmla="*/ 534 h 356"/>
                  <a:gd name="T52" fmla="*/ 366 w 436"/>
                  <a:gd name="T53" fmla="*/ 513 h 356"/>
                  <a:gd name="T54" fmla="*/ 353 w 436"/>
                  <a:gd name="T55" fmla="*/ 421 h 356"/>
                  <a:gd name="T56" fmla="*/ 339 w 436"/>
                  <a:gd name="T57" fmla="*/ 405 h 356"/>
                  <a:gd name="T58" fmla="*/ 338 w 436"/>
                  <a:gd name="T59" fmla="*/ 376 h 356"/>
                  <a:gd name="T60" fmla="*/ 283 w 436"/>
                  <a:gd name="T61" fmla="*/ 389 h 356"/>
                  <a:gd name="T62" fmla="*/ 271 w 436"/>
                  <a:gd name="T63" fmla="*/ 408 h 356"/>
                  <a:gd name="T64" fmla="*/ 223 w 436"/>
                  <a:gd name="T65" fmla="*/ 394 h 356"/>
                  <a:gd name="T66" fmla="*/ 202 w 436"/>
                  <a:gd name="T67" fmla="*/ 372 h 356"/>
                  <a:gd name="T68" fmla="*/ 188 w 436"/>
                  <a:gd name="T69" fmla="*/ 363 h 356"/>
                  <a:gd name="T70" fmla="*/ 166 w 436"/>
                  <a:gd name="T71" fmla="*/ 315 h 356"/>
                  <a:gd name="T72" fmla="*/ 145 w 436"/>
                  <a:gd name="T73" fmla="*/ 291 h 356"/>
                  <a:gd name="T74" fmla="*/ 110 w 436"/>
                  <a:gd name="T75" fmla="*/ 251 h 356"/>
                  <a:gd name="T76" fmla="*/ 98 w 436"/>
                  <a:gd name="T77" fmla="*/ 234 h 356"/>
                  <a:gd name="T78" fmla="*/ 85 w 436"/>
                  <a:gd name="T79" fmla="*/ 214 h 356"/>
                  <a:gd name="T80" fmla="*/ 55 w 436"/>
                  <a:gd name="T81" fmla="*/ 185 h 356"/>
                  <a:gd name="T82" fmla="*/ 46 w 436"/>
                  <a:gd name="T83" fmla="*/ 160 h 356"/>
                  <a:gd name="T84" fmla="*/ 24 w 436"/>
                  <a:gd name="T85" fmla="*/ 129 h 356"/>
                  <a:gd name="T86" fmla="*/ 7 w 436"/>
                  <a:gd name="T87" fmla="*/ 113 h 356"/>
                  <a:gd name="T88" fmla="*/ 71 w 436"/>
                  <a:gd name="T89" fmla="*/ 59 h 356"/>
                  <a:gd name="T90" fmla="*/ 109 w 436"/>
                  <a:gd name="T91" fmla="*/ 88 h 356"/>
                  <a:gd name="T92" fmla="*/ 139 w 436"/>
                  <a:gd name="T93" fmla="*/ 85 h 356"/>
                  <a:gd name="T94" fmla="*/ 152 w 436"/>
                  <a:gd name="T95" fmla="*/ 75 h 356"/>
                  <a:gd name="T96" fmla="*/ 163 w 436"/>
                  <a:gd name="T97" fmla="*/ 53 h 3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36"/>
                  <a:gd name="T148" fmla="*/ 0 h 356"/>
                  <a:gd name="T149" fmla="*/ 436 w 436"/>
                  <a:gd name="T150" fmla="*/ 356 h 35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36" h="356">
                    <a:moveTo>
                      <a:pt x="113" y="35"/>
                    </a:moveTo>
                    <a:cubicBezTo>
                      <a:pt x="116" y="27"/>
                      <a:pt x="115" y="20"/>
                      <a:pt x="122" y="15"/>
                    </a:cubicBezTo>
                    <a:cubicBezTo>
                      <a:pt x="125" y="8"/>
                      <a:pt x="132" y="6"/>
                      <a:pt x="139" y="5"/>
                    </a:cubicBezTo>
                    <a:cubicBezTo>
                      <a:pt x="148" y="0"/>
                      <a:pt x="170" y="6"/>
                      <a:pt x="170" y="6"/>
                    </a:cubicBezTo>
                    <a:cubicBezTo>
                      <a:pt x="177" y="8"/>
                      <a:pt x="183" y="11"/>
                      <a:pt x="190" y="12"/>
                    </a:cubicBezTo>
                    <a:cubicBezTo>
                      <a:pt x="207" y="21"/>
                      <a:pt x="229" y="18"/>
                      <a:pt x="247" y="18"/>
                    </a:cubicBezTo>
                    <a:cubicBezTo>
                      <a:pt x="253" y="23"/>
                      <a:pt x="251" y="26"/>
                      <a:pt x="259" y="27"/>
                    </a:cubicBezTo>
                    <a:cubicBezTo>
                      <a:pt x="260" y="33"/>
                      <a:pt x="263" y="36"/>
                      <a:pt x="265" y="41"/>
                    </a:cubicBezTo>
                    <a:cubicBezTo>
                      <a:pt x="266" y="48"/>
                      <a:pt x="268" y="56"/>
                      <a:pt x="271" y="63"/>
                    </a:cubicBezTo>
                    <a:cubicBezTo>
                      <a:pt x="272" y="70"/>
                      <a:pt x="277" y="75"/>
                      <a:pt x="280" y="81"/>
                    </a:cubicBezTo>
                    <a:cubicBezTo>
                      <a:pt x="283" y="98"/>
                      <a:pt x="293" y="111"/>
                      <a:pt x="310" y="114"/>
                    </a:cubicBezTo>
                    <a:cubicBezTo>
                      <a:pt x="319" y="121"/>
                      <a:pt x="331" y="129"/>
                      <a:pt x="341" y="134"/>
                    </a:cubicBezTo>
                    <a:cubicBezTo>
                      <a:pt x="343" y="139"/>
                      <a:pt x="344" y="143"/>
                      <a:pt x="347" y="147"/>
                    </a:cubicBezTo>
                    <a:cubicBezTo>
                      <a:pt x="349" y="154"/>
                      <a:pt x="351" y="159"/>
                      <a:pt x="355" y="165"/>
                    </a:cubicBezTo>
                    <a:cubicBezTo>
                      <a:pt x="356" y="171"/>
                      <a:pt x="357" y="175"/>
                      <a:pt x="361" y="180"/>
                    </a:cubicBezTo>
                    <a:cubicBezTo>
                      <a:pt x="379" y="178"/>
                      <a:pt x="388" y="164"/>
                      <a:pt x="404" y="159"/>
                    </a:cubicBezTo>
                    <a:cubicBezTo>
                      <a:pt x="414" y="160"/>
                      <a:pt x="432" y="156"/>
                      <a:pt x="436" y="167"/>
                    </a:cubicBezTo>
                    <a:cubicBezTo>
                      <a:pt x="432" y="181"/>
                      <a:pt x="435" y="189"/>
                      <a:pt x="419" y="192"/>
                    </a:cubicBezTo>
                    <a:cubicBezTo>
                      <a:pt x="414" y="194"/>
                      <a:pt x="409" y="195"/>
                      <a:pt x="404" y="197"/>
                    </a:cubicBezTo>
                    <a:cubicBezTo>
                      <a:pt x="401" y="199"/>
                      <a:pt x="398" y="199"/>
                      <a:pt x="395" y="201"/>
                    </a:cubicBezTo>
                    <a:cubicBezTo>
                      <a:pt x="392" y="203"/>
                      <a:pt x="391" y="207"/>
                      <a:pt x="388" y="209"/>
                    </a:cubicBezTo>
                    <a:cubicBezTo>
                      <a:pt x="385" y="214"/>
                      <a:pt x="384" y="218"/>
                      <a:pt x="379" y="221"/>
                    </a:cubicBezTo>
                    <a:cubicBezTo>
                      <a:pt x="377" y="225"/>
                      <a:pt x="376" y="230"/>
                      <a:pt x="374" y="234"/>
                    </a:cubicBezTo>
                    <a:cubicBezTo>
                      <a:pt x="369" y="261"/>
                      <a:pt x="381" y="293"/>
                      <a:pt x="368" y="318"/>
                    </a:cubicBezTo>
                    <a:cubicBezTo>
                      <a:pt x="363" y="344"/>
                      <a:pt x="354" y="350"/>
                      <a:pt x="328" y="351"/>
                    </a:cubicBezTo>
                    <a:cubicBezTo>
                      <a:pt x="311" y="355"/>
                      <a:pt x="293" y="352"/>
                      <a:pt x="275" y="356"/>
                    </a:cubicBezTo>
                    <a:cubicBezTo>
                      <a:pt x="262" y="353"/>
                      <a:pt x="264" y="348"/>
                      <a:pt x="254" y="342"/>
                    </a:cubicBezTo>
                    <a:cubicBezTo>
                      <a:pt x="252" y="330"/>
                      <a:pt x="265" y="285"/>
                      <a:pt x="245" y="281"/>
                    </a:cubicBezTo>
                    <a:cubicBezTo>
                      <a:pt x="240" y="278"/>
                      <a:pt x="238" y="276"/>
                      <a:pt x="236" y="270"/>
                    </a:cubicBezTo>
                    <a:cubicBezTo>
                      <a:pt x="236" y="264"/>
                      <a:pt x="240" y="255"/>
                      <a:pt x="235" y="251"/>
                    </a:cubicBezTo>
                    <a:cubicBezTo>
                      <a:pt x="222" y="242"/>
                      <a:pt x="207" y="254"/>
                      <a:pt x="197" y="260"/>
                    </a:cubicBezTo>
                    <a:cubicBezTo>
                      <a:pt x="193" y="266"/>
                      <a:pt x="194" y="268"/>
                      <a:pt x="188" y="272"/>
                    </a:cubicBezTo>
                    <a:cubicBezTo>
                      <a:pt x="175" y="270"/>
                      <a:pt x="167" y="265"/>
                      <a:pt x="155" y="263"/>
                    </a:cubicBezTo>
                    <a:cubicBezTo>
                      <a:pt x="151" y="257"/>
                      <a:pt x="147" y="249"/>
                      <a:pt x="140" y="248"/>
                    </a:cubicBezTo>
                    <a:cubicBezTo>
                      <a:pt x="137" y="246"/>
                      <a:pt x="133" y="245"/>
                      <a:pt x="131" y="242"/>
                    </a:cubicBezTo>
                    <a:cubicBezTo>
                      <a:pt x="123" y="232"/>
                      <a:pt x="129" y="217"/>
                      <a:pt x="115" y="210"/>
                    </a:cubicBezTo>
                    <a:cubicBezTo>
                      <a:pt x="110" y="204"/>
                      <a:pt x="108" y="198"/>
                      <a:pt x="101" y="194"/>
                    </a:cubicBezTo>
                    <a:cubicBezTo>
                      <a:pt x="100" y="190"/>
                      <a:pt x="83" y="171"/>
                      <a:pt x="77" y="167"/>
                    </a:cubicBezTo>
                    <a:cubicBezTo>
                      <a:pt x="76" y="160"/>
                      <a:pt x="74" y="159"/>
                      <a:pt x="68" y="156"/>
                    </a:cubicBezTo>
                    <a:cubicBezTo>
                      <a:pt x="65" y="152"/>
                      <a:pt x="62" y="147"/>
                      <a:pt x="59" y="143"/>
                    </a:cubicBezTo>
                    <a:cubicBezTo>
                      <a:pt x="57" y="134"/>
                      <a:pt x="46" y="126"/>
                      <a:pt x="38" y="123"/>
                    </a:cubicBezTo>
                    <a:cubicBezTo>
                      <a:pt x="34" y="118"/>
                      <a:pt x="34" y="113"/>
                      <a:pt x="32" y="107"/>
                    </a:cubicBezTo>
                    <a:cubicBezTo>
                      <a:pt x="31" y="97"/>
                      <a:pt x="28" y="88"/>
                      <a:pt x="17" y="86"/>
                    </a:cubicBezTo>
                    <a:cubicBezTo>
                      <a:pt x="12" y="82"/>
                      <a:pt x="8" y="81"/>
                      <a:pt x="5" y="75"/>
                    </a:cubicBezTo>
                    <a:cubicBezTo>
                      <a:pt x="0" y="46"/>
                      <a:pt x="29" y="46"/>
                      <a:pt x="49" y="39"/>
                    </a:cubicBezTo>
                    <a:cubicBezTo>
                      <a:pt x="62" y="43"/>
                      <a:pt x="65" y="52"/>
                      <a:pt x="76" y="59"/>
                    </a:cubicBezTo>
                    <a:cubicBezTo>
                      <a:pt x="83" y="58"/>
                      <a:pt x="91" y="60"/>
                      <a:pt x="97" y="56"/>
                    </a:cubicBezTo>
                    <a:cubicBezTo>
                      <a:pt x="107" y="48"/>
                      <a:pt x="91" y="52"/>
                      <a:pt x="106" y="50"/>
                    </a:cubicBezTo>
                    <a:cubicBezTo>
                      <a:pt x="109" y="45"/>
                      <a:pt x="113" y="34"/>
                      <a:pt x="113" y="35"/>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5" name="Freeform 24">
                <a:extLst>
                  <a:ext uri="{FF2B5EF4-FFF2-40B4-BE49-F238E27FC236}">
                    <a16:creationId xmlns:a16="http://schemas.microsoft.com/office/drawing/2014/main" id="{CBB3C701-A2A8-EB9E-73A0-2A9E8A5A27F9}"/>
                  </a:ext>
                </a:extLst>
              </p:cNvPr>
              <p:cNvSpPr>
                <a:spLocks/>
              </p:cNvSpPr>
              <p:nvPr/>
            </p:nvSpPr>
            <p:spPr bwMode="auto">
              <a:xfrm>
                <a:off x="2070288" y="2920076"/>
                <a:ext cx="640223" cy="586590"/>
              </a:xfrm>
              <a:custGeom>
                <a:avLst/>
                <a:gdLst>
                  <a:gd name="T0" fmla="*/ 0 w 458"/>
                  <a:gd name="T1" fmla="*/ 176 h 411"/>
                  <a:gd name="T2" fmla="*/ 43 w 458"/>
                  <a:gd name="T3" fmla="*/ 186 h 411"/>
                  <a:gd name="T4" fmla="*/ 66 w 458"/>
                  <a:gd name="T5" fmla="*/ 153 h 411"/>
                  <a:gd name="T6" fmla="*/ 95 w 458"/>
                  <a:gd name="T7" fmla="*/ 140 h 411"/>
                  <a:gd name="T8" fmla="*/ 111 w 458"/>
                  <a:gd name="T9" fmla="*/ 122 h 411"/>
                  <a:gd name="T10" fmla="*/ 146 w 458"/>
                  <a:gd name="T11" fmla="*/ 67 h 411"/>
                  <a:gd name="T12" fmla="*/ 219 w 458"/>
                  <a:gd name="T13" fmla="*/ 40 h 411"/>
                  <a:gd name="T14" fmla="*/ 233 w 458"/>
                  <a:gd name="T15" fmla="*/ 18 h 411"/>
                  <a:gd name="T16" fmla="*/ 316 w 458"/>
                  <a:gd name="T17" fmla="*/ 15 h 411"/>
                  <a:gd name="T18" fmla="*/ 376 w 458"/>
                  <a:gd name="T19" fmla="*/ 27 h 411"/>
                  <a:gd name="T20" fmla="*/ 415 w 458"/>
                  <a:gd name="T21" fmla="*/ 40 h 411"/>
                  <a:gd name="T22" fmla="*/ 436 w 458"/>
                  <a:gd name="T23" fmla="*/ 154 h 411"/>
                  <a:gd name="T24" fmla="*/ 458 w 458"/>
                  <a:gd name="T25" fmla="*/ 217 h 411"/>
                  <a:gd name="T26" fmla="*/ 513 w 458"/>
                  <a:gd name="T27" fmla="*/ 296 h 411"/>
                  <a:gd name="T28" fmla="*/ 521 w 458"/>
                  <a:gd name="T29" fmla="*/ 326 h 411"/>
                  <a:gd name="T30" fmla="*/ 530 w 458"/>
                  <a:gd name="T31" fmla="*/ 350 h 411"/>
                  <a:gd name="T32" fmla="*/ 549 w 458"/>
                  <a:gd name="T33" fmla="*/ 444 h 411"/>
                  <a:gd name="T34" fmla="*/ 579 w 458"/>
                  <a:gd name="T35" fmla="*/ 464 h 411"/>
                  <a:gd name="T36" fmla="*/ 591 w 458"/>
                  <a:gd name="T37" fmla="*/ 491 h 411"/>
                  <a:gd name="T38" fmla="*/ 616 w 458"/>
                  <a:gd name="T39" fmla="*/ 514 h 411"/>
                  <a:gd name="T40" fmla="*/ 642 w 458"/>
                  <a:gd name="T41" fmla="*/ 535 h 411"/>
                  <a:gd name="T42" fmla="*/ 616 w 458"/>
                  <a:gd name="T43" fmla="*/ 554 h 411"/>
                  <a:gd name="T44" fmla="*/ 601 w 458"/>
                  <a:gd name="T45" fmla="*/ 595 h 411"/>
                  <a:gd name="T46" fmla="*/ 549 w 458"/>
                  <a:gd name="T47" fmla="*/ 590 h 411"/>
                  <a:gd name="T48" fmla="*/ 500 w 458"/>
                  <a:gd name="T49" fmla="*/ 616 h 411"/>
                  <a:gd name="T50" fmla="*/ 487 w 458"/>
                  <a:gd name="T51" fmla="*/ 589 h 411"/>
                  <a:gd name="T52" fmla="*/ 471 w 458"/>
                  <a:gd name="T53" fmla="*/ 562 h 411"/>
                  <a:gd name="T54" fmla="*/ 441 w 458"/>
                  <a:gd name="T55" fmla="*/ 530 h 411"/>
                  <a:gd name="T56" fmla="*/ 415 w 458"/>
                  <a:gd name="T57" fmla="*/ 513 h 411"/>
                  <a:gd name="T58" fmla="*/ 390 w 458"/>
                  <a:gd name="T59" fmla="*/ 487 h 411"/>
                  <a:gd name="T60" fmla="*/ 381 w 458"/>
                  <a:gd name="T61" fmla="*/ 464 h 411"/>
                  <a:gd name="T62" fmla="*/ 372 w 458"/>
                  <a:gd name="T63" fmla="*/ 442 h 411"/>
                  <a:gd name="T64" fmla="*/ 363 w 458"/>
                  <a:gd name="T65" fmla="*/ 414 h 411"/>
                  <a:gd name="T66" fmla="*/ 345 w 458"/>
                  <a:gd name="T67" fmla="*/ 383 h 411"/>
                  <a:gd name="T68" fmla="*/ 276 w 458"/>
                  <a:gd name="T69" fmla="*/ 370 h 411"/>
                  <a:gd name="T70" fmla="*/ 251 w 458"/>
                  <a:gd name="T71" fmla="*/ 363 h 411"/>
                  <a:gd name="T72" fmla="*/ 230 w 458"/>
                  <a:gd name="T73" fmla="*/ 360 h 411"/>
                  <a:gd name="T74" fmla="*/ 195 w 458"/>
                  <a:gd name="T75" fmla="*/ 350 h 411"/>
                  <a:gd name="T76" fmla="*/ 151 w 458"/>
                  <a:gd name="T77" fmla="*/ 366 h 411"/>
                  <a:gd name="T78" fmla="*/ 144 w 458"/>
                  <a:gd name="T79" fmla="*/ 388 h 411"/>
                  <a:gd name="T80" fmla="*/ 117 w 458"/>
                  <a:gd name="T81" fmla="*/ 395 h 411"/>
                  <a:gd name="T82" fmla="*/ 96 w 458"/>
                  <a:gd name="T83" fmla="*/ 373 h 411"/>
                  <a:gd name="T84" fmla="*/ 82 w 458"/>
                  <a:gd name="T85" fmla="*/ 328 h 411"/>
                  <a:gd name="T86" fmla="*/ 36 w 458"/>
                  <a:gd name="T87" fmla="*/ 279 h 411"/>
                  <a:gd name="T88" fmla="*/ 23 w 458"/>
                  <a:gd name="T89" fmla="*/ 229 h 411"/>
                  <a:gd name="T90" fmla="*/ 1 w 458"/>
                  <a:gd name="T91" fmla="*/ 193 h 411"/>
                  <a:gd name="T92" fmla="*/ 0 w 458"/>
                  <a:gd name="T93" fmla="*/ 176 h 41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58"/>
                  <a:gd name="T142" fmla="*/ 0 h 411"/>
                  <a:gd name="T143" fmla="*/ 458 w 458"/>
                  <a:gd name="T144" fmla="*/ 411 h 41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58" h="411">
                    <a:moveTo>
                      <a:pt x="0" y="118"/>
                    </a:moveTo>
                    <a:cubicBezTo>
                      <a:pt x="11" y="119"/>
                      <a:pt x="20" y="122"/>
                      <a:pt x="30" y="124"/>
                    </a:cubicBezTo>
                    <a:cubicBezTo>
                      <a:pt x="51" y="122"/>
                      <a:pt x="40" y="122"/>
                      <a:pt x="46" y="102"/>
                    </a:cubicBezTo>
                    <a:cubicBezTo>
                      <a:pt x="47" y="97"/>
                      <a:pt x="62" y="94"/>
                      <a:pt x="66" y="93"/>
                    </a:cubicBezTo>
                    <a:cubicBezTo>
                      <a:pt x="69" y="87"/>
                      <a:pt x="72" y="85"/>
                      <a:pt x="78" y="82"/>
                    </a:cubicBezTo>
                    <a:cubicBezTo>
                      <a:pt x="87" y="70"/>
                      <a:pt x="87" y="54"/>
                      <a:pt x="102" y="45"/>
                    </a:cubicBezTo>
                    <a:cubicBezTo>
                      <a:pt x="106" y="25"/>
                      <a:pt x="141" y="27"/>
                      <a:pt x="153" y="27"/>
                    </a:cubicBezTo>
                    <a:cubicBezTo>
                      <a:pt x="157" y="20"/>
                      <a:pt x="154" y="14"/>
                      <a:pt x="162" y="12"/>
                    </a:cubicBezTo>
                    <a:cubicBezTo>
                      <a:pt x="177" y="0"/>
                      <a:pt x="220" y="10"/>
                      <a:pt x="220" y="10"/>
                    </a:cubicBezTo>
                    <a:cubicBezTo>
                      <a:pt x="235" y="15"/>
                      <a:pt x="246" y="16"/>
                      <a:pt x="262" y="18"/>
                    </a:cubicBezTo>
                    <a:cubicBezTo>
                      <a:pt x="271" y="20"/>
                      <a:pt x="280" y="24"/>
                      <a:pt x="289" y="27"/>
                    </a:cubicBezTo>
                    <a:cubicBezTo>
                      <a:pt x="291" y="77"/>
                      <a:pt x="284" y="76"/>
                      <a:pt x="304" y="103"/>
                    </a:cubicBezTo>
                    <a:cubicBezTo>
                      <a:pt x="307" y="119"/>
                      <a:pt x="305" y="135"/>
                      <a:pt x="319" y="145"/>
                    </a:cubicBezTo>
                    <a:cubicBezTo>
                      <a:pt x="330" y="163"/>
                      <a:pt x="347" y="178"/>
                      <a:pt x="357" y="198"/>
                    </a:cubicBezTo>
                    <a:cubicBezTo>
                      <a:pt x="358" y="207"/>
                      <a:pt x="358" y="210"/>
                      <a:pt x="363" y="217"/>
                    </a:cubicBezTo>
                    <a:cubicBezTo>
                      <a:pt x="364" y="223"/>
                      <a:pt x="366" y="228"/>
                      <a:pt x="369" y="234"/>
                    </a:cubicBezTo>
                    <a:cubicBezTo>
                      <a:pt x="372" y="253"/>
                      <a:pt x="365" y="282"/>
                      <a:pt x="382" y="297"/>
                    </a:cubicBezTo>
                    <a:cubicBezTo>
                      <a:pt x="388" y="302"/>
                      <a:pt x="397" y="305"/>
                      <a:pt x="403" y="310"/>
                    </a:cubicBezTo>
                    <a:cubicBezTo>
                      <a:pt x="405" y="316"/>
                      <a:pt x="408" y="322"/>
                      <a:pt x="411" y="328"/>
                    </a:cubicBezTo>
                    <a:cubicBezTo>
                      <a:pt x="413" y="337"/>
                      <a:pt x="420" y="341"/>
                      <a:pt x="429" y="343"/>
                    </a:cubicBezTo>
                    <a:cubicBezTo>
                      <a:pt x="435" y="348"/>
                      <a:pt x="441" y="353"/>
                      <a:pt x="447" y="357"/>
                    </a:cubicBezTo>
                    <a:cubicBezTo>
                      <a:pt x="458" y="371"/>
                      <a:pt x="441" y="369"/>
                      <a:pt x="429" y="370"/>
                    </a:cubicBezTo>
                    <a:cubicBezTo>
                      <a:pt x="423" y="379"/>
                      <a:pt x="427" y="392"/>
                      <a:pt x="418" y="397"/>
                    </a:cubicBezTo>
                    <a:cubicBezTo>
                      <a:pt x="407" y="389"/>
                      <a:pt x="396" y="393"/>
                      <a:pt x="382" y="394"/>
                    </a:cubicBezTo>
                    <a:cubicBezTo>
                      <a:pt x="370" y="398"/>
                      <a:pt x="359" y="403"/>
                      <a:pt x="348" y="411"/>
                    </a:cubicBezTo>
                    <a:cubicBezTo>
                      <a:pt x="345" y="404"/>
                      <a:pt x="346" y="398"/>
                      <a:pt x="339" y="393"/>
                    </a:cubicBezTo>
                    <a:cubicBezTo>
                      <a:pt x="335" y="386"/>
                      <a:pt x="332" y="382"/>
                      <a:pt x="328" y="375"/>
                    </a:cubicBezTo>
                    <a:cubicBezTo>
                      <a:pt x="326" y="364"/>
                      <a:pt x="319" y="356"/>
                      <a:pt x="307" y="354"/>
                    </a:cubicBezTo>
                    <a:cubicBezTo>
                      <a:pt x="301" y="349"/>
                      <a:pt x="297" y="344"/>
                      <a:pt x="289" y="342"/>
                    </a:cubicBezTo>
                    <a:cubicBezTo>
                      <a:pt x="281" y="336"/>
                      <a:pt x="275" y="335"/>
                      <a:pt x="271" y="325"/>
                    </a:cubicBezTo>
                    <a:cubicBezTo>
                      <a:pt x="270" y="319"/>
                      <a:pt x="268" y="316"/>
                      <a:pt x="265" y="310"/>
                    </a:cubicBezTo>
                    <a:cubicBezTo>
                      <a:pt x="264" y="304"/>
                      <a:pt x="262" y="301"/>
                      <a:pt x="259" y="295"/>
                    </a:cubicBezTo>
                    <a:cubicBezTo>
                      <a:pt x="258" y="289"/>
                      <a:pt x="256" y="282"/>
                      <a:pt x="253" y="276"/>
                    </a:cubicBezTo>
                    <a:cubicBezTo>
                      <a:pt x="251" y="267"/>
                      <a:pt x="249" y="260"/>
                      <a:pt x="240" y="256"/>
                    </a:cubicBezTo>
                    <a:cubicBezTo>
                      <a:pt x="231" y="244"/>
                      <a:pt x="202" y="248"/>
                      <a:pt x="192" y="247"/>
                    </a:cubicBezTo>
                    <a:cubicBezTo>
                      <a:pt x="185" y="246"/>
                      <a:pt x="180" y="244"/>
                      <a:pt x="174" y="243"/>
                    </a:cubicBezTo>
                    <a:cubicBezTo>
                      <a:pt x="169" y="242"/>
                      <a:pt x="160" y="240"/>
                      <a:pt x="160" y="240"/>
                    </a:cubicBezTo>
                    <a:cubicBezTo>
                      <a:pt x="152" y="236"/>
                      <a:pt x="145" y="235"/>
                      <a:pt x="136" y="234"/>
                    </a:cubicBezTo>
                    <a:cubicBezTo>
                      <a:pt x="123" y="235"/>
                      <a:pt x="114" y="235"/>
                      <a:pt x="105" y="244"/>
                    </a:cubicBezTo>
                    <a:cubicBezTo>
                      <a:pt x="103" y="249"/>
                      <a:pt x="102" y="254"/>
                      <a:pt x="100" y="259"/>
                    </a:cubicBezTo>
                    <a:cubicBezTo>
                      <a:pt x="98" y="270"/>
                      <a:pt x="91" y="266"/>
                      <a:pt x="82" y="264"/>
                    </a:cubicBezTo>
                    <a:cubicBezTo>
                      <a:pt x="76" y="259"/>
                      <a:pt x="74" y="253"/>
                      <a:pt x="67" y="249"/>
                    </a:cubicBezTo>
                    <a:cubicBezTo>
                      <a:pt x="65" y="241"/>
                      <a:pt x="63" y="224"/>
                      <a:pt x="57" y="219"/>
                    </a:cubicBezTo>
                    <a:cubicBezTo>
                      <a:pt x="41" y="205"/>
                      <a:pt x="36" y="207"/>
                      <a:pt x="25" y="186"/>
                    </a:cubicBezTo>
                    <a:cubicBezTo>
                      <a:pt x="23" y="176"/>
                      <a:pt x="21" y="162"/>
                      <a:pt x="16" y="153"/>
                    </a:cubicBezTo>
                    <a:cubicBezTo>
                      <a:pt x="14" y="144"/>
                      <a:pt x="6" y="136"/>
                      <a:pt x="1" y="129"/>
                    </a:cubicBezTo>
                    <a:cubicBezTo>
                      <a:pt x="0" y="122"/>
                      <a:pt x="0" y="126"/>
                      <a:pt x="0" y="118"/>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6" name="Freeform 25">
                <a:extLst>
                  <a:ext uri="{FF2B5EF4-FFF2-40B4-BE49-F238E27FC236}">
                    <a16:creationId xmlns:a16="http://schemas.microsoft.com/office/drawing/2014/main" id="{C7889037-6E0F-0F4E-34F4-D527F027FC35}"/>
                  </a:ext>
                </a:extLst>
              </p:cNvPr>
              <p:cNvSpPr>
                <a:spLocks/>
              </p:cNvSpPr>
              <p:nvPr/>
            </p:nvSpPr>
            <p:spPr bwMode="auto">
              <a:xfrm>
                <a:off x="2473780" y="2904916"/>
                <a:ext cx="386000" cy="537610"/>
              </a:xfrm>
              <a:custGeom>
                <a:avLst/>
                <a:gdLst>
                  <a:gd name="T0" fmla="*/ 5 w 276"/>
                  <a:gd name="T1" fmla="*/ 53 h 377"/>
                  <a:gd name="T2" fmla="*/ 34 w 276"/>
                  <a:gd name="T3" fmla="*/ 49 h 377"/>
                  <a:gd name="T4" fmla="*/ 37 w 276"/>
                  <a:gd name="T5" fmla="*/ 32 h 377"/>
                  <a:gd name="T6" fmla="*/ 55 w 276"/>
                  <a:gd name="T7" fmla="*/ 21 h 377"/>
                  <a:gd name="T8" fmla="*/ 91 w 276"/>
                  <a:gd name="T9" fmla="*/ 12 h 377"/>
                  <a:gd name="T10" fmla="*/ 137 w 276"/>
                  <a:gd name="T11" fmla="*/ 7 h 377"/>
                  <a:gd name="T12" fmla="*/ 156 w 276"/>
                  <a:gd name="T13" fmla="*/ 18 h 377"/>
                  <a:gd name="T14" fmla="*/ 181 w 276"/>
                  <a:gd name="T15" fmla="*/ 59 h 377"/>
                  <a:gd name="T16" fmla="*/ 245 w 276"/>
                  <a:gd name="T17" fmla="*/ 115 h 377"/>
                  <a:gd name="T18" fmla="*/ 288 w 276"/>
                  <a:gd name="T19" fmla="*/ 148 h 377"/>
                  <a:gd name="T20" fmla="*/ 313 w 276"/>
                  <a:gd name="T21" fmla="*/ 170 h 377"/>
                  <a:gd name="T22" fmla="*/ 341 w 276"/>
                  <a:gd name="T23" fmla="*/ 215 h 377"/>
                  <a:gd name="T24" fmla="*/ 374 w 276"/>
                  <a:gd name="T25" fmla="*/ 234 h 377"/>
                  <a:gd name="T26" fmla="*/ 391 w 276"/>
                  <a:gd name="T27" fmla="*/ 286 h 377"/>
                  <a:gd name="T28" fmla="*/ 356 w 276"/>
                  <a:gd name="T29" fmla="*/ 290 h 377"/>
                  <a:gd name="T30" fmla="*/ 341 w 276"/>
                  <a:gd name="T31" fmla="*/ 357 h 377"/>
                  <a:gd name="T32" fmla="*/ 323 w 276"/>
                  <a:gd name="T33" fmla="*/ 395 h 377"/>
                  <a:gd name="T34" fmla="*/ 297 w 276"/>
                  <a:gd name="T35" fmla="*/ 412 h 377"/>
                  <a:gd name="T36" fmla="*/ 283 w 276"/>
                  <a:gd name="T37" fmla="*/ 429 h 377"/>
                  <a:gd name="T38" fmla="*/ 331 w 276"/>
                  <a:gd name="T39" fmla="*/ 471 h 377"/>
                  <a:gd name="T40" fmla="*/ 344 w 276"/>
                  <a:gd name="T41" fmla="*/ 488 h 377"/>
                  <a:gd name="T42" fmla="*/ 354 w 276"/>
                  <a:gd name="T43" fmla="*/ 523 h 377"/>
                  <a:gd name="T44" fmla="*/ 341 w 276"/>
                  <a:gd name="T45" fmla="*/ 559 h 377"/>
                  <a:gd name="T46" fmla="*/ 306 w 276"/>
                  <a:gd name="T47" fmla="*/ 550 h 377"/>
                  <a:gd name="T48" fmla="*/ 283 w 276"/>
                  <a:gd name="T49" fmla="*/ 545 h 377"/>
                  <a:gd name="T50" fmla="*/ 266 w 276"/>
                  <a:gd name="T51" fmla="*/ 545 h 377"/>
                  <a:gd name="T52" fmla="*/ 245 w 276"/>
                  <a:gd name="T53" fmla="*/ 564 h 377"/>
                  <a:gd name="T54" fmla="*/ 219 w 276"/>
                  <a:gd name="T55" fmla="*/ 545 h 377"/>
                  <a:gd name="T56" fmla="*/ 181 w 276"/>
                  <a:gd name="T57" fmla="*/ 521 h 377"/>
                  <a:gd name="T58" fmla="*/ 146 w 276"/>
                  <a:gd name="T59" fmla="*/ 470 h 377"/>
                  <a:gd name="T60" fmla="*/ 130 w 276"/>
                  <a:gd name="T61" fmla="*/ 451 h 377"/>
                  <a:gd name="T62" fmla="*/ 121 w 276"/>
                  <a:gd name="T63" fmla="*/ 430 h 377"/>
                  <a:gd name="T64" fmla="*/ 113 w 276"/>
                  <a:gd name="T65" fmla="*/ 377 h 377"/>
                  <a:gd name="T66" fmla="*/ 95 w 276"/>
                  <a:gd name="T67" fmla="*/ 313 h 377"/>
                  <a:gd name="T68" fmla="*/ 70 w 276"/>
                  <a:gd name="T69" fmla="*/ 269 h 377"/>
                  <a:gd name="T70" fmla="*/ 42 w 276"/>
                  <a:gd name="T71" fmla="*/ 232 h 377"/>
                  <a:gd name="T72" fmla="*/ 30 w 276"/>
                  <a:gd name="T73" fmla="*/ 210 h 377"/>
                  <a:gd name="T74" fmla="*/ 22 w 276"/>
                  <a:gd name="T75" fmla="*/ 182 h 377"/>
                  <a:gd name="T76" fmla="*/ 7 w 276"/>
                  <a:gd name="T77" fmla="*/ 148 h 377"/>
                  <a:gd name="T78" fmla="*/ 0 w 276"/>
                  <a:gd name="T79" fmla="*/ 128 h 377"/>
                  <a:gd name="T80" fmla="*/ 5 w 276"/>
                  <a:gd name="T81" fmla="*/ 53 h 37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76"/>
                  <a:gd name="T124" fmla="*/ 0 h 377"/>
                  <a:gd name="T125" fmla="*/ 276 w 276"/>
                  <a:gd name="T126" fmla="*/ 377 h 37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76" h="377">
                    <a:moveTo>
                      <a:pt x="3" y="35"/>
                    </a:moveTo>
                    <a:cubicBezTo>
                      <a:pt x="10" y="34"/>
                      <a:pt x="17" y="36"/>
                      <a:pt x="23" y="33"/>
                    </a:cubicBezTo>
                    <a:cubicBezTo>
                      <a:pt x="27" y="31"/>
                      <a:pt x="24" y="25"/>
                      <a:pt x="26" y="21"/>
                    </a:cubicBezTo>
                    <a:cubicBezTo>
                      <a:pt x="29" y="16"/>
                      <a:pt x="33" y="15"/>
                      <a:pt x="38" y="14"/>
                    </a:cubicBezTo>
                    <a:cubicBezTo>
                      <a:pt x="46" y="10"/>
                      <a:pt x="54" y="9"/>
                      <a:pt x="63" y="8"/>
                    </a:cubicBezTo>
                    <a:cubicBezTo>
                      <a:pt x="76" y="0"/>
                      <a:pt x="73" y="3"/>
                      <a:pt x="95" y="5"/>
                    </a:cubicBezTo>
                    <a:cubicBezTo>
                      <a:pt x="99" y="10"/>
                      <a:pt x="101" y="11"/>
                      <a:pt x="108" y="12"/>
                    </a:cubicBezTo>
                    <a:cubicBezTo>
                      <a:pt x="116" y="20"/>
                      <a:pt x="118" y="30"/>
                      <a:pt x="126" y="39"/>
                    </a:cubicBezTo>
                    <a:cubicBezTo>
                      <a:pt x="137" y="51"/>
                      <a:pt x="156" y="69"/>
                      <a:pt x="170" y="77"/>
                    </a:cubicBezTo>
                    <a:cubicBezTo>
                      <a:pt x="178" y="87"/>
                      <a:pt x="187" y="97"/>
                      <a:pt x="200" y="99"/>
                    </a:cubicBezTo>
                    <a:cubicBezTo>
                      <a:pt x="211" y="97"/>
                      <a:pt x="212" y="106"/>
                      <a:pt x="218" y="114"/>
                    </a:cubicBezTo>
                    <a:cubicBezTo>
                      <a:pt x="221" y="130"/>
                      <a:pt x="219" y="140"/>
                      <a:pt x="237" y="144"/>
                    </a:cubicBezTo>
                    <a:cubicBezTo>
                      <a:pt x="247" y="149"/>
                      <a:pt x="249" y="154"/>
                      <a:pt x="260" y="156"/>
                    </a:cubicBezTo>
                    <a:cubicBezTo>
                      <a:pt x="269" y="163"/>
                      <a:pt x="276" y="178"/>
                      <a:pt x="272" y="191"/>
                    </a:cubicBezTo>
                    <a:cubicBezTo>
                      <a:pt x="272" y="192"/>
                      <a:pt x="250" y="194"/>
                      <a:pt x="248" y="194"/>
                    </a:cubicBezTo>
                    <a:cubicBezTo>
                      <a:pt x="246" y="222"/>
                      <a:pt x="248" y="221"/>
                      <a:pt x="237" y="239"/>
                    </a:cubicBezTo>
                    <a:cubicBezTo>
                      <a:pt x="236" y="252"/>
                      <a:pt x="234" y="257"/>
                      <a:pt x="224" y="264"/>
                    </a:cubicBezTo>
                    <a:cubicBezTo>
                      <a:pt x="221" y="271"/>
                      <a:pt x="214" y="275"/>
                      <a:pt x="207" y="276"/>
                    </a:cubicBezTo>
                    <a:cubicBezTo>
                      <a:pt x="202" y="279"/>
                      <a:pt x="200" y="282"/>
                      <a:pt x="197" y="287"/>
                    </a:cubicBezTo>
                    <a:cubicBezTo>
                      <a:pt x="199" y="301"/>
                      <a:pt x="216" y="312"/>
                      <a:pt x="230" y="315"/>
                    </a:cubicBezTo>
                    <a:cubicBezTo>
                      <a:pt x="235" y="318"/>
                      <a:pt x="237" y="320"/>
                      <a:pt x="239" y="326"/>
                    </a:cubicBezTo>
                    <a:cubicBezTo>
                      <a:pt x="240" y="335"/>
                      <a:pt x="237" y="346"/>
                      <a:pt x="246" y="350"/>
                    </a:cubicBezTo>
                    <a:cubicBezTo>
                      <a:pt x="244" y="362"/>
                      <a:pt x="250" y="369"/>
                      <a:pt x="237" y="374"/>
                    </a:cubicBezTo>
                    <a:cubicBezTo>
                      <a:pt x="227" y="373"/>
                      <a:pt x="222" y="369"/>
                      <a:pt x="213" y="368"/>
                    </a:cubicBezTo>
                    <a:cubicBezTo>
                      <a:pt x="208" y="364"/>
                      <a:pt x="204" y="366"/>
                      <a:pt x="197" y="365"/>
                    </a:cubicBezTo>
                    <a:cubicBezTo>
                      <a:pt x="193" y="358"/>
                      <a:pt x="191" y="361"/>
                      <a:pt x="185" y="365"/>
                    </a:cubicBezTo>
                    <a:cubicBezTo>
                      <a:pt x="182" y="371"/>
                      <a:pt x="176" y="374"/>
                      <a:pt x="170" y="377"/>
                    </a:cubicBezTo>
                    <a:cubicBezTo>
                      <a:pt x="162" y="374"/>
                      <a:pt x="162" y="367"/>
                      <a:pt x="153" y="365"/>
                    </a:cubicBezTo>
                    <a:cubicBezTo>
                      <a:pt x="143" y="360"/>
                      <a:pt x="135" y="353"/>
                      <a:pt x="126" y="348"/>
                    </a:cubicBezTo>
                    <a:cubicBezTo>
                      <a:pt x="117" y="336"/>
                      <a:pt x="116" y="322"/>
                      <a:pt x="102" y="314"/>
                    </a:cubicBezTo>
                    <a:cubicBezTo>
                      <a:pt x="99" y="308"/>
                      <a:pt x="96" y="305"/>
                      <a:pt x="90" y="302"/>
                    </a:cubicBezTo>
                    <a:cubicBezTo>
                      <a:pt x="89" y="296"/>
                      <a:pt x="86" y="293"/>
                      <a:pt x="84" y="288"/>
                    </a:cubicBezTo>
                    <a:cubicBezTo>
                      <a:pt x="83" y="275"/>
                      <a:pt x="82" y="264"/>
                      <a:pt x="78" y="252"/>
                    </a:cubicBezTo>
                    <a:cubicBezTo>
                      <a:pt x="77" y="235"/>
                      <a:pt x="76" y="223"/>
                      <a:pt x="66" y="209"/>
                    </a:cubicBezTo>
                    <a:cubicBezTo>
                      <a:pt x="65" y="198"/>
                      <a:pt x="57" y="186"/>
                      <a:pt x="48" y="180"/>
                    </a:cubicBezTo>
                    <a:cubicBezTo>
                      <a:pt x="42" y="172"/>
                      <a:pt x="37" y="161"/>
                      <a:pt x="29" y="155"/>
                    </a:cubicBezTo>
                    <a:cubicBezTo>
                      <a:pt x="27" y="150"/>
                      <a:pt x="24" y="146"/>
                      <a:pt x="21" y="141"/>
                    </a:cubicBezTo>
                    <a:cubicBezTo>
                      <a:pt x="20" y="135"/>
                      <a:pt x="18" y="128"/>
                      <a:pt x="15" y="122"/>
                    </a:cubicBezTo>
                    <a:cubicBezTo>
                      <a:pt x="14" y="112"/>
                      <a:pt x="13" y="105"/>
                      <a:pt x="5" y="99"/>
                    </a:cubicBezTo>
                    <a:cubicBezTo>
                      <a:pt x="3" y="95"/>
                      <a:pt x="2" y="90"/>
                      <a:pt x="0" y="86"/>
                    </a:cubicBezTo>
                    <a:cubicBezTo>
                      <a:pt x="2" y="46"/>
                      <a:pt x="1" y="63"/>
                      <a:pt x="3" y="35"/>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7" name="Freeform 26">
                <a:extLst>
                  <a:ext uri="{FF2B5EF4-FFF2-40B4-BE49-F238E27FC236}">
                    <a16:creationId xmlns:a16="http://schemas.microsoft.com/office/drawing/2014/main" id="{87DADC0B-8924-B6AA-A035-A49FBF56F4C5}"/>
                  </a:ext>
                </a:extLst>
              </p:cNvPr>
              <p:cNvSpPr>
                <a:spLocks/>
              </p:cNvSpPr>
              <p:nvPr/>
            </p:nvSpPr>
            <p:spPr bwMode="auto">
              <a:xfrm>
                <a:off x="2654535" y="3416870"/>
                <a:ext cx="233232" cy="124781"/>
              </a:xfrm>
              <a:custGeom>
                <a:avLst/>
                <a:gdLst>
                  <a:gd name="T0" fmla="*/ 168 w 167"/>
                  <a:gd name="T1" fmla="*/ 22 h 87"/>
                  <a:gd name="T2" fmla="*/ 206 w 167"/>
                  <a:gd name="T3" fmla="*/ 6 h 87"/>
                  <a:gd name="T4" fmla="*/ 228 w 167"/>
                  <a:gd name="T5" fmla="*/ 57 h 87"/>
                  <a:gd name="T6" fmla="*/ 240 w 167"/>
                  <a:gd name="T7" fmla="*/ 86 h 87"/>
                  <a:gd name="T8" fmla="*/ 188 w 167"/>
                  <a:gd name="T9" fmla="*/ 132 h 87"/>
                  <a:gd name="T10" fmla="*/ 80 w 167"/>
                  <a:gd name="T11" fmla="*/ 123 h 87"/>
                  <a:gd name="T12" fmla="*/ 0 w 167"/>
                  <a:gd name="T13" fmla="*/ 111 h 87"/>
                  <a:gd name="T14" fmla="*/ 7 w 167"/>
                  <a:gd name="T15" fmla="*/ 91 h 87"/>
                  <a:gd name="T16" fmla="*/ 37 w 167"/>
                  <a:gd name="T17" fmla="*/ 41 h 87"/>
                  <a:gd name="T18" fmla="*/ 50 w 167"/>
                  <a:gd name="T19" fmla="*/ 37 h 87"/>
                  <a:gd name="T20" fmla="*/ 72 w 167"/>
                  <a:gd name="T21" fmla="*/ 14 h 87"/>
                  <a:gd name="T22" fmla="*/ 119 w 167"/>
                  <a:gd name="T23" fmla="*/ 11 h 87"/>
                  <a:gd name="T24" fmla="*/ 151 w 167"/>
                  <a:gd name="T25" fmla="*/ 15 h 87"/>
                  <a:gd name="T26" fmla="*/ 168 w 167"/>
                  <a:gd name="T27" fmla="*/ 22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7"/>
                  <a:gd name="T43" fmla="*/ 0 h 87"/>
                  <a:gd name="T44" fmla="*/ 167 w 167"/>
                  <a:gd name="T45" fmla="*/ 87 h 8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7" h="87">
                    <a:moveTo>
                      <a:pt x="117" y="15"/>
                    </a:moveTo>
                    <a:cubicBezTo>
                      <a:pt x="127" y="29"/>
                      <a:pt x="134" y="11"/>
                      <a:pt x="144" y="4"/>
                    </a:cubicBezTo>
                    <a:cubicBezTo>
                      <a:pt x="151" y="16"/>
                      <a:pt x="148" y="28"/>
                      <a:pt x="159" y="37"/>
                    </a:cubicBezTo>
                    <a:cubicBezTo>
                      <a:pt x="162" y="44"/>
                      <a:pt x="164" y="50"/>
                      <a:pt x="167" y="57"/>
                    </a:cubicBezTo>
                    <a:cubicBezTo>
                      <a:pt x="163" y="75"/>
                      <a:pt x="148" y="82"/>
                      <a:pt x="131" y="87"/>
                    </a:cubicBezTo>
                    <a:cubicBezTo>
                      <a:pt x="103" y="85"/>
                      <a:pt x="82" y="83"/>
                      <a:pt x="56" y="81"/>
                    </a:cubicBezTo>
                    <a:cubicBezTo>
                      <a:pt x="38" y="74"/>
                      <a:pt x="19" y="74"/>
                      <a:pt x="0" y="73"/>
                    </a:cubicBezTo>
                    <a:cubicBezTo>
                      <a:pt x="2" y="69"/>
                      <a:pt x="3" y="64"/>
                      <a:pt x="5" y="60"/>
                    </a:cubicBezTo>
                    <a:cubicBezTo>
                      <a:pt x="6" y="34"/>
                      <a:pt x="3" y="29"/>
                      <a:pt x="26" y="27"/>
                    </a:cubicBezTo>
                    <a:cubicBezTo>
                      <a:pt x="29" y="26"/>
                      <a:pt x="32" y="26"/>
                      <a:pt x="35" y="24"/>
                    </a:cubicBezTo>
                    <a:cubicBezTo>
                      <a:pt x="42" y="19"/>
                      <a:pt x="41" y="11"/>
                      <a:pt x="50" y="9"/>
                    </a:cubicBezTo>
                    <a:cubicBezTo>
                      <a:pt x="61" y="0"/>
                      <a:pt x="54" y="5"/>
                      <a:pt x="83" y="7"/>
                    </a:cubicBezTo>
                    <a:cubicBezTo>
                      <a:pt x="90" y="8"/>
                      <a:pt x="105" y="10"/>
                      <a:pt x="105" y="10"/>
                    </a:cubicBezTo>
                    <a:cubicBezTo>
                      <a:pt x="109" y="12"/>
                      <a:pt x="115" y="11"/>
                      <a:pt x="117" y="15"/>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8" name="Freeform 27">
                <a:extLst>
                  <a:ext uri="{FF2B5EF4-FFF2-40B4-BE49-F238E27FC236}">
                    <a16:creationId xmlns:a16="http://schemas.microsoft.com/office/drawing/2014/main" id="{9957F299-2AA1-B0DE-C694-21FCCF95C530}"/>
                  </a:ext>
                </a:extLst>
              </p:cNvPr>
              <p:cNvSpPr>
                <a:spLocks/>
              </p:cNvSpPr>
              <p:nvPr/>
            </p:nvSpPr>
            <p:spPr bwMode="auto">
              <a:xfrm>
                <a:off x="2850450" y="3190631"/>
                <a:ext cx="509613" cy="571429"/>
              </a:xfrm>
              <a:custGeom>
                <a:avLst/>
                <a:gdLst>
                  <a:gd name="T0" fmla="*/ 13 w 365"/>
                  <a:gd name="T1" fmla="*/ 242 h 401"/>
                  <a:gd name="T2" fmla="*/ 23 w 365"/>
                  <a:gd name="T3" fmla="*/ 221 h 401"/>
                  <a:gd name="T4" fmla="*/ 23 w 365"/>
                  <a:gd name="T5" fmla="*/ 202 h 401"/>
                  <a:gd name="T6" fmla="*/ 53 w 365"/>
                  <a:gd name="T7" fmla="*/ 143 h 401"/>
                  <a:gd name="T8" fmla="*/ 81 w 365"/>
                  <a:gd name="T9" fmla="*/ 130 h 401"/>
                  <a:gd name="T10" fmla="*/ 169 w 365"/>
                  <a:gd name="T11" fmla="*/ 99 h 401"/>
                  <a:gd name="T12" fmla="*/ 194 w 365"/>
                  <a:gd name="T13" fmla="*/ 89 h 401"/>
                  <a:gd name="T14" fmla="*/ 237 w 365"/>
                  <a:gd name="T15" fmla="*/ 76 h 401"/>
                  <a:gd name="T16" fmla="*/ 254 w 365"/>
                  <a:gd name="T17" fmla="*/ 65 h 401"/>
                  <a:gd name="T18" fmla="*/ 271 w 365"/>
                  <a:gd name="T19" fmla="*/ 49 h 401"/>
                  <a:gd name="T20" fmla="*/ 292 w 365"/>
                  <a:gd name="T21" fmla="*/ 35 h 401"/>
                  <a:gd name="T22" fmla="*/ 340 w 365"/>
                  <a:gd name="T23" fmla="*/ 9 h 401"/>
                  <a:gd name="T24" fmla="*/ 362 w 365"/>
                  <a:gd name="T25" fmla="*/ 0 h 401"/>
                  <a:gd name="T26" fmla="*/ 358 w 365"/>
                  <a:gd name="T27" fmla="*/ 46 h 401"/>
                  <a:gd name="T28" fmla="*/ 357 w 365"/>
                  <a:gd name="T29" fmla="*/ 86 h 401"/>
                  <a:gd name="T30" fmla="*/ 374 w 365"/>
                  <a:gd name="T31" fmla="*/ 112 h 401"/>
                  <a:gd name="T32" fmla="*/ 387 w 365"/>
                  <a:gd name="T33" fmla="*/ 154 h 401"/>
                  <a:gd name="T34" fmla="*/ 413 w 365"/>
                  <a:gd name="T35" fmla="*/ 186 h 401"/>
                  <a:gd name="T36" fmla="*/ 419 w 365"/>
                  <a:gd name="T37" fmla="*/ 207 h 401"/>
                  <a:gd name="T38" fmla="*/ 473 w 365"/>
                  <a:gd name="T39" fmla="*/ 301 h 401"/>
                  <a:gd name="T40" fmla="*/ 496 w 365"/>
                  <a:gd name="T41" fmla="*/ 323 h 401"/>
                  <a:gd name="T42" fmla="*/ 511 w 365"/>
                  <a:gd name="T43" fmla="*/ 351 h 401"/>
                  <a:gd name="T44" fmla="*/ 521 w 365"/>
                  <a:gd name="T45" fmla="*/ 378 h 401"/>
                  <a:gd name="T46" fmla="*/ 508 w 365"/>
                  <a:gd name="T47" fmla="*/ 390 h 401"/>
                  <a:gd name="T48" fmla="*/ 469 w 365"/>
                  <a:gd name="T49" fmla="*/ 382 h 401"/>
                  <a:gd name="T50" fmla="*/ 436 w 365"/>
                  <a:gd name="T51" fmla="*/ 412 h 401"/>
                  <a:gd name="T52" fmla="*/ 438 w 365"/>
                  <a:gd name="T53" fmla="*/ 489 h 401"/>
                  <a:gd name="T54" fmla="*/ 451 w 365"/>
                  <a:gd name="T55" fmla="*/ 524 h 401"/>
                  <a:gd name="T56" fmla="*/ 444 w 365"/>
                  <a:gd name="T57" fmla="*/ 569 h 401"/>
                  <a:gd name="T58" fmla="*/ 423 w 365"/>
                  <a:gd name="T59" fmla="*/ 588 h 401"/>
                  <a:gd name="T60" fmla="*/ 365 w 365"/>
                  <a:gd name="T61" fmla="*/ 593 h 401"/>
                  <a:gd name="T62" fmla="*/ 328 w 365"/>
                  <a:gd name="T63" fmla="*/ 566 h 401"/>
                  <a:gd name="T64" fmla="*/ 315 w 365"/>
                  <a:gd name="T65" fmla="*/ 547 h 401"/>
                  <a:gd name="T66" fmla="*/ 310 w 365"/>
                  <a:gd name="T67" fmla="*/ 525 h 401"/>
                  <a:gd name="T68" fmla="*/ 303 w 365"/>
                  <a:gd name="T69" fmla="*/ 458 h 401"/>
                  <a:gd name="T70" fmla="*/ 255 w 365"/>
                  <a:gd name="T71" fmla="*/ 358 h 401"/>
                  <a:gd name="T72" fmla="*/ 198 w 365"/>
                  <a:gd name="T73" fmla="*/ 359 h 401"/>
                  <a:gd name="T74" fmla="*/ 163 w 365"/>
                  <a:gd name="T75" fmla="*/ 381 h 401"/>
                  <a:gd name="T76" fmla="*/ 151 w 365"/>
                  <a:gd name="T77" fmla="*/ 391 h 401"/>
                  <a:gd name="T78" fmla="*/ 126 w 365"/>
                  <a:gd name="T79" fmla="*/ 409 h 401"/>
                  <a:gd name="T80" fmla="*/ 83 w 365"/>
                  <a:gd name="T81" fmla="*/ 408 h 401"/>
                  <a:gd name="T82" fmla="*/ 36 w 365"/>
                  <a:gd name="T83" fmla="*/ 390 h 401"/>
                  <a:gd name="T84" fmla="*/ 10 w 365"/>
                  <a:gd name="T85" fmla="*/ 376 h 401"/>
                  <a:gd name="T86" fmla="*/ 22 w 365"/>
                  <a:gd name="T87" fmla="*/ 351 h 401"/>
                  <a:gd name="T88" fmla="*/ 31 w 365"/>
                  <a:gd name="T89" fmla="*/ 331 h 401"/>
                  <a:gd name="T90" fmla="*/ 14 w 365"/>
                  <a:gd name="T91" fmla="*/ 277 h 401"/>
                  <a:gd name="T92" fmla="*/ 13 w 365"/>
                  <a:gd name="T93" fmla="*/ 242 h 4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65"/>
                  <a:gd name="T142" fmla="*/ 0 h 401"/>
                  <a:gd name="T143" fmla="*/ 365 w 365"/>
                  <a:gd name="T144" fmla="*/ 401 h 4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65" h="401">
                    <a:moveTo>
                      <a:pt x="9" y="162"/>
                    </a:moveTo>
                    <a:cubicBezTo>
                      <a:pt x="10" y="155"/>
                      <a:pt x="10" y="152"/>
                      <a:pt x="16" y="148"/>
                    </a:cubicBezTo>
                    <a:cubicBezTo>
                      <a:pt x="19" y="142"/>
                      <a:pt x="20" y="140"/>
                      <a:pt x="16" y="135"/>
                    </a:cubicBezTo>
                    <a:cubicBezTo>
                      <a:pt x="11" y="112"/>
                      <a:pt x="13" y="99"/>
                      <a:pt x="37" y="96"/>
                    </a:cubicBezTo>
                    <a:cubicBezTo>
                      <a:pt x="45" y="93"/>
                      <a:pt x="50" y="92"/>
                      <a:pt x="57" y="87"/>
                    </a:cubicBezTo>
                    <a:cubicBezTo>
                      <a:pt x="74" y="59"/>
                      <a:pt x="81" y="69"/>
                      <a:pt x="118" y="66"/>
                    </a:cubicBezTo>
                    <a:cubicBezTo>
                      <a:pt x="125" y="64"/>
                      <a:pt x="129" y="61"/>
                      <a:pt x="135" y="60"/>
                    </a:cubicBezTo>
                    <a:cubicBezTo>
                      <a:pt x="144" y="56"/>
                      <a:pt x="155" y="53"/>
                      <a:pt x="165" y="51"/>
                    </a:cubicBezTo>
                    <a:cubicBezTo>
                      <a:pt x="170" y="48"/>
                      <a:pt x="172" y="45"/>
                      <a:pt x="177" y="43"/>
                    </a:cubicBezTo>
                    <a:cubicBezTo>
                      <a:pt x="182" y="38"/>
                      <a:pt x="182" y="34"/>
                      <a:pt x="189" y="33"/>
                    </a:cubicBezTo>
                    <a:cubicBezTo>
                      <a:pt x="194" y="27"/>
                      <a:pt x="197" y="25"/>
                      <a:pt x="204" y="24"/>
                    </a:cubicBezTo>
                    <a:cubicBezTo>
                      <a:pt x="212" y="18"/>
                      <a:pt x="227" y="8"/>
                      <a:pt x="237" y="6"/>
                    </a:cubicBezTo>
                    <a:cubicBezTo>
                      <a:pt x="242" y="3"/>
                      <a:pt x="246" y="1"/>
                      <a:pt x="252" y="0"/>
                    </a:cubicBezTo>
                    <a:cubicBezTo>
                      <a:pt x="264" y="2"/>
                      <a:pt x="256" y="23"/>
                      <a:pt x="250" y="31"/>
                    </a:cubicBezTo>
                    <a:cubicBezTo>
                      <a:pt x="248" y="41"/>
                      <a:pt x="245" y="46"/>
                      <a:pt x="249" y="57"/>
                    </a:cubicBezTo>
                    <a:cubicBezTo>
                      <a:pt x="250" y="64"/>
                      <a:pt x="255" y="72"/>
                      <a:pt x="261" y="75"/>
                    </a:cubicBezTo>
                    <a:cubicBezTo>
                      <a:pt x="266" y="84"/>
                      <a:pt x="266" y="94"/>
                      <a:pt x="270" y="103"/>
                    </a:cubicBezTo>
                    <a:cubicBezTo>
                      <a:pt x="273" y="109"/>
                      <a:pt x="284" y="118"/>
                      <a:pt x="288" y="124"/>
                    </a:cubicBezTo>
                    <a:cubicBezTo>
                      <a:pt x="289" y="129"/>
                      <a:pt x="291" y="133"/>
                      <a:pt x="292" y="138"/>
                    </a:cubicBezTo>
                    <a:cubicBezTo>
                      <a:pt x="295" y="185"/>
                      <a:pt x="294" y="179"/>
                      <a:pt x="330" y="201"/>
                    </a:cubicBezTo>
                    <a:cubicBezTo>
                      <a:pt x="336" y="208"/>
                      <a:pt x="338" y="212"/>
                      <a:pt x="346" y="216"/>
                    </a:cubicBezTo>
                    <a:cubicBezTo>
                      <a:pt x="349" y="223"/>
                      <a:pt x="353" y="229"/>
                      <a:pt x="357" y="235"/>
                    </a:cubicBezTo>
                    <a:cubicBezTo>
                      <a:pt x="358" y="241"/>
                      <a:pt x="360" y="247"/>
                      <a:pt x="363" y="253"/>
                    </a:cubicBezTo>
                    <a:cubicBezTo>
                      <a:pt x="365" y="262"/>
                      <a:pt x="362" y="262"/>
                      <a:pt x="354" y="261"/>
                    </a:cubicBezTo>
                    <a:cubicBezTo>
                      <a:pt x="342" y="254"/>
                      <a:pt x="347" y="255"/>
                      <a:pt x="327" y="256"/>
                    </a:cubicBezTo>
                    <a:cubicBezTo>
                      <a:pt x="317" y="260"/>
                      <a:pt x="308" y="266"/>
                      <a:pt x="304" y="276"/>
                    </a:cubicBezTo>
                    <a:cubicBezTo>
                      <a:pt x="301" y="293"/>
                      <a:pt x="299" y="310"/>
                      <a:pt x="306" y="327"/>
                    </a:cubicBezTo>
                    <a:cubicBezTo>
                      <a:pt x="308" y="336"/>
                      <a:pt x="312" y="343"/>
                      <a:pt x="315" y="351"/>
                    </a:cubicBezTo>
                    <a:cubicBezTo>
                      <a:pt x="317" y="362"/>
                      <a:pt x="322" y="374"/>
                      <a:pt x="310" y="381"/>
                    </a:cubicBezTo>
                    <a:cubicBezTo>
                      <a:pt x="306" y="386"/>
                      <a:pt x="301" y="393"/>
                      <a:pt x="295" y="394"/>
                    </a:cubicBezTo>
                    <a:cubicBezTo>
                      <a:pt x="281" y="401"/>
                      <a:pt x="273" y="398"/>
                      <a:pt x="255" y="397"/>
                    </a:cubicBezTo>
                    <a:cubicBezTo>
                      <a:pt x="246" y="391"/>
                      <a:pt x="238" y="385"/>
                      <a:pt x="229" y="379"/>
                    </a:cubicBezTo>
                    <a:cubicBezTo>
                      <a:pt x="225" y="374"/>
                      <a:pt x="222" y="373"/>
                      <a:pt x="220" y="367"/>
                    </a:cubicBezTo>
                    <a:cubicBezTo>
                      <a:pt x="219" y="362"/>
                      <a:pt x="217" y="357"/>
                      <a:pt x="216" y="352"/>
                    </a:cubicBezTo>
                    <a:cubicBezTo>
                      <a:pt x="215" y="337"/>
                      <a:pt x="214" y="322"/>
                      <a:pt x="211" y="307"/>
                    </a:cubicBezTo>
                    <a:cubicBezTo>
                      <a:pt x="210" y="279"/>
                      <a:pt x="212" y="247"/>
                      <a:pt x="178" y="240"/>
                    </a:cubicBezTo>
                    <a:cubicBezTo>
                      <a:pt x="166" y="234"/>
                      <a:pt x="151" y="239"/>
                      <a:pt x="138" y="241"/>
                    </a:cubicBezTo>
                    <a:cubicBezTo>
                      <a:pt x="129" y="244"/>
                      <a:pt x="122" y="250"/>
                      <a:pt x="114" y="255"/>
                    </a:cubicBezTo>
                    <a:cubicBezTo>
                      <a:pt x="111" y="257"/>
                      <a:pt x="105" y="262"/>
                      <a:pt x="105" y="262"/>
                    </a:cubicBezTo>
                    <a:cubicBezTo>
                      <a:pt x="102" y="269"/>
                      <a:pt x="95" y="273"/>
                      <a:pt x="88" y="274"/>
                    </a:cubicBezTo>
                    <a:cubicBezTo>
                      <a:pt x="80" y="278"/>
                      <a:pt x="67" y="274"/>
                      <a:pt x="58" y="273"/>
                    </a:cubicBezTo>
                    <a:cubicBezTo>
                      <a:pt x="47" y="270"/>
                      <a:pt x="36" y="263"/>
                      <a:pt x="25" y="261"/>
                    </a:cubicBezTo>
                    <a:cubicBezTo>
                      <a:pt x="19" y="258"/>
                      <a:pt x="13" y="256"/>
                      <a:pt x="7" y="252"/>
                    </a:cubicBezTo>
                    <a:cubicBezTo>
                      <a:pt x="1" y="243"/>
                      <a:pt x="7" y="240"/>
                      <a:pt x="15" y="235"/>
                    </a:cubicBezTo>
                    <a:cubicBezTo>
                      <a:pt x="18" y="231"/>
                      <a:pt x="19" y="226"/>
                      <a:pt x="22" y="222"/>
                    </a:cubicBezTo>
                    <a:cubicBezTo>
                      <a:pt x="27" y="208"/>
                      <a:pt x="16" y="198"/>
                      <a:pt x="10" y="186"/>
                    </a:cubicBezTo>
                    <a:cubicBezTo>
                      <a:pt x="9" y="180"/>
                      <a:pt x="0" y="153"/>
                      <a:pt x="9" y="162"/>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99" name="Freeform 28">
                <a:extLst>
                  <a:ext uri="{FF2B5EF4-FFF2-40B4-BE49-F238E27FC236}">
                    <a16:creationId xmlns:a16="http://schemas.microsoft.com/office/drawing/2014/main" id="{ADEE126F-8239-401F-9636-0ABB69491B71}"/>
                  </a:ext>
                </a:extLst>
              </p:cNvPr>
              <p:cNvSpPr>
                <a:spLocks/>
              </p:cNvSpPr>
              <p:nvPr/>
            </p:nvSpPr>
            <p:spPr bwMode="auto">
              <a:xfrm>
                <a:off x="2694185" y="2888589"/>
                <a:ext cx="530604" cy="555103"/>
              </a:xfrm>
              <a:custGeom>
                <a:avLst/>
                <a:gdLst>
                  <a:gd name="T0" fmla="*/ 2 w 380"/>
                  <a:gd name="T1" fmla="*/ 106 h 389"/>
                  <a:gd name="T2" fmla="*/ 24 w 380"/>
                  <a:gd name="T3" fmla="*/ 100 h 389"/>
                  <a:gd name="T4" fmla="*/ 44 w 380"/>
                  <a:gd name="T5" fmla="*/ 51 h 389"/>
                  <a:gd name="T6" fmla="*/ 59 w 380"/>
                  <a:gd name="T7" fmla="*/ 16 h 389"/>
                  <a:gd name="T8" fmla="*/ 144 w 380"/>
                  <a:gd name="T9" fmla="*/ 11 h 389"/>
                  <a:gd name="T10" fmla="*/ 166 w 380"/>
                  <a:gd name="T11" fmla="*/ 15 h 389"/>
                  <a:gd name="T12" fmla="*/ 187 w 380"/>
                  <a:gd name="T13" fmla="*/ 11 h 389"/>
                  <a:gd name="T14" fmla="*/ 242 w 380"/>
                  <a:gd name="T15" fmla="*/ 1 h 389"/>
                  <a:gd name="T16" fmla="*/ 269 w 380"/>
                  <a:gd name="T17" fmla="*/ 2 h 389"/>
                  <a:gd name="T18" fmla="*/ 298 w 380"/>
                  <a:gd name="T19" fmla="*/ 48 h 389"/>
                  <a:gd name="T20" fmla="*/ 311 w 380"/>
                  <a:gd name="T21" fmla="*/ 78 h 389"/>
                  <a:gd name="T22" fmla="*/ 329 w 380"/>
                  <a:gd name="T23" fmla="*/ 111 h 389"/>
                  <a:gd name="T24" fmla="*/ 351 w 380"/>
                  <a:gd name="T25" fmla="*/ 132 h 389"/>
                  <a:gd name="T26" fmla="*/ 429 w 380"/>
                  <a:gd name="T27" fmla="*/ 160 h 389"/>
                  <a:gd name="T28" fmla="*/ 462 w 380"/>
                  <a:gd name="T29" fmla="*/ 169 h 389"/>
                  <a:gd name="T30" fmla="*/ 522 w 380"/>
                  <a:gd name="T31" fmla="*/ 235 h 389"/>
                  <a:gd name="T32" fmla="*/ 530 w 380"/>
                  <a:gd name="T33" fmla="*/ 263 h 389"/>
                  <a:gd name="T34" fmla="*/ 514 w 380"/>
                  <a:gd name="T35" fmla="*/ 317 h 389"/>
                  <a:gd name="T36" fmla="*/ 493 w 380"/>
                  <a:gd name="T37" fmla="*/ 327 h 389"/>
                  <a:gd name="T38" fmla="*/ 472 w 380"/>
                  <a:gd name="T39" fmla="*/ 335 h 389"/>
                  <a:gd name="T40" fmla="*/ 445 w 380"/>
                  <a:gd name="T41" fmla="*/ 348 h 389"/>
                  <a:gd name="T42" fmla="*/ 415 w 380"/>
                  <a:gd name="T43" fmla="*/ 370 h 389"/>
                  <a:gd name="T44" fmla="*/ 390 w 380"/>
                  <a:gd name="T45" fmla="*/ 384 h 389"/>
                  <a:gd name="T46" fmla="*/ 360 w 380"/>
                  <a:gd name="T47" fmla="*/ 398 h 389"/>
                  <a:gd name="T48" fmla="*/ 315 w 380"/>
                  <a:gd name="T49" fmla="*/ 407 h 389"/>
                  <a:gd name="T50" fmla="*/ 266 w 380"/>
                  <a:gd name="T51" fmla="*/ 416 h 389"/>
                  <a:gd name="T52" fmla="*/ 239 w 380"/>
                  <a:gd name="T53" fmla="*/ 433 h 389"/>
                  <a:gd name="T54" fmla="*/ 196 w 380"/>
                  <a:gd name="T55" fmla="*/ 461 h 389"/>
                  <a:gd name="T56" fmla="*/ 183 w 380"/>
                  <a:gd name="T57" fmla="*/ 488 h 389"/>
                  <a:gd name="T58" fmla="*/ 175 w 380"/>
                  <a:gd name="T59" fmla="*/ 545 h 389"/>
                  <a:gd name="T60" fmla="*/ 162 w 380"/>
                  <a:gd name="T61" fmla="*/ 560 h 389"/>
                  <a:gd name="T62" fmla="*/ 140 w 380"/>
                  <a:gd name="T63" fmla="*/ 578 h 389"/>
                  <a:gd name="T64" fmla="*/ 135 w 380"/>
                  <a:gd name="T65" fmla="*/ 582 h 389"/>
                  <a:gd name="T66" fmla="*/ 131 w 380"/>
                  <a:gd name="T67" fmla="*/ 558 h 389"/>
                  <a:gd name="T68" fmla="*/ 115 w 380"/>
                  <a:gd name="T69" fmla="*/ 531 h 389"/>
                  <a:gd name="T70" fmla="*/ 97 w 380"/>
                  <a:gd name="T71" fmla="*/ 487 h 389"/>
                  <a:gd name="T72" fmla="*/ 72 w 380"/>
                  <a:gd name="T73" fmla="*/ 477 h 389"/>
                  <a:gd name="T74" fmla="*/ 57 w 380"/>
                  <a:gd name="T75" fmla="*/ 460 h 389"/>
                  <a:gd name="T76" fmla="*/ 74 w 380"/>
                  <a:gd name="T77" fmla="*/ 430 h 389"/>
                  <a:gd name="T78" fmla="*/ 96 w 380"/>
                  <a:gd name="T79" fmla="*/ 415 h 389"/>
                  <a:gd name="T80" fmla="*/ 114 w 380"/>
                  <a:gd name="T81" fmla="*/ 389 h 389"/>
                  <a:gd name="T82" fmla="*/ 122 w 380"/>
                  <a:gd name="T83" fmla="*/ 356 h 389"/>
                  <a:gd name="T84" fmla="*/ 131 w 380"/>
                  <a:gd name="T85" fmla="*/ 335 h 389"/>
                  <a:gd name="T86" fmla="*/ 157 w 380"/>
                  <a:gd name="T87" fmla="*/ 302 h 389"/>
                  <a:gd name="T88" fmla="*/ 166 w 380"/>
                  <a:gd name="T89" fmla="*/ 281 h 389"/>
                  <a:gd name="T90" fmla="*/ 132 w 380"/>
                  <a:gd name="T91" fmla="*/ 244 h 389"/>
                  <a:gd name="T92" fmla="*/ 93 w 380"/>
                  <a:gd name="T93" fmla="*/ 219 h 389"/>
                  <a:gd name="T94" fmla="*/ 85 w 380"/>
                  <a:gd name="T95" fmla="*/ 190 h 389"/>
                  <a:gd name="T96" fmla="*/ 59 w 380"/>
                  <a:gd name="T97" fmla="*/ 159 h 389"/>
                  <a:gd name="T98" fmla="*/ 34 w 380"/>
                  <a:gd name="T99" fmla="*/ 149 h 389"/>
                  <a:gd name="T100" fmla="*/ 10 w 380"/>
                  <a:gd name="T101" fmla="*/ 125 h 389"/>
                  <a:gd name="T102" fmla="*/ 2 w 380"/>
                  <a:gd name="T103" fmla="*/ 106 h 38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80"/>
                  <a:gd name="T157" fmla="*/ 0 h 389"/>
                  <a:gd name="T158" fmla="*/ 380 w 380"/>
                  <a:gd name="T159" fmla="*/ 389 h 38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80" h="389">
                    <a:moveTo>
                      <a:pt x="2" y="71"/>
                    </a:moveTo>
                    <a:cubicBezTo>
                      <a:pt x="7" y="70"/>
                      <a:pt x="12" y="68"/>
                      <a:pt x="17" y="67"/>
                    </a:cubicBezTo>
                    <a:cubicBezTo>
                      <a:pt x="31" y="61"/>
                      <a:pt x="22" y="45"/>
                      <a:pt x="31" y="34"/>
                    </a:cubicBezTo>
                    <a:cubicBezTo>
                      <a:pt x="32" y="10"/>
                      <a:pt x="29" y="20"/>
                      <a:pt x="41" y="11"/>
                    </a:cubicBezTo>
                    <a:cubicBezTo>
                      <a:pt x="55" y="12"/>
                      <a:pt x="90" y="20"/>
                      <a:pt x="100" y="7"/>
                    </a:cubicBezTo>
                    <a:cubicBezTo>
                      <a:pt x="105" y="8"/>
                      <a:pt x="111" y="10"/>
                      <a:pt x="116" y="10"/>
                    </a:cubicBezTo>
                    <a:cubicBezTo>
                      <a:pt x="121" y="10"/>
                      <a:pt x="130" y="7"/>
                      <a:pt x="130" y="7"/>
                    </a:cubicBezTo>
                    <a:cubicBezTo>
                      <a:pt x="146" y="10"/>
                      <a:pt x="155" y="3"/>
                      <a:pt x="169" y="1"/>
                    </a:cubicBezTo>
                    <a:cubicBezTo>
                      <a:pt x="175" y="1"/>
                      <a:pt x="182" y="0"/>
                      <a:pt x="188" y="2"/>
                    </a:cubicBezTo>
                    <a:cubicBezTo>
                      <a:pt x="193" y="3"/>
                      <a:pt x="197" y="26"/>
                      <a:pt x="208" y="32"/>
                    </a:cubicBezTo>
                    <a:cubicBezTo>
                      <a:pt x="209" y="39"/>
                      <a:pt x="214" y="45"/>
                      <a:pt x="217" y="52"/>
                    </a:cubicBezTo>
                    <a:cubicBezTo>
                      <a:pt x="219" y="61"/>
                      <a:pt x="223" y="68"/>
                      <a:pt x="230" y="74"/>
                    </a:cubicBezTo>
                    <a:cubicBezTo>
                      <a:pt x="233" y="80"/>
                      <a:pt x="239" y="85"/>
                      <a:pt x="245" y="88"/>
                    </a:cubicBezTo>
                    <a:cubicBezTo>
                      <a:pt x="255" y="107"/>
                      <a:pt x="281" y="106"/>
                      <a:pt x="299" y="107"/>
                    </a:cubicBezTo>
                    <a:cubicBezTo>
                      <a:pt x="310" y="109"/>
                      <a:pt x="313" y="111"/>
                      <a:pt x="322" y="113"/>
                    </a:cubicBezTo>
                    <a:cubicBezTo>
                      <a:pt x="331" y="129"/>
                      <a:pt x="351" y="144"/>
                      <a:pt x="364" y="157"/>
                    </a:cubicBezTo>
                    <a:cubicBezTo>
                      <a:pt x="365" y="163"/>
                      <a:pt x="367" y="170"/>
                      <a:pt x="370" y="176"/>
                    </a:cubicBezTo>
                    <a:cubicBezTo>
                      <a:pt x="373" y="193"/>
                      <a:pt x="380" y="208"/>
                      <a:pt x="358" y="212"/>
                    </a:cubicBezTo>
                    <a:cubicBezTo>
                      <a:pt x="353" y="214"/>
                      <a:pt x="350" y="217"/>
                      <a:pt x="344" y="218"/>
                    </a:cubicBezTo>
                    <a:cubicBezTo>
                      <a:pt x="339" y="221"/>
                      <a:pt x="335" y="223"/>
                      <a:pt x="329" y="224"/>
                    </a:cubicBezTo>
                    <a:cubicBezTo>
                      <a:pt x="323" y="227"/>
                      <a:pt x="317" y="229"/>
                      <a:pt x="311" y="232"/>
                    </a:cubicBezTo>
                    <a:cubicBezTo>
                      <a:pt x="303" y="236"/>
                      <a:pt x="298" y="244"/>
                      <a:pt x="290" y="247"/>
                    </a:cubicBezTo>
                    <a:cubicBezTo>
                      <a:pt x="285" y="252"/>
                      <a:pt x="279" y="256"/>
                      <a:pt x="272" y="257"/>
                    </a:cubicBezTo>
                    <a:cubicBezTo>
                      <a:pt x="267" y="264"/>
                      <a:pt x="259" y="265"/>
                      <a:pt x="251" y="266"/>
                    </a:cubicBezTo>
                    <a:cubicBezTo>
                      <a:pt x="235" y="274"/>
                      <a:pt x="245" y="271"/>
                      <a:pt x="220" y="272"/>
                    </a:cubicBezTo>
                    <a:cubicBezTo>
                      <a:pt x="208" y="274"/>
                      <a:pt x="197" y="276"/>
                      <a:pt x="185" y="278"/>
                    </a:cubicBezTo>
                    <a:cubicBezTo>
                      <a:pt x="179" y="282"/>
                      <a:pt x="173" y="285"/>
                      <a:pt x="167" y="289"/>
                    </a:cubicBezTo>
                    <a:cubicBezTo>
                      <a:pt x="165" y="303"/>
                      <a:pt x="150" y="306"/>
                      <a:pt x="137" y="308"/>
                    </a:cubicBezTo>
                    <a:cubicBezTo>
                      <a:pt x="130" y="312"/>
                      <a:pt x="130" y="319"/>
                      <a:pt x="128" y="326"/>
                    </a:cubicBezTo>
                    <a:cubicBezTo>
                      <a:pt x="130" y="339"/>
                      <a:pt x="136" y="356"/>
                      <a:pt x="122" y="364"/>
                    </a:cubicBezTo>
                    <a:cubicBezTo>
                      <a:pt x="119" y="368"/>
                      <a:pt x="115" y="369"/>
                      <a:pt x="113" y="374"/>
                    </a:cubicBezTo>
                    <a:cubicBezTo>
                      <a:pt x="112" y="381"/>
                      <a:pt x="105" y="385"/>
                      <a:pt x="98" y="386"/>
                    </a:cubicBezTo>
                    <a:cubicBezTo>
                      <a:pt x="97" y="387"/>
                      <a:pt x="96" y="389"/>
                      <a:pt x="94" y="389"/>
                    </a:cubicBezTo>
                    <a:cubicBezTo>
                      <a:pt x="89" y="388"/>
                      <a:pt x="92" y="378"/>
                      <a:pt x="91" y="373"/>
                    </a:cubicBezTo>
                    <a:cubicBezTo>
                      <a:pt x="90" y="367"/>
                      <a:pt x="83" y="360"/>
                      <a:pt x="80" y="355"/>
                    </a:cubicBezTo>
                    <a:cubicBezTo>
                      <a:pt x="82" y="341"/>
                      <a:pt x="84" y="328"/>
                      <a:pt x="68" y="325"/>
                    </a:cubicBezTo>
                    <a:cubicBezTo>
                      <a:pt x="62" y="322"/>
                      <a:pt x="56" y="320"/>
                      <a:pt x="50" y="319"/>
                    </a:cubicBezTo>
                    <a:cubicBezTo>
                      <a:pt x="45" y="316"/>
                      <a:pt x="43" y="312"/>
                      <a:pt x="40" y="307"/>
                    </a:cubicBezTo>
                    <a:cubicBezTo>
                      <a:pt x="41" y="295"/>
                      <a:pt x="41" y="291"/>
                      <a:pt x="52" y="287"/>
                    </a:cubicBezTo>
                    <a:cubicBezTo>
                      <a:pt x="57" y="282"/>
                      <a:pt x="62" y="281"/>
                      <a:pt x="67" y="277"/>
                    </a:cubicBezTo>
                    <a:cubicBezTo>
                      <a:pt x="71" y="271"/>
                      <a:pt x="75" y="266"/>
                      <a:pt x="79" y="260"/>
                    </a:cubicBezTo>
                    <a:cubicBezTo>
                      <a:pt x="80" y="253"/>
                      <a:pt x="82" y="245"/>
                      <a:pt x="85" y="238"/>
                    </a:cubicBezTo>
                    <a:cubicBezTo>
                      <a:pt x="86" y="232"/>
                      <a:pt x="88" y="229"/>
                      <a:pt x="91" y="224"/>
                    </a:cubicBezTo>
                    <a:cubicBezTo>
                      <a:pt x="94" y="206"/>
                      <a:pt x="88" y="203"/>
                      <a:pt x="109" y="202"/>
                    </a:cubicBezTo>
                    <a:cubicBezTo>
                      <a:pt x="115" y="198"/>
                      <a:pt x="115" y="195"/>
                      <a:pt x="116" y="188"/>
                    </a:cubicBezTo>
                    <a:cubicBezTo>
                      <a:pt x="114" y="174"/>
                      <a:pt x="107" y="165"/>
                      <a:pt x="92" y="163"/>
                    </a:cubicBezTo>
                    <a:cubicBezTo>
                      <a:pt x="84" y="157"/>
                      <a:pt x="74" y="151"/>
                      <a:pt x="65" y="146"/>
                    </a:cubicBezTo>
                    <a:cubicBezTo>
                      <a:pt x="62" y="140"/>
                      <a:pt x="62" y="133"/>
                      <a:pt x="59" y="127"/>
                    </a:cubicBezTo>
                    <a:cubicBezTo>
                      <a:pt x="57" y="117"/>
                      <a:pt x="52" y="108"/>
                      <a:pt x="41" y="106"/>
                    </a:cubicBezTo>
                    <a:cubicBezTo>
                      <a:pt x="35" y="103"/>
                      <a:pt x="29" y="101"/>
                      <a:pt x="23" y="100"/>
                    </a:cubicBezTo>
                    <a:cubicBezTo>
                      <a:pt x="15" y="96"/>
                      <a:pt x="15" y="87"/>
                      <a:pt x="7" y="83"/>
                    </a:cubicBezTo>
                    <a:cubicBezTo>
                      <a:pt x="4" y="79"/>
                      <a:pt x="0" y="76"/>
                      <a:pt x="2" y="71"/>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0" name="Freeform 29">
                <a:extLst>
                  <a:ext uri="{FF2B5EF4-FFF2-40B4-BE49-F238E27FC236}">
                    <a16:creationId xmlns:a16="http://schemas.microsoft.com/office/drawing/2014/main" id="{27ED44D7-6134-7FBD-471A-69CD3DE3B155}"/>
                  </a:ext>
                </a:extLst>
              </p:cNvPr>
              <p:cNvSpPr>
                <a:spLocks/>
              </p:cNvSpPr>
              <p:nvPr/>
            </p:nvSpPr>
            <p:spPr bwMode="auto">
              <a:xfrm>
                <a:off x="2310517" y="2566723"/>
                <a:ext cx="780162" cy="423324"/>
              </a:xfrm>
              <a:custGeom>
                <a:avLst/>
                <a:gdLst>
                  <a:gd name="T0" fmla="*/ 0 w 558"/>
                  <a:gd name="T1" fmla="*/ 376 h 297"/>
                  <a:gd name="T2" fmla="*/ 7 w 558"/>
                  <a:gd name="T3" fmla="*/ 323 h 297"/>
                  <a:gd name="T4" fmla="*/ 42 w 558"/>
                  <a:gd name="T5" fmla="*/ 285 h 297"/>
                  <a:gd name="T6" fmla="*/ 59 w 558"/>
                  <a:gd name="T7" fmla="*/ 258 h 297"/>
                  <a:gd name="T8" fmla="*/ 46 w 558"/>
                  <a:gd name="T9" fmla="*/ 170 h 297"/>
                  <a:gd name="T10" fmla="*/ 43 w 558"/>
                  <a:gd name="T11" fmla="*/ 133 h 297"/>
                  <a:gd name="T12" fmla="*/ 59 w 558"/>
                  <a:gd name="T13" fmla="*/ 110 h 297"/>
                  <a:gd name="T14" fmla="*/ 67 w 558"/>
                  <a:gd name="T15" fmla="*/ 88 h 297"/>
                  <a:gd name="T16" fmla="*/ 78 w 558"/>
                  <a:gd name="T17" fmla="*/ 54 h 297"/>
                  <a:gd name="T18" fmla="*/ 94 w 558"/>
                  <a:gd name="T19" fmla="*/ 121 h 297"/>
                  <a:gd name="T20" fmla="*/ 107 w 558"/>
                  <a:gd name="T21" fmla="*/ 137 h 297"/>
                  <a:gd name="T22" fmla="*/ 140 w 558"/>
                  <a:gd name="T23" fmla="*/ 150 h 297"/>
                  <a:gd name="T24" fmla="*/ 153 w 558"/>
                  <a:gd name="T25" fmla="*/ 133 h 297"/>
                  <a:gd name="T26" fmla="*/ 167 w 558"/>
                  <a:gd name="T27" fmla="*/ 99 h 297"/>
                  <a:gd name="T28" fmla="*/ 159 w 558"/>
                  <a:gd name="T29" fmla="*/ 29 h 297"/>
                  <a:gd name="T30" fmla="*/ 183 w 558"/>
                  <a:gd name="T31" fmla="*/ 7 h 297"/>
                  <a:gd name="T32" fmla="*/ 223 w 558"/>
                  <a:gd name="T33" fmla="*/ 5 h 297"/>
                  <a:gd name="T34" fmla="*/ 261 w 558"/>
                  <a:gd name="T35" fmla="*/ 18 h 297"/>
                  <a:gd name="T36" fmla="*/ 284 w 558"/>
                  <a:gd name="T37" fmla="*/ 20 h 297"/>
                  <a:gd name="T38" fmla="*/ 440 w 558"/>
                  <a:gd name="T39" fmla="*/ 21 h 297"/>
                  <a:gd name="T40" fmla="*/ 525 w 558"/>
                  <a:gd name="T41" fmla="*/ 18 h 297"/>
                  <a:gd name="T42" fmla="*/ 650 w 558"/>
                  <a:gd name="T43" fmla="*/ 21 h 297"/>
                  <a:gd name="T44" fmla="*/ 715 w 558"/>
                  <a:gd name="T45" fmla="*/ 27 h 297"/>
                  <a:gd name="T46" fmla="*/ 785 w 558"/>
                  <a:gd name="T47" fmla="*/ 49 h 297"/>
                  <a:gd name="T48" fmla="*/ 802 w 558"/>
                  <a:gd name="T49" fmla="*/ 66 h 297"/>
                  <a:gd name="T50" fmla="*/ 759 w 558"/>
                  <a:gd name="T51" fmla="*/ 103 h 297"/>
                  <a:gd name="T52" fmla="*/ 746 w 558"/>
                  <a:gd name="T53" fmla="*/ 123 h 297"/>
                  <a:gd name="T54" fmla="*/ 703 w 558"/>
                  <a:gd name="T55" fmla="*/ 220 h 297"/>
                  <a:gd name="T56" fmla="*/ 689 w 558"/>
                  <a:gd name="T57" fmla="*/ 247 h 297"/>
                  <a:gd name="T58" fmla="*/ 664 w 558"/>
                  <a:gd name="T59" fmla="*/ 295 h 297"/>
                  <a:gd name="T60" fmla="*/ 651 w 558"/>
                  <a:gd name="T61" fmla="*/ 339 h 297"/>
                  <a:gd name="T62" fmla="*/ 628 w 558"/>
                  <a:gd name="T63" fmla="*/ 341 h 297"/>
                  <a:gd name="T64" fmla="*/ 530 w 558"/>
                  <a:gd name="T65" fmla="*/ 354 h 297"/>
                  <a:gd name="T66" fmla="*/ 440 w 558"/>
                  <a:gd name="T67" fmla="*/ 365 h 297"/>
                  <a:gd name="T68" fmla="*/ 427 w 558"/>
                  <a:gd name="T69" fmla="*/ 395 h 297"/>
                  <a:gd name="T70" fmla="*/ 392 w 558"/>
                  <a:gd name="T71" fmla="*/ 444 h 297"/>
                  <a:gd name="T72" fmla="*/ 358 w 558"/>
                  <a:gd name="T73" fmla="*/ 416 h 297"/>
                  <a:gd name="T74" fmla="*/ 339 w 558"/>
                  <a:gd name="T75" fmla="*/ 403 h 297"/>
                  <a:gd name="T76" fmla="*/ 294 w 558"/>
                  <a:gd name="T77" fmla="*/ 357 h 297"/>
                  <a:gd name="T78" fmla="*/ 246 w 558"/>
                  <a:gd name="T79" fmla="*/ 363 h 297"/>
                  <a:gd name="T80" fmla="*/ 223 w 558"/>
                  <a:gd name="T81" fmla="*/ 372 h 297"/>
                  <a:gd name="T82" fmla="*/ 198 w 558"/>
                  <a:gd name="T83" fmla="*/ 379 h 297"/>
                  <a:gd name="T84" fmla="*/ 175 w 558"/>
                  <a:gd name="T85" fmla="*/ 408 h 297"/>
                  <a:gd name="T86" fmla="*/ 50 w 558"/>
                  <a:gd name="T87" fmla="*/ 384 h 297"/>
                  <a:gd name="T88" fmla="*/ 0 w 558"/>
                  <a:gd name="T89" fmla="*/ 376 h 29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58"/>
                  <a:gd name="T136" fmla="*/ 0 h 297"/>
                  <a:gd name="T137" fmla="*/ 558 w 558"/>
                  <a:gd name="T138" fmla="*/ 297 h 29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58" h="297">
                    <a:moveTo>
                      <a:pt x="0" y="252"/>
                    </a:moveTo>
                    <a:cubicBezTo>
                      <a:pt x="3" y="240"/>
                      <a:pt x="0" y="228"/>
                      <a:pt x="5" y="216"/>
                    </a:cubicBezTo>
                    <a:cubicBezTo>
                      <a:pt x="7" y="202"/>
                      <a:pt x="15" y="194"/>
                      <a:pt x="29" y="191"/>
                    </a:cubicBezTo>
                    <a:cubicBezTo>
                      <a:pt x="33" y="185"/>
                      <a:pt x="37" y="179"/>
                      <a:pt x="41" y="173"/>
                    </a:cubicBezTo>
                    <a:cubicBezTo>
                      <a:pt x="45" y="152"/>
                      <a:pt x="41" y="139"/>
                      <a:pt x="32" y="114"/>
                    </a:cubicBezTo>
                    <a:cubicBezTo>
                      <a:pt x="27" y="103"/>
                      <a:pt x="33" y="95"/>
                      <a:pt x="30" y="89"/>
                    </a:cubicBezTo>
                    <a:cubicBezTo>
                      <a:pt x="32" y="78"/>
                      <a:pt x="33" y="80"/>
                      <a:pt x="41" y="74"/>
                    </a:cubicBezTo>
                    <a:cubicBezTo>
                      <a:pt x="44" y="69"/>
                      <a:pt x="44" y="64"/>
                      <a:pt x="47" y="59"/>
                    </a:cubicBezTo>
                    <a:cubicBezTo>
                      <a:pt x="48" y="48"/>
                      <a:pt x="46" y="42"/>
                      <a:pt x="54" y="36"/>
                    </a:cubicBezTo>
                    <a:cubicBezTo>
                      <a:pt x="76" y="41"/>
                      <a:pt x="56" y="64"/>
                      <a:pt x="65" y="81"/>
                    </a:cubicBezTo>
                    <a:cubicBezTo>
                      <a:pt x="67" y="89"/>
                      <a:pt x="70" y="85"/>
                      <a:pt x="74" y="92"/>
                    </a:cubicBezTo>
                    <a:cubicBezTo>
                      <a:pt x="76" y="109"/>
                      <a:pt x="83" y="104"/>
                      <a:pt x="98" y="101"/>
                    </a:cubicBezTo>
                    <a:cubicBezTo>
                      <a:pt x="103" y="97"/>
                      <a:pt x="104" y="94"/>
                      <a:pt x="107" y="89"/>
                    </a:cubicBezTo>
                    <a:cubicBezTo>
                      <a:pt x="109" y="81"/>
                      <a:pt x="112" y="73"/>
                      <a:pt x="116" y="66"/>
                    </a:cubicBezTo>
                    <a:cubicBezTo>
                      <a:pt x="118" y="52"/>
                      <a:pt x="117" y="33"/>
                      <a:pt x="111" y="20"/>
                    </a:cubicBezTo>
                    <a:cubicBezTo>
                      <a:pt x="109" y="9"/>
                      <a:pt x="119" y="6"/>
                      <a:pt x="128" y="5"/>
                    </a:cubicBezTo>
                    <a:cubicBezTo>
                      <a:pt x="138" y="0"/>
                      <a:pt x="143" y="2"/>
                      <a:pt x="155" y="3"/>
                    </a:cubicBezTo>
                    <a:cubicBezTo>
                      <a:pt x="164" y="6"/>
                      <a:pt x="173" y="10"/>
                      <a:pt x="182" y="12"/>
                    </a:cubicBezTo>
                    <a:cubicBezTo>
                      <a:pt x="187" y="15"/>
                      <a:pt x="193" y="10"/>
                      <a:pt x="198" y="13"/>
                    </a:cubicBezTo>
                    <a:cubicBezTo>
                      <a:pt x="233" y="24"/>
                      <a:pt x="269" y="16"/>
                      <a:pt x="306" y="14"/>
                    </a:cubicBezTo>
                    <a:cubicBezTo>
                      <a:pt x="326" y="12"/>
                      <a:pt x="345" y="11"/>
                      <a:pt x="365" y="12"/>
                    </a:cubicBezTo>
                    <a:cubicBezTo>
                      <a:pt x="395" y="17"/>
                      <a:pt x="419" y="15"/>
                      <a:pt x="452" y="14"/>
                    </a:cubicBezTo>
                    <a:cubicBezTo>
                      <a:pt x="480" y="15"/>
                      <a:pt x="479" y="15"/>
                      <a:pt x="497" y="18"/>
                    </a:cubicBezTo>
                    <a:cubicBezTo>
                      <a:pt x="506" y="29"/>
                      <a:pt x="532" y="31"/>
                      <a:pt x="546" y="33"/>
                    </a:cubicBezTo>
                    <a:cubicBezTo>
                      <a:pt x="551" y="36"/>
                      <a:pt x="553" y="40"/>
                      <a:pt x="558" y="44"/>
                    </a:cubicBezTo>
                    <a:cubicBezTo>
                      <a:pt x="556" y="56"/>
                      <a:pt x="537" y="62"/>
                      <a:pt x="528" y="69"/>
                    </a:cubicBezTo>
                    <a:cubicBezTo>
                      <a:pt x="525" y="74"/>
                      <a:pt x="522" y="78"/>
                      <a:pt x="519" y="83"/>
                    </a:cubicBezTo>
                    <a:cubicBezTo>
                      <a:pt x="517" y="108"/>
                      <a:pt x="504" y="127"/>
                      <a:pt x="489" y="147"/>
                    </a:cubicBezTo>
                    <a:cubicBezTo>
                      <a:pt x="488" y="154"/>
                      <a:pt x="483" y="159"/>
                      <a:pt x="480" y="165"/>
                    </a:cubicBezTo>
                    <a:cubicBezTo>
                      <a:pt x="477" y="179"/>
                      <a:pt x="475" y="190"/>
                      <a:pt x="462" y="197"/>
                    </a:cubicBezTo>
                    <a:cubicBezTo>
                      <a:pt x="457" y="203"/>
                      <a:pt x="453" y="227"/>
                      <a:pt x="453" y="227"/>
                    </a:cubicBezTo>
                    <a:cubicBezTo>
                      <a:pt x="449" y="231"/>
                      <a:pt x="442" y="228"/>
                      <a:pt x="437" y="228"/>
                    </a:cubicBezTo>
                    <a:cubicBezTo>
                      <a:pt x="414" y="231"/>
                      <a:pt x="392" y="236"/>
                      <a:pt x="369" y="237"/>
                    </a:cubicBezTo>
                    <a:cubicBezTo>
                      <a:pt x="350" y="246"/>
                      <a:pt x="325" y="244"/>
                      <a:pt x="306" y="245"/>
                    </a:cubicBezTo>
                    <a:cubicBezTo>
                      <a:pt x="301" y="251"/>
                      <a:pt x="300" y="257"/>
                      <a:pt x="297" y="264"/>
                    </a:cubicBezTo>
                    <a:cubicBezTo>
                      <a:pt x="296" y="285"/>
                      <a:pt x="295" y="295"/>
                      <a:pt x="273" y="297"/>
                    </a:cubicBezTo>
                    <a:cubicBezTo>
                      <a:pt x="256" y="295"/>
                      <a:pt x="260" y="289"/>
                      <a:pt x="249" y="278"/>
                    </a:cubicBezTo>
                    <a:cubicBezTo>
                      <a:pt x="244" y="276"/>
                      <a:pt x="240" y="273"/>
                      <a:pt x="236" y="270"/>
                    </a:cubicBezTo>
                    <a:cubicBezTo>
                      <a:pt x="230" y="258"/>
                      <a:pt x="219" y="242"/>
                      <a:pt x="204" y="239"/>
                    </a:cubicBezTo>
                    <a:cubicBezTo>
                      <a:pt x="192" y="233"/>
                      <a:pt x="183" y="243"/>
                      <a:pt x="171" y="243"/>
                    </a:cubicBezTo>
                    <a:cubicBezTo>
                      <a:pt x="168" y="244"/>
                      <a:pt x="158" y="247"/>
                      <a:pt x="155" y="249"/>
                    </a:cubicBezTo>
                    <a:cubicBezTo>
                      <a:pt x="149" y="253"/>
                      <a:pt x="146" y="251"/>
                      <a:pt x="138" y="254"/>
                    </a:cubicBezTo>
                    <a:cubicBezTo>
                      <a:pt x="136" y="267"/>
                      <a:pt x="137" y="272"/>
                      <a:pt x="122" y="273"/>
                    </a:cubicBezTo>
                    <a:cubicBezTo>
                      <a:pt x="93" y="271"/>
                      <a:pt x="66" y="258"/>
                      <a:pt x="35" y="257"/>
                    </a:cubicBezTo>
                    <a:cubicBezTo>
                      <a:pt x="24" y="255"/>
                      <a:pt x="11" y="252"/>
                      <a:pt x="0" y="252"/>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1" name="Freeform 30">
                <a:extLst>
                  <a:ext uri="{FF2B5EF4-FFF2-40B4-BE49-F238E27FC236}">
                    <a16:creationId xmlns:a16="http://schemas.microsoft.com/office/drawing/2014/main" id="{22D404AF-4506-4789-80B7-14A6BCB4110E}"/>
                  </a:ext>
                </a:extLst>
              </p:cNvPr>
              <p:cNvSpPr>
                <a:spLocks/>
              </p:cNvSpPr>
              <p:nvPr/>
            </p:nvSpPr>
            <p:spPr bwMode="auto">
              <a:xfrm>
                <a:off x="1539684" y="1961475"/>
                <a:ext cx="997068" cy="1138194"/>
              </a:xfrm>
              <a:custGeom>
                <a:avLst/>
                <a:gdLst>
                  <a:gd name="T0" fmla="*/ 59 w 714"/>
                  <a:gd name="T1" fmla="*/ 334 h 798"/>
                  <a:gd name="T2" fmla="*/ 128 w 714"/>
                  <a:gd name="T3" fmla="*/ 316 h 798"/>
                  <a:gd name="T4" fmla="*/ 189 w 714"/>
                  <a:gd name="T5" fmla="*/ 307 h 798"/>
                  <a:gd name="T6" fmla="*/ 244 w 714"/>
                  <a:gd name="T7" fmla="*/ 316 h 798"/>
                  <a:gd name="T8" fmla="*/ 317 w 714"/>
                  <a:gd name="T9" fmla="*/ 283 h 798"/>
                  <a:gd name="T10" fmla="*/ 340 w 714"/>
                  <a:gd name="T11" fmla="*/ 103 h 798"/>
                  <a:gd name="T12" fmla="*/ 369 w 714"/>
                  <a:gd name="T13" fmla="*/ 40 h 798"/>
                  <a:gd name="T14" fmla="*/ 382 w 714"/>
                  <a:gd name="T15" fmla="*/ 0 h 798"/>
                  <a:gd name="T16" fmla="*/ 408 w 714"/>
                  <a:gd name="T17" fmla="*/ 109 h 798"/>
                  <a:gd name="T18" fmla="*/ 459 w 714"/>
                  <a:gd name="T19" fmla="*/ 226 h 798"/>
                  <a:gd name="T20" fmla="*/ 519 w 714"/>
                  <a:gd name="T21" fmla="*/ 213 h 798"/>
                  <a:gd name="T22" fmla="*/ 553 w 714"/>
                  <a:gd name="T23" fmla="*/ 159 h 798"/>
                  <a:gd name="T24" fmla="*/ 645 w 714"/>
                  <a:gd name="T25" fmla="*/ 113 h 798"/>
                  <a:gd name="T26" fmla="*/ 702 w 714"/>
                  <a:gd name="T27" fmla="*/ 60 h 798"/>
                  <a:gd name="T28" fmla="*/ 684 w 714"/>
                  <a:gd name="T29" fmla="*/ 113 h 798"/>
                  <a:gd name="T30" fmla="*/ 747 w 714"/>
                  <a:gd name="T31" fmla="*/ 141 h 798"/>
                  <a:gd name="T32" fmla="*/ 825 w 714"/>
                  <a:gd name="T33" fmla="*/ 176 h 798"/>
                  <a:gd name="T34" fmla="*/ 869 w 714"/>
                  <a:gd name="T35" fmla="*/ 208 h 798"/>
                  <a:gd name="T36" fmla="*/ 903 w 714"/>
                  <a:gd name="T37" fmla="*/ 301 h 798"/>
                  <a:gd name="T38" fmla="*/ 942 w 714"/>
                  <a:gd name="T39" fmla="*/ 346 h 798"/>
                  <a:gd name="T40" fmla="*/ 1024 w 714"/>
                  <a:gd name="T41" fmla="*/ 431 h 798"/>
                  <a:gd name="T42" fmla="*/ 964 w 714"/>
                  <a:gd name="T43" fmla="*/ 563 h 798"/>
                  <a:gd name="T44" fmla="*/ 988 w 714"/>
                  <a:gd name="T45" fmla="*/ 638 h 798"/>
                  <a:gd name="T46" fmla="*/ 929 w 714"/>
                  <a:gd name="T47" fmla="*/ 783 h 798"/>
                  <a:gd name="T48" fmla="*/ 881 w 714"/>
                  <a:gd name="T49" fmla="*/ 758 h 798"/>
                  <a:gd name="T50" fmla="*/ 859 w 714"/>
                  <a:gd name="T51" fmla="*/ 733 h 798"/>
                  <a:gd name="T52" fmla="*/ 833 w 714"/>
                  <a:gd name="T53" fmla="*/ 786 h 798"/>
                  <a:gd name="T54" fmla="*/ 850 w 714"/>
                  <a:gd name="T55" fmla="*/ 837 h 798"/>
                  <a:gd name="T56" fmla="*/ 818 w 714"/>
                  <a:gd name="T57" fmla="*/ 921 h 798"/>
                  <a:gd name="T58" fmla="*/ 792 w 714"/>
                  <a:gd name="T59" fmla="*/ 993 h 798"/>
                  <a:gd name="T60" fmla="*/ 769 w 714"/>
                  <a:gd name="T61" fmla="*/ 1047 h 798"/>
                  <a:gd name="T62" fmla="*/ 692 w 714"/>
                  <a:gd name="T63" fmla="*/ 1065 h 798"/>
                  <a:gd name="T64" fmla="*/ 671 w 714"/>
                  <a:gd name="T65" fmla="*/ 1087 h 798"/>
                  <a:gd name="T66" fmla="*/ 610 w 714"/>
                  <a:gd name="T67" fmla="*/ 1158 h 798"/>
                  <a:gd name="T68" fmla="*/ 551 w 714"/>
                  <a:gd name="T69" fmla="*/ 1178 h 798"/>
                  <a:gd name="T70" fmla="*/ 533 w 714"/>
                  <a:gd name="T71" fmla="*/ 1186 h 798"/>
                  <a:gd name="T72" fmla="*/ 499 w 714"/>
                  <a:gd name="T73" fmla="*/ 1135 h 798"/>
                  <a:gd name="T74" fmla="*/ 465 w 714"/>
                  <a:gd name="T75" fmla="*/ 1100 h 798"/>
                  <a:gd name="T76" fmla="*/ 426 w 714"/>
                  <a:gd name="T77" fmla="*/ 1060 h 798"/>
                  <a:gd name="T78" fmla="*/ 407 w 714"/>
                  <a:gd name="T79" fmla="*/ 1020 h 798"/>
                  <a:gd name="T80" fmla="*/ 321 w 714"/>
                  <a:gd name="T81" fmla="*/ 1042 h 798"/>
                  <a:gd name="T82" fmla="*/ 319 w 714"/>
                  <a:gd name="T83" fmla="*/ 997 h 798"/>
                  <a:gd name="T84" fmla="*/ 326 w 714"/>
                  <a:gd name="T85" fmla="*/ 906 h 798"/>
                  <a:gd name="T86" fmla="*/ 322 w 714"/>
                  <a:gd name="T87" fmla="*/ 845 h 798"/>
                  <a:gd name="T88" fmla="*/ 274 w 714"/>
                  <a:gd name="T89" fmla="*/ 830 h 798"/>
                  <a:gd name="T90" fmla="*/ 216 w 714"/>
                  <a:gd name="T91" fmla="*/ 726 h 798"/>
                  <a:gd name="T92" fmla="*/ 180 w 714"/>
                  <a:gd name="T93" fmla="*/ 662 h 798"/>
                  <a:gd name="T94" fmla="*/ 133 w 714"/>
                  <a:gd name="T95" fmla="*/ 625 h 798"/>
                  <a:gd name="T96" fmla="*/ 89 w 714"/>
                  <a:gd name="T97" fmla="*/ 561 h 798"/>
                  <a:gd name="T98" fmla="*/ 63 w 714"/>
                  <a:gd name="T99" fmla="*/ 516 h 798"/>
                  <a:gd name="T100" fmla="*/ 5 w 714"/>
                  <a:gd name="T101" fmla="*/ 422 h 798"/>
                  <a:gd name="T102" fmla="*/ 17 w 714"/>
                  <a:gd name="T103" fmla="*/ 320 h 79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14"/>
                  <a:gd name="T157" fmla="*/ 0 h 798"/>
                  <a:gd name="T158" fmla="*/ 714 w 714"/>
                  <a:gd name="T159" fmla="*/ 798 h 79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14" h="798">
                    <a:moveTo>
                      <a:pt x="12" y="214"/>
                    </a:moveTo>
                    <a:cubicBezTo>
                      <a:pt x="21" y="218"/>
                      <a:pt x="31" y="221"/>
                      <a:pt x="41" y="223"/>
                    </a:cubicBezTo>
                    <a:cubicBezTo>
                      <a:pt x="51" y="222"/>
                      <a:pt x="61" y="221"/>
                      <a:pt x="71" y="219"/>
                    </a:cubicBezTo>
                    <a:cubicBezTo>
                      <a:pt x="77" y="216"/>
                      <a:pt x="83" y="215"/>
                      <a:pt x="89" y="211"/>
                    </a:cubicBezTo>
                    <a:cubicBezTo>
                      <a:pt x="91" y="208"/>
                      <a:pt x="90" y="202"/>
                      <a:pt x="93" y="202"/>
                    </a:cubicBezTo>
                    <a:cubicBezTo>
                      <a:pt x="106" y="200"/>
                      <a:pt x="119" y="204"/>
                      <a:pt x="132" y="205"/>
                    </a:cubicBezTo>
                    <a:cubicBezTo>
                      <a:pt x="147" y="209"/>
                      <a:pt x="138" y="207"/>
                      <a:pt x="162" y="210"/>
                    </a:cubicBezTo>
                    <a:cubicBezTo>
                      <a:pt x="165" y="210"/>
                      <a:pt x="170" y="211"/>
                      <a:pt x="170" y="211"/>
                    </a:cubicBezTo>
                    <a:cubicBezTo>
                      <a:pt x="187" y="219"/>
                      <a:pt x="163" y="218"/>
                      <a:pt x="201" y="216"/>
                    </a:cubicBezTo>
                    <a:cubicBezTo>
                      <a:pt x="207" y="205"/>
                      <a:pt x="217" y="202"/>
                      <a:pt x="221" y="189"/>
                    </a:cubicBezTo>
                    <a:cubicBezTo>
                      <a:pt x="218" y="156"/>
                      <a:pt x="209" y="118"/>
                      <a:pt x="224" y="87"/>
                    </a:cubicBezTo>
                    <a:cubicBezTo>
                      <a:pt x="225" y="80"/>
                      <a:pt x="237" y="69"/>
                      <a:pt x="237" y="69"/>
                    </a:cubicBezTo>
                    <a:cubicBezTo>
                      <a:pt x="240" y="61"/>
                      <a:pt x="241" y="53"/>
                      <a:pt x="245" y="46"/>
                    </a:cubicBezTo>
                    <a:cubicBezTo>
                      <a:pt x="246" y="37"/>
                      <a:pt x="252" y="34"/>
                      <a:pt x="257" y="27"/>
                    </a:cubicBezTo>
                    <a:cubicBezTo>
                      <a:pt x="260" y="11"/>
                      <a:pt x="254" y="33"/>
                      <a:pt x="263" y="19"/>
                    </a:cubicBezTo>
                    <a:cubicBezTo>
                      <a:pt x="266" y="14"/>
                      <a:pt x="265" y="6"/>
                      <a:pt x="266" y="0"/>
                    </a:cubicBezTo>
                    <a:cubicBezTo>
                      <a:pt x="278" y="15"/>
                      <a:pt x="267" y="38"/>
                      <a:pt x="275" y="55"/>
                    </a:cubicBezTo>
                    <a:cubicBezTo>
                      <a:pt x="276" y="62"/>
                      <a:pt x="280" y="68"/>
                      <a:pt x="285" y="73"/>
                    </a:cubicBezTo>
                    <a:cubicBezTo>
                      <a:pt x="288" y="80"/>
                      <a:pt x="290" y="86"/>
                      <a:pt x="293" y="93"/>
                    </a:cubicBezTo>
                    <a:cubicBezTo>
                      <a:pt x="296" y="112"/>
                      <a:pt x="297" y="147"/>
                      <a:pt x="320" y="151"/>
                    </a:cubicBezTo>
                    <a:cubicBezTo>
                      <a:pt x="322" y="159"/>
                      <a:pt x="326" y="161"/>
                      <a:pt x="333" y="165"/>
                    </a:cubicBezTo>
                    <a:cubicBezTo>
                      <a:pt x="350" y="161"/>
                      <a:pt x="353" y="157"/>
                      <a:pt x="362" y="142"/>
                    </a:cubicBezTo>
                    <a:cubicBezTo>
                      <a:pt x="364" y="132"/>
                      <a:pt x="367" y="123"/>
                      <a:pt x="375" y="117"/>
                    </a:cubicBezTo>
                    <a:cubicBezTo>
                      <a:pt x="378" y="111"/>
                      <a:pt x="380" y="109"/>
                      <a:pt x="386" y="106"/>
                    </a:cubicBezTo>
                    <a:cubicBezTo>
                      <a:pt x="392" y="98"/>
                      <a:pt x="394" y="92"/>
                      <a:pt x="404" y="90"/>
                    </a:cubicBezTo>
                    <a:cubicBezTo>
                      <a:pt x="411" y="78"/>
                      <a:pt x="436" y="77"/>
                      <a:pt x="450" y="75"/>
                    </a:cubicBezTo>
                    <a:cubicBezTo>
                      <a:pt x="457" y="71"/>
                      <a:pt x="460" y="65"/>
                      <a:pt x="467" y="61"/>
                    </a:cubicBezTo>
                    <a:cubicBezTo>
                      <a:pt x="475" y="50"/>
                      <a:pt x="476" y="46"/>
                      <a:pt x="489" y="40"/>
                    </a:cubicBezTo>
                    <a:cubicBezTo>
                      <a:pt x="488" y="47"/>
                      <a:pt x="486" y="55"/>
                      <a:pt x="483" y="61"/>
                    </a:cubicBezTo>
                    <a:cubicBezTo>
                      <a:pt x="482" y="67"/>
                      <a:pt x="479" y="70"/>
                      <a:pt x="477" y="75"/>
                    </a:cubicBezTo>
                    <a:cubicBezTo>
                      <a:pt x="481" y="86"/>
                      <a:pt x="490" y="86"/>
                      <a:pt x="500" y="88"/>
                    </a:cubicBezTo>
                    <a:cubicBezTo>
                      <a:pt x="506" y="91"/>
                      <a:pt x="514" y="93"/>
                      <a:pt x="521" y="94"/>
                    </a:cubicBezTo>
                    <a:cubicBezTo>
                      <a:pt x="530" y="99"/>
                      <a:pt x="541" y="107"/>
                      <a:pt x="551" y="109"/>
                    </a:cubicBezTo>
                    <a:cubicBezTo>
                      <a:pt x="558" y="112"/>
                      <a:pt x="568" y="117"/>
                      <a:pt x="575" y="118"/>
                    </a:cubicBezTo>
                    <a:cubicBezTo>
                      <a:pt x="579" y="124"/>
                      <a:pt x="592" y="129"/>
                      <a:pt x="599" y="130"/>
                    </a:cubicBezTo>
                    <a:cubicBezTo>
                      <a:pt x="614" y="128"/>
                      <a:pt x="591" y="128"/>
                      <a:pt x="606" y="139"/>
                    </a:cubicBezTo>
                    <a:cubicBezTo>
                      <a:pt x="610" y="149"/>
                      <a:pt x="611" y="146"/>
                      <a:pt x="609" y="159"/>
                    </a:cubicBezTo>
                    <a:cubicBezTo>
                      <a:pt x="611" y="178"/>
                      <a:pt x="613" y="192"/>
                      <a:pt x="630" y="201"/>
                    </a:cubicBezTo>
                    <a:cubicBezTo>
                      <a:pt x="635" y="208"/>
                      <a:pt x="642" y="213"/>
                      <a:pt x="647" y="220"/>
                    </a:cubicBezTo>
                    <a:cubicBezTo>
                      <a:pt x="648" y="227"/>
                      <a:pt x="651" y="228"/>
                      <a:pt x="657" y="231"/>
                    </a:cubicBezTo>
                    <a:cubicBezTo>
                      <a:pt x="664" y="245"/>
                      <a:pt x="680" y="250"/>
                      <a:pt x="689" y="262"/>
                    </a:cubicBezTo>
                    <a:cubicBezTo>
                      <a:pt x="692" y="276"/>
                      <a:pt x="704" y="280"/>
                      <a:pt x="714" y="288"/>
                    </a:cubicBezTo>
                    <a:cubicBezTo>
                      <a:pt x="712" y="317"/>
                      <a:pt x="700" y="328"/>
                      <a:pt x="684" y="349"/>
                    </a:cubicBezTo>
                    <a:cubicBezTo>
                      <a:pt x="683" y="366"/>
                      <a:pt x="685" y="368"/>
                      <a:pt x="672" y="376"/>
                    </a:cubicBezTo>
                    <a:cubicBezTo>
                      <a:pt x="669" y="381"/>
                      <a:pt x="666" y="385"/>
                      <a:pt x="663" y="390"/>
                    </a:cubicBezTo>
                    <a:cubicBezTo>
                      <a:pt x="665" y="413"/>
                      <a:pt x="665" y="422"/>
                      <a:pt x="689" y="427"/>
                    </a:cubicBezTo>
                    <a:cubicBezTo>
                      <a:pt x="682" y="430"/>
                      <a:pt x="674" y="428"/>
                      <a:pt x="668" y="433"/>
                    </a:cubicBezTo>
                    <a:cubicBezTo>
                      <a:pt x="652" y="460"/>
                      <a:pt x="684" y="516"/>
                      <a:pt x="648" y="523"/>
                    </a:cubicBezTo>
                    <a:cubicBezTo>
                      <a:pt x="640" y="527"/>
                      <a:pt x="631" y="526"/>
                      <a:pt x="626" y="519"/>
                    </a:cubicBezTo>
                    <a:cubicBezTo>
                      <a:pt x="624" y="510"/>
                      <a:pt x="624" y="509"/>
                      <a:pt x="615" y="507"/>
                    </a:cubicBezTo>
                    <a:cubicBezTo>
                      <a:pt x="612" y="493"/>
                      <a:pt x="620" y="475"/>
                      <a:pt x="608" y="466"/>
                    </a:cubicBezTo>
                    <a:cubicBezTo>
                      <a:pt x="595" y="470"/>
                      <a:pt x="601" y="475"/>
                      <a:pt x="599" y="490"/>
                    </a:cubicBezTo>
                    <a:cubicBezTo>
                      <a:pt x="598" y="498"/>
                      <a:pt x="591" y="500"/>
                      <a:pt x="585" y="504"/>
                    </a:cubicBezTo>
                    <a:cubicBezTo>
                      <a:pt x="579" y="512"/>
                      <a:pt x="575" y="515"/>
                      <a:pt x="581" y="526"/>
                    </a:cubicBezTo>
                    <a:cubicBezTo>
                      <a:pt x="582" y="532"/>
                      <a:pt x="584" y="535"/>
                      <a:pt x="587" y="540"/>
                    </a:cubicBezTo>
                    <a:cubicBezTo>
                      <a:pt x="588" y="546"/>
                      <a:pt x="590" y="553"/>
                      <a:pt x="593" y="559"/>
                    </a:cubicBezTo>
                    <a:cubicBezTo>
                      <a:pt x="596" y="575"/>
                      <a:pt x="602" y="596"/>
                      <a:pt x="585" y="603"/>
                    </a:cubicBezTo>
                    <a:cubicBezTo>
                      <a:pt x="581" y="608"/>
                      <a:pt x="575" y="613"/>
                      <a:pt x="570" y="616"/>
                    </a:cubicBezTo>
                    <a:cubicBezTo>
                      <a:pt x="569" y="623"/>
                      <a:pt x="565" y="623"/>
                      <a:pt x="561" y="628"/>
                    </a:cubicBezTo>
                    <a:cubicBezTo>
                      <a:pt x="559" y="640"/>
                      <a:pt x="556" y="652"/>
                      <a:pt x="552" y="664"/>
                    </a:cubicBezTo>
                    <a:cubicBezTo>
                      <a:pt x="551" y="672"/>
                      <a:pt x="552" y="676"/>
                      <a:pt x="545" y="681"/>
                    </a:cubicBezTo>
                    <a:cubicBezTo>
                      <a:pt x="542" y="689"/>
                      <a:pt x="543" y="695"/>
                      <a:pt x="536" y="700"/>
                    </a:cubicBezTo>
                    <a:cubicBezTo>
                      <a:pt x="524" y="699"/>
                      <a:pt x="510" y="697"/>
                      <a:pt x="498" y="702"/>
                    </a:cubicBezTo>
                    <a:cubicBezTo>
                      <a:pt x="490" y="706"/>
                      <a:pt x="492" y="705"/>
                      <a:pt x="483" y="712"/>
                    </a:cubicBezTo>
                    <a:cubicBezTo>
                      <a:pt x="482" y="713"/>
                      <a:pt x="479" y="715"/>
                      <a:pt x="479" y="715"/>
                    </a:cubicBezTo>
                    <a:cubicBezTo>
                      <a:pt x="476" y="720"/>
                      <a:pt x="472" y="722"/>
                      <a:pt x="468" y="727"/>
                    </a:cubicBezTo>
                    <a:cubicBezTo>
                      <a:pt x="465" y="740"/>
                      <a:pt x="452" y="763"/>
                      <a:pt x="438" y="766"/>
                    </a:cubicBezTo>
                    <a:cubicBezTo>
                      <a:pt x="433" y="768"/>
                      <a:pt x="430" y="772"/>
                      <a:pt x="425" y="774"/>
                    </a:cubicBezTo>
                    <a:cubicBezTo>
                      <a:pt x="421" y="782"/>
                      <a:pt x="424" y="794"/>
                      <a:pt x="416" y="798"/>
                    </a:cubicBezTo>
                    <a:cubicBezTo>
                      <a:pt x="405" y="794"/>
                      <a:pt x="395" y="791"/>
                      <a:pt x="384" y="787"/>
                    </a:cubicBezTo>
                    <a:cubicBezTo>
                      <a:pt x="381" y="788"/>
                      <a:pt x="378" y="788"/>
                      <a:pt x="375" y="789"/>
                    </a:cubicBezTo>
                    <a:cubicBezTo>
                      <a:pt x="374" y="790"/>
                      <a:pt x="373" y="794"/>
                      <a:pt x="372" y="793"/>
                    </a:cubicBezTo>
                    <a:cubicBezTo>
                      <a:pt x="366" y="790"/>
                      <a:pt x="361" y="776"/>
                      <a:pt x="357" y="771"/>
                    </a:cubicBezTo>
                    <a:cubicBezTo>
                      <a:pt x="356" y="764"/>
                      <a:pt x="356" y="761"/>
                      <a:pt x="348" y="759"/>
                    </a:cubicBezTo>
                    <a:cubicBezTo>
                      <a:pt x="343" y="756"/>
                      <a:pt x="339" y="754"/>
                      <a:pt x="333" y="753"/>
                    </a:cubicBezTo>
                    <a:cubicBezTo>
                      <a:pt x="326" y="748"/>
                      <a:pt x="327" y="742"/>
                      <a:pt x="324" y="735"/>
                    </a:cubicBezTo>
                    <a:cubicBezTo>
                      <a:pt x="322" y="725"/>
                      <a:pt x="320" y="704"/>
                      <a:pt x="309" y="702"/>
                    </a:cubicBezTo>
                    <a:cubicBezTo>
                      <a:pt x="305" y="707"/>
                      <a:pt x="303" y="708"/>
                      <a:pt x="297" y="709"/>
                    </a:cubicBezTo>
                    <a:cubicBezTo>
                      <a:pt x="294" y="705"/>
                      <a:pt x="293" y="701"/>
                      <a:pt x="291" y="696"/>
                    </a:cubicBezTo>
                    <a:cubicBezTo>
                      <a:pt x="290" y="690"/>
                      <a:pt x="290" y="685"/>
                      <a:pt x="284" y="682"/>
                    </a:cubicBezTo>
                    <a:cubicBezTo>
                      <a:pt x="236" y="685"/>
                      <a:pt x="259" y="681"/>
                      <a:pt x="237" y="694"/>
                    </a:cubicBezTo>
                    <a:cubicBezTo>
                      <a:pt x="233" y="701"/>
                      <a:pt x="230" y="702"/>
                      <a:pt x="224" y="697"/>
                    </a:cubicBezTo>
                    <a:cubicBezTo>
                      <a:pt x="221" y="691"/>
                      <a:pt x="224" y="688"/>
                      <a:pt x="227" y="682"/>
                    </a:cubicBezTo>
                    <a:cubicBezTo>
                      <a:pt x="228" y="675"/>
                      <a:pt x="226" y="672"/>
                      <a:pt x="222" y="666"/>
                    </a:cubicBezTo>
                    <a:cubicBezTo>
                      <a:pt x="220" y="656"/>
                      <a:pt x="218" y="647"/>
                      <a:pt x="216" y="637"/>
                    </a:cubicBezTo>
                    <a:cubicBezTo>
                      <a:pt x="217" y="623"/>
                      <a:pt x="215" y="613"/>
                      <a:pt x="227" y="606"/>
                    </a:cubicBezTo>
                    <a:cubicBezTo>
                      <a:pt x="230" y="601"/>
                      <a:pt x="233" y="598"/>
                      <a:pt x="234" y="592"/>
                    </a:cubicBezTo>
                    <a:cubicBezTo>
                      <a:pt x="233" y="577"/>
                      <a:pt x="238" y="570"/>
                      <a:pt x="225" y="565"/>
                    </a:cubicBezTo>
                    <a:cubicBezTo>
                      <a:pt x="220" y="560"/>
                      <a:pt x="217" y="559"/>
                      <a:pt x="209" y="558"/>
                    </a:cubicBezTo>
                    <a:cubicBezTo>
                      <a:pt x="203" y="557"/>
                      <a:pt x="191" y="555"/>
                      <a:pt x="191" y="555"/>
                    </a:cubicBezTo>
                    <a:cubicBezTo>
                      <a:pt x="184" y="544"/>
                      <a:pt x="176" y="522"/>
                      <a:pt x="162" y="519"/>
                    </a:cubicBezTo>
                    <a:cubicBezTo>
                      <a:pt x="159" y="505"/>
                      <a:pt x="158" y="497"/>
                      <a:pt x="150" y="486"/>
                    </a:cubicBezTo>
                    <a:cubicBezTo>
                      <a:pt x="148" y="475"/>
                      <a:pt x="143" y="461"/>
                      <a:pt x="132" y="457"/>
                    </a:cubicBezTo>
                    <a:cubicBezTo>
                      <a:pt x="131" y="450"/>
                      <a:pt x="131" y="446"/>
                      <a:pt x="125" y="442"/>
                    </a:cubicBezTo>
                    <a:cubicBezTo>
                      <a:pt x="121" y="440"/>
                      <a:pt x="114" y="435"/>
                      <a:pt x="114" y="435"/>
                    </a:cubicBezTo>
                    <a:cubicBezTo>
                      <a:pt x="109" y="429"/>
                      <a:pt x="100" y="421"/>
                      <a:pt x="93" y="418"/>
                    </a:cubicBezTo>
                    <a:cubicBezTo>
                      <a:pt x="88" y="408"/>
                      <a:pt x="83" y="397"/>
                      <a:pt x="74" y="390"/>
                    </a:cubicBezTo>
                    <a:cubicBezTo>
                      <a:pt x="72" y="384"/>
                      <a:pt x="67" y="379"/>
                      <a:pt x="62" y="375"/>
                    </a:cubicBezTo>
                    <a:cubicBezTo>
                      <a:pt x="59" y="368"/>
                      <a:pt x="55" y="363"/>
                      <a:pt x="51" y="357"/>
                    </a:cubicBezTo>
                    <a:cubicBezTo>
                      <a:pt x="50" y="351"/>
                      <a:pt x="49" y="349"/>
                      <a:pt x="44" y="345"/>
                    </a:cubicBezTo>
                    <a:cubicBezTo>
                      <a:pt x="41" y="337"/>
                      <a:pt x="34" y="332"/>
                      <a:pt x="29" y="324"/>
                    </a:cubicBezTo>
                    <a:cubicBezTo>
                      <a:pt x="21" y="310"/>
                      <a:pt x="13" y="295"/>
                      <a:pt x="3" y="282"/>
                    </a:cubicBezTo>
                    <a:cubicBezTo>
                      <a:pt x="0" y="266"/>
                      <a:pt x="6" y="264"/>
                      <a:pt x="14" y="250"/>
                    </a:cubicBezTo>
                    <a:cubicBezTo>
                      <a:pt x="15" y="238"/>
                      <a:pt x="19" y="224"/>
                      <a:pt x="12" y="214"/>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2" name="Freeform 31">
                <a:extLst>
                  <a:ext uri="{FF2B5EF4-FFF2-40B4-BE49-F238E27FC236}">
                    <a16:creationId xmlns:a16="http://schemas.microsoft.com/office/drawing/2014/main" id="{CB822750-EADD-D43D-0E4F-A338CBE7E0B4}"/>
                  </a:ext>
                </a:extLst>
              </p:cNvPr>
              <p:cNvSpPr>
                <a:spLocks/>
              </p:cNvSpPr>
              <p:nvPr/>
            </p:nvSpPr>
            <p:spPr bwMode="auto">
              <a:xfrm>
                <a:off x="2206729" y="1739900"/>
                <a:ext cx="1027389" cy="883966"/>
              </a:xfrm>
              <a:custGeom>
                <a:avLst/>
                <a:gdLst>
                  <a:gd name="T0" fmla="*/ 36 w 735"/>
                  <a:gd name="T1" fmla="*/ 278 h 619"/>
                  <a:gd name="T2" fmla="*/ 92 w 735"/>
                  <a:gd name="T3" fmla="*/ 260 h 619"/>
                  <a:gd name="T4" fmla="*/ 140 w 735"/>
                  <a:gd name="T5" fmla="*/ 196 h 619"/>
                  <a:gd name="T6" fmla="*/ 145 w 735"/>
                  <a:gd name="T7" fmla="*/ 86 h 619"/>
                  <a:gd name="T8" fmla="*/ 147 w 735"/>
                  <a:gd name="T9" fmla="*/ 7 h 619"/>
                  <a:gd name="T10" fmla="*/ 225 w 735"/>
                  <a:gd name="T11" fmla="*/ 81 h 619"/>
                  <a:gd name="T12" fmla="*/ 290 w 735"/>
                  <a:gd name="T13" fmla="*/ 103 h 619"/>
                  <a:gd name="T14" fmla="*/ 368 w 735"/>
                  <a:gd name="T15" fmla="*/ 81 h 619"/>
                  <a:gd name="T16" fmla="*/ 433 w 735"/>
                  <a:gd name="T17" fmla="*/ 76 h 619"/>
                  <a:gd name="T18" fmla="*/ 519 w 735"/>
                  <a:gd name="T19" fmla="*/ 125 h 619"/>
                  <a:gd name="T20" fmla="*/ 768 w 735"/>
                  <a:gd name="T21" fmla="*/ 158 h 619"/>
                  <a:gd name="T22" fmla="*/ 889 w 735"/>
                  <a:gd name="T23" fmla="*/ 165 h 619"/>
                  <a:gd name="T24" fmla="*/ 1012 w 735"/>
                  <a:gd name="T25" fmla="*/ 256 h 619"/>
                  <a:gd name="T26" fmla="*/ 1027 w 735"/>
                  <a:gd name="T27" fmla="*/ 349 h 619"/>
                  <a:gd name="T28" fmla="*/ 1042 w 735"/>
                  <a:gd name="T29" fmla="*/ 403 h 619"/>
                  <a:gd name="T30" fmla="*/ 1012 w 735"/>
                  <a:gd name="T31" fmla="*/ 489 h 619"/>
                  <a:gd name="T32" fmla="*/ 982 w 735"/>
                  <a:gd name="T33" fmla="*/ 527 h 619"/>
                  <a:gd name="T34" fmla="*/ 955 w 735"/>
                  <a:gd name="T35" fmla="*/ 661 h 619"/>
                  <a:gd name="T36" fmla="*/ 917 w 735"/>
                  <a:gd name="T37" fmla="*/ 806 h 619"/>
                  <a:gd name="T38" fmla="*/ 906 w 735"/>
                  <a:gd name="T39" fmla="*/ 909 h 619"/>
                  <a:gd name="T40" fmla="*/ 882 w 735"/>
                  <a:gd name="T41" fmla="*/ 921 h 619"/>
                  <a:gd name="T42" fmla="*/ 831 w 735"/>
                  <a:gd name="T43" fmla="*/ 904 h 619"/>
                  <a:gd name="T44" fmla="*/ 497 w 735"/>
                  <a:gd name="T45" fmla="*/ 894 h 619"/>
                  <a:gd name="T46" fmla="*/ 361 w 735"/>
                  <a:gd name="T47" fmla="*/ 876 h 619"/>
                  <a:gd name="T48" fmla="*/ 270 w 735"/>
                  <a:gd name="T49" fmla="*/ 855 h 619"/>
                  <a:gd name="T50" fmla="*/ 295 w 735"/>
                  <a:gd name="T51" fmla="*/ 786 h 619"/>
                  <a:gd name="T52" fmla="*/ 298 w 735"/>
                  <a:gd name="T53" fmla="*/ 742 h 619"/>
                  <a:gd name="T54" fmla="*/ 326 w 735"/>
                  <a:gd name="T55" fmla="*/ 661 h 619"/>
                  <a:gd name="T56" fmla="*/ 295 w 735"/>
                  <a:gd name="T57" fmla="*/ 610 h 619"/>
                  <a:gd name="T58" fmla="*/ 230 w 735"/>
                  <a:gd name="T59" fmla="*/ 547 h 619"/>
                  <a:gd name="T60" fmla="*/ 193 w 735"/>
                  <a:gd name="T61" fmla="*/ 489 h 619"/>
                  <a:gd name="T62" fmla="*/ 107 w 735"/>
                  <a:gd name="T63" fmla="*/ 403 h 619"/>
                  <a:gd name="T64" fmla="*/ 24 w 735"/>
                  <a:gd name="T65" fmla="*/ 367 h 619"/>
                  <a:gd name="T66" fmla="*/ 10 w 735"/>
                  <a:gd name="T67" fmla="*/ 318 h 6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35"/>
                  <a:gd name="T103" fmla="*/ 0 h 619"/>
                  <a:gd name="T104" fmla="*/ 735 w 735"/>
                  <a:gd name="T105" fmla="*/ 619 h 6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35" h="619">
                    <a:moveTo>
                      <a:pt x="11" y="191"/>
                    </a:moveTo>
                    <a:cubicBezTo>
                      <a:pt x="16" y="188"/>
                      <a:pt x="19" y="186"/>
                      <a:pt x="25" y="185"/>
                    </a:cubicBezTo>
                    <a:cubicBezTo>
                      <a:pt x="32" y="182"/>
                      <a:pt x="39" y="180"/>
                      <a:pt x="46" y="179"/>
                    </a:cubicBezTo>
                    <a:cubicBezTo>
                      <a:pt x="52" y="176"/>
                      <a:pt x="58" y="174"/>
                      <a:pt x="64" y="173"/>
                    </a:cubicBezTo>
                    <a:cubicBezTo>
                      <a:pt x="69" y="169"/>
                      <a:pt x="71" y="165"/>
                      <a:pt x="76" y="162"/>
                    </a:cubicBezTo>
                    <a:cubicBezTo>
                      <a:pt x="84" y="152"/>
                      <a:pt x="92" y="142"/>
                      <a:pt x="98" y="131"/>
                    </a:cubicBezTo>
                    <a:cubicBezTo>
                      <a:pt x="102" y="111"/>
                      <a:pt x="103" y="98"/>
                      <a:pt x="113" y="81"/>
                    </a:cubicBezTo>
                    <a:cubicBezTo>
                      <a:pt x="112" y="70"/>
                      <a:pt x="110" y="62"/>
                      <a:pt x="101" y="57"/>
                    </a:cubicBezTo>
                    <a:cubicBezTo>
                      <a:pt x="98" y="41"/>
                      <a:pt x="96" y="25"/>
                      <a:pt x="94" y="8"/>
                    </a:cubicBezTo>
                    <a:cubicBezTo>
                      <a:pt x="95" y="2"/>
                      <a:pt x="94" y="0"/>
                      <a:pt x="103" y="5"/>
                    </a:cubicBezTo>
                    <a:cubicBezTo>
                      <a:pt x="106" y="7"/>
                      <a:pt x="112" y="12"/>
                      <a:pt x="112" y="12"/>
                    </a:cubicBezTo>
                    <a:cubicBezTo>
                      <a:pt x="124" y="32"/>
                      <a:pt x="133" y="49"/>
                      <a:pt x="157" y="54"/>
                    </a:cubicBezTo>
                    <a:cubicBezTo>
                      <a:pt x="164" y="58"/>
                      <a:pt x="171" y="60"/>
                      <a:pt x="179" y="62"/>
                    </a:cubicBezTo>
                    <a:cubicBezTo>
                      <a:pt x="186" y="66"/>
                      <a:pt x="194" y="67"/>
                      <a:pt x="202" y="69"/>
                    </a:cubicBezTo>
                    <a:cubicBezTo>
                      <a:pt x="212" y="68"/>
                      <a:pt x="214" y="63"/>
                      <a:pt x="223" y="60"/>
                    </a:cubicBezTo>
                    <a:cubicBezTo>
                      <a:pt x="232" y="53"/>
                      <a:pt x="244" y="55"/>
                      <a:pt x="256" y="54"/>
                    </a:cubicBezTo>
                    <a:cubicBezTo>
                      <a:pt x="265" y="51"/>
                      <a:pt x="274" y="49"/>
                      <a:pt x="283" y="47"/>
                    </a:cubicBezTo>
                    <a:cubicBezTo>
                      <a:pt x="290" y="48"/>
                      <a:pt x="294" y="50"/>
                      <a:pt x="301" y="51"/>
                    </a:cubicBezTo>
                    <a:cubicBezTo>
                      <a:pt x="308" y="57"/>
                      <a:pt x="318" y="67"/>
                      <a:pt x="326" y="72"/>
                    </a:cubicBezTo>
                    <a:cubicBezTo>
                      <a:pt x="336" y="78"/>
                      <a:pt x="350" y="79"/>
                      <a:pt x="361" y="83"/>
                    </a:cubicBezTo>
                    <a:cubicBezTo>
                      <a:pt x="383" y="81"/>
                      <a:pt x="403" y="82"/>
                      <a:pt x="425" y="84"/>
                    </a:cubicBezTo>
                    <a:cubicBezTo>
                      <a:pt x="474" y="108"/>
                      <a:pt x="456" y="104"/>
                      <a:pt x="535" y="105"/>
                    </a:cubicBezTo>
                    <a:cubicBezTo>
                      <a:pt x="548" y="111"/>
                      <a:pt x="564" y="110"/>
                      <a:pt x="578" y="111"/>
                    </a:cubicBezTo>
                    <a:cubicBezTo>
                      <a:pt x="592" y="113"/>
                      <a:pt x="605" y="112"/>
                      <a:pt x="619" y="110"/>
                    </a:cubicBezTo>
                    <a:cubicBezTo>
                      <a:pt x="655" y="111"/>
                      <a:pt x="689" y="117"/>
                      <a:pt x="725" y="119"/>
                    </a:cubicBezTo>
                    <a:cubicBezTo>
                      <a:pt x="735" y="139"/>
                      <a:pt x="712" y="155"/>
                      <a:pt x="704" y="171"/>
                    </a:cubicBezTo>
                    <a:cubicBezTo>
                      <a:pt x="703" y="177"/>
                      <a:pt x="701" y="181"/>
                      <a:pt x="698" y="186"/>
                    </a:cubicBezTo>
                    <a:cubicBezTo>
                      <a:pt x="701" y="219"/>
                      <a:pt x="703" y="209"/>
                      <a:pt x="715" y="233"/>
                    </a:cubicBezTo>
                    <a:cubicBezTo>
                      <a:pt x="716" y="239"/>
                      <a:pt x="718" y="242"/>
                      <a:pt x="721" y="248"/>
                    </a:cubicBezTo>
                    <a:cubicBezTo>
                      <a:pt x="722" y="255"/>
                      <a:pt x="724" y="261"/>
                      <a:pt x="725" y="269"/>
                    </a:cubicBezTo>
                    <a:cubicBezTo>
                      <a:pt x="724" y="281"/>
                      <a:pt x="723" y="304"/>
                      <a:pt x="713" y="312"/>
                    </a:cubicBezTo>
                    <a:cubicBezTo>
                      <a:pt x="711" y="316"/>
                      <a:pt x="707" y="323"/>
                      <a:pt x="704" y="326"/>
                    </a:cubicBezTo>
                    <a:cubicBezTo>
                      <a:pt x="701" y="329"/>
                      <a:pt x="695" y="333"/>
                      <a:pt x="695" y="333"/>
                    </a:cubicBezTo>
                    <a:cubicBezTo>
                      <a:pt x="691" y="339"/>
                      <a:pt x="687" y="345"/>
                      <a:pt x="683" y="351"/>
                    </a:cubicBezTo>
                    <a:cubicBezTo>
                      <a:pt x="681" y="360"/>
                      <a:pt x="682" y="368"/>
                      <a:pt x="688" y="375"/>
                    </a:cubicBezTo>
                    <a:cubicBezTo>
                      <a:pt x="660" y="404"/>
                      <a:pt x="675" y="410"/>
                      <a:pt x="665" y="441"/>
                    </a:cubicBezTo>
                    <a:cubicBezTo>
                      <a:pt x="663" y="454"/>
                      <a:pt x="663" y="466"/>
                      <a:pt x="674" y="474"/>
                    </a:cubicBezTo>
                    <a:cubicBezTo>
                      <a:pt x="672" y="504"/>
                      <a:pt x="672" y="530"/>
                      <a:pt x="638" y="537"/>
                    </a:cubicBezTo>
                    <a:cubicBezTo>
                      <a:pt x="632" y="541"/>
                      <a:pt x="629" y="547"/>
                      <a:pt x="626" y="554"/>
                    </a:cubicBezTo>
                    <a:cubicBezTo>
                      <a:pt x="623" y="573"/>
                      <a:pt x="623" y="590"/>
                      <a:pt x="631" y="606"/>
                    </a:cubicBezTo>
                    <a:cubicBezTo>
                      <a:pt x="630" y="610"/>
                      <a:pt x="632" y="615"/>
                      <a:pt x="629" y="617"/>
                    </a:cubicBezTo>
                    <a:cubicBezTo>
                      <a:pt x="624" y="619"/>
                      <a:pt x="614" y="614"/>
                      <a:pt x="614" y="614"/>
                    </a:cubicBezTo>
                    <a:cubicBezTo>
                      <a:pt x="609" y="610"/>
                      <a:pt x="605" y="609"/>
                      <a:pt x="598" y="608"/>
                    </a:cubicBezTo>
                    <a:cubicBezTo>
                      <a:pt x="592" y="605"/>
                      <a:pt x="585" y="605"/>
                      <a:pt x="578" y="603"/>
                    </a:cubicBezTo>
                    <a:cubicBezTo>
                      <a:pt x="557" y="588"/>
                      <a:pt x="500" y="594"/>
                      <a:pt x="491" y="594"/>
                    </a:cubicBezTo>
                    <a:cubicBezTo>
                      <a:pt x="443" y="590"/>
                      <a:pt x="394" y="595"/>
                      <a:pt x="346" y="596"/>
                    </a:cubicBezTo>
                    <a:cubicBezTo>
                      <a:pt x="325" y="599"/>
                      <a:pt x="305" y="596"/>
                      <a:pt x="284" y="593"/>
                    </a:cubicBezTo>
                    <a:cubicBezTo>
                      <a:pt x="275" y="588"/>
                      <a:pt x="261" y="586"/>
                      <a:pt x="251" y="584"/>
                    </a:cubicBezTo>
                    <a:cubicBezTo>
                      <a:pt x="239" y="578"/>
                      <a:pt x="222" y="579"/>
                      <a:pt x="209" y="578"/>
                    </a:cubicBezTo>
                    <a:cubicBezTo>
                      <a:pt x="202" y="574"/>
                      <a:pt x="195" y="574"/>
                      <a:pt x="188" y="570"/>
                    </a:cubicBezTo>
                    <a:cubicBezTo>
                      <a:pt x="181" y="561"/>
                      <a:pt x="181" y="542"/>
                      <a:pt x="190" y="534"/>
                    </a:cubicBezTo>
                    <a:cubicBezTo>
                      <a:pt x="194" y="530"/>
                      <a:pt x="205" y="524"/>
                      <a:pt x="205" y="524"/>
                    </a:cubicBezTo>
                    <a:cubicBezTo>
                      <a:pt x="205" y="522"/>
                      <a:pt x="206" y="521"/>
                      <a:pt x="206" y="519"/>
                    </a:cubicBezTo>
                    <a:cubicBezTo>
                      <a:pt x="207" y="511"/>
                      <a:pt x="207" y="503"/>
                      <a:pt x="208" y="495"/>
                    </a:cubicBezTo>
                    <a:cubicBezTo>
                      <a:pt x="209" y="489"/>
                      <a:pt x="230" y="462"/>
                      <a:pt x="235" y="455"/>
                    </a:cubicBezTo>
                    <a:cubicBezTo>
                      <a:pt x="236" y="445"/>
                      <a:pt x="235" y="446"/>
                      <a:pt x="227" y="441"/>
                    </a:cubicBezTo>
                    <a:cubicBezTo>
                      <a:pt x="223" y="433"/>
                      <a:pt x="220" y="425"/>
                      <a:pt x="215" y="417"/>
                    </a:cubicBezTo>
                    <a:cubicBezTo>
                      <a:pt x="214" y="408"/>
                      <a:pt x="211" y="412"/>
                      <a:pt x="205" y="407"/>
                    </a:cubicBezTo>
                    <a:cubicBezTo>
                      <a:pt x="202" y="401"/>
                      <a:pt x="194" y="396"/>
                      <a:pt x="188" y="393"/>
                    </a:cubicBezTo>
                    <a:cubicBezTo>
                      <a:pt x="181" y="383"/>
                      <a:pt x="170" y="372"/>
                      <a:pt x="160" y="365"/>
                    </a:cubicBezTo>
                    <a:cubicBezTo>
                      <a:pt x="155" y="357"/>
                      <a:pt x="148" y="350"/>
                      <a:pt x="140" y="345"/>
                    </a:cubicBezTo>
                    <a:cubicBezTo>
                      <a:pt x="139" y="339"/>
                      <a:pt x="137" y="332"/>
                      <a:pt x="134" y="326"/>
                    </a:cubicBezTo>
                    <a:cubicBezTo>
                      <a:pt x="129" y="300"/>
                      <a:pt x="130" y="287"/>
                      <a:pt x="101" y="281"/>
                    </a:cubicBezTo>
                    <a:cubicBezTo>
                      <a:pt x="93" y="277"/>
                      <a:pt x="83" y="271"/>
                      <a:pt x="74" y="269"/>
                    </a:cubicBezTo>
                    <a:cubicBezTo>
                      <a:pt x="65" y="264"/>
                      <a:pt x="54" y="259"/>
                      <a:pt x="44" y="257"/>
                    </a:cubicBezTo>
                    <a:cubicBezTo>
                      <a:pt x="36" y="251"/>
                      <a:pt x="27" y="247"/>
                      <a:pt x="17" y="245"/>
                    </a:cubicBezTo>
                    <a:cubicBezTo>
                      <a:pt x="12" y="243"/>
                      <a:pt x="8" y="240"/>
                      <a:pt x="4" y="237"/>
                    </a:cubicBezTo>
                    <a:cubicBezTo>
                      <a:pt x="0" y="229"/>
                      <a:pt x="3" y="220"/>
                      <a:pt x="7" y="212"/>
                    </a:cubicBezTo>
                    <a:cubicBezTo>
                      <a:pt x="9" y="204"/>
                      <a:pt x="10" y="200"/>
                      <a:pt x="11" y="191"/>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3" name="Freeform 32">
                <a:extLst>
                  <a:ext uri="{FF2B5EF4-FFF2-40B4-BE49-F238E27FC236}">
                    <a16:creationId xmlns:a16="http://schemas.microsoft.com/office/drawing/2014/main" id="{D4261BB0-58AD-F52D-C6EF-B5432B9DD58A}"/>
                  </a:ext>
                </a:extLst>
              </p:cNvPr>
              <p:cNvSpPr>
                <a:spLocks/>
              </p:cNvSpPr>
              <p:nvPr/>
            </p:nvSpPr>
            <p:spPr bwMode="auto">
              <a:xfrm>
                <a:off x="2943743" y="2250688"/>
                <a:ext cx="483957" cy="897960"/>
              </a:xfrm>
              <a:custGeom>
                <a:avLst/>
                <a:gdLst>
                  <a:gd name="T0" fmla="*/ 237 w 346"/>
                  <a:gd name="T1" fmla="*/ 26 h 629"/>
                  <a:gd name="T2" fmla="*/ 259 w 346"/>
                  <a:gd name="T3" fmla="*/ 33 h 629"/>
                  <a:gd name="T4" fmla="*/ 283 w 346"/>
                  <a:gd name="T5" fmla="*/ 29 h 629"/>
                  <a:gd name="T6" fmla="*/ 301 w 346"/>
                  <a:gd name="T7" fmla="*/ 1 h 629"/>
                  <a:gd name="T8" fmla="*/ 349 w 346"/>
                  <a:gd name="T9" fmla="*/ 2 h 629"/>
                  <a:gd name="T10" fmla="*/ 356 w 346"/>
                  <a:gd name="T11" fmla="*/ 24 h 629"/>
                  <a:gd name="T12" fmla="*/ 378 w 346"/>
                  <a:gd name="T13" fmla="*/ 34 h 629"/>
                  <a:gd name="T14" fmla="*/ 399 w 346"/>
                  <a:gd name="T15" fmla="*/ 26 h 629"/>
                  <a:gd name="T16" fmla="*/ 431 w 346"/>
                  <a:gd name="T17" fmla="*/ 42 h 629"/>
                  <a:gd name="T18" fmla="*/ 470 w 346"/>
                  <a:gd name="T19" fmla="*/ 34 h 629"/>
                  <a:gd name="T20" fmla="*/ 491 w 346"/>
                  <a:gd name="T21" fmla="*/ 58 h 629"/>
                  <a:gd name="T22" fmla="*/ 479 w 346"/>
                  <a:gd name="T23" fmla="*/ 109 h 629"/>
                  <a:gd name="T24" fmla="*/ 488 w 346"/>
                  <a:gd name="T25" fmla="*/ 146 h 629"/>
                  <a:gd name="T26" fmla="*/ 486 w 346"/>
                  <a:gd name="T27" fmla="*/ 173 h 629"/>
                  <a:gd name="T28" fmla="*/ 475 w 346"/>
                  <a:gd name="T29" fmla="*/ 192 h 629"/>
                  <a:gd name="T30" fmla="*/ 456 w 346"/>
                  <a:gd name="T31" fmla="*/ 222 h 629"/>
                  <a:gd name="T32" fmla="*/ 423 w 346"/>
                  <a:gd name="T33" fmla="*/ 258 h 629"/>
                  <a:gd name="T34" fmla="*/ 439 w 346"/>
                  <a:gd name="T35" fmla="*/ 268 h 629"/>
                  <a:gd name="T36" fmla="*/ 482 w 346"/>
                  <a:gd name="T37" fmla="*/ 332 h 629"/>
                  <a:gd name="T38" fmla="*/ 474 w 346"/>
                  <a:gd name="T39" fmla="*/ 397 h 629"/>
                  <a:gd name="T40" fmla="*/ 443 w 346"/>
                  <a:gd name="T41" fmla="*/ 442 h 629"/>
                  <a:gd name="T42" fmla="*/ 435 w 346"/>
                  <a:gd name="T43" fmla="*/ 492 h 629"/>
                  <a:gd name="T44" fmla="*/ 457 w 346"/>
                  <a:gd name="T45" fmla="*/ 628 h 629"/>
                  <a:gd name="T46" fmla="*/ 464 w 346"/>
                  <a:gd name="T47" fmla="*/ 654 h 629"/>
                  <a:gd name="T48" fmla="*/ 474 w 346"/>
                  <a:gd name="T49" fmla="*/ 717 h 629"/>
                  <a:gd name="T50" fmla="*/ 467 w 346"/>
                  <a:gd name="T51" fmla="*/ 798 h 629"/>
                  <a:gd name="T52" fmla="*/ 491 w 346"/>
                  <a:gd name="T53" fmla="*/ 870 h 629"/>
                  <a:gd name="T54" fmla="*/ 486 w 346"/>
                  <a:gd name="T55" fmla="*/ 889 h 629"/>
                  <a:gd name="T56" fmla="*/ 467 w 346"/>
                  <a:gd name="T57" fmla="*/ 894 h 629"/>
                  <a:gd name="T58" fmla="*/ 414 w 346"/>
                  <a:gd name="T59" fmla="*/ 901 h 629"/>
                  <a:gd name="T60" fmla="*/ 362 w 346"/>
                  <a:gd name="T61" fmla="*/ 911 h 629"/>
                  <a:gd name="T62" fmla="*/ 337 w 346"/>
                  <a:gd name="T63" fmla="*/ 928 h 629"/>
                  <a:gd name="T64" fmla="*/ 294 w 346"/>
                  <a:gd name="T65" fmla="*/ 921 h 629"/>
                  <a:gd name="T66" fmla="*/ 272 w 346"/>
                  <a:gd name="T67" fmla="*/ 914 h 629"/>
                  <a:gd name="T68" fmla="*/ 258 w 346"/>
                  <a:gd name="T69" fmla="*/ 902 h 629"/>
                  <a:gd name="T70" fmla="*/ 224 w 346"/>
                  <a:gd name="T71" fmla="*/ 867 h 629"/>
                  <a:gd name="T72" fmla="*/ 203 w 346"/>
                  <a:gd name="T73" fmla="*/ 847 h 629"/>
                  <a:gd name="T74" fmla="*/ 143 w 346"/>
                  <a:gd name="T75" fmla="*/ 829 h 629"/>
                  <a:gd name="T76" fmla="*/ 108 w 346"/>
                  <a:gd name="T77" fmla="*/ 817 h 629"/>
                  <a:gd name="T78" fmla="*/ 85 w 346"/>
                  <a:gd name="T79" fmla="*/ 793 h 629"/>
                  <a:gd name="T80" fmla="*/ 60 w 346"/>
                  <a:gd name="T81" fmla="*/ 753 h 629"/>
                  <a:gd name="T82" fmla="*/ 24 w 346"/>
                  <a:gd name="T83" fmla="*/ 684 h 629"/>
                  <a:gd name="T84" fmla="*/ 8 w 346"/>
                  <a:gd name="T85" fmla="*/ 667 h 629"/>
                  <a:gd name="T86" fmla="*/ 22 w 346"/>
                  <a:gd name="T87" fmla="*/ 617 h 629"/>
                  <a:gd name="T88" fmla="*/ 37 w 346"/>
                  <a:gd name="T89" fmla="*/ 600 h 629"/>
                  <a:gd name="T90" fmla="*/ 50 w 346"/>
                  <a:gd name="T91" fmla="*/ 574 h 629"/>
                  <a:gd name="T92" fmla="*/ 94 w 346"/>
                  <a:gd name="T93" fmla="*/ 484 h 629"/>
                  <a:gd name="T94" fmla="*/ 120 w 346"/>
                  <a:gd name="T95" fmla="*/ 430 h 629"/>
                  <a:gd name="T96" fmla="*/ 145 w 346"/>
                  <a:gd name="T97" fmla="*/ 408 h 629"/>
                  <a:gd name="T98" fmla="*/ 158 w 346"/>
                  <a:gd name="T99" fmla="*/ 379 h 629"/>
                  <a:gd name="T100" fmla="*/ 138 w 346"/>
                  <a:gd name="T101" fmla="*/ 322 h 629"/>
                  <a:gd name="T102" fmla="*/ 167 w 346"/>
                  <a:gd name="T103" fmla="*/ 267 h 629"/>
                  <a:gd name="T104" fmla="*/ 186 w 346"/>
                  <a:gd name="T105" fmla="*/ 253 h 629"/>
                  <a:gd name="T106" fmla="*/ 202 w 346"/>
                  <a:gd name="T107" fmla="*/ 235 h 629"/>
                  <a:gd name="T108" fmla="*/ 211 w 346"/>
                  <a:gd name="T109" fmla="*/ 214 h 629"/>
                  <a:gd name="T110" fmla="*/ 199 w 346"/>
                  <a:gd name="T111" fmla="*/ 155 h 629"/>
                  <a:gd name="T112" fmla="*/ 206 w 346"/>
                  <a:gd name="T113" fmla="*/ 92 h 629"/>
                  <a:gd name="T114" fmla="*/ 228 w 346"/>
                  <a:gd name="T115" fmla="*/ 38 h 629"/>
                  <a:gd name="T116" fmla="*/ 237 w 346"/>
                  <a:gd name="T117" fmla="*/ 26 h 62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46"/>
                  <a:gd name="T178" fmla="*/ 0 h 629"/>
                  <a:gd name="T179" fmla="*/ 346 w 346"/>
                  <a:gd name="T180" fmla="*/ 629 h 62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46" h="629">
                    <a:moveTo>
                      <a:pt x="165" y="17"/>
                    </a:moveTo>
                    <a:cubicBezTo>
                      <a:pt x="170" y="19"/>
                      <a:pt x="175" y="20"/>
                      <a:pt x="180" y="22"/>
                    </a:cubicBezTo>
                    <a:cubicBezTo>
                      <a:pt x="186" y="21"/>
                      <a:pt x="193" y="24"/>
                      <a:pt x="197" y="20"/>
                    </a:cubicBezTo>
                    <a:cubicBezTo>
                      <a:pt x="212" y="5"/>
                      <a:pt x="189" y="4"/>
                      <a:pt x="209" y="1"/>
                    </a:cubicBezTo>
                    <a:cubicBezTo>
                      <a:pt x="220" y="1"/>
                      <a:pt x="232" y="0"/>
                      <a:pt x="243" y="2"/>
                    </a:cubicBezTo>
                    <a:cubicBezTo>
                      <a:pt x="248" y="3"/>
                      <a:pt x="246" y="12"/>
                      <a:pt x="248" y="16"/>
                    </a:cubicBezTo>
                    <a:cubicBezTo>
                      <a:pt x="250" y="21"/>
                      <a:pt x="259" y="22"/>
                      <a:pt x="263" y="23"/>
                    </a:cubicBezTo>
                    <a:cubicBezTo>
                      <a:pt x="269" y="22"/>
                      <a:pt x="272" y="19"/>
                      <a:pt x="278" y="17"/>
                    </a:cubicBezTo>
                    <a:cubicBezTo>
                      <a:pt x="293" y="19"/>
                      <a:pt x="290" y="19"/>
                      <a:pt x="299" y="28"/>
                    </a:cubicBezTo>
                    <a:cubicBezTo>
                      <a:pt x="308" y="27"/>
                      <a:pt x="318" y="27"/>
                      <a:pt x="327" y="23"/>
                    </a:cubicBezTo>
                    <a:cubicBezTo>
                      <a:pt x="338" y="27"/>
                      <a:pt x="336" y="29"/>
                      <a:pt x="341" y="38"/>
                    </a:cubicBezTo>
                    <a:cubicBezTo>
                      <a:pt x="339" y="52"/>
                      <a:pt x="339" y="61"/>
                      <a:pt x="333" y="73"/>
                    </a:cubicBezTo>
                    <a:cubicBezTo>
                      <a:pt x="331" y="83"/>
                      <a:pt x="328" y="91"/>
                      <a:pt x="339" y="97"/>
                    </a:cubicBezTo>
                    <a:cubicBezTo>
                      <a:pt x="344" y="104"/>
                      <a:pt x="346" y="109"/>
                      <a:pt x="338" y="115"/>
                    </a:cubicBezTo>
                    <a:cubicBezTo>
                      <a:pt x="336" y="120"/>
                      <a:pt x="332" y="123"/>
                      <a:pt x="330" y="128"/>
                    </a:cubicBezTo>
                    <a:cubicBezTo>
                      <a:pt x="328" y="136"/>
                      <a:pt x="324" y="144"/>
                      <a:pt x="317" y="148"/>
                    </a:cubicBezTo>
                    <a:cubicBezTo>
                      <a:pt x="310" y="157"/>
                      <a:pt x="300" y="162"/>
                      <a:pt x="294" y="172"/>
                    </a:cubicBezTo>
                    <a:cubicBezTo>
                      <a:pt x="297" y="178"/>
                      <a:pt x="299" y="178"/>
                      <a:pt x="305" y="179"/>
                    </a:cubicBezTo>
                    <a:cubicBezTo>
                      <a:pt x="314" y="194"/>
                      <a:pt x="327" y="206"/>
                      <a:pt x="335" y="221"/>
                    </a:cubicBezTo>
                    <a:cubicBezTo>
                      <a:pt x="333" y="235"/>
                      <a:pt x="333" y="251"/>
                      <a:pt x="329" y="265"/>
                    </a:cubicBezTo>
                    <a:cubicBezTo>
                      <a:pt x="326" y="276"/>
                      <a:pt x="314" y="286"/>
                      <a:pt x="308" y="295"/>
                    </a:cubicBezTo>
                    <a:cubicBezTo>
                      <a:pt x="305" y="307"/>
                      <a:pt x="304" y="315"/>
                      <a:pt x="303" y="328"/>
                    </a:cubicBezTo>
                    <a:cubicBezTo>
                      <a:pt x="305" y="355"/>
                      <a:pt x="298" y="399"/>
                      <a:pt x="318" y="419"/>
                    </a:cubicBezTo>
                    <a:cubicBezTo>
                      <a:pt x="320" y="425"/>
                      <a:pt x="321" y="430"/>
                      <a:pt x="323" y="436"/>
                    </a:cubicBezTo>
                    <a:cubicBezTo>
                      <a:pt x="324" y="456"/>
                      <a:pt x="319" y="466"/>
                      <a:pt x="329" y="479"/>
                    </a:cubicBezTo>
                    <a:cubicBezTo>
                      <a:pt x="330" y="495"/>
                      <a:pt x="339" y="521"/>
                      <a:pt x="324" y="533"/>
                    </a:cubicBezTo>
                    <a:cubicBezTo>
                      <a:pt x="320" y="554"/>
                      <a:pt x="323" y="570"/>
                      <a:pt x="341" y="581"/>
                    </a:cubicBezTo>
                    <a:cubicBezTo>
                      <a:pt x="342" y="587"/>
                      <a:pt x="345" y="591"/>
                      <a:pt x="338" y="593"/>
                    </a:cubicBezTo>
                    <a:cubicBezTo>
                      <a:pt x="333" y="595"/>
                      <a:pt x="324" y="596"/>
                      <a:pt x="324" y="596"/>
                    </a:cubicBezTo>
                    <a:cubicBezTo>
                      <a:pt x="313" y="602"/>
                      <a:pt x="300" y="597"/>
                      <a:pt x="288" y="601"/>
                    </a:cubicBezTo>
                    <a:cubicBezTo>
                      <a:pt x="279" y="608"/>
                      <a:pt x="264" y="607"/>
                      <a:pt x="252" y="608"/>
                    </a:cubicBezTo>
                    <a:cubicBezTo>
                      <a:pt x="246" y="611"/>
                      <a:pt x="240" y="615"/>
                      <a:pt x="234" y="619"/>
                    </a:cubicBezTo>
                    <a:cubicBezTo>
                      <a:pt x="226" y="629"/>
                      <a:pt x="213" y="619"/>
                      <a:pt x="204" y="614"/>
                    </a:cubicBezTo>
                    <a:cubicBezTo>
                      <a:pt x="200" y="608"/>
                      <a:pt x="196" y="611"/>
                      <a:pt x="189" y="610"/>
                    </a:cubicBezTo>
                    <a:cubicBezTo>
                      <a:pt x="184" y="608"/>
                      <a:pt x="184" y="604"/>
                      <a:pt x="179" y="602"/>
                    </a:cubicBezTo>
                    <a:cubicBezTo>
                      <a:pt x="175" y="589"/>
                      <a:pt x="167" y="584"/>
                      <a:pt x="156" y="578"/>
                    </a:cubicBezTo>
                    <a:cubicBezTo>
                      <a:pt x="152" y="573"/>
                      <a:pt x="147" y="566"/>
                      <a:pt x="141" y="565"/>
                    </a:cubicBezTo>
                    <a:cubicBezTo>
                      <a:pt x="129" y="550"/>
                      <a:pt x="120" y="554"/>
                      <a:pt x="99" y="553"/>
                    </a:cubicBezTo>
                    <a:cubicBezTo>
                      <a:pt x="86" y="550"/>
                      <a:pt x="85" y="551"/>
                      <a:pt x="75" y="545"/>
                    </a:cubicBezTo>
                    <a:cubicBezTo>
                      <a:pt x="71" y="539"/>
                      <a:pt x="64" y="534"/>
                      <a:pt x="59" y="529"/>
                    </a:cubicBezTo>
                    <a:cubicBezTo>
                      <a:pt x="52" y="522"/>
                      <a:pt x="48" y="510"/>
                      <a:pt x="42" y="502"/>
                    </a:cubicBezTo>
                    <a:cubicBezTo>
                      <a:pt x="39" y="486"/>
                      <a:pt x="28" y="468"/>
                      <a:pt x="17" y="457"/>
                    </a:cubicBezTo>
                    <a:cubicBezTo>
                      <a:pt x="14" y="451"/>
                      <a:pt x="12" y="449"/>
                      <a:pt x="6" y="445"/>
                    </a:cubicBezTo>
                    <a:cubicBezTo>
                      <a:pt x="0" y="435"/>
                      <a:pt x="6" y="419"/>
                      <a:pt x="15" y="412"/>
                    </a:cubicBezTo>
                    <a:cubicBezTo>
                      <a:pt x="17" y="407"/>
                      <a:pt x="26" y="400"/>
                      <a:pt x="26" y="400"/>
                    </a:cubicBezTo>
                    <a:cubicBezTo>
                      <a:pt x="29" y="395"/>
                      <a:pt x="35" y="383"/>
                      <a:pt x="35" y="383"/>
                    </a:cubicBezTo>
                    <a:cubicBezTo>
                      <a:pt x="40" y="352"/>
                      <a:pt x="52" y="348"/>
                      <a:pt x="65" y="323"/>
                    </a:cubicBezTo>
                    <a:cubicBezTo>
                      <a:pt x="67" y="309"/>
                      <a:pt x="70" y="295"/>
                      <a:pt x="83" y="287"/>
                    </a:cubicBezTo>
                    <a:cubicBezTo>
                      <a:pt x="90" y="278"/>
                      <a:pt x="92" y="278"/>
                      <a:pt x="101" y="272"/>
                    </a:cubicBezTo>
                    <a:cubicBezTo>
                      <a:pt x="106" y="266"/>
                      <a:pt x="107" y="260"/>
                      <a:pt x="110" y="253"/>
                    </a:cubicBezTo>
                    <a:cubicBezTo>
                      <a:pt x="109" y="241"/>
                      <a:pt x="101" y="228"/>
                      <a:pt x="96" y="215"/>
                    </a:cubicBezTo>
                    <a:cubicBezTo>
                      <a:pt x="97" y="201"/>
                      <a:pt x="101" y="180"/>
                      <a:pt x="116" y="178"/>
                    </a:cubicBezTo>
                    <a:cubicBezTo>
                      <a:pt x="120" y="175"/>
                      <a:pt x="125" y="172"/>
                      <a:pt x="129" y="169"/>
                    </a:cubicBezTo>
                    <a:cubicBezTo>
                      <a:pt x="132" y="163"/>
                      <a:pt x="134" y="160"/>
                      <a:pt x="140" y="157"/>
                    </a:cubicBezTo>
                    <a:cubicBezTo>
                      <a:pt x="143" y="152"/>
                      <a:pt x="146" y="149"/>
                      <a:pt x="147" y="143"/>
                    </a:cubicBezTo>
                    <a:cubicBezTo>
                      <a:pt x="146" y="129"/>
                      <a:pt x="152" y="112"/>
                      <a:pt x="138" y="104"/>
                    </a:cubicBezTo>
                    <a:cubicBezTo>
                      <a:pt x="139" y="95"/>
                      <a:pt x="137" y="73"/>
                      <a:pt x="143" y="61"/>
                    </a:cubicBezTo>
                    <a:cubicBezTo>
                      <a:pt x="146" y="47"/>
                      <a:pt x="145" y="33"/>
                      <a:pt x="158" y="25"/>
                    </a:cubicBezTo>
                    <a:cubicBezTo>
                      <a:pt x="160" y="17"/>
                      <a:pt x="162" y="23"/>
                      <a:pt x="165" y="17"/>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4" name="Freeform 33">
                <a:extLst>
                  <a:ext uri="{FF2B5EF4-FFF2-40B4-BE49-F238E27FC236}">
                    <a16:creationId xmlns:a16="http://schemas.microsoft.com/office/drawing/2014/main" id="{C15945B9-70AD-49E2-FBA3-60A209F52480}"/>
                  </a:ext>
                </a:extLst>
              </p:cNvPr>
              <p:cNvSpPr>
                <a:spLocks/>
              </p:cNvSpPr>
              <p:nvPr/>
            </p:nvSpPr>
            <p:spPr bwMode="auto">
              <a:xfrm>
                <a:off x="3353066" y="2409289"/>
                <a:ext cx="802319" cy="797669"/>
              </a:xfrm>
              <a:custGeom>
                <a:avLst/>
                <a:gdLst>
                  <a:gd name="T0" fmla="*/ 91 w 574"/>
                  <a:gd name="T1" fmla="*/ 24 h 559"/>
                  <a:gd name="T2" fmla="*/ 157 w 574"/>
                  <a:gd name="T3" fmla="*/ 93 h 559"/>
                  <a:gd name="T4" fmla="*/ 230 w 574"/>
                  <a:gd name="T5" fmla="*/ 146 h 559"/>
                  <a:gd name="T6" fmla="*/ 310 w 574"/>
                  <a:gd name="T7" fmla="*/ 208 h 559"/>
                  <a:gd name="T8" fmla="*/ 441 w 574"/>
                  <a:gd name="T9" fmla="*/ 228 h 559"/>
                  <a:gd name="T10" fmla="*/ 493 w 574"/>
                  <a:gd name="T11" fmla="*/ 192 h 559"/>
                  <a:gd name="T12" fmla="*/ 478 w 574"/>
                  <a:gd name="T13" fmla="*/ 142 h 559"/>
                  <a:gd name="T14" fmla="*/ 538 w 574"/>
                  <a:gd name="T15" fmla="*/ 132 h 559"/>
                  <a:gd name="T16" fmla="*/ 639 w 574"/>
                  <a:gd name="T17" fmla="*/ 100 h 559"/>
                  <a:gd name="T18" fmla="*/ 704 w 574"/>
                  <a:gd name="T19" fmla="*/ 61 h 559"/>
                  <a:gd name="T20" fmla="*/ 797 w 574"/>
                  <a:gd name="T21" fmla="*/ 128 h 559"/>
                  <a:gd name="T22" fmla="*/ 815 w 574"/>
                  <a:gd name="T23" fmla="*/ 262 h 559"/>
                  <a:gd name="T24" fmla="*/ 781 w 574"/>
                  <a:gd name="T25" fmla="*/ 295 h 559"/>
                  <a:gd name="T26" fmla="*/ 732 w 574"/>
                  <a:gd name="T27" fmla="*/ 343 h 559"/>
                  <a:gd name="T28" fmla="*/ 730 w 574"/>
                  <a:gd name="T29" fmla="*/ 437 h 559"/>
                  <a:gd name="T30" fmla="*/ 720 w 574"/>
                  <a:gd name="T31" fmla="*/ 560 h 559"/>
                  <a:gd name="T32" fmla="*/ 700 w 574"/>
                  <a:gd name="T33" fmla="*/ 596 h 559"/>
                  <a:gd name="T34" fmla="*/ 687 w 574"/>
                  <a:gd name="T35" fmla="*/ 684 h 559"/>
                  <a:gd name="T36" fmla="*/ 605 w 574"/>
                  <a:gd name="T37" fmla="*/ 765 h 559"/>
                  <a:gd name="T38" fmla="*/ 523 w 574"/>
                  <a:gd name="T39" fmla="*/ 794 h 559"/>
                  <a:gd name="T40" fmla="*/ 471 w 574"/>
                  <a:gd name="T41" fmla="*/ 798 h 559"/>
                  <a:gd name="T42" fmla="*/ 393 w 574"/>
                  <a:gd name="T43" fmla="*/ 830 h 559"/>
                  <a:gd name="T44" fmla="*/ 342 w 574"/>
                  <a:gd name="T45" fmla="*/ 798 h 559"/>
                  <a:gd name="T46" fmla="*/ 295 w 574"/>
                  <a:gd name="T47" fmla="*/ 702 h 559"/>
                  <a:gd name="T48" fmla="*/ 225 w 574"/>
                  <a:gd name="T49" fmla="*/ 647 h 559"/>
                  <a:gd name="T50" fmla="*/ 152 w 574"/>
                  <a:gd name="T51" fmla="*/ 672 h 559"/>
                  <a:gd name="T52" fmla="*/ 66 w 574"/>
                  <a:gd name="T53" fmla="*/ 716 h 559"/>
                  <a:gd name="T54" fmla="*/ 52 w 574"/>
                  <a:gd name="T55" fmla="*/ 623 h 559"/>
                  <a:gd name="T56" fmla="*/ 36 w 574"/>
                  <a:gd name="T57" fmla="*/ 477 h 559"/>
                  <a:gd name="T58" fmla="*/ 19 w 574"/>
                  <a:gd name="T59" fmla="*/ 423 h 559"/>
                  <a:gd name="T60" fmla="*/ 26 w 574"/>
                  <a:gd name="T61" fmla="*/ 280 h 559"/>
                  <a:gd name="T62" fmla="*/ 56 w 574"/>
                  <a:gd name="T63" fmla="*/ 228 h 559"/>
                  <a:gd name="T64" fmla="*/ 14 w 574"/>
                  <a:gd name="T65" fmla="*/ 114 h 559"/>
                  <a:gd name="T66" fmla="*/ 43 w 574"/>
                  <a:gd name="T67" fmla="*/ 46 h 559"/>
                  <a:gd name="T68" fmla="*/ 73 w 574"/>
                  <a:gd name="T69" fmla="*/ 6 h 55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74"/>
                  <a:gd name="T106" fmla="*/ 0 h 559"/>
                  <a:gd name="T107" fmla="*/ 574 w 574"/>
                  <a:gd name="T108" fmla="*/ 559 h 55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74" h="559">
                    <a:moveTo>
                      <a:pt x="51" y="4"/>
                    </a:moveTo>
                    <a:cubicBezTo>
                      <a:pt x="56" y="9"/>
                      <a:pt x="57" y="13"/>
                      <a:pt x="63" y="16"/>
                    </a:cubicBezTo>
                    <a:cubicBezTo>
                      <a:pt x="66" y="34"/>
                      <a:pt x="78" y="46"/>
                      <a:pt x="96" y="50"/>
                    </a:cubicBezTo>
                    <a:cubicBezTo>
                      <a:pt x="100" y="55"/>
                      <a:pt x="109" y="62"/>
                      <a:pt x="109" y="62"/>
                    </a:cubicBezTo>
                    <a:cubicBezTo>
                      <a:pt x="114" y="73"/>
                      <a:pt x="122" y="86"/>
                      <a:pt x="135" y="89"/>
                    </a:cubicBezTo>
                    <a:cubicBezTo>
                      <a:pt x="143" y="93"/>
                      <a:pt x="152" y="93"/>
                      <a:pt x="160" y="97"/>
                    </a:cubicBezTo>
                    <a:cubicBezTo>
                      <a:pt x="165" y="100"/>
                      <a:pt x="175" y="107"/>
                      <a:pt x="175" y="107"/>
                    </a:cubicBezTo>
                    <a:cubicBezTo>
                      <a:pt x="188" y="129"/>
                      <a:pt x="192" y="131"/>
                      <a:pt x="216" y="139"/>
                    </a:cubicBezTo>
                    <a:cubicBezTo>
                      <a:pt x="247" y="137"/>
                      <a:pt x="264" y="139"/>
                      <a:pt x="294" y="140"/>
                    </a:cubicBezTo>
                    <a:cubicBezTo>
                      <a:pt x="298" y="146"/>
                      <a:pt x="301" y="148"/>
                      <a:pt x="307" y="152"/>
                    </a:cubicBezTo>
                    <a:cubicBezTo>
                      <a:pt x="325" y="151"/>
                      <a:pt x="325" y="154"/>
                      <a:pt x="336" y="145"/>
                    </a:cubicBezTo>
                    <a:cubicBezTo>
                      <a:pt x="339" y="139"/>
                      <a:pt x="342" y="135"/>
                      <a:pt x="343" y="128"/>
                    </a:cubicBezTo>
                    <a:cubicBezTo>
                      <a:pt x="342" y="120"/>
                      <a:pt x="342" y="115"/>
                      <a:pt x="337" y="109"/>
                    </a:cubicBezTo>
                    <a:cubicBezTo>
                      <a:pt x="336" y="104"/>
                      <a:pt x="334" y="100"/>
                      <a:pt x="333" y="95"/>
                    </a:cubicBezTo>
                    <a:cubicBezTo>
                      <a:pt x="334" y="86"/>
                      <a:pt x="334" y="86"/>
                      <a:pt x="343" y="83"/>
                    </a:cubicBezTo>
                    <a:cubicBezTo>
                      <a:pt x="355" y="76"/>
                      <a:pt x="363" y="84"/>
                      <a:pt x="375" y="88"/>
                    </a:cubicBezTo>
                    <a:cubicBezTo>
                      <a:pt x="387" y="87"/>
                      <a:pt x="400" y="89"/>
                      <a:pt x="412" y="85"/>
                    </a:cubicBezTo>
                    <a:cubicBezTo>
                      <a:pt x="423" y="81"/>
                      <a:pt x="434" y="69"/>
                      <a:pt x="445" y="67"/>
                    </a:cubicBezTo>
                    <a:cubicBezTo>
                      <a:pt x="453" y="63"/>
                      <a:pt x="460" y="62"/>
                      <a:pt x="469" y="61"/>
                    </a:cubicBezTo>
                    <a:cubicBezTo>
                      <a:pt x="475" y="55"/>
                      <a:pt x="482" y="45"/>
                      <a:pt x="490" y="41"/>
                    </a:cubicBezTo>
                    <a:cubicBezTo>
                      <a:pt x="494" y="34"/>
                      <a:pt x="503" y="29"/>
                      <a:pt x="510" y="26"/>
                    </a:cubicBezTo>
                    <a:cubicBezTo>
                      <a:pt x="529" y="40"/>
                      <a:pt x="534" y="73"/>
                      <a:pt x="555" y="86"/>
                    </a:cubicBezTo>
                    <a:cubicBezTo>
                      <a:pt x="556" y="92"/>
                      <a:pt x="564" y="101"/>
                      <a:pt x="567" y="109"/>
                    </a:cubicBezTo>
                    <a:cubicBezTo>
                      <a:pt x="570" y="128"/>
                      <a:pt x="574" y="157"/>
                      <a:pt x="567" y="175"/>
                    </a:cubicBezTo>
                    <a:cubicBezTo>
                      <a:pt x="564" y="183"/>
                      <a:pt x="559" y="185"/>
                      <a:pt x="553" y="190"/>
                    </a:cubicBezTo>
                    <a:cubicBezTo>
                      <a:pt x="550" y="192"/>
                      <a:pt x="544" y="197"/>
                      <a:pt x="544" y="197"/>
                    </a:cubicBezTo>
                    <a:cubicBezTo>
                      <a:pt x="541" y="203"/>
                      <a:pt x="538" y="206"/>
                      <a:pt x="532" y="209"/>
                    </a:cubicBezTo>
                    <a:cubicBezTo>
                      <a:pt x="526" y="218"/>
                      <a:pt x="518" y="223"/>
                      <a:pt x="510" y="229"/>
                    </a:cubicBezTo>
                    <a:cubicBezTo>
                      <a:pt x="506" y="237"/>
                      <a:pt x="500" y="242"/>
                      <a:pt x="495" y="250"/>
                    </a:cubicBezTo>
                    <a:cubicBezTo>
                      <a:pt x="498" y="266"/>
                      <a:pt x="500" y="278"/>
                      <a:pt x="508" y="292"/>
                    </a:cubicBezTo>
                    <a:cubicBezTo>
                      <a:pt x="507" y="317"/>
                      <a:pt x="508" y="330"/>
                      <a:pt x="487" y="344"/>
                    </a:cubicBezTo>
                    <a:cubicBezTo>
                      <a:pt x="488" y="358"/>
                      <a:pt x="486" y="371"/>
                      <a:pt x="501" y="374"/>
                    </a:cubicBezTo>
                    <a:cubicBezTo>
                      <a:pt x="506" y="383"/>
                      <a:pt x="500" y="385"/>
                      <a:pt x="493" y="389"/>
                    </a:cubicBezTo>
                    <a:cubicBezTo>
                      <a:pt x="490" y="406"/>
                      <a:pt x="496" y="380"/>
                      <a:pt x="487" y="398"/>
                    </a:cubicBezTo>
                    <a:cubicBezTo>
                      <a:pt x="484" y="403"/>
                      <a:pt x="485" y="409"/>
                      <a:pt x="484" y="415"/>
                    </a:cubicBezTo>
                    <a:cubicBezTo>
                      <a:pt x="483" y="429"/>
                      <a:pt x="480" y="443"/>
                      <a:pt x="478" y="457"/>
                    </a:cubicBezTo>
                    <a:cubicBezTo>
                      <a:pt x="477" y="504"/>
                      <a:pt x="473" y="507"/>
                      <a:pt x="427" y="509"/>
                    </a:cubicBezTo>
                    <a:cubicBezTo>
                      <a:pt x="425" y="510"/>
                      <a:pt x="423" y="511"/>
                      <a:pt x="421" y="511"/>
                    </a:cubicBezTo>
                    <a:cubicBezTo>
                      <a:pt x="410" y="512"/>
                      <a:pt x="398" y="510"/>
                      <a:pt x="387" y="512"/>
                    </a:cubicBezTo>
                    <a:cubicBezTo>
                      <a:pt x="386" y="512"/>
                      <a:pt x="375" y="528"/>
                      <a:pt x="364" y="530"/>
                    </a:cubicBezTo>
                    <a:cubicBezTo>
                      <a:pt x="354" y="529"/>
                      <a:pt x="356" y="528"/>
                      <a:pt x="345" y="530"/>
                    </a:cubicBezTo>
                    <a:cubicBezTo>
                      <a:pt x="339" y="531"/>
                      <a:pt x="328" y="533"/>
                      <a:pt x="328" y="533"/>
                    </a:cubicBezTo>
                    <a:cubicBezTo>
                      <a:pt x="322" y="536"/>
                      <a:pt x="316" y="538"/>
                      <a:pt x="310" y="539"/>
                    </a:cubicBezTo>
                    <a:cubicBezTo>
                      <a:pt x="299" y="545"/>
                      <a:pt x="286" y="553"/>
                      <a:pt x="274" y="554"/>
                    </a:cubicBezTo>
                    <a:cubicBezTo>
                      <a:pt x="263" y="554"/>
                      <a:pt x="250" y="559"/>
                      <a:pt x="240" y="553"/>
                    </a:cubicBezTo>
                    <a:cubicBezTo>
                      <a:pt x="234" y="550"/>
                      <a:pt x="239" y="540"/>
                      <a:pt x="238" y="533"/>
                    </a:cubicBezTo>
                    <a:cubicBezTo>
                      <a:pt x="237" y="523"/>
                      <a:pt x="240" y="481"/>
                      <a:pt x="226" y="478"/>
                    </a:cubicBezTo>
                    <a:cubicBezTo>
                      <a:pt x="219" y="473"/>
                      <a:pt x="213" y="470"/>
                      <a:pt x="205" y="469"/>
                    </a:cubicBezTo>
                    <a:cubicBezTo>
                      <a:pt x="200" y="467"/>
                      <a:pt x="186" y="462"/>
                      <a:pt x="186" y="462"/>
                    </a:cubicBezTo>
                    <a:cubicBezTo>
                      <a:pt x="177" y="446"/>
                      <a:pt x="179" y="435"/>
                      <a:pt x="157" y="432"/>
                    </a:cubicBezTo>
                    <a:cubicBezTo>
                      <a:pt x="141" y="433"/>
                      <a:pt x="137" y="427"/>
                      <a:pt x="124" y="437"/>
                    </a:cubicBezTo>
                    <a:cubicBezTo>
                      <a:pt x="121" y="442"/>
                      <a:pt x="108" y="444"/>
                      <a:pt x="106" y="449"/>
                    </a:cubicBezTo>
                    <a:cubicBezTo>
                      <a:pt x="104" y="488"/>
                      <a:pt x="106" y="476"/>
                      <a:pt x="61" y="478"/>
                    </a:cubicBezTo>
                    <a:cubicBezTo>
                      <a:pt x="56" y="484"/>
                      <a:pt x="52" y="482"/>
                      <a:pt x="46" y="478"/>
                    </a:cubicBezTo>
                    <a:cubicBezTo>
                      <a:pt x="42" y="471"/>
                      <a:pt x="34" y="462"/>
                      <a:pt x="28" y="457"/>
                    </a:cubicBezTo>
                    <a:cubicBezTo>
                      <a:pt x="18" y="440"/>
                      <a:pt x="28" y="430"/>
                      <a:pt x="36" y="416"/>
                    </a:cubicBezTo>
                    <a:cubicBezTo>
                      <a:pt x="39" y="397"/>
                      <a:pt x="40" y="375"/>
                      <a:pt x="31" y="358"/>
                    </a:cubicBezTo>
                    <a:cubicBezTo>
                      <a:pt x="28" y="345"/>
                      <a:pt x="33" y="330"/>
                      <a:pt x="25" y="319"/>
                    </a:cubicBezTo>
                    <a:cubicBezTo>
                      <a:pt x="24" y="313"/>
                      <a:pt x="22" y="307"/>
                      <a:pt x="19" y="301"/>
                    </a:cubicBezTo>
                    <a:cubicBezTo>
                      <a:pt x="18" y="295"/>
                      <a:pt x="16" y="289"/>
                      <a:pt x="13" y="283"/>
                    </a:cubicBezTo>
                    <a:cubicBezTo>
                      <a:pt x="8" y="257"/>
                      <a:pt x="10" y="273"/>
                      <a:pt x="9" y="233"/>
                    </a:cubicBezTo>
                    <a:cubicBezTo>
                      <a:pt x="10" y="219"/>
                      <a:pt x="9" y="199"/>
                      <a:pt x="18" y="187"/>
                    </a:cubicBezTo>
                    <a:cubicBezTo>
                      <a:pt x="19" y="181"/>
                      <a:pt x="28" y="170"/>
                      <a:pt x="34" y="167"/>
                    </a:cubicBezTo>
                    <a:cubicBezTo>
                      <a:pt x="36" y="162"/>
                      <a:pt x="37" y="157"/>
                      <a:pt x="39" y="152"/>
                    </a:cubicBezTo>
                    <a:cubicBezTo>
                      <a:pt x="38" y="129"/>
                      <a:pt x="46" y="102"/>
                      <a:pt x="25" y="89"/>
                    </a:cubicBezTo>
                    <a:cubicBezTo>
                      <a:pt x="21" y="84"/>
                      <a:pt x="16" y="77"/>
                      <a:pt x="10" y="76"/>
                    </a:cubicBezTo>
                    <a:cubicBezTo>
                      <a:pt x="5" y="73"/>
                      <a:pt x="3" y="69"/>
                      <a:pt x="0" y="64"/>
                    </a:cubicBezTo>
                    <a:cubicBezTo>
                      <a:pt x="2" y="47"/>
                      <a:pt x="16" y="40"/>
                      <a:pt x="30" y="31"/>
                    </a:cubicBezTo>
                    <a:cubicBezTo>
                      <a:pt x="31" y="25"/>
                      <a:pt x="33" y="19"/>
                      <a:pt x="36" y="13"/>
                    </a:cubicBezTo>
                    <a:cubicBezTo>
                      <a:pt x="38" y="4"/>
                      <a:pt x="42" y="0"/>
                      <a:pt x="51" y="4"/>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5" name="Freeform 34">
                <a:extLst>
                  <a:ext uri="{FF2B5EF4-FFF2-40B4-BE49-F238E27FC236}">
                    <a16:creationId xmlns:a16="http://schemas.microsoft.com/office/drawing/2014/main" id="{5CD2F21E-C629-1C84-060E-54FF4CC70817}"/>
                  </a:ext>
                </a:extLst>
              </p:cNvPr>
              <p:cNvSpPr>
                <a:spLocks/>
              </p:cNvSpPr>
              <p:nvPr/>
            </p:nvSpPr>
            <p:spPr bwMode="auto">
              <a:xfrm>
                <a:off x="3195634" y="3025033"/>
                <a:ext cx="650718" cy="606415"/>
              </a:xfrm>
              <a:custGeom>
                <a:avLst/>
                <a:gdLst>
                  <a:gd name="T0" fmla="*/ 16 w 466"/>
                  <a:gd name="T1" fmla="*/ 106 h 425"/>
                  <a:gd name="T2" fmla="*/ 59 w 466"/>
                  <a:gd name="T3" fmla="*/ 125 h 425"/>
                  <a:gd name="T4" fmla="*/ 85 w 466"/>
                  <a:gd name="T5" fmla="*/ 120 h 425"/>
                  <a:gd name="T6" fmla="*/ 90 w 466"/>
                  <a:gd name="T7" fmla="*/ 106 h 425"/>
                  <a:gd name="T8" fmla="*/ 133 w 466"/>
                  <a:gd name="T9" fmla="*/ 98 h 425"/>
                  <a:gd name="T10" fmla="*/ 158 w 466"/>
                  <a:gd name="T11" fmla="*/ 88 h 425"/>
                  <a:gd name="T12" fmla="*/ 301 w 466"/>
                  <a:gd name="T13" fmla="*/ 75 h 425"/>
                  <a:gd name="T14" fmla="*/ 317 w 466"/>
                  <a:gd name="T15" fmla="*/ 56 h 425"/>
                  <a:gd name="T16" fmla="*/ 329 w 466"/>
                  <a:gd name="T17" fmla="*/ 21 h 425"/>
                  <a:gd name="T18" fmla="*/ 351 w 466"/>
                  <a:gd name="T19" fmla="*/ 7 h 425"/>
                  <a:gd name="T20" fmla="*/ 370 w 466"/>
                  <a:gd name="T21" fmla="*/ 0 h 425"/>
                  <a:gd name="T22" fmla="*/ 413 w 466"/>
                  <a:gd name="T23" fmla="*/ 18 h 425"/>
                  <a:gd name="T24" fmla="*/ 451 w 466"/>
                  <a:gd name="T25" fmla="*/ 62 h 425"/>
                  <a:gd name="T26" fmla="*/ 489 w 466"/>
                  <a:gd name="T27" fmla="*/ 72 h 425"/>
                  <a:gd name="T28" fmla="*/ 502 w 466"/>
                  <a:gd name="T29" fmla="*/ 102 h 425"/>
                  <a:gd name="T30" fmla="*/ 503 w 466"/>
                  <a:gd name="T31" fmla="*/ 232 h 425"/>
                  <a:gd name="T32" fmla="*/ 510 w 466"/>
                  <a:gd name="T33" fmla="*/ 273 h 425"/>
                  <a:gd name="T34" fmla="*/ 540 w 466"/>
                  <a:gd name="T35" fmla="*/ 319 h 425"/>
                  <a:gd name="T36" fmla="*/ 583 w 466"/>
                  <a:gd name="T37" fmla="*/ 350 h 425"/>
                  <a:gd name="T38" fmla="*/ 601 w 466"/>
                  <a:gd name="T39" fmla="*/ 363 h 425"/>
                  <a:gd name="T40" fmla="*/ 613 w 466"/>
                  <a:gd name="T41" fmla="*/ 387 h 425"/>
                  <a:gd name="T42" fmla="*/ 644 w 466"/>
                  <a:gd name="T43" fmla="*/ 376 h 425"/>
                  <a:gd name="T44" fmla="*/ 661 w 466"/>
                  <a:gd name="T45" fmla="*/ 440 h 425"/>
                  <a:gd name="T46" fmla="*/ 641 w 466"/>
                  <a:gd name="T47" fmla="*/ 497 h 425"/>
                  <a:gd name="T48" fmla="*/ 624 w 466"/>
                  <a:gd name="T49" fmla="*/ 508 h 425"/>
                  <a:gd name="T50" fmla="*/ 598 w 466"/>
                  <a:gd name="T51" fmla="*/ 524 h 425"/>
                  <a:gd name="T52" fmla="*/ 586 w 466"/>
                  <a:gd name="T53" fmla="*/ 543 h 425"/>
                  <a:gd name="T54" fmla="*/ 562 w 466"/>
                  <a:gd name="T55" fmla="*/ 584 h 425"/>
                  <a:gd name="T56" fmla="*/ 511 w 466"/>
                  <a:gd name="T57" fmla="*/ 629 h 425"/>
                  <a:gd name="T58" fmla="*/ 493 w 466"/>
                  <a:gd name="T59" fmla="*/ 636 h 425"/>
                  <a:gd name="T60" fmla="*/ 362 w 466"/>
                  <a:gd name="T61" fmla="*/ 618 h 425"/>
                  <a:gd name="T62" fmla="*/ 304 w 466"/>
                  <a:gd name="T63" fmla="*/ 624 h 425"/>
                  <a:gd name="T64" fmla="*/ 269 w 466"/>
                  <a:gd name="T65" fmla="*/ 634 h 425"/>
                  <a:gd name="T66" fmla="*/ 228 w 466"/>
                  <a:gd name="T67" fmla="*/ 624 h 425"/>
                  <a:gd name="T68" fmla="*/ 211 w 466"/>
                  <a:gd name="T69" fmla="*/ 611 h 425"/>
                  <a:gd name="T70" fmla="*/ 184 w 466"/>
                  <a:gd name="T71" fmla="*/ 593 h 425"/>
                  <a:gd name="T72" fmla="*/ 168 w 466"/>
                  <a:gd name="T73" fmla="*/ 569 h 425"/>
                  <a:gd name="T74" fmla="*/ 159 w 466"/>
                  <a:gd name="T75" fmla="*/ 529 h 425"/>
                  <a:gd name="T76" fmla="*/ 132 w 466"/>
                  <a:gd name="T77" fmla="*/ 489 h 425"/>
                  <a:gd name="T78" fmla="*/ 99 w 466"/>
                  <a:gd name="T79" fmla="*/ 461 h 425"/>
                  <a:gd name="T80" fmla="*/ 73 w 466"/>
                  <a:gd name="T81" fmla="*/ 434 h 425"/>
                  <a:gd name="T82" fmla="*/ 30 w 466"/>
                  <a:gd name="T83" fmla="*/ 330 h 425"/>
                  <a:gd name="T84" fmla="*/ 13 w 466"/>
                  <a:gd name="T85" fmla="*/ 286 h 425"/>
                  <a:gd name="T86" fmla="*/ 0 w 466"/>
                  <a:gd name="T87" fmla="*/ 266 h 425"/>
                  <a:gd name="T88" fmla="*/ 16 w 466"/>
                  <a:gd name="T89" fmla="*/ 182 h 425"/>
                  <a:gd name="T90" fmla="*/ 17 w 466"/>
                  <a:gd name="T91" fmla="*/ 152 h 425"/>
                  <a:gd name="T92" fmla="*/ 16 w 466"/>
                  <a:gd name="T93" fmla="*/ 106 h 42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66"/>
                  <a:gd name="T142" fmla="*/ 0 h 425"/>
                  <a:gd name="T143" fmla="*/ 466 w 466"/>
                  <a:gd name="T144" fmla="*/ 425 h 42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66" h="425">
                    <a:moveTo>
                      <a:pt x="11" y="71"/>
                    </a:moveTo>
                    <a:cubicBezTo>
                      <a:pt x="26" y="72"/>
                      <a:pt x="28" y="78"/>
                      <a:pt x="41" y="83"/>
                    </a:cubicBezTo>
                    <a:cubicBezTo>
                      <a:pt x="47" y="82"/>
                      <a:pt x="58" y="86"/>
                      <a:pt x="59" y="80"/>
                    </a:cubicBezTo>
                    <a:cubicBezTo>
                      <a:pt x="60" y="76"/>
                      <a:pt x="60" y="74"/>
                      <a:pt x="63" y="71"/>
                    </a:cubicBezTo>
                    <a:cubicBezTo>
                      <a:pt x="70" y="66"/>
                      <a:pt x="86" y="66"/>
                      <a:pt x="93" y="65"/>
                    </a:cubicBezTo>
                    <a:cubicBezTo>
                      <a:pt x="99" y="63"/>
                      <a:pt x="104" y="60"/>
                      <a:pt x="110" y="59"/>
                    </a:cubicBezTo>
                    <a:cubicBezTo>
                      <a:pt x="114" y="57"/>
                      <a:pt x="200" y="50"/>
                      <a:pt x="210" y="50"/>
                    </a:cubicBezTo>
                    <a:cubicBezTo>
                      <a:pt x="216" y="47"/>
                      <a:pt x="217" y="43"/>
                      <a:pt x="221" y="38"/>
                    </a:cubicBezTo>
                    <a:cubicBezTo>
                      <a:pt x="222" y="30"/>
                      <a:pt x="221" y="16"/>
                      <a:pt x="230" y="14"/>
                    </a:cubicBezTo>
                    <a:cubicBezTo>
                      <a:pt x="235" y="8"/>
                      <a:pt x="237" y="6"/>
                      <a:pt x="245" y="5"/>
                    </a:cubicBezTo>
                    <a:cubicBezTo>
                      <a:pt x="249" y="3"/>
                      <a:pt x="254" y="2"/>
                      <a:pt x="258" y="0"/>
                    </a:cubicBezTo>
                    <a:cubicBezTo>
                      <a:pt x="277" y="2"/>
                      <a:pt x="276" y="3"/>
                      <a:pt x="288" y="12"/>
                    </a:cubicBezTo>
                    <a:cubicBezTo>
                      <a:pt x="293" y="27"/>
                      <a:pt x="298" y="39"/>
                      <a:pt x="315" y="42"/>
                    </a:cubicBezTo>
                    <a:cubicBezTo>
                      <a:pt x="323" y="45"/>
                      <a:pt x="332" y="47"/>
                      <a:pt x="341" y="48"/>
                    </a:cubicBezTo>
                    <a:cubicBezTo>
                      <a:pt x="345" y="55"/>
                      <a:pt x="347" y="60"/>
                      <a:pt x="350" y="68"/>
                    </a:cubicBezTo>
                    <a:cubicBezTo>
                      <a:pt x="350" y="88"/>
                      <a:pt x="356" y="130"/>
                      <a:pt x="351" y="155"/>
                    </a:cubicBezTo>
                    <a:cubicBezTo>
                      <a:pt x="352" y="165"/>
                      <a:pt x="352" y="173"/>
                      <a:pt x="356" y="182"/>
                    </a:cubicBezTo>
                    <a:cubicBezTo>
                      <a:pt x="358" y="194"/>
                      <a:pt x="364" y="210"/>
                      <a:pt x="377" y="213"/>
                    </a:cubicBezTo>
                    <a:cubicBezTo>
                      <a:pt x="387" y="221"/>
                      <a:pt x="394" y="231"/>
                      <a:pt x="407" y="234"/>
                    </a:cubicBezTo>
                    <a:cubicBezTo>
                      <a:pt x="412" y="236"/>
                      <a:pt x="414" y="240"/>
                      <a:pt x="419" y="243"/>
                    </a:cubicBezTo>
                    <a:cubicBezTo>
                      <a:pt x="420" y="251"/>
                      <a:pt x="422" y="253"/>
                      <a:pt x="428" y="258"/>
                    </a:cubicBezTo>
                    <a:cubicBezTo>
                      <a:pt x="436" y="257"/>
                      <a:pt x="441" y="253"/>
                      <a:pt x="449" y="251"/>
                    </a:cubicBezTo>
                    <a:cubicBezTo>
                      <a:pt x="463" y="253"/>
                      <a:pt x="457" y="281"/>
                      <a:pt x="461" y="294"/>
                    </a:cubicBezTo>
                    <a:cubicBezTo>
                      <a:pt x="463" y="318"/>
                      <a:pt x="466" y="321"/>
                      <a:pt x="447" y="332"/>
                    </a:cubicBezTo>
                    <a:cubicBezTo>
                      <a:pt x="443" y="337"/>
                      <a:pt x="441" y="338"/>
                      <a:pt x="435" y="339"/>
                    </a:cubicBezTo>
                    <a:cubicBezTo>
                      <a:pt x="429" y="343"/>
                      <a:pt x="423" y="346"/>
                      <a:pt x="417" y="350"/>
                    </a:cubicBezTo>
                    <a:cubicBezTo>
                      <a:pt x="414" y="354"/>
                      <a:pt x="411" y="359"/>
                      <a:pt x="408" y="363"/>
                    </a:cubicBezTo>
                    <a:cubicBezTo>
                      <a:pt x="406" y="372"/>
                      <a:pt x="398" y="384"/>
                      <a:pt x="392" y="390"/>
                    </a:cubicBezTo>
                    <a:cubicBezTo>
                      <a:pt x="386" y="405"/>
                      <a:pt x="374" y="417"/>
                      <a:pt x="357" y="420"/>
                    </a:cubicBezTo>
                    <a:cubicBezTo>
                      <a:pt x="353" y="422"/>
                      <a:pt x="348" y="423"/>
                      <a:pt x="344" y="425"/>
                    </a:cubicBezTo>
                    <a:cubicBezTo>
                      <a:pt x="312" y="423"/>
                      <a:pt x="284" y="415"/>
                      <a:pt x="252" y="413"/>
                    </a:cubicBezTo>
                    <a:cubicBezTo>
                      <a:pt x="239" y="414"/>
                      <a:pt x="225" y="416"/>
                      <a:pt x="212" y="417"/>
                    </a:cubicBezTo>
                    <a:cubicBezTo>
                      <a:pt x="204" y="420"/>
                      <a:pt x="196" y="422"/>
                      <a:pt x="188" y="423"/>
                    </a:cubicBezTo>
                    <a:cubicBezTo>
                      <a:pt x="175" y="422"/>
                      <a:pt x="169" y="423"/>
                      <a:pt x="159" y="417"/>
                    </a:cubicBezTo>
                    <a:cubicBezTo>
                      <a:pt x="155" y="412"/>
                      <a:pt x="153" y="410"/>
                      <a:pt x="147" y="408"/>
                    </a:cubicBezTo>
                    <a:cubicBezTo>
                      <a:pt x="142" y="403"/>
                      <a:pt x="135" y="400"/>
                      <a:pt x="129" y="396"/>
                    </a:cubicBezTo>
                    <a:cubicBezTo>
                      <a:pt x="125" y="390"/>
                      <a:pt x="121" y="386"/>
                      <a:pt x="117" y="380"/>
                    </a:cubicBezTo>
                    <a:cubicBezTo>
                      <a:pt x="115" y="371"/>
                      <a:pt x="115" y="361"/>
                      <a:pt x="111" y="353"/>
                    </a:cubicBezTo>
                    <a:cubicBezTo>
                      <a:pt x="109" y="343"/>
                      <a:pt x="100" y="333"/>
                      <a:pt x="92" y="327"/>
                    </a:cubicBezTo>
                    <a:cubicBezTo>
                      <a:pt x="88" y="318"/>
                      <a:pt x="79" y="310"/>
                      <a:pt x="69" y="308"/>
                    </a:cubicBezTo>
                    <a:cubicBezTo>
                      <a:pt x="61" y="302"/>
                      <a:pt x="57" y="298"/>
                      <a:pt x="51" y="290"/>
                    </a:cubicBezTo>
                    <a:cubicBezTo>
                      <a:pt x="48" y="267"/>
                      <a:pt x="42" y="234"/>
                      <a:pt x="21" y="221"/>
                    </a:cubicBezTo>
                    <a:cubicBezTo>
                      <a:pt x="19" y="210"/>
                      <a:pt x="21" y="193"/>
                      <a:pt x="9" y="191"/>
                    </a:cubicBezTo>
                    <a:cubicBezTo>
                      <a:pt x="6" y="186"/>
                      <a:pt x="3" y="182"/>
                      <a:pt x="0" y="177"/>
                    </a:cubicBezTo>
                    <a:cubicBezTo>
                      <a:pt x="2" y="143"/>
                      <a:pt x="0" y="144"/>
                      <a:pt x="11" y="122"/>
                    </a:cubicBezTo>
                    <a:cubicBezTo>
                      <a:pt x="13" y="112"/>
                      <a:pt x="14" y="114"/>
                      <a:pt x="12" y="101"/>
                    </a:cubicBezTo>
                    <a:cubicBezTo>
                      <a:pt x="12" y="100"/>
                      <a:pt x="8" y="76"/>
                      <a:pt x="11" y="71"/>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6" name="Freeform 35">
                <a:extLst>
                  <a:ext uri="{FF2B5EF4-FFF2-40B4-BE49-F238E27FC236}">
                    <a16:creationId xmlns:a16="http://schemas.microsoft.com/office/drawing/2014/main" id="{B818D20A-6DAE-066A-F82B-10935E97DA59}"/>
                  </a:ext>
                </a:extLst>
              </p:cNvPr>
              <p:cNvSpPr>
                <a:spLocks/>
              </p:cNvSpPr>
              <p:nvPr/>
            </p:nvSpPr>
            <p:spPr bwMode="auto">
              <a:xfrm>
                <a:off x="3678425" y="2682175"/>
                <a:ext cx="714857" cy="824491"/>
              </a:xfrm>
              <a:custGeom>
                <a:avLst/>
                <a:gdLst>
                  <a:gd name="T0" fmla="*/ 468 w 511"/>
                  <a:gd name="T1" fmla="*/ 5 h 578"/>
                  <a:gd name="T2" fmla="*/ 474 w 511"/>
                  <a:gd name="T3" fmla="*/ 29 h 578"/>
                  <a:gd name="T4" fmla="*/ 456 w 511"/>
                  <a:gd name="T5" fmla="*/ 66 h 578"/>
                  <a:gd name="T6" fmla="*/ 476 w 511"/>
                  <a:gd name="T7" fmla="*/ 113 h 578"/>
                  <a:gd name="T8" fmla="*/ 456 w 511"/>
                  <a:gd name="T9" fmla="*/ 139 h 578"/>
                  <a:gd name="T10" fmla="*/ 455 w 511"/>
                  <a:gd name="T11" fmla="*/ 188 h 578"/>
                  <a:gd name="T12" fmla="*/ 471 w 511"/>
                  <a:gd name="T13" fmla="*/ 202 h 578"/>
                  <a:gd name="T14" fmla="*/ 485 w 511"/>
                  <a:gd name="T15" fmla="*/ 232 h 578"/>
                  <a:gd name="T16" fmla="*/ 515 w 511"/>
                  <a:gd name="T17" fmla="*/ 295 h 578"/>
                  <a:gd name="T18" fmla="*/ 551 w 511"/>
                  <a:gd name="T19" fmla="*/ 335 h 578"/>
                  <a:gd name="T20" fmla="*/ 572 w 511"/>
                  <a:gd name="T21" fmla="*/ 355 h 578"/>
                  <a:gd name="T22" fmla="*/ 623 w 511"/>
                  <a:gd name="T23" fmla="*/ 333 h 578"/>
                  <a:gd name="T24" fmla="*/ 693 w 511"/>
                  <a:gd name="T25" fmla="*/ 340 h 578"/>
                  <a:gd name="T26" fmla="*/ 722 w 511"/>
                  <a:gd name="T27" fmla="*/ 421 h 578"/>
                  <a:gd name="T28" fmla="*/ 735 w 511"/>
                  <a:gd name="T29" fmla="*/ 440 h 578"/>
                  <a:gd name="T30" fmla="*/ 715 w 511"/>
                  <a:gd name="T31" fmla="*/ 476 h 578"/>
                  <a:gd name="T32" fmla="*/ 698 w 511"/>
                  <a:gd name="T33" fmla="*/ 503 h 578"/>
                  <a:gd name="T34" fmla="*/ 690 w 511"/>
                  <a:gd name="T35" fmla="*/ 524 h 578"/>
                  <a:gd name="T36" fmla="*/ 663 w 511"/>
                  <a:gd name="T37" fmla="*/ 591 h 578"/>
                  <a:gd name="T38" fmla="*/ 647 w 511"/>
                  <a:gd name="T39" fmla="*/ 624 h 578"/>
                  <a:gd name="T40" fmla="*/ 625 w 511"/>
                  <a:gd name="T41" fmla="*/ 668 h 578"/>
                  <a:gd name="T42" fmla="*/ 599 w 511"/>
                  <a:gd name="T43" fmla="*/ 719 h 578"/>
                  <a:gd name="T44" fmla="*/ 569 w 511"/>
                  <a:gd name="T45" fmla="*/ 784 h 578"/>
                  <a:gd name="T46" fmla="*/ 560 w 511"/>
                  <a:gd name="T47" fmla="*/ 820 h 578"/>
                  <a:gd name="T48" fmla="*/ 546 w 511"/>
                  <a:gd name="T49" fmla="*/ 865 h 578"/>
                  <a:gd name="T50" fmla="*/ 507 w 511"/>
                  <a:gd name="T51" fmla="*/ 856 h 578"/>
                  <a:gd name="T52" fmla="*/ 477 w 511"/>
                  <a:gd name="T53" fmla="*/ 843 h 578"/>
                  <a:gd name="T54" fmla="*/ 452 w 511"/>
                  <a:gd name="T55" fmla="*/ 824 h 578"/>
                  <a:gd name="T56" fmla="*/ 426 w 511"/>
                  <a:gd name="T57" fmla="*/ 811 h 578"/>
                  <a:gd name="T58" fmla="*/ 399 w 511"/>
                  <a:gd name="T59" fmla="*/ 802 h 578"/>
                  <a:gd name="T60" fmla="*/ 369 w 511"/>
                  <a:gd name="T61" fmla="*/ 789 h 578"/>
                  <a:gd name="T62" fmla="*/ 305 w 511"/>
                  <a:gd name="T63" fmla="*/ 817 h 578"/>
                  <a:gd name="T64" fmla="*/ 223 w 511"/>
                  <a:gd name="T65" fmla="*/ 846 h 578"/>
                  <a:gd name="T66" fmla="*/ 180 w 511"/>
                  <a:gd name="T67" fmla="*/ 829 h 578"/>
                  <a:gd name="T68" fmla="*/ 163 w 511"/>
                  <a:gd name="T69" fmla="*/ 784 h 578"/>
                  <a:gd name="T70" fmla="*/ 152 w 511"/>
                  <a:gd name="T71" fmla="*/ 739 h 578"/>
                  <a:gd name="T72" fmla="*/ 114 w 511"/>
                  <a:gd name="T73" fmla="*/ 740 h 578"/>
                  <a:gd name="T74" fmla="*/ 94 w 511"/>
                  <a:gd name="T75" fmla="*/ 712 h 578"/>
                  <a:gd name="T76" fmla="*/ 74 w 511"/>
                  <a:gd name="T77" fmla="*/ 703 h 578"/>
                  <a:gd name="T78" fmla="*/ 62 w 511"/>
                  <a:gd name="T79" fmla="*/ 695 h 578"/>
                  <a:gd name="T80" fmla="*/ 53 w 511"/>
                  <a:gd name="T81" fmla="*/ 681 h 578"/>
                  <a:gd name="T82" fmla="*/ 28 w 511"/>
                  <a:gd name="T83" fmla="*/ 664 h 578"/>
                  <a:gd name="T84" fmla="*/ 16 w 511"/>
                  <a:gd name="T85" fmla="*/ 645 h 578"/>
                  <a:gd name="T86" fmla="*/ 7 w 511"/>
                  <a:gd name="T87" fmla="*/ 618 h 578"/>
                  <a:gd name="T88" fmla="*/ 6 w 511"/>
                  <a:gd name="T89" fmla="*/ 550 h 578"/>
                  <a:gd name="T90" fmla="*/ 31 w 511"/>
                  <a:gd name="T91" fmla="*/ 546 h 578"/>
                  <a:gd name="T92" fmla="*/ 92 w 511"/>
                  <a:gd name="T93" fmla="*/ 537 h 578"/>
                  <a:gd name="T94" fmla="*/ 127 w 511"/>
                  <a:gd name="T95" fmla="*/ 524 h 578"/>
                  <a:gd name="T96" fmla="*/ 174 w 511"/>
                  <a:gd name="T97" fmla="*/ 505 h 578"/>
                  <a:gd name="T98" fmla="*/ 215 w 511"/>
                  <a:gd name="T99" fmla="*/ 494 h 578"/>
                  <a:gd name="T100" fmla="*/ 274 w 511"/>
                  <a:gd name="T101" fmla="*/ 478 h 578"/>
                  <a:gd name="T102" fmla="*/ 317 w 511"/>
                  <a:gd name="T103" fmla="*/ 470 h 578"/>
                  <a:gd name="T104" fmla="*/ 347 w 511"/>
                  <a:gd name="T105" fmla="*/ 438 h 578"/>
                  <a:gd name="T106" fmla="*/ 355 w 511"/>
                  <a:gd name="T107" fmla="*/ 344 h 578"/>
                  <a:gd name="T108" fmla="*/ 385 w 511"/>
                  <a:gd name="T109" fmla="*/ 296 h 578"/>
                  <a:gd name="T110" fmla="*/ 374 w 511"/>
                  <a:gd name="T111" fmla="*/ 265 h 578"/>
                  <a:gd name="T112" fmla="*/ 361 w 511"/>
                  <a:gd name="T113" fmla="*/ 247 h 578"/>
                  <a:gd name="T114" fmla="*/ 381 w 511"/>
                  <a:gd name="T115" fmla="*/ 215 h 578"/>
                  <a:gd name="T116" fmla="*/ 390 w 511"/>
                  <a:gd name="T117" fmla="*/ 196 h 578"/>
                  <a:gd name="T118" fmla="*/ 378 w 511"/>
                  <a:gd name="T119" fmla="*/ 94 h 578"/>
                  <a:gd name="T120" fmla="*/ 398 w 511"/>
                  <a:gd name="T121" fmla="*/ 61 h 578"/>
                  <a:gd name="T122" fmla="*/ 461 w 511"/>
                  <a:gd name="T123" fmla="*/ 0 h 578"/>
                  <a:gd name="T124" fmla="*/ 468 w 511"/>
                  <a:gd name="T125" fmla="*/ 5 h 57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11"/>
                  <a:gd name="T190" fmla="*/ 0 h 578"/>
                  <a:gd name="T191" fmla="*/ 511 w 511"/>
                  <a:gd name="T192" fmla="*/ 578 h 57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11" h="578">
                    <a:moveTo>
                      <a:pt x="325" y="3"/>
                    </a:moveTo>
                    <a:cubicBezTo>
                      <a:pt x="326" y="9"/>
                      <a:pt x="328" y="14"/>
                      <a:pt x="329" y="20"/>
                    </a:cubicBezTo>
                    <a:cubicBezTo>
                      <a:pt x="328" y="32"/>
                      <a:pt x="323" y="35"/>
                      <a:pt x="317" y="44"/>
                    </a:cubicBezTo>
                    <a:cubicBezTo>
                      <a:pt x="315" y="58"/>
                      <a:pt x="319" y="68"/>
                      <a:pt x="331" y="75"/>
                    </a:cubicBezTo>
                    <a:cubicBezTo>
                      <a:pt x="333" y="84"/>
                      <a:pt x="326" y="91"/>
                      <a:pt x="317" y="93"/>
                    </a:cubicBezTo>
                    <a:cubicBezTo>
                      <a:pt x="315" y="104"/>
                      <a:pt x="310" y="113"/>
                      <a:pt x="316" y="126"/>
                    </a:cubicBezTo>
                    <a:cubicBezTo>
                      <a:pt x="317" y="133"/>
                      <a:pt x="321" y="134"/>
                      <a:pt x="328" y="135"/>
                    </a:cubicBezTo>
                    <a:cubicBezTo>
                      <a:pt x="337" y="140"/>
                      <a:pt x="335" y="144"/>
                      <a:pt x="337" y="155"/>
                    </a:cubicBezTo>
                    <a:cubicBezTo>
                      <a:pt x="338" y="185"/>
                      <a:pt x="336" y="184"/>
                      <a:pt x="358" y="197"/>
                    </a:cubicBezTo>
                    <a:cubicBezTo>
                      <a:pt x="360" y="211"/>
                      <a:pt x="371" y="218"/>
                      <a:pt x="383" y="224"/>
                    </a:cubicBezTo>
                    <a:cubicBezTo>
                      <a:pt x="387" y="229"/>
                      <a:pt x="393" y="233"/>
                      <a:pt x="398" y="237"/>
                    </a:cubicBezTo>
                    <a:cubicBezTo>
                      <a:pt x="415" y="236"/>
                      <a:pt x="410" y="225"/>
                      <a:pt x="433" y="222"/>
                    </a:cubicBezTo>
                    <a:cubicBezTo>
                      <a:pt x="447" y="223"/>
                      <a:pt x="468" y="220"/>
                      <a:pt x="482" y="227"/>
                    </a:cubicBezTo>
                    <a:cubicBezTo>
                      <a:pt x="495" y="244"/>
                      <a:pt x="481" y="268"/>
                      <a:pt x="502" y="281"/>
                    </a:cubicBezTo>
                    <a:cubicBezTo>
                      <a:pt x="505" y="285"/>
                      <a:pt x="508" y="290"/>
                      <a:pt x="511" y="294"/>
                    </a:cubicBezTo>
                    <a:cubicBezTo>
                      <a:pt x="509" y="309"/>
                      <a:pt x="509" y="311"/>
                      <a:pt x="497" y="318"/>
                    </a:cubicBezTo>
                    <a:cubicBezTo>
                      <a:pt x="493" y="324"/>
                      <a:pt x="489" y="330"/>
                      <a:pt x="485" y="336"/>
                    </a:cubicBezTo>
                    <a:cubicBezTo>
                      <a:pt x="484" y="342"/>
                      <a:pt x="482" y="345"/>
                      <a:pt x="479" y="350"/>
                    </a:cubicBezTo>
                    <a:cubicBezTo>
                      <a:pt x="476" y="366"/>
                      <a:pt x="468" y="381"/>
                      <a:pt x="461" y="395"/>
                    </a:cubicBezTo>
                    <a:cubicBezTo>
                      <a:pt x="457" y="402"/>
                      <a:pt x="449" y="417"/>
                      <a:pt x="449" y="417"/>
                    </a:cubicBezTo>
                    <a:cubicBezTo>
                      <a:pt x="448" y="428"/>
                      <a:pt x="445" y="441"/>
                      <a:pt x="434" y="446"/>
                    </a:cubicBezTo>
                    <a:cubicBezTo>
                      <a:pt x="428" y="454"/>
                      <a:pt x="421" y="463"/>
                      <a:pt x="416" y="481"/>
                    </a:cubicBezTo>
                    <a:cubicBezTo>
                      <a:pt x="413" y="498"/>
                      <a:pt x="402" y="507"/>
                      <a:pt x="395" y="524"/>
                    </a:cubicBezTo>
                    <a:cubicBezTo>
                      <a:pt x="394" y="532"/>
                      <a:pt x="392" y="540"/>
                      <a:pt x="389" y="548"/>
                    </a:cubicBezTo>
                    <a:cubicBezTo>
                      <a:pt x="388" y="557"/>
                      <a:pt x="388" y="573"/>
                      <a:pt x="379" y="578"/>
                    </a:cubicBezTo>
                    <a:cubicBezTo>
                      <a:pt x="370" y="576"/>
                      <a:pt x="362" y="573"/>
                      <a:pt x="353" y="572"/>
                    </a:cubicBezTo>
                    <a:cubicBezTo>
                      <a:pt x="346" y="567"/>
                      <a:pt x="341" y="564"/>
                      <a:pt x="332" y="563"/>
                    </a:cubicBezTo>
                    <a:cubicBezTo>
                      <a:pt x="326" y="559"/>
                      <a:pt x="321" y="552"/>
                      <a:pt x="314" y="551"/>
                    </a:cubicBezTo>
                    <a:cubicBezTo>
                      <a:pt x="308" y="548"/>
                      <a:pt x="303" y="543"/>
                      <a:pt x="296" y="542"/>
                    </a:cubicBezTo>
                    <a:cubicBezTo>
                      <a:pt x="290" y="539"/>
                      <a:pt x="284" y="537"/>
                      <a:pt x="278" y="536"/>
                    </a:cubicBezTo>
                    <a:cubicBezTo>
                      <a:pt x="270" y="532"/>
                      <a:pt x="266" y="528"/>
                      <a:pt x="257" y="527"/>
                    </a:cubicBezTo>
                    <a:cubicBezTo>
                      <a:pt x="233" y="528"/>
                      <a:pt x="230" y="535"/>
                      <a:pt x="212" y="546"/>
                    </a:cubicBezTo>
                    <a:cubicBezTo>
                      <a:pt x="200" y="561"/>
                      <a:pt x="173" y="563"/>
                      <a:pt x="155" y="566"/>
                    </a:cubicBezTo>
                    <a:cubicBezTo>
                      <a:pt x="146" y="562"/>
                      <a:pt x="135" y="556"/>
                      <a:pt x="125" y="554"/>
                    </a:cubicBezTo>
                    <a:cubicBezTo>
                      <a:pt x="109" y="546"/>
                      <a:pt x="118" y="541"/>
                      <a:pt x="113" y="524"/>
                    </a:cubicBezTo>
                    <a:cubicBezTo>
                      <a:pt x="112" y="512"/>
                      <a:pt x="116" y="501"/>
                      <a:pt x="106" y="494"/>
                    </a:cubicBezTo>
                    <a:cubicBezTo>
                      <a:pt x="97" y="495"/>
                      <a:pt x="87" y="498"/>
                      <a:pt x="79" y="495"/>
                    </a:cubicBezTo>
                    <a:cubicBezTo>
                      <a:pt x="75" y="487"/>
                      <a:pt x="76" y="478"/>
                      <a:pt x="65" y="476"/>
                    </a:cubicBezTo>
                    <a:cubicBezTo>
                      <a:pt x="60" y="474"/>
                      <a:pt x="56" y="473"/>
                      <a:pt x="52" y="470"/>
                    </a:cubicBezTo>
                    <a:cubicBezTo>
                      <a:pt x="44" y="457"/>
                      <a:pt x="55" y="472"/>
                      <a:pt x="43" y="464"/>
                    </a:cubicBezTo>
                    <a:cubicBezTo>
                      <a:pt x="40" y="462"/>
                      <a:pt x="40" y="457"/>
                      <a:pt x="37" y="455"/>
                    </a:cubicBezTo>
                    <a:cubicBezTo>
                      <a:pt x="32" y="451"/>
                      <a:pt x="25" y="448"/>
                      <a:pt x="19" y="444"/>
                    </a:cubicBezTo>
                    <a:cubicBezTo>
                      <a:pt x="17" y="439"/>
                      <a:pt x="14" y="435"/>
                      <a:pt x="11" y="431"/>
                    </a:cubicBezTo>
                    <a:cubicBezTo>
                      <a:pt x="10" y="425"/>
                      <a:pt x="8" y="419"/>
                      <a:pt x="5" y="413"/>
                    </a:cubicBezTo>
                    <a:cubicBezTo>
                      <a:pt x="5" y="411"/>
                      <a:pt x="0" y="376"/>
                      <a:pt x="4" y="368"/>
                    </a:cubicBezTo>
                    <a:cubicBezTo>
                      <a:pt x="7" y="363"/>
                      <a:pt x="16" y="366"/>
                      <a:pt x="22" y="365"/>
                    </a:cubicBezTo>
                    <a:cubicBezTo>
                      <a:pt x="36" y="364"/>
                      <a:pt x="50" y="362"/>
                      <a:pt x="64" y="359"/>
                    </a:cubicBezTo>
                    <a:cubicBezTo>
                      <a:pt x="71" y="355"/>
                      <a:pt x="80" y="351"/>
                      <a:pt x="88" y="350"/>
                    </a:cubicBezTo>
                    <a:cubicBezTo>
                      <a:pt x="96" y="340"/>
                      <a:pt x="109" y="339"/>
                      <a:pt x="121" y="338"/>
                    </a:cubicBezTo>
                    <a:cubicBezTo>
                      <a:pt x="134" y="339"/>
                      <a:pt x="138" y="336"/>
                      <a:pt x="149" y="330"/>
                    </a:cubicBezTo>
                    <a:cubicBezTo>
                      <a:pt x="161" y="313"/>
                      <a:pt x="157" y="321"/>
                      <a:pt x="190" y="320"/>
                    </a:cubicBezTo>
                    <a:cubicBezTo>
                      <a:pt x="200" y="318"/>
                      <a:pt x="210" y="316"/>
                      <a:pt x="220" y="314"/>
                    </a:cubicBezTo>
                    <a:cubicBezTo>
                      <a:pt x="230" y="307"/>
                      <a:pt x="235" y="304"/>
                      <a:pt x="241" y="293"/>
                    </a:cubicBezTo>
                    <a:cubicBezTo>
                      <a:pt x="245" y="272"/>
                      <a:pt x="237" y="250"/>
                      <a:pt x="247" y="230"/>
                    </a:cubicBezTo>
                    <a:cubicBezTo>
                      <a:pt x="250" y="215"/>
                      <a:pt x="255" y="206"/>
                      <a:pt x="268" y="198"/>
                    </a:cubicBezTo>
                    <a:cubicBezTo>
                      <a:pt x="270" y="188"/>
                      <a:pt x="270" y="181"/>
                      <a:pt x="260" y="177"/>
                    </a:cubicBezTo>
                    <a:cubicBezTo>
                      <a:pt x="258" y="168"/>
                      <a:pt x="256" y="173"/>
                      <a:pt x="251" y="165"/>
                    </a:cubicBezTo>
                    <a:cubicBezTo>
                      <a:pt x="249" y="154"/>
                      <a:pt x="255" y="148"/>
                      <a:pt x="265" y="144"/>
                    </a:cubicBezTo>
                    <a:cubicBezTo>
                      <a:pt x="268" y="140"/>
                      <a:pt x="269" y="136"/>
                      <a:pt x="271" y="131"/>
                    </a:cubicBezTo>
                    <a:cubicBezTo>
                      <a:pt x="272" y="105"/>
                      <a:pt x="272" y="86"/>
                      <a:pt x="263" y="63"/>
                    </a:cubicBezTo>
                    <a:cubicBezTo>
                      <a:pt x="265" y="53"/>
                      <a:pt x="266" y="43"/>
                      <a:pt x="277" y="41"/>
                    </a:cubicBezTo>
                    <a:cubicBezTo>
                      <a:pt x="285" y="31"/>
                      <a:pt x="309" y="6"/>
                      <a:pt x="320" y="0"/>
                    </a:cubicBezTo>
                    <a:cubicBezTo>
                      <a:pt x="323" y="6"/>
                      <a:pt x="322" y="6"/>
                      <a:pt x="325" y="3"/>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sp>
            <p:nvSpPr>
              <p:cNvPr id="107" name="Freeform 36">
                <a:extLst>
                  <a:ext uri="{FF2B5EF4-FFF2-40B4-BE49-F238E27FC236}">
                    <a16:creationId xmlns:a16="http://schemas.microsoft.com/office/drawing/2014/main" id="{AC67AD7D-1E59-B2C2-EE9D-3A64485244E5}"/>
                  </a:ext>
                </a:extLst>
              </p:cNvPr>
              <p:cNvSpPr>
                <a:spLocks/>
              </p:cNvSpPr>
              <p:nvPr/>
            </p:nvSpPr>
            <p:spPr bwMode="auto">
              <a:xfrm>
                <a:off x="4076087" y="2342816"/>
                <a:ext cx="1162663" cy="1392421"/>
              </a:xfrm>
              <a:custGeom>
                <a:avLst/>
                <a:gdLst>
                  <a:gd name="T0" fmla="*/ 38 w 832"/>
                  <a:gd name="T1" fmla="*/ 100 h 976"/>
                  <a:gd name="T2" fmla="*/ 219 w 832"/>
                  <a:gd name="T3" fmla="*/ 122 h 976"/>
                  <a:gd name="T4" fmla="*/ 276 w 832"/>
                  <a:gd name="T5" fmla="*/ 80 h 976"/>
                  <a:gd name="T6" fmla="*/ 451 w 832"/>
                  <a:gd name="T7" fmla="*/ 61 h 976"/>
                  <a:gd name="T8" fmla="*/ 516 w 832"/>
                  <a:gd name="T9" fmla="*/ 26 h 976"/>
                  <a:gd name="T10" fmla="*/ 555 w 832"/>
                  <a:gd name="T11" fmla="*/ 0 h 976"/>
                  <a:gd name="T12" fmla="*/ 616 w 832"/>
                  <a:gd name="T13" fmla="*/ 127 h 976"/>
                  <a:gd name="T14" fmla="*/ 696 w 832"/>
                  <a:gd name="T15" fmla="*/ 163 h 976"/>
                  <a:gd name="T16" fmla="*/ 726 w 832"/>
                  <a:gd name="T17" fmla="*/ 269 h 976"/>
                  <a:gd name="T18" fmla="*/ 751 w 832"/>
                  <a:gd name="T19" fmla="*/ 343 h 976"/>
                  <a:gd name="T20" fmla="*/ 806 w 832"/>
                  <a:gd name="T21" fmla="*/ 343 h 976"/>
                  <a:gd name="T22" fmla="*/ 810 w 832"/>
                  <a:gd name="T23" fmla="*/ 417 h 976"/>
                  <a:gd name="T24" fmla="*/ 834 w 832"/>
                  <a:gd name="T25" fmla="*/ 469 h 976"/>
                  <a:gd name="T26" fmla="*/ 906 w 832"/>
                  <a:gd name="T27" fmla="*/ 484 h 976"/>
                  <a:gd name="T28" fmla="*/ 955 w 832"/>
                  <a:gd name="T29" fmla="*/ 510 h 976"/>
                  <a:gd name="T30" fmla="*/ 1016 w 832"/>
                  <a:gd name="T31" fmla="*/ 568 h 976"/>
                  <a:gd name="T32" fmla="*/ 1044 w 832"/>
                  <a:gd name="T33" fmla="*/ 608 h 976"/>
                  <a:gd name="T34" fmla="*/ 1088 w 832"/>
                  <a:gd name="T35" fmla="*/ 787 h 976"/>
                  <a:gd name="T36" fmla="*/ 1132 w 832"/>
                  <a:gd name="T37" fmla="*/ 851 h 976"/>
                  <a:gd name="T38" fmla="*/ 1172 w 832"/>
                  <a:gd name="T39" fmla="*/ 903 h 976"/>
                  <a:gd name="T40" fmla="*/ 1021 w 832"/>
                  <a:gd name="T41" fmla="*/ 946 h 976"/>
                  <a:gd name="T42" fmla="*/ 951 w 832"/>
                  <a:gd name="T43" fmla="*/ 970 h 976"/>
                  <a:gd name="T44" fmla="*/ 913 w 832"/>
                  <a:gd name="T45" fmla="*/ 992 h 976"/>
                  <a:gd name="T46" fmla="*/ 840 w 832"/>
                  <a:gd name="T47" fmla="*/ 998 h 976"/>
                  <a:gd name="T48" fmla="*/ 790 w 832"/>
                  <a:gd name="T49" fmla="*/ 1020 h 976"/>
                  <a:gd name="T50" fmla="*/ 761 w 832"/>
                  <a:gd name="T51" fmla="*/ 1139 h 976"/>
                  <a:gd name="T52" fmla="*/ 709 w 832"/>
                  <a:gd name="T53" fmla="*/ 1133 h 976"/>
                  <a:gd name="T54" fmla="*/ 647 w 832"/>
                  <a:gd name="T55" fmla="*/ 1111 h 976"/>
                  <a:gd name="T56" fmla="*/ 621 w 832"/>
                  <a:gd name="T57" fmla="*/ 1190 h 976"/>
                  <a:gd name="T58" fmla="*/ 640 w 832"/>
                  <a:gd name="T59" fmla="*/ 1244 h 976"/>
                  <a:gd name="T60" fmla="*/ 542 w 832"/>
                  <a:gd name="T61" fmla="*/ 1280 h 976"/>
                  <a:gd name="T62" fmla="*/ 581 w 832"/>
                  <a:gd name="T63" fmla="*/ 1322 h 976"/>
                  <a:gd name="T64" fmla="*/ 500 w 832"/>
                  <a:gd name="T65" fmla="*/ 1362 h 976"/>
                  <a:gd name="T66" fmla="*/ 463 w 832"/>
                  <a:gd name="T67" fmla="*/ 1391 h 976"/>
                  <a:gd name="T68" fmla="*/ 320 w 832"/>
                  <a:gd name="T69" fmla="*/ 1448 h 976"/>
                  <a:gd name="T70" fmla="*/ 262 w 832"/>
                  <a:gd name="T71" fmla="*/ 1300 h 976"/>
                  <a:gd name="T72" fmla="*/ 203 w 832"/>
                  <a:gd name="T73" fmla="*/ 1239 h 976"/>
                  <a:gd name="T74" fmla="*/ 151 w 832"/>
                  <a:gd name="T75" fmla="*/ 1215 h 976"/>
                  <a:gd name="T76" fmla="*/ 158 w 832"/>
                  <a:gd name="T77" fmla="*/ 1151 h 976"/>
                  <a:gd name="T78" fmla="*/ 194 w 832"/>
                  <a:gd name="T79" fmla="*/ 1074 h 976"/>
                  <a:gd name="T80" fmla="*/ 219 w 832"/>
                  <a:gd name="T81" fmla="*/ 1017 h 976"/>
                  <a:gd name="T82" fmla="*/ 244 w 832"/>
                  <a:gd name="T83" fmla="*/ 970 h 976"/>
                  <a:gd name="T84" fmla="*/ 289 w 832"/>
                  <a:gd name="T85" fmla="*/ 884 h 976"/>
                  <a:gd name="T86" fmla="*/ 313 w 832"/>
                  <a:gd name="T87" fmla="*/ 828 h 976"/>
                  <a:gd name="T88" fmla="*/ 310 w 832"/>
                  <a:gd name="T89" fmla="*/ 783 h 976"/>
                  <a:gd name="T90" fmla="*/ 290 w 832"/>
                  <a:gd name="T91" fmla="*/ 708 h 976"/>
                  <a:gd name="T92" fmla="*/ 187 w 832"/>
                  <a:gd name="T93" fmla="*/ 692 h 976"/>
                  <a:gd name="T94" fmla="*/ 173 w 832"/>
                  <a:gd name="T95" fmla="*/ 702 h 976"/>
                  <a:gd name="T96" fmla="*/ 135 w 832"/>
                  <a:gd name="T97" fmla="*/ 690 h 976"/>
                  <a:gd name="T98" fmla="*/ 107 w 832"/>
                  <a:gd name="T99" fmla="*/ 658 h 976"/>
                  <a:gd name="T100" fmla="*/ 79 w 832"/>
                  <a:gd name="T101" fmla="*/ 632 h 976"/>
                  <a:gd name="T102" fmla="*/ 38 w 832"/>
                  <a:gd name="T103" fmla="*/ 543 h 976"/>
                  <a:gd name="T104" fmla="*/ 52 w 832"/>
                  <a:gd name="T105" fmla="*/ 454 h 976"/>
                  <a:gd name="T106" fmla="*/ 56 w 832"/>
                  <a:gd name="T107" fmla="*/ 360 h 976"/>
                  <a:gd name="T108" fmla="*/ 38 w 832"/>
                  <a:gd name="T109" fmla="*/ 197 h 976"/>
                  <a:gd name="T110" fmla="*/ 0 w 832"/>
                  <a:gd name="T111" fmla="*/ 109 h 9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32"/>
                  <a:gd name="T169" fmla="*/ 0 h 976"/>
                  <a:gd name="T170" fmla="*/ 832 w 832"/>
                  <a:gd name="T171" fmla="*/ 976 h 9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32" h="976">
                    <a:moveTo>
                      <a:pt x="0" y="73"/>
                    </a:moveTo>
                    <a:cubicBezTo>
                      <a:pt x="10" y="71"/>
                      <a:pt x="16" y="68"/>
                      <a:pt x="27" y="67"/>
                    </a:cubicBezTo>
                    <a:cubicBezTo>
                      <a:pt x="57" y="68"/>
                      <a:pt x="81" y="76"/>
                      <a:pt x="110" y="84"/>
                    </a:cubicBezTo>
                    <a:cubicBezTo>
                      <a:pt x="124" y="83"/>
                      <a:pt x="139" y="83"/>
                      <a:pt x="153" y="82"/>
                    </a:cubicBezTo>
                    <a:cubicBezTo>
                      <a:pt x="163" y="81"/>
                      <a:pt x="167" y="65"/>
                      <a:pt x="175" y="60"/>
                    </a:cubicBezTo>
                    <a:cubicBezTo>
                      <a:pt x="178" y="55"/>
                      <a:pt x="192" y="53"/>
                      <a:pt x="192" y="53"/>
                    </a:cubicBezTo>
                    <a:cubicBezTo>
                      <a:pt x="212" y="56"/>
                      <a:pt x="232" y="58"/>
                      <a:pt x="252" y="61"/>
                    </a:cubicBezTo>
                    <a:cubicBezTo>
                      <a:pt x="301" y="60"/>
                      <a:pt x="283" y="60"/>
                      <a:pt x="314" y="41"/>
                    </a:cubicBezTo>
                    <a:cubicBezTo>
                      <a:pt x="321" y="32"/>
                      <a:pt x="335" y="26"/>
                      <a:pt x="346" y="24"/>
                    </a:cubicBezTo>
                    <a:cubicBezTo>
                      <a:pt x="351" y="19"/>
                      <a:pt x="354" y="19"/>
                      <a:pt x="360" y="17"/>
                    </a:cubicBezTo>
                    <a:cubicBezTo>
                      <a:pt x="367" y="7"/>
                      <a:pt x="358" y="18"/>
                      <a:pt x="369" y="12"/>
                    </a:cubicBezTo>
                    <a:cubicBezTo>
                      <a:pt x="378" y="7"/>
                      <a:pt x="371" y="2"/>
                      <a:pt x="386" y="0"/>
                    </a:cubicBezTo>
                    <a:cubicBezTo>
                      <a:pt x="397" y="2"/>
                      <a:pt x="406" y="8"/>
                      <a:pt x="415" y="13"/>
                    </a:cubicBezTo>
                    <a:cubicBezTo>
                      <a:pt x="429" y="40"/>
                      <a:pt x="400" y="72"/>
                      <a:pt x="429" y="85"/>
                    </a:cubicBezTo>
                    <a:cubicBezTo>
                      <a:pt x="433" y="90"/>
                      <a:pt x="436" y="91"/>
                      <a:pt x="442" y="92"/>
                    </a:cubicBezTo>
                    <a:cubicBezTo>
                      <a:pt x="456" y="99"/>
                      <a:pt x="470" y="106"/>
                      <a:pt x="485" y="109"/>
                    </a:cubicBezTo>
                    <a:cubicBezTo>
                      <a:pt x="488" y="116"/>
                      <a:pt x="489" y="123"/>
                      <a:pt x="492" y="130"/>
                    </a:cubicBezTo>
                    <a:cubicBezTo>
                      <a:pt x="491" y="150"/>
                      <a:pt x="485" y="157"/>
                      <a:pt x="506" y="180"/>
                    </a:cubicBezTo>
                    <a:cubicBezTo>
                      <a:pt x="508" y="192"/>
                      <a:pt x="496" y="197"/>
                      <a:pt x="507" y="205"/>
                    </a:cubicBezTo>
                    <a:cubicBezTo>
                      <a:pt x="512" y="218"/>
                      <a:pt x="509" y="228"/>
                      <a:pt x="523" y="229"/>
                    </a:cubicBezTo>
                    <a:cubicBezTo>
                      <a:pt x="541" y="228"/>
                      <a:pt x="534" y="228"/>
                      <a:pt x="545" y="221"/>
                    </a:cubicBezTo>
                    <a:cubicBezTo>
                      <a:pt x="552" y="224"/>
                      <a:pt x="556" y="228"/>
                      <a:pt x="562" y="229"/>
                    </a:cubicBezTo>
                    <a:cubicBezTo>
                      <a:pt x="588" y="240"/>
                      <a:pt x="570" y="236"/>
                      <a:pt x="583" y="243"/>
                    </a:cubicBezTo>
                    <a:cubicBezTo>
                      <a:pt x="593" y="262"/>
                      <a:pt x="578" y="270"/>
                      <a:pt x="564" y="279"/>
                    </a:cubicBezTo>
                    <a:cubicBezTo>
                      <a:pt x="560" y="286"/>
                      <a:pt x="556" y="299"/>
                      <a:pt x="567" y="301"/>
                    </a:cubicBezTo>
                    <a:cubicBezTo>
                      <a:pt x="570" y="307"/>
                      <a:pt x="575" y="312"/>
                      <a:pt x="581" y="313"/>
                    </a:cubicBezTo>
                    <a:cubicBezTo>
                      <a:pt x="587" y="316"/>
                      <a:pt x="589" y="312"/>
                      <a:pt x="595" y="310"/>
                    </a:cubicBezTo>
                    <a:cubicBezTo>
                      <a:pt x="626" y="312"/>
                      <a:pt x="619" y="307"/>
                      <a:pt x="631" y="324"/>
                    </a:cubicBezTo>
                    <a:cubicBezTo>
                      <a:pt x="635" y="330"/>
                      <a:pt x="650" y="332"/>
                      <a:pt x="650" y="332"/>
                    </a:cubicBezTo>
                    <a:cubicBezTo>
                      <a:pt x="652" y="341"/>
                      <a:pt x="656" y="339"/>
                      <a:pt x="665" y="341"/>
                    </a:cubicBezTo>
                    <a:cubicBezTo>
                      <a:pt x="674" y="340"/>
                      <a:pt x="696" y="333"/>
                      <a:pt x="699" y="346"/>
                    </a:cubicBezTo>
                    <a:cubicBezTo>
                      <a:pt x="700" y="359"/>
                      <a:pt x="695" y="374"/>
                      <a:pt x="708" y="379"/>
                    </a:cubicBezTo>
                    <a:cubicBezTo>
                      <a:pt x="713" y="384"/>
                      <a:pt x="714" y="388"/>
                      <a:pt x="720" y="392"/>
                    </a:cubicBezTo>
                    <a:cubicBezTo>
                      <a:pt x="722" y="397"/>
                      <a:pt x="725" y="401"/>
                      <a:pt x="727" y="406"/>
                    </a:cubicBezTo>
                    <a:cubicBezTo>
                      <a:pt x="725" y="417"/>
                      <a:pt x="724" y="426"/>
                      <a:pt x="729" y="437"/>
                    </a:cubicBezTo>
                    <a:cubicBezTo>
                      <a:pt x="735" y="467"/>
                      <a:pt x="720" y="517"/>
                      <a:pt x="758" y="526"/>
                    </a:cubicBezTo>
                    <a:cubicBezTo>
                      <a:pt x="761" y="532"/>
                      <a:pt x="769" y="537"/>
                      <a:pt x="775" y="540"/>
                    </a:cubicBezTo>
                    <a:cubicBezTo>
                      <a:pt x="783" y="548"/>
                      <a:pt x="781" y="562"/>
                      <a:pt x="789" y="569"/>
                    </a:cubicBezTo>
                    <a:cubicBezTo>
                      <a:pt x="801" y="579"/>
                      <a:pt x="817" y="583"/>
                      <a:pt x="830" y="591"/>
                    </a:cubicBezTo>
                    <a:cubicBezTo>
                      <a:pt x="832" y="599"/>
                      <a:pt x="823" y="600"/>
                      <a:pt x="816" y="603"/>
                    </a:cubicBezTo>
                    <a:cubicBezTo>
                      <a:pt x="798" y="626"/>
                      <a:pt x="751" y="621"/>
                      <a:pt x="730" y="622"/>
                    </a:cubicBezTo>
                    <a:cubicBezTo>
                      <a:pt x="722" y="627"/>
                      <a:pt x="721" y="631"/>
                      <a:pt x="711" y="632"/>
                    </a:cubicBezTo>
                    <a:cubicBezTo>
                      <a:pt x="698" y="631"/>
                      <a:pt x="685" y="629"/>
                      <a:pt x="672" y="634"/>
                    </a:cubicBezTo>
                    <a:cubicBezTo>
                      <a:pt x="668" y="641"/>
                      <a:pt x="665" y="640"/>
                      <a:pt x="663" y="648"/>
                    </a:cubicBezTo>
                    <a:cubicBezTo>
                      <a:pt x="662" y="657"/>
                      <a:pt x="655" y="663"/>
                      <a:pt x="655" y="663"/>
                    </a:cubicBezTo>
                    <a:cubicBezTo>
                      <a:pt x="654" y="670"/>
                      <a:pt x="639" y="656"/>
                      <a:pt x="636" y="663"/>
                    </a:cubicBezTo>
                    <a:cubicBezTo>
                      <a:pt x="629" y="660"/>
                      <a:pt x="622" y="671"/>
                      <a:pt x="615" y="667"/>
                    </a:cubicBezTo>
                    <a:cubicBezTo>
                      <a:pt x="607" y="656"/>
                      <a:pt x="585" y="667"/>
                      <a:pt x="585" y="667"/>
                    </a:cubicBezTo>
                    <a:cubicBezTo>
                      <a:pt x="576" y="663"/>
                      <a:pt x="570" y="663"/>
                      <a:pt x="561" y="665"/>
                    </a:cubicBezTo>
                    <a:cubicBezTo>
                      <a:pt x="554" y="668"/>
                      <a:pt x="555" y="676"/>
                      <a:pt x="550" y="682"/>
                    </a:cubicBezTo>
                    <a:cubicBezTo>
                      <a:pt x="547" y="699"/>
                      <a:pt x="538" y="723"/>
                      <a:pt x="554" y="735"/>
                    </a:cubicBezTo>
                    <a:cubicBezTo>
                      <a:pt x="551" y="749"/>
                      <a:pt x="543" y="755"/>
                      <a:pt x="530" y="761"/>
                    </a:cubicBezTo>
                    <a:cubicBezTo>
                      <a:pt x="525" y="763"/>
                      <a:pt x="514" y="768"/>
                      <a:pt x="514" y="768"/>
                    </a:cubicBezTo>
                    <a:cubicBezTo>
                      <a:pt x="497" y="765"/>
                      <a:pt x="504" y="769"/>
                      <a:pt x="494" y="757"/>
                    </a:cubicBezTo>
                    <a:cubicBezTo>
                      <a:pt x="486" y="747"/>
                      <a:pt x="491" y="723"/>
                      <a:pt x="475" y="720"/>
                    </a:cubicBezTo>
                    <a:cubicBezTo>
                      <a:pt x="466" y="727"/>
                      <a:pt x="460" y="736"/>
                      <a:pt x="451" y="742"/>
                    </a:cubicBezTo>
                    <a:cubicBezTo>
                      <a:pt x="446" y="748"/>
                      <a:pt x="442" y="758"/>
                      <a:pt x="439" y="766"/>
                    </a:cubicBezTo>
                    <a:cubicBezTo>
                      <a:pt x="438" y="776"/>
                      <a:pt x="436" y="785"/>
                      <a:pt x="432" y="795"/>
                    </a:cubicBezTo>
                    <a:cubicBezTo>
                      <a:pt x="434" y="804"/>
                      <a:pt x="433" y="810"/>
                      <a:pt x="439" y="816"/>
                    </a:cubicBezTo>
                    <a:cubicBezTo>
                      <a:pt x="441" y="821"/>
                      <a:pt x="444" y="826"/>
                      <a:pt x="446" y="831"/>
                    </a:cubicBezTo>
                    <a:cubicBezTo>
                      <a:pt x="438" y="847"/>
                      <a:pt x="427" y="843"/>
                      <a:pt x="408" y="845"/>
                    </a:cubicBezTo>
                    <a:cubicBezTo>
                      <a:pt x="397" y="848"/>
                      <a:pt x="387" y="849"/>
                      <a:pt x="377" y="855"/>
                    </a:cubicBezTo>
                    <a:cubicBezTo>
                      <a:pt x="371" y="863"/>
                      <a:pt x="375" y="870"/>
                      <a:pt x="384" y="872"/>
                    </a:cubicBezTo>
                    <a:cubicBezTo>
                      <a:pt x="389" y="879"/>
                      <a:pt x="397" y="883"/>
                      <a:pt x="405" y="884"/>
                    </a:cubicBezTo>
                    <a:cubicBezTo>
                      <a:pt x="414" y="896"/>
                      <a:pt x="383" y="900"/>
                      <a:pt x="375" y="901"/>
                    </a:cubicBezTo>
                    <a:cubicBezTo>
                      <a:pt x="366" y="904"/>
                      <a:pt x="357" y="908"/>
                      <a:pt x="348" y="910"/>
                    </a:cubicBezTo>
                    <a:cubicBezTo>
                      <a:pt x="343" y="911"/>
                      <a:pt x="333" y="913"/>
                      <a:pt x="333" y="913"/>
                    </a:cubicBezTo>
                    <a:cubicBezTo>
                      <a:pt x="326" y="916"/>
                      <a:pt x="327" y="923"/>
                      <a:pt x="322" y="929"/>
                    </a:cubicBezTo>
                    <a:cubicBezTo>
                      <a:pt x="321" y="976"/>
                      <a:pt x="328" y="964"/>
                      <a:pt x="300" y="975"/>
                    </a:cubicBezTo>
                    <a:cubicBezTo>
                      <a:pt x="274" y="970"/>
                      <a:pt x="249" y="969"/>
                      <a:pt x="223" y="968"/>
                    </a:cubicBezTo>
                    <a:cubicBezTo>
                      <a:pt x="208" y="965"/>
                      <a:pt x="218" y="919"/>
                      <a:pt x="202" y="907"/>
                    </a:cubicBezTo>
                    <a:cubicBezTo>
                      <a:pt x="201" y="901"/>
                      <a:pt x="189" y="873"/>
                      <a:pt x="183" y="869"/>
                    </a:cubicBezTo>
                    <a:cubicBezTo>
                      <a:pt x="179" y="859"/>
                      <a:pt x="166" y="842"/>
                      <a:pt x="156" y="840"/>
                    </a:cubicBezTo>
                    <a:cubicBezTo>
                      <a:pt x="153" y="834"/>
                      <a:pt x="147" y="829"/>
                      <a:pt x="141" y="828"/>
                    </a:cubicBezTo>
                    <a:cubicBezTo>
                      <a:pt x="136" y="826"/>
                      <a:pt x="132" y="823"/>
                      <a:pt x="127" y="821"/>
                    </a:cubicBezTo>
                    <a:cubicBezTo>
                      <a:pt x="121" y="815"/>
                      <a:pt x="113" y="814"/>
                      <a:pt x="105" y="812"/>
                    </a:cubicBezTo>
                    <a:cubicBezTo>
                      <a:pt x="110" y="807"/>
                      <a:pt x="105" y="794"/>
                      <a:pt x="108" y="788"/>
                    </a:cubicBezTo>
                    <a:cubicBezTo>
                      <a:pt x="110" y="785"/>
                      <a:pt x="110" y="769"/>
                      <a:pt x="110" y="769"/>
                    </a:cubicBezTo>
                    <a:cubicBezTo>
                      <a:pt x="108" y="749"/>
                      <a:pt x="115" y="755"/>
                      <a:pt x="127" y="737"/>
                    </a:cubicBezTo>
                    <a:cubicBezTo>
                      <a:pt x="131" y="731"/>
                      <a:pt x="133" y="725"/>
                      <a:pt x="135" y="718"/>
                    </a:cubicBezTo>
                    <a:cubicBezTo>
                      <a:pt x="136" y="715"/>
                      <a:pt x="139" y="708"/>
                      <a:pt x="139" y="708"/>
                    </a:cubicBezTo>
                    <a:cubicBezTo>
                      <a:pt x="141" y="698"/>
                      <a:pt x="144" y="686"/>
                      <a:pt x="153" y="679"/>
                    </a:cubicBezTo>
                    <a:cubicBezTo>
                      <a:pt x="156" y="673"/>
                      <a:pt x="159" y="669"/>
                      <a:pt x="165" y="665"/>
                    </a:cubicBezTo>
                    <a:cubicBezTo>
                      <a:pt x="166" y="659"/>
                      <a:pt x="168" y="654"/>
                      <a:pt x="170" y="648"/>
                    </a:cubicBezTo>
                    <a:cubicBezTo>
                      <a:pt x="171" y="635"/>
                      <a:pt x="174" y="619"/>
                      <a:pt x="187" y="613"/>
                    </a:cubicBezTo>
                    <a:cubicBezTo>
                      <a:pt x="192" y="605"/>
                      <a:pt x="197" y="599"/>
                      <a:pt x="201" y="591"/>
                    </a:cubicBezTo>
                    <a:cubicBezTo>
                      <a:pt x="202" y="586"/>
                      <a:pt x="206" y="576"/>
                      <a:pt x="206" y="576"/>
                    </a:cubicBezTo>
                    <a:cubicBezTo>
                      <a:pt x="207" y="568"/>
                      <a:pt x="214" y="561"/>
                      <a:pt x="218" y="553"/>
                    </a:cubicBezTo>
                    <a:cubicBezTo>
                      <a:pt x="219" y="547"/>
                      <a:pt x="220" y="544"/>
                      <a:pt x="225" y="540"/>
                    </a:cubicBezTo>
                    <a:cubicBezTo>
                      <a:pt x="227" y="530"/>
                      <a:pt x="224" y="528"/>
                      <a:pt x="216" y="523"/>
                    </a:cubicBezTo>
                    <a:cubicBezTo>
                      <a:pt x="212" y="517"/>
                      <a:pt x="210" y="511"/>
                      <a:pt x="207" y="505"/>
                    </a:cubicBezTo>
                    <a:cubicBezTo>
                      <a:pt x="205" y="494"/>
                      <a:pt x="205" y="484"/>
                      <a:pt x="202" y="473"/>
                    </a:cubicBezTo>
                    <a:cubicBezTo>
                      <a:pt x="201" y="467"/>
                      <a:pt x="165" y="458"/>
                      <a:pt x="159" y="457"/>
                    </a:cubicBezTo>
                    <a:cubicBezTo>
                      <a:pt x="147" y="458"/>
                      <a:pt x="140" y="459"/>
                      <a:pt x="130" y="463"/>
                    </a:cubicBezTo>
                    <a:cubicBezTo>
                      <a:pt x="128" y="465"/>
                      <a:pt x="127" y="467"/>
                      <a:pt x="125" y="468"/>
                    </a:cubicBezTo>
                    <a:cubicBezTo>
                      <a:pt x="124" y="469"/>
                      <a:pt x="121" y="468"/>
                      <a:pt x="120" y="469"/>
                    </a:cubicBezTo>
                    <a:cubicBezTo>
                      <a:pt x="117" y="471"/>
                      <a:pt x="111" y="476"/>
                      <a:pt x="111" y="476"/>
                    </a:cubicBezTo>
                    <a:cubicBezTo>
                      <a:pt x="103" y="471"/>
                      <a:pt x="103" y="465"/>
                      <a:pt x="94" y="461"/>
                    </a:cubicBezTo>
                    <a:cubicBezTo>
                      <a:pt x="93" y="454"/>
                      <a:pt x="93" y="452"/>
                      <a:pt x="86" y="451"/>
                    </a:cubicBezTo>
                    <a:cubicBezTo>
                      <a:pt x="81" y="447"/>
                      <a:pt x="77" y="446"/>
                      <a:pt x="74" y="440"/>
                    </a:cubicBezTo>
                    <a:cubicBezTo>
                      <a:pt x="72" y="437"/>
                      <a:pt x="73" y="432"/>
                      <a:pt x="70" y="430"/>
                    </a:cubicBezTo>
                    <a:cubicBezTo>
                      <a:pt x="65" y="427"/>
                      <a:pt x="55" y="423"/>
                      <a:pt x="55" y="423"/>
                    </a:cubicBezTo>
                    <a:cubicBezTo>
                      <a:pt x="50" y="410"/>
                      <a:pt x="58" y="398"/>
                      <a:pt x="51" y="385"/>
                    </a:cubicBezTo>
                    <a:cubicBezTo>
                      <a:pt x="48" y="369"/>
                      <a:pt x="40" y="370"/>
                      <a:pt x="27" y="363"/>
                    </a:cubicBezTo>
                    <a:cubicBezTo>
                      <a:pt x="29" y="325"/>
                      <a:pt x="21" y="335"/>
                      <a:pt x="41" y="327"/>
                    </a:cubicBezTo>
                    <a:cubicBezTo>
                      <a:pt x="47" y="319"/>
                      <a:pt x="46" y="307"/>
                      <a:pt x="36" y="303"/>
                    </a:cubicBezTo>
                    <a:cubicBezTo>
                      <a:pt x="31" y="290"/>
                      <a:pt x="32" y="280"/>
                      <a:pt x="45" y="274"/>
                    </a:cubicBezTo>
                    <a:cubicBezTo>
                      <a:pt x="48" y="261"/>
                      <a:pt x="51" y="249"/>
                      <a:pt x="39" y="240"/>
                    </a:cubicBezTo>
                    <a:cubicBezTo>
                      <a:pt x="41" y="232"/>
                      <a:pt x="41" y="230"/>
                      <a:pt x="48" y="226"/>
                    </a:cubicBezTo>
                    <a:cubicBezTo>
                      <a:pt x="61" y="195"/>
                      <a:pt x="53" y="152"/>
                      <a:pt x="27" y="132"/>
                    </a:cubicBezTo>
                    <a:cubicBezTo>
                      <a:pt x="25" y="121"/>
                      <a:pt x="20" y="103"/>
                      <a:pt x="10" y="96"/>
                    </a:cubicBezTo>
                    <a:cubicBezTo>
                      <a:pt x="8" y="88"/>
                      <a:pt x="5" y="80"/>
                      <a:pt x="0" y="73"/>
                    </a:cubicBezTo>
                    <a:close/>
                  </a:path>
                </a:pathLst>
              </a:custGeom>
              <a:grpFill/>
              <a:ln w="6350" cap="flat" cmpd="sng">
                <a:solidFill>
                  <a:schemeClr val="bg1"/>
                </a:solidFill>
                <a:prstDash val="solid"/>
                <a:round/>
                <a:headEnd type="none" w="med" len="med"/>
                <a:tailEnd type="none" w="med" len="med"/>
              </a:ln>
            </p:spPr>
            <p:txBody>
              <a:bodyPr lIns="0" tIns="0" rIns="0" bIns="0" anchor="ctr"/>
              <a:lstStyle/>
              <a:p>
                <a:endParaRPr lang="en-GB"/>
              </a:p>
            </p:txBody>
          </p:sp>
        </p:grpSp>
        <p:grpSp>
          <p:nvGrpSpPr>
            <p:cNvPr id="6" name="Group 5">
              <a:extLst>
                <a:ext uri="{FF2B5EF4-FFF2-40B4-BE49-F238E27FC236}">
                  <a16:creationId xmlns:a16="http://schemas.microsoft.com/office/drawing/2014/main" id="{0937D01D-153E-EE19-16F9-C88364E3F94B}"/>
                </a:ext>
              </a:extLst>
            </p:cNvPr>
            <p:cNvGrpSpPr/>
            <p:nvPr/>
          </p:nvGrpSpPr>
          <p:grpSpPr>
            <a:xfrm>
              <a:off x="5380210" y="1738957"/>
              <a:ext cx="4992194" cy="3971093"/>
              <a:chOff x="5380210" y="1738957"/>
              <a:chExt cx="4992194" cy="3971093"/>
            </a:xfrm>
          </p:grpSpPr>
          <p:grpSp>
            <p:nvGrpSpPr>
              <p:cNvPr id="7" name="Group 6">
                <a:extLst>
                  <a:ext uri="{FF2B5EF4-FFF2-40B4-BE49-F238E27FC236}">
                    <a16:creationId xmlns:a16="http://schemas.microsoft.com/office/drawing/2014/main" id="{F37E2188-1678-AD69-1B4A-2FEE4372638E}"/>
                  </a:ext>
                </a:extLst>
              </p:cNvPr>
              <p:cNvGrpSpPr/>
              <p:nvPr/>
            </p:nvGrpSpPr>
            <p:grpSpPr>
              <a:xfrm>
                <a:off x="5380210" y="1738957"/>
                <a:ext cx="4992194" cy="3971093"/>
                <a:chOff x="5812407" y="1548938"/>
                <a:chExt cx="5566474" cy="4427910"/>
              </a:xfrm>
              <a:solidFill>
                <a:schemeClr val="accent5"/>
              </a:solidFill>
            </p:grpSpPr>
            <p:sp>
              <p:nvSpPr>
                <p:cNvPr id="41" name="Freeform 4">
                  <a:extLst>
                    <a:ext uri="{FF2B5EF4-FFF2-40B4-BE49-F238E27FC236}">
                      <a16:creationId xmlns:a16="http://schemas.microsoft.com/office/drawing/2014/main" id="{25262BB9-3EA1-3B1C-17E4-6A24ED8ACFBA}"/>
                    </a:ext>
                  </a:extLst>
                </p:cNvPr>
                <p:cNvSpPr>
                  <a:spLocks/>
                </p:cNvSpPr>
                <p:nvPr/>
              </p:nvSpPr>
              <p:spPr bwMode="auto">
                <a:xfrm>
                  <a:off x="5812407" y="2287461"/>
                  <a:ext cx="838519" cy="1893069"/>
                </a:xfrm>
                <a:custGeom>
                  <a:avLst/>
                  <a:gdLst>
                    <a:gd name="T0" fmla="*/ 12 w 520"/>
                    <a:gd name="T1" fmla="*/ 2 h 1174"/>
                    <a:gd name="T2" fmla="*/ 40 w 520"/>
                    <a:gd name="T3" fmla="*/ 6 h 1174"/>
                    <a:gd name="T4" fmla="*/ 48 w 520"/>
                    <a:gd name="T5" fmla="*/ 30 h 1174"/>
                    <a:gd name="T6" fmla="*/ 60 w 520"/>
                    <a:gd name="T7" fmla="*/ 34 h 1174"/>
                    <a:gd name="T8" fmla="*/ 68 w 520"/>
                    <a:gd name="T9" fmla="*/ 46 h 1174"/>
                    <a:gd name="T10" fmla="*/ 80 w 520"/>
                    <a:gd name="T11" fmla="*/ 54 h 1174"/>
                    <a:gd name="T12" fmla="*/ 96 w 520"/>
                    <a:gd name="T13" fmla="*/ 74 h 1174"/>
                    <a:gd name="T14" fmla="*/ 100 w 520"/>
                    <a:gd name="T15" fmla="*/ 86 h 1174"/>
                    <a:gd name="T16" fmla="*/ 124 w 520"/>
                    <a:gd name="T17" fmla="*/ 94 h 1174"/>
                    <a:gd name="T18" fmla="*/ 136 w 520"/>
                    <a:gd name="T19" fmla="*/ 98 h 1174"/>
                    <a:gd name="T20" fmla="*/ 184 w 520"/>
                    <a:gd name="T21" fmla="*/ 122 h 1174"/>
                    <a:gd name="T22" fmla="*/ 216 w 520"/>
                    <a:gd name="T23" fmla="*/ 86 h 1174"/>
                    <a:gd name="T24" fmla="*/ 264 w 520"/>
                    <a:gd name="T25" fmla="*/ 90 h 1174"/>
                    <a:gd name="T26" fmla="*/ 268 w 520"/>
                    <a:gd name="T27" fmla="*/ 102 h 1174"/>
                    <a:gd name="T28" fmla="*/ 284 w 520"/>
                    <a:gd name="T29" fmla="*/ 106 h 1174"/>
                    <a:gd name="T30" fmla="*/ 300 w 520"/>
                    <a:gd name="T31" fmla="*/ 102 h 1174"/>
                    <a:gd name="T32" fmla="*/ 304 w 520"/>
                    <a:gd name="T33" fmla="*/ 90 h 1174"/>
                    <a:gd name="T34" fmla="*/ 384 w 520"/>
                    <a:gd name="T35" fmla="*/ 106 h 1174"/>
                    <a:gd name="T36" fmla="*/ 432 w 520"/>
                    <a:gd name="T37" fmla="*/ 254 h 1174"/>
                    <a:gd name="T38" fmla="*/ 452 w 520"/>
                    <a:gd name="T39" fmla="*/ 302 h 1174"/>
                    <a:gd name="T40" fmla="*/ 460 w 520"/>
                    <a:gd name="T41" fmla="*/ 326 h 1174"/>
                    <a:gd name="T42" fmla="*/ 476 w 520"/>
                    <a:gd name="T43" fmla="*/ 410 h 1174"/>
                    <a:gd name="T44" fmla="*/ 492 w 520"/>
                    <a:gd name="T45" fmla="*/ 450 h 1174"/>
                    <a:gd name="T46" fmla="*/ 504 w 520"/>
                    <a:gd name="T47" fmla="*/ 494 h 1174"/>
                    <a:gd name="T48" fmla="*/ 432 w 520"/>
                    <a:gd name="T49" fmla="*/ 550 h 1174"/>
                    <a:gd name="T50" fmla="*/ 436 w 520"/>
                    <a:gd name="T51" fmla="*/ 602 h 1174"/>
                    <a:gd name="T52" fmla="*/ 356 w 520"/>
                    <a:gd name="T53" fmla="*/ 606 h 1174"/>
                    <a:gd name="T54" fmla="*/ 380 w 520"/>
                    <a:gd name="T55" fmla="*/ 646 h 1174"/>
                    <a:gd name="T56" fmla="*/ 472 w 520"/>
                    <a:gd name="T57" fmla="*/ 654 h 1174"/>
                    <a:gd name="T58" fmla="*/ 496 w 520"/>
                    <a:gd name="T59" fmla="*/ 682 h 1174"/>
                    <a:gd name="T60" fmla="*/ 520 w 520"/>
                    <a:gd name="T61" fmla="*/ 694 h 1174"/>
                    <a:gd name="T62" fmla="*/ 512 w 520"/>
                    <a:gd name="T63" fmla="*/ 734 h 1174"/>
                    <a:gd name="T64" fmla="*/ 464 w 520"/>
                    <a:gd name="T65" fmla="*/ 774 h 1174"/>
                    <a:gd name="T66" fmla="*/ 392 w 520"/>
                    <a:gd name="T67" fmla="*/ 854 h 1174"/>
                    <a:gd name="T68" fmla="*/ 364 w 520"/>
                    <a:gd name="T69" fmla="*/ 914 h 1174"/>
                    <a:gd name="T70" fmla="*/ 324 w 520"/>
                    <a:gd name="T71" fmla="*/ 1006 h 1174"/>
                    <a:gd name="T72" fmla="*/ 292 w 520"/>
                    <a:gd name="T73" fmla="*/ 1026 h 1174"/>
                    <a:gd name="T74" fmla="*/ 284 w 520"/>
                    <a:gd name="T75" fmla="*/ 1126 h 1174"/>
                    <a:gd name="T76" fmla="*/ 264 w 520"/>
                    <a:gd name="T77" fmla="*/ 1150 h 1174"/>
                    <a:gd name="T78" fmla="*/ 248 w 520"/>
                    <a:gd name="T79" fmla="*/ 1174 h 1174"/>
                    <a:gd name="T80" fmla="*/ 216 w 520"/>
                    <a:gd name="T81" fmla="*/ 1154 h 1174"/>
                    <a:gd name="T82" fmla="*/ 204 w 520"/>
                    <a:gd name="T83" fmla="*/ 1114 h 1174"/>
                    <a:gd name="T84" fmla="*/ 176 w 520"/>
                    <a:gd name="T85" fmla="*/ 1110 h 1174"/>
                    <a:gd name="T86" fmla="*/ 108 w 520"/>
                    <a:gd name="T87" fmla="*/ 1102 h 1174"/>
                    <a:gd name="T88" fmla="*/ 48 w 520"/>
                    <a:gd name="T89" fmla="*/ 1050 h 1174"/>
                    <a:gd name="T90" fmla="*/ 20 w 520"/>
                    <a:gd name="T91" fmla="*/ 994 h 1174"/>
                    <a:gd name="T92" fmla="*/ 52 w 520"/>
                    <a:gd name="T93" fmla="*/ 934 h 1174"/>
                    <a:gd name="T94" fmla="*/ 72 w 520"/>
                    <a:gd name="T95" fmla="*/ 870 h 1174"/>
                    <a:gd name="T96" fmla="*/ 68 w 520"/>
                    <a:gd name="T97" fmla="*/ 778 h 1174"/>
                    <a:gd name="T98" fmla="*/ 44 w 520"/>
                    <a:gd name="T99" fmla="*/ 730 h 1174"/>
                    <a:gd name="T100" fmla="*/ 40 w 520"/>
                    <a:gd name="T101" fmla="*/ 610 h 1174"/>
                    <a:gd name="T102" fmla="*/ 80 w 520"/>
                    <a:gd name="T103" fmla="*/ 538 h 1174"/>
                    <a:gd name="T104" fmla="*/ 100 w 520"/>
                    <a:gd name="T105" fmla="*/ 502 h 1174"/>
                    <a:gd name="T106" fmla="*/ 84 w 520"/>
                    <a:gd name="T107" fmla="*/ 434 h 1174"/>
                    <a:gd name="T108" fmla="*/ 64 w 520"/>
                    <a:gd name="T109" fmla="*/ 398 h 1174"/>
                    <a:gd name="T110" fmla="*/ 32 w 520"/>
                    <a:gd name="T111" fmla="*/ 342 h 1174"/>
                    <a:gd name="T112" fmla="*/ 16 w 520"/>
                    <a:gd name="T113" fmla="*/ 278 h 1174"/>
                    <a:gd name="T114" fmla="*/ 4 w 520"/>
                    <a:gd name="T115" fmla="*/ 242 h 1174"/>
                    <a:gd name="T116" fmla="*/ 0 w 520"/>
                    <a:gd name="T117" fmla="*/ 230 h 1174"/>
                    <a:gd name="T118" fmla="*/ 12 w 520"/>
                    <a:gd name="T119" fmla="*/ 2 h 117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20"/>
                    <a:gd name="T181" fmla="*/ 0 h 1174"/>
                    <a:gd name="T182" fmla="*/ 520 w 520"/>
                    <a:gd name="T183" fmla="*/ 1174 h 117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20" h="1174">
                      <a:moveTo>
                        <a:pt x="12" y="2"/>
                      </a:moveTo>
                      <a:cubicBezTo>
                        <a:pt x="21" y="3"/>
                        <a:pt x="33" y="0"/>
                        <a:pt x="40" y="6"/>
                      </a:cubicBezTo>
                      <a:cubicBezTo>
                        <a:pt x="47" y="11"/>
                        <a:pt x="40" y="27"/>
                        <a:pt x="48" y="30"/>
                      </a:cubicBezTo>
                      <a:cubicBezTo>
                        <a:pt x="52" y="31"/>
                        <a:pt x="56" y="33"/>
                        <a:pt x="60" y="34"/>
                      </a:cubicBezTo>
                      <a:cubicBezTo>
                        <a:pt x="63" y="38"/>
                        <a:pt x="65" y="43"/>
                        <a:pt x="68" y="46"/>
                      </a:cubicBezTo>
                      <a:cubicBezTo>
                        <a:pt x="71" y="49"/>
                        <a:pt x="77" y="50"/>
                        <a:pt x="80" y="54"/>
                      </a:cubicBezTo>
                      <a:cubicBezTo>
                        <a:pt x="102" y="82"/>
                        <a:pt x="62" y="51"/>
                        <a:pt x="96" y="74"/>
                      </a:cubicBezTo>
                      <a:cubicBezTo>
                        <a:pt x="97" y="78"/>
                        <a:pt x="97" y="84"/>
                        <a:pt x="100" y="86"/>
                      </a:cubicBezTo>
                      <a:cubicBezTo>
                        <a:pt x="107" y="91"/>
                        <a:pt x="116" y="91"/>
                        <a:pt x="124" y="94"/>
                      </a:cubicBezTo>
                      <a:cubicBezTo>
                        <a:pt x="128" y="95"/>
                        <a:pt x="132" y="96"/>
                        <a:pt x="136" y="98"/>
                      </a:cubicBezTo>
                      <a:cubicBezTo>
                        <a:pt x="150" y="108"/>
                        <a:pt x="167" y="116"/>
                        <a:pt x="184" y="122"/>
                      </a:cubicBezTo>
                      <a:cubicBezTo>
                        <a:pt x="211" y="117"/>
                        <a:pt x="211" y="112"/>
                        <a:pt x="216" y="86"/>
                      </a:cubicBezTo>
                      <a:cubicBezTo>
                        <a:pt x="232" y="87"/>
                        <a:pt x="249" y="85"/>
                        <a:pt x="264" y="90"/>
                      </a:cubicBezTo>
                      <a:cubicBezTo>
                        <a:pt x="268" y="91"/>
                        <a:pt x="265" y="99"/>
                        <a:pt x="268" y="102"/>
                      </a:cubicBezTo>
                      <a:cubicBezTo>
                        <a:pt x="272" y="105"/>
                        <a:pt x="279" y="105"/>
                        <a:pt x="284" y="106"/>
                      </a:cubicBezTo>
                      <a:cubicBezTo>
                        <a:pt x="289" y="105"/>
                        <a:pt x="296" y="105"/>
                        <a:pt x="300" y="102"/>
                      </a:cubicBezTo>
                      <a:cubicBezTo>
                        <a:pt x="303" y="99"/>
                        <a:pt x="300" y="90"/>
                        <a:pt x="304" y="90"/>
                      </a:cubicBezTo>
                      <a:cubicBezTo>
                        <a:pt x="327" y="88"/>
                        <a:pt x="360" y="101"/>
                        <a:pt x="384" y="106"/>
                      </a:cubicBezTo>
                      <a:cubicBezTo>
                        <a:pt x="400" y="155"/>
                        <a:pt x="416" y="205"/>
                        <a:pt x="432" y="254"/>
                      </a:cubicBezTo>
                      <a:cubicBezTo>
                        <a:pt x="438" y="271"/>
                        <a:pt x="446" y="284"/>
                        <a:pt x="452" y="302"/>
                      </a:cubicBezTo>
                      <a:cubicBezTo>
                        <a:pt x="455" y="310"/>
                        <a:pt x="460" y="326"/>
                        <a:pt x="460" y="326"/>
                      </a:cubicBezTo>
                      <a:cubicBezTo>
                        <a:pt x="464" y="344"/>
                        <a:pt x="471" y="389"/>
                        <a:pt x="476" y="410"/>
                      </a:cubicBezTo>
                      <a:cubicBezTo>
                        <a:pt x="491" y="424"/>
                        <a:pt x="483" y="438"/>
                        <a:pt x="492" y="450"/>
                      </a:cubicBezTo>
                      <a:cubicBezTo>
                        <a:pt x="497" y="464"/>
                        <a:pt x="514" y="477"/>
                        <a:pt x="504" y="494"/>
                      </a:cubicBezTo>
                      <a:cubicBezTo>
                        <a:pt x="494" y="525"/>
                        <a:pt x="461" y="540"/>
                        <a:pt x="432" y="550"/>
                      </a:cubicBezTo>
                      <a:cubicBezTo>
                        <a:pt x="426" y="568"/>
                        <a:pt x="431" y="584"/>
                        <a:pt x="436" y="602"/>
                      </a:cubicBezTo>
                      <a:cubicBezTo>
                        <a:pt x="409" y="603"/>
                        <a:pt x="382" y="601"/>
                        <a:pt x="356" y="606"/>
                      </a:cubicBezTo>
                      <a:cubicBezTo>
                        <a:pt x="327" y="611"/>
                        <a:pt x="360" y="639"/>
                        <a:pt x="380" y="646"/>
                      </a:cubicBezTo>
                      <a:cubicBezTo>
                        <a:pt x="403" y="654"/>
                        <a:pt x="467" y="654"/>
                        <a:pt x="472" y="654"/>
                      </a:cubicBezTo>
                      <a:cubicBezTo>
                        <a:pt x="492" y="661"/>
                        <a:pt x="481" y="670"/>
                        <a:pt x="496" y="682"/>
                      </a:cubicBezTo>
                      <a:cubicBezTo>
                        <a:pt x="503" y="688"/>
                        <a:pt x="513" y="689"/>
                        <a:pt x="520" y="694"/>
                      </a:cubicBezTo>
                      <a:cubicBezTo>
                        <a:pt x="520" y="696"/>
                        <a:pt x="517" y="726"/>
                        <a:pt x="512" y="734"/>
                      </a:cubicBezTo>
                      <a:cubicBezTo>
                        <a:pt x="501" y="751"/>
                        <a:pt x="479" y="759"/>
                        <a:pt x="464" y="774"/>
                      </a:cubicBezTo>
                      <a:cubicBezTo>
                        <a:pt x="452" y="809"/>
                        <a:pt x="428" y="842"/>
                        <a:pt x="392" y="854"/>
                      </a:cubicBezTo>
                      <a:cubicBezTo>
                        <a:pt x="385" y="875"/>
                        <a:pt x="368" y="893"/>
                        <a:pt x="364" y="914"/>
                      </a:cubicBezTo>
                      <a:cubicBezTo>
                        <a:pt x="356" y="955"/>
                        <a:pt x="360" y="982"/>
                        <a:pt x="324" y="1006"/>
                      </a:cubicBezTo>
                      <a:cubicBezTo>
                        <a:pt x="318" y="1024"/>
                        <a:pt x="310" y="1022"/>
                        <a:pt x="292" y="1026"/>
                      </a:cubicBezTo>
                      <a:cubicBezTo>
                        <a:pt x="290" y="1059"/>
                        <a:pt x="299" y="1096"/>
                        <a:pt x="284" y="1126"/>
                      </a:cubicBezTo>
                      <a:cubicBezTo>
                        <a:pt x="275" y="1143"/>
                        <a:pt x="276" y="1134"/>
                        <a:pt x="264" y="1150"/>
                      </a:cubicBezTo>
                      <a:cubicBezTo>
                        <a:pt x="258" y="1158"/>
                        <a:pt x="248" y="1174"/>
                        <a:pt x="248" y="1174"/>
                      </a:cubicBezTo>
                      <a:cubicBezTo>
                        <a:pt x="220" y="1167"/>
                        <a:pt x="240" y="1162"/>
                        <a:pt x="216" y="1154"/>
                      </a:cubicBezTo>
                      <a:cubicBezTo>
                        <a:pt x="208" y="1142"/>
                        <a:pt x="214" y="1124"/>
                        <a:pt x="204" y="1114"/>
                      </a:cubicBezTo>
                      <a:cubicBezTo>
                        <a:pt x="197" y="1107"/>
                        <a:pt x="185" y="1111"/>
                        <a:pt x="176" y="1110"/>
                      </a:cubicBezTo>
                      <a:cubicBezTo>
                        <a:pt x="105" y="1102"/>
                        <a:pt x="157" y="1110"/>
                        <a:pt x="108" y="1102"/>
                      </a:cubicBezTo>
                      <a:cubicBezTo>
                        <a:pt x="91" y="1076"/>
                        <a:pt x="79" y="1056"/>
                        <a:pt x="48" y="1050"/>
                      </a:cubicBezTo>
                      <a:cubicBezTo>
                        <a:pt x="26" y="1035"/>
                        <a:pt x="24" y="1020"/>
                        <a:pt x="20" y="994"/>
                      </a:cubicBezTo>
                      <a:cubicBezTo>
                        <a:pt x="24" y="963"/>
                        <a:pt x="26" y="952"/>
                        <a:pt x="52" y="934"/>
                      </a:cubicBezTo>
                      <a:cubicBezTo>
                        <a:pt x="60" y="911"/>
                        <a:pt x="68" y="894"/>
                        <a:pt x="72" y="870"/>
                      </a:cubicBezTo>
                      <a:cubicBezTo>
                        <a:pt x="71" y="839"/>
                        <a:pt x="72" y="808"/>
                        <a:pt x="68" y="778"/>
                      </a:cubicBezTo>
                      <a:cubicBezTo>
                        <a:pt x="66" y="764"/>
                        <a:pt x="49" y="745"/>
                        <a:pt x="44" y="730"/>
                      </a:cubicBezTo>
                      <a:cubicBezTo>
                        <a:pt x="48" y="690"/>
                        <a:pt x="53" y="649"/>
                        <a:pt x="40" y="610"/>
                      </a:cubicBezTo>
                      <a:cubicBezTo>
                        <a:pt x="44" y="584"/>
                        <a:pt x="57" y="553"/>
                        <a:pt x="80" y="538"/>
                      </a:cubicBezTo>
                      <a:cubicBezTo>
                        <a:pt x="98" y="510"/>
                        <a:pt x="93" y="523"/>
                        <a:pt x="100" y="502"/>
                      </a:cubicBezTo>
                      <a:cubicBezTo>
                        <a:pt x="96" y="466"/>
                        <a:pt x="96" y="462"/>
                        <a:pt x="84" y="434"/>
                      </a:cubicBezTo>
                      <a:cubicBezTo>
                        <a:pt x="79" y="421"/>
                        <a:pt x="64" y="398"/>
                        <a:pt x="64" y="398"/>
                      </a:cubicBezTo>
                      <a:cubicBezTo>
                        <a:pt x="58" y="376"/>
                        <a:pt x="45" y="360"/>
                        <a:pt x="32" y="342"/>
                      </a:cubicBezTo>
                      <a:cubicBezTo>
                        <a:pt x="25" y="320"/>
                        <a:pt x="22" y="300"/>
                        <a:pt x="16" y="278"/>
                      </a:cubicBezTo>
                      <a:cubicBezTo>
                        <a:pt x="16" y="278"/>
                        <a:pt x="6" y="248"/>
                        <a:pt x="4" y="242"/>
                      </a:cubicBezTo>
                      <a:cubicBezTo>
                        <a:pt x="3" y="238"/>
                        <a:pt x="0" y="230"/>
                        <a:pt x="0" y="230"/>
                      </a:cubicBezTo>
                      <a:cubicBezTo>
                        <a:pt x="9" y="122"/>
                        <a:pt x="3" y="198"/>
                        <a:pt x="12" y="2"/>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2" name="Freeform 5">
                  <a:extLst>
                    <a:ext uri="{FF2B5EF4-FFF2-40B4-BE49-F238E27FC236}">
                      <a16:creationId xmlns:a16="http://schemas.microsoft.com/office/drawing/2014/main" id="{CEBEBCC3-4871-D92C-6218-A3A4F41047DA}"/>
                    </a:ext>
                  </a:extLst>
                </p:cNvPr>
                <p:cNvSpPr>
                  <a:spLocks/>
                </p:cNvSpPr>
                <p:nvPr/>
              </p:nvSpPr>
              <p:spPr bwMode="auto">
                <a:xfrm>
                  <a:off x="6438071" y="2143949"/>
                  <a:ext cx="935271" cy="977172"/>
                </a:xfrm>
                <a:custGeom>
                  <a:avLst/>
                  <a:gdLst>
                    <a:gd name="T0" fmla="*/ 12 w 580"/>
                    <a:gd name="T1" fmla="*/ 225 h 606"/>
                    <a:gd name="T2" fmla="*/ 27 w 580"/>
                    <a:gd name="T3" fmla="*/ 210 h 606"/>
                    <a:gd name="T4" fmla="*/ 69 w 580"/>
                    <a:gd name="T5" fmla="*/ 201 h 606"/>
                    <a:gd name="T6" fmla="*/ 138 w 580"/>
                    <a:gd name="T7" fmla="*/ 174 h 606"/>
                    <a:gd name="T8" fmla="*/ 192 w 580"/>
                    <a:gd name="T9" fmla="*/ 147 h 606"/>
                    <a:gd name="T10" fmla="*/ 252 w 580"/>
                    <a:gd name="T11" fmla="*/ 105 h 606"/>
                    <a:gd name="T12" fmla="*/ 309 w 580"/>
                    <a:gd name="T13" fmla="*/ 78 h 606"/>
                    <a:gd name="T14" fmla="*/ 375 w 580"/>
                    <a:gd name="T15" fmla="*/ 21 h 606"/>
                    <a:gd name="T16" fmla="*/ 393 w 580"/>
                    <a:gd name="T17" fmla="*/ 9 h 606"/>
                    <a:gd name="T18" fmla="*/ 426 w 580"/>
                    <a:gd name="T19" fmla="*/ 0 h 606"/>
                    <a:gd name="T20" fmla="*/ 417 w 580"/>
                    <a:gd name="T21" fmla="*/ 66 h 606"/>
                    <a:gd name="T22" fmla="*/ 444 w 580"/>
                    <a:gd name="T23" fmla="*/ 102 h 606"/>
                    <a:gd name="T24" fmla="*/ 498 w 580"/>
                    <a:gd name="T25" fmla="*/ 186 h 606"/>
                    <a:gd name="T26" fmla="*/ 522 w 580"/>
                    <a:gd name="T27" fmla="*/ 216 h 606"/>
                    <a:gd name="T28" fmla="*/ 545 w 580"/>
                    <a:gd name="T29" fmla="*/ 229 h 606"/>
                    <a:gd name="T30" fmla="*/ 567 w 580"/>
                    <a:gd name="T31" fmla="*/ 274 h 606"/>
                    <a:gd name="T32" fmla="*/ 507 w 580"/>
                    <a:gd name="T33" fmla="*/ 288 h 606"/>
                    <a:gd name="T34" fmla="*/ 501 w 580"/>
                    <a:gd name="T35" fmla="*/ 306 h 606"/>
                    <a:gd name="T36" fmla="*/ 495 w 580"/>
                    <a:gd name="T37" fmla="*/ 322 h 606"/>
                    <a:gd name="T38" fmla="*/ 485 w 580"/>
                    <a:gd name="T39" fmla="*/ 379 h 606"/>
                    <a:gd name="T40" fmla="*/ 431 w 580"/>
                    <a:gd name="T41" fmla="*/ 372 h 606"/>
                    <a:gd name="T42" fmla="*/ 368 w 580"/>
                    <a:gd name="T43" fmla="*/ 394 h 606"/>
                    <a:gd name="T44" fmla="*/ 342 w 580"/>
                    <a:gd name="T45" fmla="*/ 423 h 606"/>
                    <a:gd name="T46" fmla="*/ 339 w 580"/>
                    <a:gd name="T47" fmla="*/ 435 h 606"/>
                    <a:gd name="T48" fmla="*/ 324 w 580"/>
                    <a:gd name="T49" fmla="*/ 462 h 606"/>
                    <a:gd name="T50" fmla="*/ 345 w 580"/>
                    <a:gd name="T51" fmla="*/ 477 h 606"/>
                    <a:gd name="T52" fmla="*/ 312 w 580"/>
                    <a:gd name="T53" fmla="*/ 507 h 606"/>
                    <a:gd name="T54" fmla="*/ 309 w 580"/>
                    <a:gd name="T55" fmla="*/ 540 h 606"/>
                    <a:gd name="T56" fmla="*/ 300 w 580"/>
                    <a:gd name="T57" fmla="*/ 546 h 606"/>
                    <a:gd name="T58" fmla="*/ 273 w 580"/>
                    <a:gd name="T59" fmla="*/ 576 h 606"/>
                    <a:gd name="T60" fmla="*/ 219 w 580"/>
                    <a:gd name="T61" fmla="*/ 573 h 606"/>
                    <a:gd name="T62" fmla="*/ 195 w 580"/>
                    <a:gd name="T63" fmla="*/ 591 h 606"/>
                    <a:gd name="T64" fmla="*/ 129 w 580"/>
                    <a:gd name="T65" fmla="*/ 603 h 606"/>
                    <a:gd name="T66" fmla="*/ 117 w 580"/>
                    <a:gd name="T67" fmla="*/ 558 h 606"/>
                    <a:gd name="T68" fmla="*/ 99 w 580"/>
                    <a:gd name="T69" fmla="*/ 531 h 606"/>
                    <a:gd name="T70" fmla="*/ 69 w 580"/>
                    <a:gd name="T71" fmla="*/ 453 h 606"/>
                    <a:gd name="T72" fmla="*/ 54 w 580"/>
                    <a:gd name="T73" fmla="*/ 378 h 606"/>
                    <a:gd name="T74" fmla="*/ 36 w 580"/>
                    <a:gd name="T75" fmla="*/ 333 h 606"/>
                    <a:gd name="T76" fmla="*/ 21 w 580"/>
                    <a:gd name="T77" fmla="*/ 288 h 606"/>
                    <a:gd name="T78" fmla="*/ 15 w 580"/>
                    <a:gd name="T79" fmla="*/ 270 h 606"/>
                    <a:gd name="T80" fmla="*/ 12 w 580"/>
                    <a:gd name="T81" fmla="*/ 225 h 6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80"/>
                    <a:gd name="T124" fmla="*/ 0 h 606"/>
                    <a:gd name="T125" fmla="*/ 580 w 580"/>
                    <a:gd name="T126" fmla="*/ 606 h 60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80" h="606">
                      <a:moveTo>
                        <a:pt x="12" y="225"/>
                      </a:moveTo>
                      <a:cubicBezTo>
                        <a:pt x="18" y="221"/>
                        <a:pt x="21" y="214"/>
                        <a:pt x="27" y="210"/>
                      </a:cubicBezTo>
                      <a:cubicBezTo>
                        <a:pt x="38" y="203"/>
                        <a:pt x="58" y="202"/>
                        <a:pt x="69" y="201"/>
                      </a:cubicBezTo>
                      <a:cubicBezTo>
                        <a:pt x="95" y="184"/>
                        <a:pt x="108" y="182"/>
                        <a:pt x="138" y="174"/>
                      </a:cubicBezTo>
                      <a:cubicBezTo>
                        <a:pt x="155" y="163"/>
                        <a:pt x="175" y="158"/>
                        <a:pt x="192" y="147"/>
                      </a:cubicBezTo>
                      <a:cubicBezTo>
                        <a:pt x="208" y="123"/>
                        <a:pt x="224" y="110"/>
                        <a:pt x="252" y="105"/>
                      </a:cubicBezTo>
                      <a:cubicBezTo>
                        <a:pt x="272" y="97"/>
                        <a:pt x="289" y="85"/>
                        <a:pt x="309" y="78"/>
                      </a:cubicBezTo>
                      <a:cubicBezTo>
                        <a:pt x="324" y="55"/>
                        <a:pt x="352" y="36"/>
                        <a:pt x="375" y="21"/>
                      </a:cubicBezTo>
                      <a:cubicBezTo>
                        <a:pt x="381" y="17"/>
                        <a:pt x="386" y="11"/>
                        <a:pt x="393" y="9"/>
                      </a:cubicBezTo>
                      <a:cubicBezTo>
                        <a:pt x="420" y="2"/>
                        <a:pt x="409" y="6"/>
                        <a:pt x="426" y="0"/>
                      </a:cubicBezTo>
                      <a:cubicBezTo>
                        <a:pt x="439" y="20"/>
                        <a:pt x="429" y="47"/>
                        <a:pt x="417" y="66"/>
                      </a:cubicBezTo>
                      <a:cubicBezTo>
                        <a:pt x="420" y="80"/>
                        <a:pt x="432" y="94"/>
                        <a:pt x="444" y="102"/>
                      </a:cubicBezTo>
                      <a:cubicBezTo>
                        <a:pt x="451" y="123"/>
                        <a:pt x="482" y="170"/>
                        <a:pt x="498" y="186"/>
                      </a:cubicBezTo>
                      <a:cubicBezTo>
                        <a:pt x="502" y="197"/>
                        <a:pt x="512" y="210"/>
                        <a:pt x="522" y="216"/>
                      </a:cubicBezTo>
                      <a:cubicBezTo>
                        <a:pt x="536" y="237"/>
                        <a:pt x="530" y="219"/>
                        <a:pt x="545" y="229"/>
                      </a:cubicBezTo>
                      <a:cubicBezTo>
                        <a:pt x="548" y="239"/>
                        <a:pt x="580" y="272"/>
                        <a:pt x="567" y="274"/>
                      </a:cubicBezTo>
                      <a:cubicBezTo>
                        <a:pt x="542" y="277"/>
                        <a:pt x="540" y="280"/>
                        <a:pt x="507" y="288"/>
                      </a:cubicBezTo>
                      <a:cubicBezTo>
                        <a:pt x="502" y="291"/>
                        <a:pt x="503" y="300"/>
                        <a:pt x="501" y="306"/>
                      </a:cubicBezTo>
                      <a:cubicBezTo>
                        <a:pt x="499" y="313"/>
                        <a:pt x="495" y="322"/>
                        <a:pt x="495" y="322"/>
                      </a:cubicBezTo>
                      <a:cubicBezTo>
                        <a:pt x="497" y="338"/>
                        <a:pt x="506" y="349"/>
                        <a:pt x="485" y="379"/>
                      </a:cubicBezTo>
                      <a:cubicBezTo>
                        <a:pt x="462" y="377"/>
                        <a:pt x="448" y="383"/>
                        <a:pt x="431" y="372"/>
                      </a:cubicBezTo>
                      <a:cubicBezTo>
                        <a:pt x="394" y="376"/>
                        <a:pt x="401" y="383"/>
                        <a:pt x="368" y="394"/>
                      </a:cubicBezTo>
                      <a:cubicBezTo>
                        <a:pt x="362" y="413"/>
                        <a:pt x="369" y="414"/>
                        <a:pt x="342" y="423"/>
                      </a:cubicBezTo>
                      <a:cubicBezTo>
                        <a:pt x="337" y="430"/>
                        <a:pt x="342" y="429"/>
                        <a:pt x="339" y="435"/>
                      </a:cubicBezTo>
                      <a:cubicBezTo>
                        <a:pt x="335" y="449"/>
                        <a:pt x="328" y="449"/>
                        <a:pt x="324" y="462"/>
                      </a:cubicBezTo>
                      <a:cubicBezTo>
                        <a:pt x="345" y="469"/>
                        <a:pt x="340" y="462"/>
                        <a:pt x="345" y="477"/>
                      </a:cubicBezTo>
                      <a:cubicBezTo>
                        <a:pt x="341" y="505"/>
                        <a:pt x="340" y="503"/>
                        <a:pt x="312" y="507"/>
                      </a:cubicBezTo>
                      <a:cubicBezTo>
                        <a:pt x="311" y="518"/>
                        <a:pt x="312" y="529"/>
                        <a:pt x="309" y="540"/>
                      </a:cubicBezTo>
                      <a:cubicBezTo>
                        <a:pt x="308" y="543"/>
                        <a:pt x="303" y="543"/>
                        <a:pt x="300" y="546"/>
                      </a:cubicBezTo>
                      <a:cubicBezTo>
                        <a:pt x="288" y="558"/>
                        <a:pt x="292" y="570"/>
                        <a:pt x="273" y="576"/>
                      </a:cubicBezTo>
                      <a:cubicBezTo>
                        <a:pt x="249" y="573"/>
                        <a:pt x="244" y="570"/>
                        <a:pt x="219" y="573"/>
                      </a:cubicBezTo>
                      <a:cubicBezTo>
                        <a:pt x="207" y="577"/>
                        <a:pt x="207" y="586"/>
                        <a:pt x="195" y="591"/>
                      </a:cubicBezTo>
                      <a:cubicBezTo>
                        <a:pt x="171" y="602"/>
                        <a:pt x="156" y="601"/>
                        <a:pt x="129" y="603"/>
                      </a:cubicBezTo>
                      <a:cubicBezTo>
                        <a:pt x="105" y="595"/>
                        <a:pt x="129" y="606"/>
                        <a:pt x="117" y="558"/>
                      </a:cubicBezTo>
                      <a:cubicBezTo>
                        <a:pt x="108" y="522"/>
                        <a:pt x="107" y="554"/>
                        <a:pt x="99" y="531"/>
                      </a:cubicBezTo>
                      <a:cubicBezTo>
                        <a:pt x="90" y="504"/>
                        <a:pt x="82" y="479"/>
                        <a:pt x="69" y="453"/>
                      </a:cubicBezTo>
                      <a:cubicBezTo>
                        <a:pt x="64" y="428"/>
                        <a:pt x="61" y="402"/>
                        <a:pt x="54" y="378"/>
                      </a:cubicBezTo>
                      <a:cubicBezTo>
                        <a:pt x="49" y="361"/>
                        <a:pt x="41" y="349"/>
                        <a:pt x="36" y="333"/>
                      </a:cubicBezTo>
                      <a:cubicBezTo>
                        <a:pt x="31" y="318"/>
                        <a:pt x="26" y="303"/>
                        <a:pt x="21" y="288"/>
                      </a:cubicBezTo>
                      <a:cubicBezTo>
                        <a:pt x="19" y="282"/>
                        <a:pt x="15" y="270"/>
                        <a:pt x="15" y="270"/>
                      </a:cubicBezTo>
                      <a:cubicBezTo>
                        <a:pt x="15" y="267"/>
                        <a:pt x="0" y="213"/>
                        <a:pt x="12" y="225"/>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3" name="Freeform 6">
                  <a:extLst>
                    <a:ext uri="{FF2B5EF4-FFF2-40B4-BE49-F238E27FC236}">
                      <a16:creationId xmlns:a16="http://schemas.microsoft.com/office/drawing/2014/main" id="{93ED2AD9-15F5-4C83-CB6D-1C9CDE1A97EE}"/>
                    </a:ext>
                  </a:extLst>
                </p:cNvPr>
                <p:cNvSpPr>
                  <a:spLocks/>
                </p:cNvSpPr>
                <p:nvPr/>
              </p:nvSpPr>
              <p:spPr bwMode="auto">
                <a:xfrm>
                  <a:off x="6902481" y="2582547"/>
                  <a:ext cx="978809" cy="814310"/>
                </a:xfrm>
                <a:custGeom>
                  <a:avLst/>
                  <a:gdLst>
                    <a:gd name="T0" fmla="*/ 285 w 607"/>
                    <a:gd name="T1" fmla="*/ 4 h 505"/>
                    <a:gd name="T2" fmla="*/ 306 w 607"/>
                    <a:gd name="T3" fmla="*/ 46 h 505"/>
                    <a:gd name="T4" fmla="*/ 318 w 607"/>
                    <a:gd name="T5" fmla="*/ 73 h 505"/>
                    <a:gd name="T6" fmla="*/ 360 w 607"/>
                    <a:gd name="T7" fmla="*/ 85 h 505"/>
                    <a:gd name="T8" fmla="*/ 339 w 607"/>
                    <a:gd name="T9" fmla="*/ 148 h 505"/>
                    <a:gd name="T10" fmla="*/ 351 w 607"/>
                    <a:gd name="T11" fmla="*/ 190 h 505"/>
                    <a:gd name="T12" fmla="*/ 372 w 607"/>
                    <a:gd name="T13" fmla="*/ 211 h 505"/>
                    <a:gd name="T14" fmla="*/ 420 w 607"/>
                    <a:gd name="T15" fmla="*/ 202 h 505"/>
                    <a:gd name="T16" fmla="*/ 426 w 607"/>
                    <a:gd name="T17" fmla="*/ 223 h 505"/>
                    <a:gd name="T18" fmla="*/ 444 w 607"/>
                    <a:gd name="T19" fmla="*/ 217 h 505"/>
                    <a:gd name="T20" fmla="*/ 459 w 607"/>
                    <a:gd name="T21" fmla="*/ 265 h 505"/>
                    <a:gd name="T22" fmla="*/ 477 w 607"/>
                    <a:gd name="T23" fmla="*/ 271 h 505"/>
                    <a:gd name="T24" fmla="*/ 486 w 607"/>
                    <a:gd name="T25" fmla="*/ 277 h 505"/>
                    <a:gd name="T26" fmla="*/ 501 w 607"/>
                    <a:gd name="T27" fmla="*/ 304 h 505"/>
                    <a:gd name="T28" fmla="*/ 507 w 607"/>
                    <a:gd name="T29" fmla="*/ 322 h 505"/>
                    <a:gd name="T30" fmla="*/ 522 w 607"/>
                    <a:gd name="T31" fmla="*/ 340 h 505"/>
                    <a:gd name="T32" fmla="*/ 555 w 607"/>
                    <a:gd name="T33" fmla="*/ 394 h 505"/>
                    <a:gd name="T34" fmla="*/ 576 w 607"/>
                    <a:gd name="T35" fmla="*/ 418 h 505"/>
                    <a:gd name="T36" fmla="*/ 606 w 607"/>
                    <a:gd name="T37" fmla="*/ 454 h 505"/>
                    <a:gd name="T38" fmla="*/ 594 w 607"/>
                    <a:gd name="T39" fmla="*/ 466 h 505"/>
                    <a:gd name="T40" fmla="*/ 576 w 607"/>
                    <a:gd name="T41" fmla="*/ 478 h 505"/>
                    <a:gd name="T42" fmla="*/ 558 w 607"/>
                    <a:gd name="T43" fmla="*/ 475 h 505"/>
                    <a:gd name="T44" fmla="*/ 555 w 607"/>
                    <a:gd name="T45" fmla="*/ 463 h 505"/>
                    <a:gd name="T46" fmla="*/ 537 w 607"/>
                    <a:gd name="T47" fmla="*/ 457 h 505"/>
                    <a:gd name="T48" fmla="*/ 501 w 607"/>
                    <a:gd name="T49" fmla="*/ 475 h 505"/>
                    <a:gd name="T50" fmla="*/ 489 w 607"/>
                    <a:gd name="T51" fmla="*/ 496 h 505"/>
                    <a:gd name="T52" fmla="*/ 471 w 607"/>
                    <a:gd name="T53" fmla="*/ 502 h 505"/>
                    <a:gd name="T54" fmla="*/ 423 w 607"/>
                    <a:gd name="T55" fmla="*/ 478 h 505"/>
                    <a:gd name="T56" fmla="*/ 378 w 607"/>
                    <a:gd name="T57" fmla="*/ 472 h 505"/>
                    <a:gd name="T58" fmla="*/ 354 w 607"/>
                    <a:gd name="T59" fmla="*/ 463 h 505"/>
                    <a:gd name="T60" fmla="*/ 309 w 607"/>
                    <a:gd name="T61" fmla="*/ 475 h 505"/>
                    <a:gd name="T62" fmla="*/ 228 w 607"/>
                    <a:gd name="T63" fmla="*/ 496 h 505"/>
                    <a:gd name="T64" fmla="*/ 198 w 607"/>
                    <a:gd name="T65" fmla="*/ 493 h 505"/>
                    <a:gd name="T66" fmla="*/ 180 w 607"/>
                    <a:gd name="T67" fmla="*/ 457 h 505"/>
                    <a:gd name="T68" fmla="*/ 144 w 607"/>
                    <a:gd name="T69" fmla="*/ 472 h 505"/>
                    <a:gd name="T70" fmla="*/ 135 w 607"/>
                    <a:gd name="T71" fmla="*/ 475 h 505"/>
                    <a:gd name="T72" fmla="*/ 117 w 607"/>
                    <a:gd name="T73" fmla="*/ 472 h 505"/>
                    <a:gd name="T74" fmla="*/ 129 w 607"/>
                    <a:gd name="T75" fmla="*/ 400 h 505"/>
                    <a:gd name="T76" fmla="*/ 111 w 607"/>
                    <a:gd name="T77" fmla="*/ 373 h 505"/>
                    <a:gd name="T78" fmla="*/ 81 w 607"/>
                    <a:gd name="T79" fmla="*/ 364 h 505"/>
                    <a:gd name="T80" fmla="*/ 30 w 607"/>
                    <a:gd name="T81" fmla="*/ 337 h 505"/>
                    <a:gd name="T82" fmla="*/ 12 w 607"/>
                    <a:gd name="T83" fmla="*/ 325 h 505"/>
                    <a:gd name="T84" fmla="*/ 0 w 607"/>
                    <a:gd name="T85" fmla="*/ 298 h 505"/>
                    <a:gd name="T86" fmla="*/ 18 w 607"/>
                    <a:gd name="T87" fmla="*/ 277 h 505"/>
                    <a:gd name="T88" fmla="*/ 30 w 607"/>
                    <a:gd name="T89" fmla="*/ 238 h 505"/>
                    <a:gd name="T90" fmla="*/ 51 w 607"/>
                    <a:gd name="T91" fmla="*/ 232 h 505"/>
                    <a:gd name="T92" fmla="*/ 45 w 607"/>
                    <a:gd name="T93" fmla="*/ 193 h 505"/>
                    <a:gd name="T94" fmla="*/ 51 w 607"/>
                    <a:gd name="T95" fmla="*/ 166 h 505"/>
                    <a:gd name="T96" fmla="*/ 66 w 607"/>
                    <a:gd name="T97" fmla="*/ 154 h 505"/>
                    <a:gd name="T98" fmla="*/ 111 w 607"/>
                    <a:gd name="T99" fmla="*/ 112 h 505"/>
                    <a:gd name="T100" fmla="*/ 177 w 607"/>
                    <a:gd name="T101" fmla="*/ 106 h 505"/>
                    <a:gd name="T102" fmla="*/ 204 w 607"/>
                    <a:gd name="T103" fmla="*/ 109 h 505"/>
                    <a:gd name="T104" fmla="*/ 216 w 607"/>
                    <a:gd name="T105" fmla="*/ 82 h 505"/>
                    <a:gd name="T106" fmla="*/ 207 w 607"/>
                    <a:gd name="T107" fmla="*/ 49 h 505"/>
                    <a:gd name="T108" fmla="*/ 219 w 607"/>
                    <a:gd name="T109" fmla="*/ 16 h 505"/>
                    <a:gd name="T110" fmla="*/ 279 w 607"/>
                    <a:gd name="T111" fmla="*/ 0 h 50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07"/>
                    <a:gd name="T169" fmla="*/ 0 h 505"/>
                    <a:gd name="T170" fmla="*/ 607 w 607"/>
                    <a:gd name="T171" fmla="*/ 505 h 50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07" h="505">
                      <a:moveTo>
                        <a:pt x="285" y="4"/>
                      </a:moveTo>
                      <a:cubicBezTo>
                        <a:pt x="289" y="47"/>
                        <a:pt x="282" y="30"/>
                        <a:pt x="306" y="46"/>
                      </a:cubicBezTo>
                      <a:cubicBezTo>
                        <a:pt x="316" y="60"/>
                        <a:pt x="311" y="52"/>
                        <a:pt x="318" y="73"/>
                      </a:cubicBezTo>
                      <a:cubicBezTo>
                        <a:pt x="318" y="73"/>
                        <a:pt x="348" y="74"/>
                        <a:pt x="360" y="85"/>
                      </a:cubicBezTo>
                      <a:cubicBezTo>
                        <a:pt x="366" y="109"/>
                        <a:pt x="346" y="126"/>
                        <a:pt x="339" y="148"/>
                      </a:cubicBezTo>
                      <a:cubicBezTo>
                        <a:pt x="342" y="169"/>
                        <a:pt x="345" y="173"/>
                        <a:pt x="351" y="190"/>
                      </a:cubicBezTo>
                      <a:cubicBezTo>
                        <a:pt x="346" y="214"/>
                        <a:pt x="346" y="215"/>
                        <a:pt x="372" y="211"/>
                      </a:cubicBezTo>
                      <a:cubicBezTo>
                        <a:pt x="379" y="191"/>
                        <a:pt x="403" y="199"/>
                        <a:pt x="420" y="202"/>
                      </a:cubicBezTo>
                      <a:cubicBezTo>
                        <a:pt x="422" y="209"/>
                        <a:pt x="419" y="221"/>
                        <a:pt x="426" y="223"/>
                      </a:cubicBezTo>
                      <a:cubicBezTo>
                        <a:pt x="432" y="225"/>
                        <a:pt x="444" y="217"/>
                        <a:pt x="444" y="217"/>
                      </a:cubicBezTo>
                      <a:cubicBezTo>
                        <a:pt x="447" y="229"/>
                        <a:pt x="448" y="258"/>
                        <a:pt x="459" y="265"/>
                      </a:cubicBezTo>
                      <a:cubicBezTo>
                        <a:pt x="464" y="268"/>
                        <a:pt x="472" y="267"/>
                        <a:pt x="477" y="271"/>
                      </a:cubicBezTo>
                      <a:cubicBezTo>
                        <a:pt x="480" y="273"/>
                        <a:pt x="483" y="275"/>
                        <a:pt x="486" y="277"/>
                      </a:cubicBezTo>
                      <a:cubicBezTo>
                        <a:pt x="491" y="293"/>
                        <a:pt x="487" y="283"/>
                        <a:pt x="501" y="304"/>
                      </a:cubicBezTo>
                      <a:cubicBezTo>
                        <a:pt x="505" y="309"/>
                        <a:pt x="503" y="318"/>
                        <a:pt x="507" y="322"/>
                      </a:cubicBezTo>
                      <a:cubicBezTo>
                        <a:pt x="514" y="329"/>
                        <a:pt x="518" y="332"/>
                        <a:pt x="522" y="340"/>
                      </a:cubicBezTo>
                      <a:cubicBezTo>
                        <a:pt x="533" y="362"/>
                        <a:pt x="527" y="385"/>
                        <a:pt x="555" y="394"/>
                      </a:cubicBezTo>
                      <a:cubicBezTo>
                        <a:pt x="569" y="415"/>
                        <a:pt x="561" y="408"/>
                        <a:pt x="576" y="418"/>
                      </a:cubicBezTo>
                      <a:cubicBezTo>
                        <a:pt x="569" y="438"/>
                        <a:pt x="589" y="448"/>
                        <a:pt x="606" y="454"/>
                      </a:cubicBezTo>
                      <a:cubicBezTo>
                        <a:pt x="601" y="469"/>
                        <a:pt x="607" y="459"/>
                        <a:pt x="594" y="466"/>
                      </a:cubicBezTo>
                      <a:cubicBezTo>
                        <a:pt x="588" y="470"/>
                        <a:pt x="576" y="478"/>
                        <a:pt x="576" y="478"/>
                      </a:cubicBezTo>
                      <a:cubicBezTo>
                        <a:pt x="570" y="477"/>
                        <a:pt x="563" y="479"/>
                        <a:pt x="558" y="475"/>
                      </a:cubicBezTo>
                      <a:cubicBezTo>
                        <a:pt x="555" y="473"/>
                        <a:pt x="558" y="466"/>
                        <a:pt x="555" y="463"/>
                      </a:cubicBezTo>
                      <a:cubicBezTo>
                        <a:pt x="550" y="459"/>
                        <a:pt x="537" y="457"/>
                        <a:pt x="537" y="457"/>
                      </a:cubicBezTo>
                      <a:cubicBezTo>
                        <a:pt x="526" y="464"/>
                        <a:pt x="513" y="471"/>
                        <a:pt x="501" y="475"/>
                      </a:cubicBezTo>
                      <a:cubicBezTo>
                        <a:pt x="498" y="489"/>
                        <a:pt x="502" y="490"/>
                        <a:pt x="489" y="496"/>
                      </a:cubicBezTo>
                      <a:cubicBezTo>
                        <a:pt x="483" y="499"/>
                        <a:pt x="471" y="502"/>
                        <a:pt x="471" y="502"/>
                      </a:cubicBezTo>
                      <a:cubicBezTo>
                        <a:pt x="454" y="491"/>
                        <a:pt x="443" y="483"/>
                        <a:pt x="423" y="478"/>
                      </a:cubicBezTo>
                      <a:cubicBezTo>
                        <a:pt x="405" y="466"/>
                        <a:pt x="402" y="469"/>
                        <a:pt x="378" y="472"/>
                      </a:cubicBezTo>
                      <a:cubicBezTo>
                        <a:pt x="365" y="476"/>
                        <a:pt x="359" y="477"/>
                        <a:pt x="354" y="463"/>
                      </a:cubicBezTo>
                      <a:cubicBezTo>
                        <a:pt x="330" y="466"/>
                        <a:pt x="328" y="469"/>
                        <a:pt x="309" y="475"/>
                      </a:cubicBezTo>
                      <a:cubicBezTo>
                        <a:pt x="299" y="505"/>
                        <a:pt x="254" y="493"/>
                        <a:pt x="228" y="496"/>
                      </a:cubicBezTo>
                      <a:cubicBezTo>
                        <a:pt x="218" y="495"/>
                        <a:pt x="207" y="498"/>
                        <a:pt x="198" y="493"/>
                      </a:cubicBezTo>
                      <a:cubicBezTo>
                        <a:pt x="188" y="487"/>
                        <a:pt x="192" y="465"/>
                        <a:pt x="180" y="457"/>
                      </a:cubicBezTo>
                      <a:cubicBezTo>
                        <a:pt x="167" y="461"/>
                        <a:pt x="157" y="468"/>
                        <a:pt x="144" y="472"/>
                      </a:cubicBezTo>
                      <a:cubicBezTo>
                        <a:pt x="141" y="473"/>
                        <a:pt x="135" y="475"/>
                        <a:pt x="135" y="475"/>
                      </a:cubicBezTo>
                      <a:cubicBezTo>
                        <a:pt x="129" y="474"/>
                        <a:pt x="123" y="474"/>
                        <a:pt x="117" y="472"/>
                      </a:cubicBezTo>
                      <a:cubicBezTo>
                        <a:pt x="87" y="462"/>
                        <a:pt x="124" y="416"/>
                        <a:pt x="129" y="400"/>
                      </a:cubicBezTo>
                      <a:cubicBezTo>
                        <a:pt x="126" y="390"/>
                        <a:pt x="121" y="379"/>
                        <a:pt x="111" y="373"/>
                      </a:cubicBezTo>
                      <a:cubicBezTo>
                        <a:pt x="102" y="368"/>
                        <a:pt x="81" y="364"/>
                        <a:pt x="81" y="364"/>
                      </a:cubicBezTo>
                      <a:cubicBezTo>
                        <a:pt x="71" y="349"/>
                        <a:pt x="46" y="346"/>
                        <a:pt x="30" y="337"/>
                      </a:cubicBezTo>
                      <a:cubicBezTo>
                        <a:pt x="24" y="333"/>
                        <a:pt x="12" y="325"/>
                        <a:pt x="12" y="325"/>
                      </a:cubicBezTo>
                      <a:cubicBezTo>
                        <a:pt x="7" y="317"/>
                        <a:pt x="0" y="298"/>
                        <a:pt x="0" y="298"/>
                      </a:cubicBezTo>
                      <a:cubicBezTo>
                        <a:pt x="4" y="286"/>
                        <a:pt x="6" y="281"/>
                        <a:pt x="18" y="277"/>
                      </a:cubicBezTo>
                      <a:cubicBezTo>
                        <a:pt x="26" y="265"/>
                        <a:pt x="23" y="249"/>
                        <a:pt x="30" y="238"/>
                      </a:cubicBezTo>
                      <a:cubicBezTo>
                        <a:pt x="34" y="232"/>
                        <a:pt x="44" y="234"/>
                        <a:pt x="51" y="232"/>
                      </a:cubicBezTo>
                      <a:cubicBezTo>
                        <a:pt x="57" y="215"/>
                        <a:pt x="61" y="204"/>
                        <a:pt x="45" y="193"/>
                      </a:cubicBezTo>
                      <a:cubicBezTo>
                        <a:pt x="41" y="181"/>
                        <a:pt x="47" y="178"/>
                        <a:pt x="51" y="166"/>
                      </a:cubicBezTo>
                      <a:cubicBezTo>
                        <a:pt x="46" y="152"/>
                        <a:pt x="54" y="150"/>
                        <a:pt x="66" y="154"/>
                      </a:cubicBezTo>
                      <a:cubicBezTo>
                        <a:pt x="74" y="130"/>
                        <a:pt x="86" y="117"/>
                        <a:pt x="111" y="112"/>
                      </a:cubicBezTo>
                      <a:cubicBezTo>
                        <a:pt x="134" y="96"/>
                        <a:pt x="141" y="104"/>
                        <a:pt x="177" y="106"/>
                      </a:cubicBezTo>
                      <a:cubicBezTo>
                        <a:pt x="198" y="113"/>
                        <a:pt x="189" y="114"/>
                        <a:pt x="204" y="109"/>
                      </a:cubicBezTo>
                      <a:cubicBezTo>
                        <a:pt x="211" y="88"/>
                        <a:pt x="206" y="96"/>
                        <a:pt x="216" y="82"/>
                      </a:cubicBezTo>
                      <a:cubicBezTo>
                        <a:pt x="214" y="71"/>
                        <a:pt x="207" y="49"/>
                        <a:pt x="207" y="49"/>
                      </a:cubicBezTo>
                      <a:cubicBezTo>
                        <a:pt x="228" y="35"/>
                        <a:pt x="205" y="53"/>
                        <a:pt x="219" y="16"/>
                      </a:cubicBezTo>
                      <a:cubicBezTo>
                        <a:pt x="224" y="3"/>
                        <a:pt x="280" y="15"/>
                        <a:pt x="279" y="0"/>
                      </a:cubicBezTo>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4" name="Freeform 7">
                  <a:extLst>
                    <a:ext uri="{FF2B5EF4-FFF2-40B4-BE49-F238E27FC236}">
                      <a16:creationId xmlns:a16="http://schemas.microsoft.com/office/drawing/2014/main" id="{CC2512B1-9D22-4770-5F50-37F6DEBEC7C1}"/>
                    </a:ext>
                  </a:extLst>
                </p:cNvPr>
                <p:cNvSpPr>
                  <a:spLocks/>
                </p:cNvSpPr>
                <p:nvPr/>
              </p:nvSpPr>
              <p:spPr bwMode="auto">
                <a:xfrm>
                  <a:off x="6365506" y="3063071"/>
                  <a:ext cx="1132000" cy="725623"/>
                </a:xfrm>
                <a:custGeom>
                  <a:avLst/>
                  <a:gdLst>
                    <a:gd name="T0" fmla="*/ 96 w 702"/>
                    <a:gd name="T1" fmla="*/ 411 h 450"/>
                    <a:gd name="T2" fmla="*/ 183 w 702"/>
                    <a:gd name="T3" fmla="*/ 432 h 450"/>
                    <a:gd name="T4" fmla="*/ 231 w 702"/>
                    <a:gd name="T5" fmla="*/ 420 h 450"/>
                    <a:gd name="T6" fmla="*/ 276 w 702"/>
                    <a:gd name="T7" fmla="*/ 405 h 450"/>
                    <a:gd name="T8" fmla="*/ 360 w 702"/>
                    <a:gd name="T9" fmla="*/ 411 h 450"/>
                    <a:gd name="T10" fmla="*/ 432 w 702"/>
                    <a:gd name="T11" fmla="*/ 423 h 450"/>
                    <a:gd name="T12" fmla="*/ 480 w 702"/>
                    <a:gd name="T13" fmla="*/ 429 h 450"/>
                    <a:gd name="T14" fmla="*/ 519 w 702"/>
                    <a:gd name="T15" fmla="*/ 384 h 450"/>
                    <a:gd name="T16" fmla="*/ 594 w 702"/>
                    <a:gd name="T17" fmla="*/ 417 h 450"/>
                    <a:gd name="T18" fmla="*/ 666 w 702"/>
                    <a:gd name="T19" fmla="*/ 417 h 450"/>
                    <a:gd name="T20" fmla="*/ 702 w 702"/>
                    <a:gd name="T21" fmla="*/ 354 h 450"/>
                    <a:gd name="T22" fmla="*/ 678 w 702"/>
                    <a:gd name="T23" fmla="*/ 264 h 450"/>
                    <a:gd name="T24" fmla="*/ 696 w 702"/>
                    <a:gd name="T25" fmla="*/ 201 h 450"/>
                    <a:gd name="T26" fmla="*/ 699 w 702"/>
                    <a:gd name="T27" fmla="*/ 189 h 450"/>
                    <a:gd name="T28" fmla="*/ 648 w 702"/>
                    <a:gd name="T29" fmla="*/ 174 h 450"/>
                    <a:gd name="T30" fmla="*/ 564 w 702"/>
                    <a:gd name="T31" fmla="*/ 198 h 450"/>
                    <a:gd name="T32" fmla="*/ 513 w 702"/>
                    <a:gd name="T33" fmla="*/ 165 h 450"/>
                    <a:gd name="T34" fmla="*/ 444 w 702"/>
                    <a:gd name="T35" fmla="*/ 141 h 450"/>
                    <a:gd name="T36" fmla="*/ 456 w 702"/>
                    <a:gd name="T37" fmla="*/ 88 h 450"/>
                    <a:gd name="T38" fmla="*/ 366 w 702"/>
                    <a:gd name="T39" fmla="*/ 45 h 450"/>
                    <a:gd name="T40" fmla="*/ 342 w 702"/>
                    <a:gd name="T41" fmla="*/ 21 h 450"/>
                    <a:gd name="T42" fmla="*/ 255 w 702"/>
                    <a:gd name="T43" fmla="*/ 3 h 450"/>
                    <a:gd name="T44" fmla="*/ 165 w 702"/>
                    <a:gd name="T45" fmla="*/ 30 h 450"/>
                    <a:gd name="T46" fmla="*/ 132 w 702"/>
                    <a:gd name="T47" fmla="*/ 45 h 450"/>
                    <a:gd name="T48" fmla="*/ 87 w 702"/>
                    <a:gd name="T49" fmla="*/ 105 h 450"/>
                    <a:gd name="T50" fmla="*/ 0 w 702"/>
                    <a:gd name="T51" fmla="*/ 141 h 450"/>
                    <a:gd name="T52" fmla="*/ 144 w 702"/>
                    <a:gd name="T53" fmla="*/ 189 h 450"/>
                    <a:gd name="T54" fmla="*/ 177 w 702"/>
                    <a:gd name="T55" fmla="*/ 213 h 450"/>
                    <a:gd name="T56" fmla="*/ 147 w 702"/>
                    <a:gd name="T57" fmla="*/ 267 h 450"/>
                    <a:gd name="T58" fmla="*/ 126 w 702"/>
                    <a:gd name="T59" fmla="*/ 282 h 450"/>
                    <a:gd name="T60" fmla="*/ 102 w 702"/>
                    <a:gd name="T61" fmla="*/ 315 h 450"/>
                    <a:gd name="T62" fmla="*/ 57 w 702"/>
                    <a:gd name="T63" fmla="*/ 366 h 450"/>
                    <a:gd name="T64" fmla="*/ 48 w 702"/>
                    <a:gd name="T65" fmla="*/ 399 h 45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02"/>
                    <a:gd name="T100" fmla="*/ 0 h 450"/>
                    <a:gd name="T101" fmla="*/ 702 w 702"/>
                    <a:gd name="T102" fmla="*/ 450 h 45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02" h="450">
                      <a:moveTo>
                        <a:pt x="48" y="399"/>
                      </a:moveTo>
                      <a:cubicBezTo>
                        <a:pt x="69" y="406"/>
                        <a:pt x="68" y="408"/>
                        <a:pt x="96" y="411"/>
                      </a:cubicBezTo>
                      <a:cubicBezTo>
                        <a:pt x="101" y="425"/>
                        <a:pt x="106" y="426"/>
                        <a:pt x="120" y="429"/>
                      </a:cubicBezTo>
                      <a:cubicBezTo>
                        <a:pt x="142" y="426"/>
                        <a:pt x="161" y="425"/>
                        <a:pt x="183" y="432"/>
                      </a:cubicBezTo>
                      <a:cubicBezTo>
                        <a:pt x="189" y="450"/>
                        <a:pt x="204" y="443"/>
                        <a:pt x="219" y="438"/>
                      </a:cubicBezTo>
                      <a:cubicBezTo>
                        <a:pt x="223" y="432"/>
                        <a:pt x="227" y="426"/>
                        <a:pt x="231" y="420"/>
                      </a:cubicBezTo>
                      <a:cubicBezTo>
                        <a:pt x="234" y="415"/>
                        <a:pt x="243" y="418"/>
                        <a:pt x="249" y="417"/>
                      </a:cubicBezTo>
                      <a:cubicBezTo>
                        <a:pt x="266" y="413"/>
                        <a:pt x="264" y="413"/>
                        <a:pt x="276" y="405"/>
                      </a:cubicBezTo>
                      <a:cubicBezTo>
                        <a:pt x="296" y="407"/>
                        <a:pt x="305" y="404"/>
                        <a:pt x="315" y="420"/>
                      </a:cubicBezTo>
                      <a:cubicBezTo>
                        <a:pt x="342" y="415"/>
                        <a:pt x="330" y="407"/>
                        <a:pt x="360" y="411"/>
                      </a:cubicBezTo>
                      <a:cubicBezTo>
                        <a:pt x="367" y="432"/>
                        <a:pt x="381" y="426"/>
                        <a:pt x="399" y="420"/>
                      </a:cubicBezTo>
                      <a:cubicBezTo>
                        <a:pt x="410" y="421"/>
                        <a:pt x="421" y="420"/>
                        <a:pt x="432" y="423"/>
                      </a:cubicBezTo>
                      <a:cubicBezTo>
                        <a:pt x="439" y="425"/>
                        <a:pt x="450" y="435"/>
                        <a:pt x="450" y="435"/>
                      </a:cubicBezTo>
                      <a:cubicBezTo>
                        <a:pt x="460" y="433"/>
                        <a:pt x="471" y="434"/>
                        <a:pt x="480" y="429"/>
                      </a:cubicBezTo>
                      <a:cubicBezTo>
                        <a:pt x="486" y="426"/>
                        <a:pt x="489" y="418"/>
                        <a:pt x="495" y="414"/>
                      </a:cubicBezTo>
                      <a:cubicBezTo>
                        <a:pt x="501" y="397"/>
                        <a:pt x="501" y="390"/>
                        <a:pt x="519" y="384"/>
                      </a:cubicBezTo>
                      <a:cubicBezTo>
                        <a:pt x="539" y="388"/>
                        <a:pt x="558" y="385"/>
                        <a:pt x="579" y="387"/>
                      </a:cubicBezTo>
                      <a:cubicBezTo>
                        <a:pt x="593" y="396"/>
                        <a:pt x="584" y="407"/>
                        <a:pt x="594" y="417"/>
                      </a:cubicBezTo>
                      <a:cubicBezTo>
                        <a:pt x="601" y="424"/>
                        <a:pt x="614" y="422"/>
                        <a:pt x="624" y="423"/>
                      </a:cubicBezTo>
                      <a:cubicBezTo>
                        <a:pt x="638" y="421"/>
                        <a:pt x="653" y="423"/>
                        <a:pt x="666" y="417"/>
                      </a:cubicBezTo>
                      <a:cubicBezTo>
                        <a:pt x="675" y="413"/>
                        <a:pt x="678" y="390"/>
                        <a:pt x="678" y="390"/>
                      </a:cubicBezTo>
                      <a:cubicBezTo>
                        <a:pt x="681" y="356"/>
                        <a:pt x="676" y="361"/>
                        <a:pt x="702" y="354"/>
                      </a:cubicBezTo>
                      <a:cubicBezTo>
                        <a:pt x="701" y="339"/>
                        <a:pt x="702" y="307"/>
                        <a:pt x="693" y="291"/>
                      </a:cubicBezTo>
                      <a:cubicBezTo>
                        <a:pt x="676" y="260"/>
                        <a:pt x="685" y="284"/>
                        <a:pt x="678" y="264"/>
                      </a:cubicBezTo>
                      <a:cubicBezTo>
                        <a:pt x="699" y="250"/>
                        <a:pt x="694" y="259"/>
                        <a:pt x="699" y="243"/>
                      </a:cubicBezTo>
                      <a:cubicBezTo>
                        <a:pt x="698" y="229"/>
                        <a:pt x="698" y="215"/>
                        <a:pt x="696" y="201"/>
                      </a:cubicBezTo>
                      <a:cubicBezTo>
                        <a:pt x="695" y="197"/>
                        <a:pt x="689" y="195"/>
                        <a:pt x="690" y="192"/>
                      </a:cubicBezTo>
                      <a:cubicBezTo>
                        <a:pt x="691" y="189"/>
                        <a:pt x="696" y="190"/>
                        <a:pt x="699" y="189"/>
                      </a:cubicBezTo>
                      <a:cubicBezTo>
                        <a:pt x="695" y="177"/>
                        <a:pt x="688" y="179"/>
                        <a:pt x="681" y="168"/>
                      </a:cubicBezTo>
                      <a:cubicBezTo>
                        <a:pt x="670" y="170"/>
                        <a:pt x="657" y="167"/>
                        <a:pt x="648" y="174"/>
                      </a:cubicBezTo>
                      <a:cubicBezTo>
                        <a:pt x="633" y="186"/>
                        <a:pt x="643" y="194"/>
                        <a:pt x="627" y="195"/>
                      </a:cubicBezTo>
                      <a:cubicBezTo>
                        <a:pt x="606" y="197"/>
                        <a:pt x="585" y="197"/>
                        <a:pt x="564" y="198"/>
                      </a:cubicBezTo>
                      <a:cubicBezTo>
                        <a:pt x="552" y="197"/>
                        <a:pt x="536" y="201"/>
                        <a:pt x="528" y="192"/>
                      </a:cubicBezTo>
                      <a:cubicBezTo>
                        <a:pt x="518" y="180"/>
                        <a:pt x="528" y="175"/>
                        <a:pt x="513" y="165"/>
                      </a:cubicBezTo>
                      <a:cubicBezTo>
                        <a:pt x="481" y="170"/>
                        <a:pt x="480" y="171"/>
                        <a:pt x="441" y="168"/>
                      </a:cubicBezTo>
                      <a:cubicBezTo>
                        <a:pt x="442" y="159"/>
                        <a:pt x="442" y="150"/>
                        <a:pt x="444" y="141"/>
                      </a:cubicBezTo>
                      <a:cubicBezTo>
                        <a:pt x="445" y="135"/>
                        <a:pt x="450" y="123"/>
                        <a:pt x="450" y="123"/>
                      </a:cubicBezTo>
                      <a:cubicBezTo>
                        <a:pt x="449" y="112"/>
                        <a:pt x="461" y="98"/>
                        <a:pt x="456" y="88"/>
                      </a:cubicBezTo>
                      <a:cubicBezTo>
                        <a:pt x="453" y="81"/>
                        <a:pt x="437" y="77"/>
                        <a:pt x="431" y="73"/>
                      </a:cubicBezTo>
                      <a:cubicBezTo>
                        <a:pt x="412" y="60"/>
                        <a:pt x="388" y="52"/>
                        <a:pt x="366" y="45"/>
                      </a:cubicBezTo>
                      <a:cubicBezTo>
                        <a:pt x="358" y="21"/>
                        <a:pt x="370" y="49"/>
                        <a:pt x="354" y="33"/>
                      </a:cubicBezTo>
                      <a:cubicBezTo>
                        <a:pt x="338" y="17"/>
                        <a:pt x="366" y="29"/>
                        <a:pt x="342" y="21"/>
                      </a:cubicBezTo>
                      <a:cubicBezTo>
                        <a:pt x="339" y="12"/>
                        <a:pt x="321" y="0"/>
                        <a:pt x="321" y="0"/>
                      </a:cubicBezTo>
                      <a:cubicBezTo>
                        <a:pt x="301" y="7"/>
                        <a:pt x="277" y="0"/>
                        <a:pt x="255" y="3"/>
                      </a:cubicBezTo>
                      <a:cubicBezTo>
                        <a:pt x="236" y="9"/>
                        <a:pt x="234" y="27"/>
                        <a:pt x="216" y="33"/>
                      </a:cubicBezTo>
                      <a:cubicBezTo>
                        <a:pt x="199" y="32"/>
                        <a:pt x="182" y="33"/>
                        <a:pt x="165" y="30"/>
                      </a:cubicBezTo>
                      <a:cubicBezTo>
                        <a:pt x="161" y="29"/>
                        <a:pt x="160" y="23"/>
                        <a:pt x="156" y="24"/>
                      </a:cubicBezTo>
                      <a:cubicBezTo>
                        <a:pt x="151" y="25"/>
                        <a:pt x="141" y="42"/>
                        <a:pt x="132" y="45"/>
                      </a:cubicBezTo>
                      <a:cubicBezTo>
                        <a:pt x="123" y="58"/>
                        <a:pt x="105" y="67"/>
                        <a:pt x="90" y="72"/>
                      </a:cubicBezTo>
                      <a:cubicBezTo>
                        <a:pt x="82" y="95"/>
                        <a:pt x="83" y="84"/>
                        <a:pt x="87" y="105"/>
                      </a:cubicBezTo>
                      <a:cubicBezTo>
                        <a:pt x="63" y="121"/>
                        <a:pt x="50" y="123"/>
                        <a:pt x="21" y="126"/>
                      </a:cubicBezTo>
                      <a:cubicBezTo>
                        <a:pt x="0" y="133"/>
                        <a:pt x="5" y="126"/>
                        <a:pt x="0" y="141"/>
                      </a:cubicBezTo>
                      <a:cubicBezTo>
                        <a:pt x="14" y="184"/>
                        <a:pt x="96" y="176"/>
                        <a:pt x="126" y="177"/>
                      </a:cubicBezTo>
                      <a:cubicBezTo>
                        <a:pt x="132" y="181"/>
                        <a:pt x="140" y="183"/>
                        <a:pt x="144" y="189"/>
                      </a:cubicBezTo>
                      <a:cubicBezTo>
                        <a:pt x="146" y="192"/>
                        <a:pt x="147" y="195"/>
                        <a:pt x="150" y="198"/>
                      </a:cubicBezTo>
                      <a:cubicBezTo>
                        <a:pt x="157" y="205"/>
                        <a:pt x="169" y="207"/>
                        <a:pt x="177" y="213"/>
                      </a:cubicBezTo>
                      <a:cubicBezTo>
                        <a:pt x="175" y="233"/>
                        <a:pt x="178" y="242"/>
                        <a:pt x="162" y="252"/>
                      </a:cubicBezTo>
                      <a:cubicBezTo>
                        <a:pt x="157" y="260"/>
                        <a:pt x="156" y="263"/>
                        <a:pt x="147" y="267"/>
                      </a:cubicBezTo>
                      <a:cubicBezTo>
                        <a:pt x="141" y="270"/>
                        <a:pt x="129" y="273"/>
                        <a:pt x="129" y="273"/>
                      </a:cubicBezTo>
                      <a:cubicBezTo>
                        <a:pt x="128" y="276"/>
                        <a:pt x="128" y="280"/>
                        <a:pt x="126" y="282"/>
                      </a:cubicBezTo>
                      <a:cubicBezTo>
                        <a:pt x="124" y="285"/>
                        <a:pt x="119" y="285"/>
                        <a:pt x="117" y="288"/>
                      </a:cubicBezTo>
                      <a:cubicBezTo>
                        <a:pt x="93" y="327"/>
                        <a:pt x="127" y="290"/>
                        <a:pt x="102" y="315"/>
                      </a:cubicBezTo>
                      <a:cubicBezTo>
                        <a:pt x="98" y="330"/>
                        <a:pt x="97" y="343"/>
                        <a:pt x="81" y="348"/>
                      </a:cubicBezTo>
                      <a:cubicBezTo>
                        <a:pt x="74" y="359"/>
                        <a:pt x="68" y="359"/>
                        <a:pt x="57" y="366"/>
                      </a:cubicBezTo>
                      <a:cubicBezTo>
                        <a:pt x="43" y="387"/>
                        <a:pt x="47" y="377"/>
                        <a:pt x="42" y="393"/>
                      </a:cubicBezTo>
                      <a:cubicBezTo>
                        <a:pt x="52" y="396"/>
                        <a:pt x="53" y="394"/>
                        <a:pt x="48" y="399"/>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5" name="Freeform 8">
                  <a:extLst>
                    <a:ext uri="{FF2B5EF4-FFF2-40B4-BE49-F238E27FC236}">
                      <a16:creationId xmlns:a16="http://schemas.microsoft.com/office/drawing/2014/main" id="{87CA84B4-3275-A7F9-6348-3FEA7D5D84CD}"/>
                    </a:ext>
                  </a:extLst>
                </p:cNvPr>
                <p:cNvSpPr>
                  <a:spLocks/>
                </p:cNvSpPr>
                <p:nvPr/>
              </p:nvSpPr>
              <p:spPr bwMode="auto">
                <a:xfrm>
                  <a:off x="6075250" y="3675819"/>
                  <a:ext cx="1446445" cy="877197"/>
                </a:xfrm>
                <a:custGeom>
                  <a:avLst/>
                  <a:gdLst>
                    <a:gd name="T0" fmla="*/ 252 w 897"/>
                    <a:gd name="T1" fmla="*/ 25 h 544"/>
                    <a:gd name="T2" fmla="*/ 282 w 897"/>
                    <a:gd name="T3" fmla="*/ 49 h 544"/>
                    <a:gd name="T4" fmla="*/ 359 w 897"/>
                    <a:gd name="T5" fmla="*/ 52 h 544"/>
                    <a:gd name="T6" fmla="*/ 447 w 897"/>
                    <a:gd name="T7" fmla="*/ 40 h 544"/>
                    <a:gd name="T8" fmla="*/ 489 w 897"/>
                    <a:gd name="T9" fmla="*/ 43 h 544"/>
                    <a:gd name="T10" fmla="*/ 593 w 897"/>
                    <a:gd name="T11" fmla="*/ 41 h 544"/>
                    <a:gd name="T12" fmla="*/ 675 w 897"/>
                    <a:gd name="T13" fmla="*/ 43 h 544"/>
                    <a:gd name="T14" fmla="*/ 767 w 897"/>
                    <a:gd name="T15" fmla="*/ 14 h 544"/>
                    <a:gd name="T16" fmla="*/ 798 w 897"/>
                    <a:gd name="T17" fmla="*/ 43 h 544"/>
                    <a:gd name="T18" fmla="*/ 879 w 897"/>
                    <a:gd name="T19" fmla="*/ 25 h 544"/>
                    <a:gd name="T20" fmla="*/ 882 w 897"/>
                    <a:gd name="T21" fmla="*/ 49 h 544"/>
                    <a:gd name="T22" fmla="*/ 861 w 897"/>
                    <a:gd name="T23" fmla="*/ 115 h 544"/>
                    <a:gd name="T24" fmla="*/ 831 w 897"/>
                    <a:gd name="T25" fmla="*/ 184 h 544"/>
                    <a:gd name="T26" fmla="*/ 783 w 897"/>
                    <a:gd name="T27" fmla="*/ 148 h 544"/>
                    <a:gd name="T28" fmla="*/ 717 w 897"/>
                    <a:gd name="T29" fmla="*/ 91 h 544"/>
                    <a:gd name="T30" fmla="*/ 642 w 897"/>
                    <a:gd name="T31" fmla="*/ 157 h 544"/>
                    <a:gd name="T32" fmla="*/ 588 w 897"/>
                    <a:gd name="T33" fmla="*/ 202 h 544"/>
                    <a:gd name="T34" fmla="*/ 558 w 897"/>
                    <a:gd name="T35" fmla="*/ 292 h 544"/>
                    <a:gd name="T36" fmla="*/ 387 w 897"/>
                    <a:gd name="T37" fmla="*/ 298 h 544"/>
                    <a:gd name="T38" fmla="*/ 351 w 897"/>
                    <a:gd name="T39" fmla="*/ 316 h 544"/>
                    <a:gd name="T40" fmla="*/ 381 w 897"/>
                    <a:gd name="T41" fmla="*/ 394 h 544"/>
                    <a:gd name="T42" fmla="*/ 348 w 897"/>
                    <a:gd name="T43" fmla="*/ 445 h 544"/>
                    <a:gd name="T44" fmla="*/ 279 w 897"/>
                    <a:gd name="T45" fmla="*/ 502 h 544"/>
                    <a:gd name="T46" fmla="*/ 237 w 897"/>
                    <a:gd name="T47" fmla="*/ 544 h 544"/>
                    <a:gd name="T48" fmla="*/ 204 w 897"/>
                    <a:gd name="T49" fmla="*/ 502 h 544"/>
                    <a:gd name="T50" fmla="*/ 177 w 897"/>
                    <a:gd name="T51" fmla="*/ 484 h 544"/>
                    <a:gd name="T52" fmla="*/ 156 w 897"/>
                    <a:gd name="T53" fmla="*/ 490 h 544"/>
                    <a:gd name="T54" fmla="*/ 105 w 897"/>
                    <a:gd name="T55" fmla="*/ 499 h 544"/>
                    <a:gd name="T56" fmla="*/ 39 w 897"/>
                    <a:gd name="T57" fmla="*/ 439 h 544"/>
                    <a:gd name="T58" fmla="*/ 15 w 897"/>
                    <a:gd name="T59" fmla="*/ 412 h 544"/>
                    <a:gd name="T60" fmla="*/ 27 w 897"/>
                    <a:gd name="T61" fmla="*/ 316 h 544"/>
                    <a:gd name="T62" fmla="*/ 75 w 897"/>
                    <a:gd name="T63" fmla="*/ 307 h 544"/>
                    <a:gd name="T64" fmla="*/ 108 w 897"/>
                    <a:gd name="T65" fmla="*/ 286 h 544"/>
                    <a:gd name="T66" fmla="*/ 132 w 897"/>
                    <a:gd name="T67" fmla="*/ 166 h 544"/>
                    <a:gd name="T68" fmla="*/ 201 w 897"/>
                    <a:gd name="T69" fmla="*/ 76 h 544"/>
                    <a:gd name="T70" fmla="*/ 225 w 897"/>
                    <a:gd name="T71" fmla="*/ 16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97"/>
                    <a:gd name="T109" fmla="*/ 0 h 544"/>
                    <a:gd name="T110" fmla="*/ 897 w 897"/>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97" h="544">
                      <a:moveTo>
                        <a:pt x="225" y="16"/>
                      </a:moveTo>
                      <a:cubicBezTo>
                        <a:pt x="234" y="19"/>
                        <a:pt x="243" y="22"/>
                        <a:pt x="252" y="25"/>
                      </a:cubicBezTo>
                      <a:cubicBezTo>
                        <a:pt x="258" y="27"/>
                        <a:pt x="270" y="31"/>
                        <a:pt x="270" y="31"/>
                      </a:cubicBezTo>
                      <a:cubicBezTo>
                        <a:pt x="273" y="43"/>
                        <a:pt x="270" y="44"/>
                        <a:pt x="282" y="49"/>
                      </a:cubicBezTo>
                      <a:cubicBezTo>
                        <a:pt x="288" y="52"/>
                        <a:pt x="300" y="55"/>
                        <a:pt x="300" y="55"/>
                      </a:cubicBezTo>
                      <a:cubicBezTo>
                        <a:pt x="318" y="53"/>
                        <a:pt x="342" y="48"/>
                        <a:pt x="359" y="52"/>
                      </a:cubicBezTo>
                      <a:cubicBezTo>
                        <a:pt x="373" y="73"/>
                        <a:pt x="370" y="67"/>
                        <a:pt x="399" y="64"/>
                      </a:cubicBezTo>
                      <a:cubicBezTo>
                        <a:pt x="415" y="40"/>
                        <a:pt x="411" y="44"/>
                        <a:pt x="447" y="40"/>
                      </a:cubicBezTo>
                      <a:cubicBezTo>
                        <a:pt x="458" y="24"/>
                        <a:pt x="454" y="23"/>
                        <a:pt x="486" y="34"/>
                      </a:cubicBezTo>
                      <a:cubicBezTo>
                        <a:pt x="489" y="35"/>
                        <a:pt x="486" y="42"/>
                        <a:pt x="489" y="43"/>
                      </a:cubicBezTo>
                      <a:cubicBezTo>
                        <a:pt x="508" y="47"/>
                        <a:pt x="517" y="28"/>
                        <a:pt x="536" y="29"/>
                      </a:cubicBezTo>
                      <a:cubicBezTo>
                        <a:pt x="542" y="48"/>
                        <a:pt x="567" y="46"/>
                        <a:pt x="593" y="41"/>
                      </a:cubicBezTo>
                      <a:cubicBezTo>
                        <a:pt x="621" y="46"/>
                        <a:pt x="601" y="48"/>
                        <a:pt x="626" y="56"/>
                      </a:cubicBezTo>
                      <a:cubicBezTo>
                        <a:pt x="664" y="51"/>
                        <a:pt x="646" y="53"/>
                        <a:pt x="675" y="43"/>
                      </a:cubicBezTo>
                      <a:cubicBezTo>
                        <a:pt x="684" y="29"/>
                        <a:pt x="681" y="13"/>
                        <a:pt x="698" y="7"/>
                      </a:cubicBezTo>
                      <a:cubicBezTo>
                        <a:pt x="717" y="8"/>
                        <a:pt x="753" y="0"/>
                        <a:pt x="767" y="14"/>
                      </a:cubicBezTo>
                      <a:cubicBezTo>
                        <a:pt x="772" y="19"/>
                        <a:pt x="769" y="35"/>
                        <a:pt x="774" y="40"/>
                      </a:cubicBezTo>
                      <a:cubicBezTo>
                        <a:pt x="781" y="47"/>
                        <a:pt x="798" y="43"/>
                        <a:pt x="798" y="43"/>
                      </a:cubicBezTo>
                      <a:cubicBezTo>
                        <a:pt x="818" y="40"/>
                        <a:pt x="832" y="48"/>
                        <a:pt x="849" y="37"/>
                      </a:cubicBezTo>
                      <a:cubicBezTo>
                        <a:pt x="858" y="9"/>
                        <a:pt x="849" y="19"/>
                        <a:pt x="879" y="25"/>
                      </a:cubicBezTo>
                      <a:cubicBezTo>
                        <a:pt x="882" y="27"/>
                        <a:pt x="888" y="27"/>
                        <a:pt x="888" y="31"/>
                      </a:cubicBezTo>
                      <a:cubicBezTo>
                        <a:pt x="889" y="37"/>
                        <a:pt x="882" y="49"/>
                        <a:pt x="882" y="49"/>
                      </a:cubicBezTo>
                      <a:cubicBezTo>
                        <a:pt x="891" y="62"/>
                        <a:pt x="897" y="76"/>
                        <a:pt x="879" y="82"/>
                      </a:cubicBezTo>
                      <a:cubicBezTo>
                        <a:pt x="874" y="98"/>
                        <a:pt x="868" y="94"/>
                        <a:pt x="861" y="115"/>
                      </a:cubicBezTo>
                      <a:cubicBezTo>
                        <a:pt x="859" y="121"/>
                        <a:pt x="855" y="133"/>
                        <a:pt x="855" y="133"/>
                      </a:cubicBezTo>
                      <a:cubicBezTo>
                        <a:pt x="852" y="161"/>
                        <a:pt x="858" y="175"/>
                        <a:pt x="831" y="184"/>
                      </a:cubicBezTo>
                      <a:cubicBezTo>
                        <a:pt x="823" y="183"/>
                        <a:pt x="814" y="184"/>
                        <a:pt x="807" y="181"/>
                      </a:cubicBezTo>
                      <a:cubicBezTo>
                        <a:pt x="803" y="179"/>
                        <a:pt x="793" y="155"/>
                        <a:pt x="783" y="148"/>
                      </a:cubicBezTo>
                      <a:cubicBezTo>
                        <a:pt x="779" y="136"/>
                        <a:pt x="771" y="133"/>
                        <a:pt x="762" y="124"/>
                      </a:cubicBezTo>
                      <a:cubicBezTo>
                        <a:pt x="754" y="101"/>
                        <a:pt x="739" y="95"/>
                        <a:pt x="717" y="91"/>
                      </a:cubicBezTo>
                      <a:cubicBezTo>
                        <a:pt x="708" y="92"/>
                        <a:pt x="692" y="91"/>
                        <a:pt x="684" y="100"/>
                      </a:cubicBezTo>
                      <a:cubicBezTo>
                        <a:pt x="671" y="116"/>
                        <a:pt x="661" y="151"/>
                        <a:pt x="642" y="157"/>
                      </a:cubicBezTo>
                      <a:cubicBezTo>
                        <a:pt x="635" y="168"/>
                        <a:pt x="621" y="176"/>
                        <a:pt x="609" y="184"/>
                      </a:cubicBezTo>
                      <a:cubicBezTo>
                        <a:pt x="605" y="196"/>
                        <a:pt x="599" y="195"/>
                        <a:pt x="588" y="202"/>
                      </a:cubicBezTo>
                      <a:cubicBezTo>
                        <a:pt x="567" y="233"/>
                        <a:pt x="599" y="245"/>
                        <a:pt x="609" y="274"/>
                      </a:cubicBezTo>
                      <a:cubicBezTo>
                        <a:pt x="593" y="285"/>
                        <a:pt x="575" y="281"/>
                        <a:pt x="558" y="292"/>
                      </a:cubicBezTo>
                      <a:cubicBezTo>
                        <a:pt x="542" y="316"/>
                        <a:pt x="519" y="303"/>
                        <a:pt x="489" y="301"/>
                      </a:cubicBezTo>
                      <a:cubicBezTo>
                        <a:pt x="444" y="286"/>
                        <a:pt x="477" y="295"/>
                        <a:pt x="387" y="298"/>
                      </a:cubicBezTo>
                      <a:cubicBezTo>
                        <a:pt x="381" y="300"/>
                        <a:pt x="374" y="300"/>
                        <a:pt x="369" y="304"/>
                      </a:cubicBezTo>
                      <a:cubicBezTo>
                        <a:pt x="363" y="308"/>
                        <a:pt x="351" y="316"/>
                        <a:pt x="351" y="316"/>
                      </a:cubicBezTo>
                      <a:cubicBezTo>
                        <a:pt x="343" y="328"/>
                        <a:pt x="333" y="341"/>
                        <a:pt x="321" y="349"/>
                      </a:cubicBezTo>
                      <a:cubicBezTo>
                        <a:pt x="311" y="379"/>
                        <a:pt x="358" y="389"/>
                        <a:pt x="381" y="394"/>
                      </a:cubicBezTo>
                      <a:cubicBezTo>
                        <a:pt x="384" y="404"/>
                        <a:pt x="391" y="413"/>
                        <a:pt x="384" y="424"/>
                      </a:cubicBezTo>
                      <a:cubicBezTo>
                        <a:pt x="378" y="433"/>
                        <a:pt x="355" y="438"/>
                        <a:pt x="348" y="445"/>
                      </a:cubicBezTo>
                      <a:cubicBezTo>
                        <a:pt x="335" y="458"/>
                        <a:pt x="318" y="471"/>
                        <a:pt x="303" y="481"/>
                      </a:cubicBezTo>
                      <a:cubicBezTo>
                        <a:pt x="293" y="496"/>
                        <a:pt x="300" y="488"/>
                        <a:pt x="279" y="502"/>
                      </a:cubicBezTo>
                      <a:cubicBezTo>
                        <a:pt x="276" y="504"/>
                        <a:pt x="270" y="508"/>
                        <a:pt x="270" y="508"/>
                      </a:cubicBezTo>
                      <a:cubicBezTo>
                        <a:pt x="264" y="527"/>
                        <a:pt x="256" y="538"/>
                        <a:pt x="237" y="544"/>
                      </a:cubicBezTo>
                      <a:cubicBezTo>
                        <a:pt x="219" y="538"/>
                        <a:pt x="218" y="521"/>
                        <a:pt x="213" y="505"/>
                      </a:cubicBezTo>
                      <a:cubicBezTo>
                        <a:pt x="212" y="502"/>
                        <a:pt x="207" y="504"/>
                        <a:pt x="204" y="502"/>
                      </a:cubicBezTo>
                      <a:cubicBezTo>
                        <a:pt x="198" y="498"/>
                        <a:pt x="192" y="494"/>
                        <a:pt x="186" y="490"/>
                      </a:cubicBezTo>
                      <a:cubicBezTo>
                        <a:pt x="183" y="488"/>
                        <a:pt x="177" y="484"/>
                        <a:pt x="177" y="484"/>
                      </a:cubicBezTo>
                      <a:cubicBezTo>
                        <a:pt x="174" y="485"/>
                        <a:pt x="171" y="486"/>
                        <a:pt x="168" y="487"/>
                      </a:cubicBezTo>
                      <a:cubicBezTo>
                        <a:pt x="164" y="488"/>
                        <a:pt x="160" y="489"/>
                        <a:pt x="156" y="490"/>
                      </a:cubicBezTo>
                      <a:cubicBezTo>
                        <a:pt x="150" y="492"/>
                        <a:pt x="138" y="496"/>
                        <a:pt x="138" y="496"/>
                      </a:cubicBezTo>
                      <a:cubicBezTo>
                        <a:pt x="128" y="512"/>
                        <a:pt x="119" y="509"/>
                        <a:pt x="105" y="499"/>
                      </a:cubicBezTo>
                      <a:cubicBezTo>
                        <a:pt x="91" y="478"/>
                        <a:pt x="100" y="483"/>
                        <a:pt x="84" y="478"/>
                      </a:cubicBezTo>
                      <a:cubicBezTo>
                        <a:pt x="78" y="459"/>
                        <a:pt x="59" y="444"/>
                        <a:pt x="39" y="439"/>
                      </a:cubicBezTo>
                      <a:cubicBezTo>
                        <a:pt x="33" y="435"/>
                        <a:pt x="25" y="435"/>
                        <a:pt x="21" y="430"/>
                      </a:cubicBezTo>
                      <a:cubicBezTo>
                        <a:pt x="17" y="425"/>
                        <a:pt x="17" y="418"/>
                        <a:pt x="15" y="412"/>
                      </a:cubicBezTo>
                      <a:cubicBezTo>
                        <a:pt x="14" y="409"/>
                        <a:pt x="12" y="403"/>
                        <a:pt x="12" y="403"/>
                      </a:cubicBezTo>
                      <a:cubicBezTo>
                        <a:pt x="13" y="374"/>
                        <a:pt x="0" y="334"/>
                        <a:pt x="27" y="316"/>
                      </a:cubicBezTo>
                      <a:cubicBezTo>
                        <a:pt x="31" y="303"/>
                        <a:pt x="38" y="304"/>
                        <a:pt x="51" y="301"/>
                      </a:cubicBezTo>
                      <a:cubicBezTo>
                        <a:pt x="66" y="291"/>
                        <a:pt x="60" y="302"/>
                        <a:pt x="75" y="307"/>
                      </a:cubicBezTo>
                      <a:cubicBezTo>
                        <a:pt x="84" y="306"/>
                        <a:pt x="94" y="309"/>
                        <a:pt x="102" y="304"/>
                      </a:cubicBezTo>
                      <a:cubicBezTo>
                        <a:pt x="107" y="301"/>
                        <a:pt x="106" y="292"/>
                        <a:pt x="108" y="286"/>
                      </a:cubicBezTo>
                      <a:cubicBezTo>
                        <a:pt x="109" y="283"/>
                        <a:pt x="114" y="282"/>
                        <a:pt x="117" y="280"/>
                      </a:cubicBezTo>
                      <a:cubicBezTo>
                        <a:pt x="153" y="227"/>
                        <a:pt x="103" y="308"/>
                        <a:pt x="132" y="166"/>
                      </a:cubicBezTo>
                      <a:cubicBezTo>
                        <a:pt x="134" y="157"/>
                        <a:pt x="159" y="157"/>
                        <a:pt x="159" y="157"/>
                      </a:cubicBezTo>
                      <a:cubicBezTo>
                        <a:pt x="175" y="133"/>
                        <a:pt x="192" y="103"/>
                        <a:pt x="201" y="76"/>
                      </a:cubicBezTo>
                      <a:cubicBezTo>
                        <a:pt x="203" y="57"/>
                        <a:pt x="198" y="29"/>
                        <a:pt x="219" y="22"/>
                      </a:cubicBezTo>
                      <a:cubicBezTo>
                        <a:pt x="222" y="12"/>
                        <a:pt x="220" y="11"/>
                        <a:pt x="225" y="16"/>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6" name="Freeform 9">
                  <a:extLst>
                    <a:ext uri="{FF2B5EF4-FFF2-40B4-BE49-F238E27FC236}">
                      <a16:creationId xmlns:a16="http://schemas.microsoft.com/office/drawing/2014/main" id="{6FD05EDA-D76F-9D56-39DC-68316C041A76}"/>
                    </a:ext>
                  </a:extLst>
                </p:cNvPr>
                <p:cNvSpPr>
                  <a:spLocks/>
                </p:cNvSpPr>
                <p:nvPr/>
              </p:nvSpPr>
              <p:spPr bwMode="auto">
                <a:xfrm>
                  <a:off x="6471934" y="3825781"/>
                  <a:ext cx="1181989" cy="1051347"/>
                </a:xfrm>
                <a:custGeom>
                  <a:avLst/>
                  <a:gdLst>
                    <a:gd name="T0" fmla="*/ 21 w 733"/>
                    <a:gd name="T1" fmla="*/ 433 h 652"/>
                    <a:gd name="T2" fmla="*/ 71 w 733"/>
                    <a:gd name="T3" fmla="*/ 379 h 652"/>
                    <a:gd name="T4" fmla="*/ 114 w 733"/>
                    <a:gd name="T5" fmla="*/ 346 h 652"/>
                    <a:gd name="T6" fmla="*/ 138 w 733"/>
                    <a:gd name="T7" fmla="*/ 304 h 652"/>
                    <a:gd name="T8" fmla="*/ 84 w 733"/>
                    <a:gd name="T9" fmla="*/ 280 h 652"/>
                    <a:gd name="T10" fmla="*/ 96 w 733"/>
                    <a:gd name="T11" fmla="*/ 239 h 652"/>
                    <a:gd name="T12" fmla="*/ 252 w 733"/>
                    <a:gd name="T13" fmla="*/ 208 h 652"/>
                    <a:gd name="T14" fmla="*/ 308 w 733"/>
                    <a:gd name="T15" fmla="*/ 208 h 652"/>
                    <a:gd name="T16" fmla="*/ 356 w 733"/>
                    <a:gd name="T17" fmla="*/ 187 h 652"/>
                    <a:gd name="T18" fmla="*/ 345 w 733"/>
                    <a:gd name="T19" fmla="*/ 118 h 652"/>
                    <a:gd name="T20" fmla="*/ 414 w 733"/>
                    <a:gd name="T21" fmla="*/ 67 h 652"/>
                    <a:gd name="T22" fmla="*/ 468 w 733"/>
                    <a:gd name="T23" fmla="*/ 13 h 652"/>
                    <a:gd name="T24" fmla="*/ 534 w 733"/>
                    <a:gd name="T25" fmla="*/ 82 h 652"/>
                    <a:gd name="T26" fmla="*/ 567 w 733"/>
                    <a:gd name="T27" fmla="*/ 109 h 652"/>
                    <a:gd name="T28" fmla="*/ 618 w 733"/>
                    <a:gd name="T29" fmla="*/ 112 h 652"/>
                    <a:gd name="T30" fmla="*/ 642 w 733"/>
                    <a:gd name="T31" fmla="*/ 22 h 652"/>
                    <a:gd name="T32" fmla="*/ 687 w 733"/>
                    <a:gd name="T33" fmla="*/ 1 h 652"/>
                    <a:gd name="T34" fmla="*/ 711 w 733"/>
                    <a:gd name="T35" fmla="*/ 34 h 652"/>
                    <a:gd name="T36" fmla="*/ 681 w 733"/>
                    <a:gd name="T37" fmla="*/ 151 h 652"/>
                    <a:gd name="T38" fmla="*/ 582 w 733"/>
                    <a:gd name="T39" fmla="*/ 196 h 652"/>
                    <a:gd name="T40" fmla="*/ 612 w 733"/>
                    <a:gd name="T41" fmla="*/ 271 h 652"/>
                    <a:gd name="T42" fmla="*/ 600 w 733"/>
                    <a:gd name="T43" fmla="*/ 316 h 652"/>
                    <a:gd name="T44" fmla="*/ 555 w 733"/>
                    <a:gd name="T45" fmla="*/ 373 h 652"/>
                    <a:gd name="T46" fmla="*/ 519 w 733"/>
                    <a:gd name="T47" fmla="*/ 406 h 652"/>
                    <a:gd name="T48" fmla="*/ 435 w 733"/>
                    <a:gd name="T49" fmla="*/ 391 h 652"/>
                    <a:gd name="T50" fmla="*/ 372 w 733"/>
                    <a:gd name="T51" fmla="*/ 376 h 652"/>
                    <a:gd name="T52" fmla="*/ 405 w 733"/>
                    <a:gd name="T53" fmla="*/ 493 h 652"/>
                    <a:gd name="T54" fmla="*/ 396 w 733"/>
                    <a:gd name="T55" fmla="*/ 547 h 652"/>
                    <a:gd name="T56" fmla="*/ 363 w 733"/>
                    <a:gd name="T57" fmla="*/ 631 h 652"/>
                    <a:gd name="T58" fmla="*/ 318 w 733"/>
                    <a:gd name="T59" fmla="*/ 637 h 652"/>
                    <a:gd name="T60" fmla="*/ 258 w 733"/>
                    <a:gd name="T61" fmla="*/ 574 h 652"/>
                    <a:gd name="T62" fmla="*/ 225 w 733"/>
                    <a:gd name="T63" fmla="*/ 538 h 652"/>
                    <a:gd name="T64" fmla="*/ 114 w 733"/>
                    <a:gd name="T65" fmla="*/ 529 h 652"/>
                    <a:gd name="T66" fmla="*/ 45 w 733"/>
                    <a:gd name="T67" fmla="*/ 451 h 6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33"/>
                    <a:gd name="T103" fmla="*/ 0 h 652"/>
                    <a:gd name="T104" fmla="*/ 733 w 733"/>
                    <a:gd name="T105" fmla="*/ 652 h 6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33" h="652">
                      <a:moveTo>
                        <a:pt x="0" y="454"/>
                      </a:moveTo>
                      <a:cubicBezTo>
                        <a:pt x="4" y="442"/>
                        <a:pt x="9" y="437"/>
                        <a:pt x="21" y="433"/>
                      </a:cubicBezTo>
                      <a:cubicBezTo>
                        <a:pt x="30" y="420"/>
                        <a:pt x="26" y="415"/>
                        <a:pt x="50" y="400"/>
                      </a:cubicBezTo>
                      <a:cubicBezTo>
                        <a:pt x="56" y="396"/>
                        <a:pt x="65" y="383"/>
                        <a:pt x="71" y="379"/>
                      </a:cubicBezTo>
                      <a:cubicBezTo>
                        <a:pt x="74" y="377"/>
                        <a:pt x="92" y="364"/>
                        <a:pt x="92" y="364"/>
                      </a:cubicBezTo>
                      <a:cubicBezTo>
                        <a:pt x="100" y="353"/>
                        <a:pt x="103" y="352"/>
                        <a:pt x="114" y="346"/>
                      </a:cubicBezTo>
                      <a:cubicBezTo>
                        <a:pt x="120" y="342"/>
                        <a:pt x="135" y="343"/>
                        <a:pt x="135" y="343"/>
                      </a:cubicBezTo>
                      <a:cubicBezTo>
                        <a:pt x="143" y="330"/>
                        <a:pt x="150" y="325"/>
                        <a:pt x="138" y="304"/>
                      </a:cubicBezTo>
                      <a:cubicBezTo>
                        <a:pt x="135" y="299"/>
                        <a:pt x="126" y="300"/>
                        <a:pt x="120" y="298"/>
                      </a:cubicBezTo>
                      <a:cubicBezTo>
                        <a:pt x="108" y="294"/>
                        <a:pt x="95" y="287"/>
                        <a:pt x="84" y="280"/>
                      </a:cubicBezTo>
                      <a:cubicBezTo>
                        <a:pt x="81" y="272"/>
                        <a:pt x="70" y="265"/>
                        <a:pt x="77" y="256"/>
                      </a:cubicBezTo>
                      <a:cubicBezTo>
                        <a:pt x="81" y="250"/>
                        <a:pt x="96" y="239"/>
                        <a:pt x="96" y="239"/>
                      </a:cubicBezTo>
                      <a:cubicBezTo>
                        <a:pt x="108" y="204"/>
                        <a:pt x="156" y="210"/>
                        <a:pt x="186" y="205"/>
                      </a:cubicBezTo>
                      <a:cubicBezTo>
                        <a:pt x="208" y="206"/>
                        <a:pt x="230" y="206"/>
                        <a:pt x="252" y="208"/>
                      </a:cubicBezTo>
                      <a:cubicBezTo>
                        <a:pt x="260" y="209"/>
                        <a:pt x="276" y="214"/>
                        <a:pt x="276" y="214"/>
                      </a:cubicBezTo>
                      <a:cubicBezTo>
                        <a:pt x="288" y="213"/>
                        <a:pt x="296" y="211"/>
                        <a:pt x="308" y="208"/>
                      </a:cubicBezTo>
                      <a:cubicBezTo>
                        <a:pt x="315" y="206"/>
                        <a:pt x="314" y="196"/>
                        <a:pt x="321" y="194"/>
                      </a:cubicBezTo>
                      <a:cubicBezTo>
                        <a:pt x="339" y="190"/>
                        <a:pt x="334" y="191"/>
                        <a:pt x="356" y="187"/>
                      </a:cubicBezTo>
                      <a:cubicBezTo>
                        <a:pt x="352" y="149"/>
                        <a:pt x="352" y="168"/>
                        <a:pt x="342" y="139"/>
                      </a:cubicBezTo>
                      <a:cubicBezTo>
                        <a:pt x="343" y="132"/>
                        <a:pt x="341" y="124"/>
                        <a:pt x="345" y="118"/>
                      </a:cubicBezTo>
                      <a:cubicBezTo>
                        <a:pt x="354" y="104"/>
                        <a:pt x="377" y="103"/>
                        <a:pt x="390" y="94"/>
                      </a:cubicBezTo>
                      <a:cubicBezTo>
                        <a:pt x="394" y="83"/>
                        <a:pt x="404" y="70"/>
                        <a:pt x="414" y="67"/>
                      </a:cubicBezTo>
                      <a:cubicBezTo>
                        <a:pt x="425" y="34"/>
                        <a:pt x="407" y="83"/>
                        <a:pt x="426" y="52"/>
                      </a:cubicBezTo>
                      <a:cubicBezTo>
                        <a:pt x="442" y="26"/>
                        <a:pt x="431" y="22"/>
                        <a:pt x="468" y="13"/>
                      </a:cubicBezTo>
                      <a:cubicBezTo>
                        <a:pt x="490" y="18"/>
                        <a:pt x="503" y="51"/>
                        <a:pt x="516" y="70"/>
                      </a:cubicBezTo>
                      <a:cubicBezTo>
                        <a:pt x="520" y="76"/>
                        <a:pt x="528" y="78"/>
                        <a:pt x="534" y="82"/>
                      </a:cubicBezTo>
                      <a:cubicBezTo>
                        <a:pt x="537" y="84"/>
                        <a:pt x="543" y="88"/>
                        <a:pt x="543" y="88"/>
                      </a:cubicBezTo>
                      <a:cubicBezTo>
                        <a:pt x="559" y="112"/>
                        <a:pt x="547" y="103"/>
                        <a:pt x="567" y="109"/>
                      </a:cubicBezTo>
                      <a:cubicBezTo>
                        <a:pt x="576" y="112"/>
                        <a:pt x="594" y="118"/>
                        <a:pt x="594" y="118"/>
                      </a:cubicBezTo>
                      <a:cubicBezTo>
                        <a:pt x="602" y="116"/>
                        <a:pt x="613" y="119"/>
                        <a:pt x="618" y="112"/>
                      </a:cubicBezTo>
                      <a:cubicBezTo>
                        <a:pt x="622" y="107"/>
                        <a:pt x="631" y="83"/>
                        <a:pt x="633" y="76"/>
                      </a:cubicBezTo>
                      <a:cubicBezTo>
                        <a:pt x="634" y="67"/>
                        <a:pt x="628" y="34"/>
                        <a:pt x="642" y="22"/>
                      </a:cubicBezTo>
                      <a:cubicBezTo>
                        <a:pt x="656" y="9"/>
                        <a:pt x="649" y="7"/>
                        <a:pt x="666" y="1"/>
                      </a:cubicBezTo>
                      <a:cubicBezTo>
                        <a:pt x="669" y="0"/>
                        <a:pt x="687" y="1"/>
                        <a:pt x="687" y="1"/>
                      </a:cubicBezTo>
                      <a:cubicBezTo>
                        <a:pt x="704" y="12"/>
                        <a:pt x="690" y="1"/>
                        <a:pt x="699" y="16"/>
                      </a:cubicBezTo>
                      <a:cubicBezTo>
                        <a:pt x="703" y="22"/>
                        <a:pt x="711" y="34"/>
                        <a:pt x="711" y="34"/>
                      </a:cubicBezTo>
                      <a:cubicBezTo>
                        <a:pt x="714" y="83"/>
                        <a:pt x="733" y="101"/>
                        <a:pt x="690" y="106"/>
                      </a:cubicBezTo>
                      <a:cubicBezTo>
                        <a:pt x="685" y="121"/>
                        <a:pt x="683" y="135"/>
                        <a:pt x="681" y="151"/>
                      </a:cubicBezTo>
                      <a:cubicBezTo>
                        <a:pt x="652" y="141"/>
                        <a:pt x="628" y="156"/>
                        <a:pt x="600" y="160"/>
                      </a:cubicBezTo>
                      <a:cubicBezTo>
                        <a:pt x="592" y="172"/>
                        <a:pt x="590" y="184"/>
                        <a:pt x="582" y="196"/>
                      </a:cubicBezTo>
                      <a:cubicBezTo>
                        <a:pt x="578" y="212"/>
                        <a:pt x="577" y="222"/>
                        <a:pt x="591" y="232"/>
                      </a:cubicBezTo>
                      <a:cubicBezTo>
                        <a:pt x="604" y="251"/>
                        <a:pt x="607" y="246"/>
                        <a:pt x="612" y="271"/>
                      </a:cubicBezTo>
                      <a:cubicBezTo>
                        <a:pt x="608" y="295"/>
                        <a:pt x="611" y="283"/>
                        <a:pt x="603" y="307"/>
                      </a:cubicBezTo>
                      <a:cubicBezTo>
                        <a:pt x="602" y="310"/>
                        <a:pt x="600" y="316"/>
                        <a:pt x="600" y="316"/>
                      </a:cubicBezTo>
                      <a:cubicBezTo>
                        <a:pt x="604" y="335"/>
                        <a:pt x="595" y="341"/>
                        <a:pt x="579" y="352"/>
                      </a:cubicBezTo>
                      <a:cubicBezTo>
                        <a:pt x="569" y="367"/>
                        <a:pt x="576" y="359"/>
                        <a:pt x="555" y="373"/>
                      </a:cubicBezTo>
                      <a:cubicBezTo>
                        <a:pt x="552" y="375"/>
                        <a:pt x="546" y="379"/>
                        <a:pt x="546" y="379"/>
                      </a:cubicBezTo>
                      <a:cubicBezTo>
                        <a:pt x="539" y="389"/>
                        <a:pt x="530" y="402"/>
                        <a:pt x="519" y="406"/>
                      </a:cubicBezTo>
                      <a:cubicBezTo>
                        <a:pt x="508" y="403"/>
                        <a:pt x="500" y="398"/>
                        <a:pt x="489" y="394"/>
                      </a:cubicBezTo>
                      <a:cubicBezTo>
                        <a:pt x="470" y="397"/>
                        <a:pt x="454" y="397"/>
                        <a:pt x="435" y="391"/>
                      </a:cubicBezTo>
                      <a:cubicBezTo>
                        <a:pt x="428" y="380"/>
                        <a:pt x="422" y="380"/>
                        <a:pt x="411" y="373"/>
                      </a:cubicBezTo>
                      <a:cubicBezTo>
                        <a:pt x="398" y="374"/>
                        <a:pt x="385" y="374"/>
                        <a:pt x="372" y="376"/>
                      </a:cubicBezTo>
                      <a:cubicBezTo>
                        <a:pt x="335" y="383"/>
                        <a:pt x="381" y="414"/>
                        <a:pt x="387" y="418"/>
                      </a:cubicBezTo>
                      <a:cubicBezTo>
                        <a:pt x="395" y="443"/>
                        <a:pt x="399" y="468"/>
                        <a:pt x="405" y="493"/>
                      </a:cubicBezTo>
                      <a:cubicBezTo>
                        <a:pt x="404" y="505"/>
                        <a:pt x="404" y="517"/>
                        <a:pt x="402" y="529"/>
                      </a:cubicBezTo>
                      <a:cubicBezTo>
                        <a:pt x="401" y="535"/>
                        <a:pt x="396" y="547"/>
                        <a:pt x="396" y="547"/>
                      </a:cubicBezTo>
                      <a:cubicBezTo>
                        <a:pt x="396" y="551"/>
                        <a:pt x="389" y="614"/>
                        <a:pt x="381" y="619"/>
                      </a:cubicBezTo>
                      <a:cubicBezTo>
                        <a:pt x="375" y="623"/>
                        <a:pt x="363" y="631"/>
                        <a:pt x="363" y="631"/>
                      </a:cubicBezTo>
                      <a:cubicBezTo>
                        <a:pt x="359" y="637"/>
                        <a:pt x="360" y="647"/>
                        <a:pt x="354" y="649"/>
                      </a:cubicBezTo>
                      <a:cubicBezTo>
                        <a:pt x="343" y="652"/>
                        <a:pt x="327" y="643"/>
                        <a:pt x="318" y="637"/>
                      </a:cubicBezTo>
                      <a:cubicBezTo>
                        <a:pt x="311" y="626"/>
                        <a:pt x="299" y="614"/>
                        <a:pt x="288" y="607"/>
                      </a:cubicBezTo>
                      <a:cubicBezTo>
                        <a:pt x="278" y="592"/>
                        <a:pt x="273" y="584"/>
                        <a:pt x="258" y="574"/>
                      </a:cubicBezTo>
                      <a:cubicBezTo>
                        <a:pt x="257" y="571"/>
                        <a:pt x="245" y="552"/>
                        <a:pt x="243" y="550"/>
                      </a:cubicBezTo>
                      <a:cubicBezTo>
                        <a:pt x="238" y="545"/>
                        <a:pt x="225" y="538"/>
                        <a:pt x="225" y="538"/>
                      </a:cubicBezTo>
                      <a:cubicBezTo>
                        <a:pt x="215" y="523"/>
                        <a:pt x="200" y="524"/>
                        <a:pt x="183" y="520"/>
                      </a:cubicBezTo>
                      <a:cubicBezTo>
                        <a:pt x="160" y="523"/>
                        <a:pt x="114" y="529"/>
                        <a:pt x="114" y="529"/>
                      </a:cubicBezTo>
                      <a:cubicBezTo>
                        <a:pt x="92" y="536"/>
                        <a:pt x="102" y="537"/>
                        <a:pt x="84" y="532"/>
                      </a:cubicBezTo>
                      <a:cubicBezTo>
                        <a:pt x="67" y="507"/>
                        <a:pt x="72" y="469"/>
                        <a:pt x="45" y="451"/>
                      </a:cubicBezTo>
                      <a:cubicBezTo>
                        <a:pt x="2" y="454"/>
                        <a:pt x="17" y="454"/>
                        <a:pt x="0" y="454"/>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7" name="Freeform 10">
                  <a:extLst>
                    <a:ext uri="{FF2B5EF4-FFF2-40B4-BE49-F238E27FC236}">
                      <a16:creationId xmlns:a16="http://schemas.microsoft.com/office/drawing/2014/main" id="{9E9116EC-F725-889A-339A-86852D33CD45}"/>
                    </a:ext>
                  </a:extLst>
                </p:cNvPr>
                <p:cNvSpPr>
                  <a:spLocks/>
                </p:cNvSpPr>
                <p:nvPr/>
              </p:nvSpPr>
              <p:spPr bwMode="auto">
                <a:xfrm>
                  <a:off x="6978270" y="4367579"/>
                  <a:ext cx="606313" cy="1183571"/>
                </a:xfrm>
                <a:custGeom>
                  <a:avLst/>
                  <a:gdLst>
                    <a:gd name="T0" fmla="*/ 315 w 376"/>
                    <a:gd name="T1" fmla="*/ 19 h 734"/>
                    <a:gd name="T2" fmla="*/ 297 w 376"/>
                    <a:gd name="T3" fmla="*/ 100 h 734"/>
                    <a:gd name="T4" fmla="*/ 313 w 376"/>
                    <a:gd name="T5" fmla="*/ 135 h 734"/>
                    <a:gd name="T6" fmla="*/ 333 w 376"/>
                    <a:gd name="T7" fmla="*/ 213 h 734"/>
                    <a:gd name="T8" fmla="*/ 322 w 376"/>
                    <a:gd name="T9" fmla="*/ 258 h 734"/>
                    <a:gd name="T10" fmla="*/ 331 w 376"/>
                    <a:gd name="T11" fmla="*/ 276 h 734"/>
                    <a:gd name="T12" fmla="*/ 366 w 376"/>
                    <a:gd name="T13" fmla="*/ 319 h 734"/>
                    <a:gd name="T14" fmla="*/ 355 w 376"/>
                    <a:gd name="T15" fmla="*/ 337 h 734"/>
                    <a:gd name="T16" fmla="*/ 334 w 376"/>
                    <a:gd name="T17" fmla="*/ 372 h 734"/>
                    <a:gd name="T18" fmla="*/ 276 w 376"/>
                    <a:gd name="T19" fmla="*/ 381 h 734"/>
                    <a:gd name="T20" fmla="*/ 259 w 376"/>
                    <a:gd name="T21" fmla="*/ 396 h 734"/>
                    <a:gd name="T22" fmla="*/ 234 w 376"/>
                    <a:gd name="T23" fmla="*/ 415 h 734"/>
                    <a:gd name="T24" fmla="*/ 204 w 376"/>
                    <a:gd name="T25" fmla="*/ 445 h 734"/>
                    <a:gd name="T26" fmla="*/ 171 w 376"/>
                    <a:gd name="T27" fmla="*/ 493 h 734"/>
                    <a:gd name="T28" fmla="*/ 145 w 376"/>
                    <a:gd name="T29" fmla="*/ 555 h 734"/>
                    <a:gd name="T30" fmla="*/ 108 w 376"/>
                    <a:gd name="T31" fmla="*/ 597 h 734"/>
                    <a:gd name="T32" fmla="*/ 100 w 376"/>
                    <a:gd name="T33" fmla="*/ 658 h 734"/>
                    <a:gd name="T34" fmla="*/ 78 w 376"/>
                    <a:gd name="T35" fmla="*/ 687 h 734"/>
                    <a:gd name="T36" fmla="*/ 30 w 376"/>
                    <a:gd name="T37" fmla="*/ 724 h 734"/>
                    <a:gd name="T38" fmla="*/ 4 w 376"/>
                    <a:gd name="T39" fmla="*/ 726 h 734"/>
                    <a:gd name="T40" fmla="*/ 19 w 376"/>
                    <a:gd name="T41" fmla="*/ 649 h 734"/>
                    <a:gd name="T42" fmla="*/ 30 w 376"/>
                    <a:gd name="T43" fmla="*/ 556 h 734"/>
                    <a:gd name="T44" fmla="*/ 60 w 376"/>
                    <a:gd name="T45" fmla="*/ 481 h 734"/>
                    <a:gd name="T46" fmla="*/ 96 w 376"/>
                    <a:gd name="T47" fmla="*/ 418 h 734"/>
                    <a:gd name="T48" fmla="*/ 88 w 376"/>
                    <a:gd name="T49" fmla="*/ 358 h 734"/>
                    <a:gd name="T50" fmla="*/ 40 w 376"/>
                    <a:gd name="T51" fmla="*/ 309 h 734"/>
                    <a:gd name="T52" fmla="*/ 69 w 376"/>
                    <a:gd name="T53" fmla="*/ 280 h 734"/>
                    <a:gd name="T54" fmla="*/ 84 w 376"/>
                    <a:gd name="T55" fmla="*/ 195 h 734"/>
                    <a:gd name="T56" fmla="*/ 82 w 376"/>
                    <a:gd name="T57" fmla="*/ 130 h 734"/>
                    <a:gd name="T58" fmla="*/ 58 w 376"/>
                    <a:gd name="T59" fmla="*/ 72 h 734"/>
                    <a:gd name="T60" fmla="*/ 54 w 376"/>
                    <a:gd name="T61" fmla="*/ 45 h 734"/>
                    <a:gd name="T62" fmla="*/ 106 w 376"/>
                    <a:gd name="T63" fmla="*/ 40 h 734"/>
                    <a:gd name="T64" fmla="*/ 181 w 376"/>
                    <a:gd name="T65" fmla="*/ 60 h 734"/>
                    <a:gd name="T66" fmla="*/ 210 w 376"/>
                    <a:gd name="T67" fmla="*/ 72 h 734"/>
                    <a:gd name="T68" fmla="*/ 228 w 376"/>
                    <a:gd name="T69" fmla="*/ 55 h 734"/>
                    <a:gd name="T70" fmla="*/ 289 w 376"/>
                    <a:gd name="T71" fmla="*/ 0 h 7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76"/>
                    <a:gd name="T109" fmla="*/ 0 h 734"/>
                    <a:gd name="T110" fmla="*/ 376 w 376"/>
                    <a:gd name="T111" fmla="*/ 734 h 7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76" h="734">
                      <a:moveTo>
                        <a:pt x="289" y="0"/>
                      </a:moveTo>
                      <a:cubicBezTo>
                        <a:pt x="301" y="7"/>
                        <a:pt x="300" y="17"/>
                        <a:pt x="315" y="19"/>
                      </a:cubicBezTo>
                      <a:cubicBezTo>
                        <a:pt x="312" y="37"/>
                        <a:pt x="312" y="38"/>
                        <a:pt x="298" y="46"/>
                      </a:cubicBezTo>
                      <a:cubicBezTo>
                        <a:pt x="286" y="61"/>
                        <a:pt x="289" y="84"/>
                        <a:pt x="297" y="100"/>
                      </a:cubicBezTo>
                      <a:cubicBezTo>
                        <a:pt x="298" y="107"/>
                        <a:pt x="306" y="113"/>
                        <a:pt x="309" y="121"/>
                      </a:cubicBezTo>
                      <a:cubicBezTo>
                        <a:pt x="310" y="126"/>
                        <a:pt x="312" y="130"/>
                        <a:pt x="313" y="135"/>
                      </a:cubicBezTo>
                      <a:cubicBezTo>
                        <a:pt x="312" y="152"/>
                        <a:pt x="307" y="175"/>
                        <a:pt x="318" y="190"/>
                      </a:cubicBezTo>
                      <a:cubicBezTo>
                        <a:pt x="320" y="200"/>
                        <a:pt x="329" y="204"/>
                        <a:pt x="333" y="213"/>
                      </a:cubicBezTo>
                      <a:cubicBezTo>
                        <a:pt x="334" y="221"/>
                        <a:pt x="334" y="227"/>
                        <a:pt x="331" y="234"/>
                      </a:cubicBezTo>
                      <a:cubicBezTo>
                        <a:pt x="330" y="243"/>
                        <a:pt x="327" y="250"/>
                        <a:pt x="322" y="258"/>
                      </a:cubicBezTo>
                      <a:cubicBezTo>
                        <a:pt x="321" y="261"/>
                        <a:pt x="320" y="267"/>
                        <a:pt x="322" y="270"/>
                      </a:cubicBezTo>
                      <a:cubicBezTo>
                        <a:pt x="324" y="273"/>
                        <a:pt x="328" y="273"/>
                        <a:pt x="331" y="276"/>
                      </a:cubicBezTo>
                      <a:cubicBezTo>
                        <a:pt x="338" y="283"/>
                        <a:pt x="343" y="292"/>
                        <a:pt x="351" y="298"/>
                      </a:cubicBezTo>
                      <a:cubicBezTo>
                        <a:pt x="355" y="305"/>
                        <a:pt x="361" y="312"/>
                        <a:pt x="366" y="319"/>
                      </a:cubicBezTo>
                      <a:cubicBezTo>
                        <a:pt x="368" y="327"/>
                        <a:pt x="376" y="323"/>
                        <a:pt x="367" y="328"/>
                      </a:cubicBezTo>
                      <a:cubicBezTo>
                        <a:pt x="363" y="334"/>
                        <a:pt x="362" y="336"/>
                        <a:pt x="355" y="337"/>
                      </a:cubicBezTo>
                      <a:cubicBezTo>
                        <a:pt x="350" y="341"/>
                        <a:pt x="350" y="345"/>
                        <a:pt x="343" y="346"/>
                      </a:cubicBezTo>
                      <a:cubicBezTo>
                        <a:pt x="341" y="357"/>
                        <a:pt x="344" y="366"/>
                        <a:pt x="334" y="372"/>
                      </a:cubicBezTo>
                      <a:cubicBezTo>
                        <a:pt x="328" y="369"/>
                        <a:pt x="317" y="375"/>
                        <a:pt x="310" y="376"/>
                      </a:cubicBezTo>
                      <a:cubicBezTo>
                        <a:pt x="302" y="389"/>
                        <a:pt x="296" y="376"/>
                        <a:pt x="276" y="381"/>
                      </a:cubicBezTo>
                      <a:cubicBezTo>
                        <a:pt x="275" y="381"/>
                        <a:pt x="262" y="387"/>
                        <a:pt x="259" y="384"/>
                      </a:cubicBezTo>
                      <a:cubicBezTo>
                        <a:pt x="258" y="383"/>
                        <a:pt x="260" y="397"/>
                        <a:pt x="259" y="396"/>
                      </a:cubicBezTo>
                      <a:cubicBezTo>
                        <a:pt x="258" y="395"/>
                        <a:pt x="255" y="397"/>
                        <a:pt x="253" y="397"/>
                      </a:cubicBezTo>
                      <a:cubicBezTo>
                        <a:pt x="246" y="403"/>
                        <a:pt x="241" y="410"/>
                        <a:pt x="234" y="415"/>
                      </a:cubicBezTo>
                      <a:cubicBezTo>
                        <a:pt x="231" y="421"/>
                        <a:pt x="229" y="423"/>
                        <a:pt x="223" y="426"/>
                      </a:cubicBezTo>
                      <a:cubicBezTo>
                        <a:pt x="218" y="433"/>
                        <a:pt x="211" y="440"/>
                        <a:pt x="204" y="445"/>
                      </a:cubicBezTo>
                      <a:cubicBezTo>
                        <a:pt x="201" y="451"/>
                        <a:pt x="191" y="461"/>
                        <a:pt x="186" y="466"/>
                      </a:cubicBezTo>
                      <a:cubicBezTo>
                        <a:pt x="183" y="474"/>
                        <a:pt x="178" y="487"/>
                        <a:pt x="171" y="493"/>
                      </a:cubicBezTo>
                      <a:cubicBezTo>
                        <a:pt x="169" y="498"/>
                        <a:pt x="166" y="500"/>
                        <a:pt x="163" y="505"/>
                      </a:cubicBezTo>
                      <a:cubicBezTo>
                        <a:pt x="162" y="531"/>
                        <a:pt x="157" y="535"/>
                        <a:pt x="145" y="555"/>
                      </a:cubicBezTo>
                      <a:cubicBezTo>
                        <a:pt x="144" y="562"/>
                        <a:pt x="142" y="569"/>
                        <a:pt x="138" y="574"/>
                      </a:cubicBezTo>
                      <a:cubicBezTo>
                        <a:pt x="134" y="585"/>
                        <a:pt x="118" y="592"/>
                        <a:pt x="108" y="597"/>
                      </a:cubicBezTo>
                      <a:cubicBezTo>
                        <a:pt x="106" y="604"/>
                        <a:pt x="103" y="611"/>
                        <a:pt x="97" y="616"/>
                      </a:cubicBezTo>
                      <a:cubicBezTo>
                        <a:pt x="99" y="635"/>
                        <a:pt x="97" y="641"/>
                        <a:pt x="100" y="658"/>
                      </a:cubicBezTo>
                      <a:cubicBezTo>
                        <a:pt x="99" y="665"/>
                        <a:pt x="100" y="666"/>
                        <a:pt x="93" y="669"/>
                      </a:cubicBezTo>
                      <a:cubicBezTo>
                        <a:pt x="87" y="675"/>
                        <a:pt x="85" y="685"/>
                        <a:pt x="78" y="687"/>
                      </a:cubicBezTo>
                      <a:cubicBezTo>
                        <a:pt x="72" y="692"/>
                        <a:pt x="66" y="696"/>
                        <a:pt x="58" y="697"/>
                      </a:cubicBezTo>
                      <a:cubicBezTo>
                        <a:pt x="50" y="707"/>
                        <a:pt x="39" y="712"/>
                        <a:pt x="30" y="724"/>
                      </a:cubicBezTo>
                      <a:cubicBezTo>
                        <a:pt x="32" y="734"/>
                        <a:pt x="27" y="733"/>
                        <a:pt x="18" y="732"/>
                      </a:cubicBezTo>
                      <a:cubicBezTo>
                        <a:pt x="13" y="730"/>
                        <a:pt x="10" y="727"/>
                        <a:pt x="4" y="726"/>
                      </a:cubicBezTo>
                      <a:cubicBezTo>
                        <a:pt x="0" y="708"/>
                        <a:pt x="1" y="684"/>
                        <a:pt x="13" y="669"/>
                      </a:cubicBezTo>
                      <a:cubicBezTo>
                        <a:pt x="15" y="662"/>
                        <a:pt x="18" y="656"/>
                        <a:pt x="19" y="649"/>
                      </a:cubicBezTo>
                      <a:cubicBezTo>
                        <a:pt x="18" y="626"/>
                        <a:pt x="9" y="596"/>
                        <a:pt x="24" y="576"/>
                      </a:cubicBezTo>
                      <a:cubicBezTo>
                        <a:pt x="27" y="560"/>
                        <a:pt x="25" y="566"/>
                        <a:pt x="30" y="556"/>
                      </a:cubicBezTo>
                      <a:cubicBezTo>
                        <a:pt x="32" y="543"/>
                        <a:pt x="43" y="531"/>
                        <a:pt x="48" y="519"/>
                      </a:cubicBezTo>
                      <a:cubicBezTo>
                        <a:pt x="50" y="504"/>
                        <a:pt x="50" y="493"/>
                        <a:pt x="60" y="481"/>
                      </a:cubicBezTo>
                      <a:cubicBezTo>
                        <a:pt x="63" y="465"/>
                        <a:pt x="82" y="447"/>
                        <a:pt x="90" y="432"/>
                      </a:cubicBezTo>
                      <a:cubicBezTo>
                        <a:pt x="91" y="426"/>
                        <a:pt x="93" y="423"/>
                        <a:pt x="96" y="418"/>
                      </a:cubicBezTo>
                      <a:cubicBezTo>
                        <a:pt x="98" y="401"/>
                        <a:pt x="104" y="383"/>
                        <a:pt x="94" y="367"/>
                      </a:cubicBezTo>
                      <a:cubicBezTo>
                        <a:pt x="92" y="352"/>
                        <a:pt x="96" y="369"/>
                        <a:pt x="88" y="358"/>
                      </a:cubicBezTo>
                      <a:cubicBezTo>
                        <a:pt x="85" y="354"/>
                        <a:pt x="82" y="346"/>
                        <a:pt x="82" y="346"/>
                      </a:cubicBezTo>
                      <a:cubicBezTo>
                        <a:pt x="75" y="306"/>
                        <a:pt x="89" y="310"/>
                        <a:pt x="40" y="309"/>
                      </a:cubicBezTo>
                      <a:cubicBezTo>
                        <a:pt x="51" y="305"/>
                        <a:pt x="46" y="299"/>
                        <a:pt x="51" y="291"/>
                      </a:cubicBezTo>
                      <a:cubicBezTo>
                        <a:pt x="54" y="287"/>
                        <a:pt x="64" y="283"/>
                        <a:pt x="69" y="280"/>
                      </a:cubicBezTo>
                      <a:cubicBezTo>
                        <a:pt x="73" y="271"/>
                        <a:pt x="74" y="261"/>
                        <a:pt x="78" y="252"/>
                      </a:cubicBezTo>
                      <a:cubicBezTo>
                        <a:pt x="79" y="219"/>
                        <a:pt x="75" y="216"/>
                        <a:pt x="84" y="195"/>
                      </a:cubicBezTo>
                      <a:cubicBezTo>
                        <a:pt x="85" y="185"/>
                        <a:pt x="87" y="175"/>
                        <a:pt x="88" y="165"/>
                      </a:cubicBezTo>
                      <a:cubicBezTo>
                        <a:pt x="87" y="142"/>
                        <a:pt x="90" y="143"/>
                        <a:pt x="82" y="130"/>
                      </a:cubicBezTo>
                      <a:cubicBezTo>
                        <a:pt x="81" y="123"/>
                        <a:pt x="78" y="116"/>
                        <a:pt x="76" y="109"/>
                      </a:cubicBezTo>
                      <a:cubicBezTo>
                        <a:pt x="75" y="94"/>
                        <a:pt x="72" y="80"/>
                        <a:pt x="58" y="72"/>
                      </a:cubicBezTo>
                      <a:cubicBezTo>
                        <a:pt x="55" y="67"/>
                        <a:pt x="50" y="61"/>
                        <a:pt x="45" y="58"/>
                      </a:cubicBezTo>
                      <a:cubicBezTo>
                        <a:pt x="41" y="49"/>
                        <a:pt x="46" y="47"/>
                        <a:pt x="54" y="45"/>
                      </a:cubicBezTo>
                      <a:cubicBezTo>
                        <a:pt x="61" y="42"/>
                        <a:pt x="69" y="40"/>
                        <a:pt x="76" y="39"/>
                      </a:cubicBezTo>
                      <a:cubicBezTo>
                        <a:pt x="86" y="35"/>
                        <a:pt x="96" y="39"/>
                        <a:pt x="106" y="40"/>
                      </a:cubicBezTo>
                      <a:cubicBezTo>
                        <a:pt x="115" y="43"/>
                        <a:pt x="118" y="52"/>
                        <a:pt x="126" y="55"/>
                      </a:cubicBezTo>
                      <a:cubicBezTo>
                        <a:pt x="140" y="60"/>
                        <a:pt x="173" y="60"/>
                        <a:pt x="181" y="60"/>
                      </a:cubicBezTo>
                      <a:cubicBezTo>
                        <a:pt x="187" y="61"/>
                        <a:pt x="192" y="63"/>
                        <a:pt x="198" y="64"/>
                      </a:cubicBezTo>
                      <a:cubicBezTo>
                        <a:pt x="200" y="72"/>
                        <a:pt x="203" y="69"/>
                        <a:pt x="210" y="72"/>
                      </a:cubicBezTo>
                      <a:cubicBezTo>
                        <a:pt x="213" y="70"/>
                        <a:pt x="217" y="71"/>
                        <a:pt x="220" y="69"/>
                      </a:cubicBezTo>
                      <a:cubicBezTo>
                        <a:pt x="223" y="67"/>
                        <a:pt x="226" y="58"/>
                        <a:pt x="228" y="55"/>
                      </a:cubicBezTo>
                      <a:cubicBezTo>
                        <a:pt x="236" y="44"/>
                        <a:pt x="243" y="37"/>
                        <a:pt x="256" y="31"/>
                      </a:cubicBezTo>
                      <a:cubicBezTo>
                        <a:pt x="264" y="20"/>
                        <a:pt x="279" y="10"/>
                        <a:pt x="289" y="0"/>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8" name="Freeform 11">
                  <a:extLst>
                    <a:ext uri="{FF2B5EF4-FFF2-40B4-BE49-F238E27FC236}">
                      <a16:creationId xmlns:a16="http://schemas.microsoft.com/office/drawing/2014/main" id="{4BDEC13E-08CC-3D57-9BBC-4958D6DC0639}"/>
                    </a:ext>
                  </a:extLst>
                </p:cNvPr>
                <p:cNvSpPr>
                  <a:spLocks/>
                </p:cNvSpPr>
                <p:nvPr/>
              </p:nvSpPr>
              <p:spPr bwMode="auto">
                <a:xfrm>
                  <a:off x="7526532" y="4836815"/>
                  <a:ext cx="861094" cy="782060"/>
                </a:xfrm>
                <a:custGeom>
                  <a:avLst/>
                  <a:gdLst>
                    <a:gd name="T0" fmla="*/ 33 w 534"/>
                    <a:gd name="T1" fmla="*/ 39 h 485"/>
                    <a:gd name="T2" fmla="*/ 56 w 534"/>
                    <a:gd name="T3" fmla="*/ 58 h 485"/>
                    <a:gd name="T4" fmla="*/ 83 w 534"/>
                    <a:gd name="T5" fmla="*/ 70 h 485"/>
                    <a:gd name="T6" fmla="*/ 101 w 534"/>
                    <a:gd name="T7" fmla="*/ 85 h 485"/>
                    <a:gd name="T8" fmla="*/ 113 w 534"/>
                    <a:gd name="T9" fmla="*/ 79 h 485"/>
                    <a:gd name="T10" fmla="*/ 128 w 534"/>
                    <a:gd name="T11" fmla="*/ 54 h 485"/>
                    <a:gd name="T12" fmla="*/ 140 w 534"/>
                    <a:gd name="T13" fmla="*/ 42 h 485"/>
                    <a:gd name="T14" fmla="*/ 146 w 534"/>
                    <a:gd name="T15" fmla="*/ 36 h 485"/>
                    <a:gd name="T16" fmla="*/ 155 w 534"/>
                    <a:gd name="T17" fmla="*/ 43 h 485"/>
                    <a:gd name="T18" fmla="*/ 195 w 534"/>
                    <a:gd name="T19" fmla="*/ 48 h 485"/>
                    <a:gd name="T20" fmla="*/ 245 w 534"/>
                    <a:gd name="T21" fmla="*/ 42 h 485"/>
                    <a:gd name="T22" fmla="*/ 281 w 534"/>
                    <a:gd name="T23" fmla="*/ 9 h 485"/>
                    <a:gd name="T24" fmla="*/ 296 w 534"/>
                    <a:gd name="T25" fmla="*/ 12 h 485"/>
                    <a:gd name="T26" fmla="*/ 330 w 534"/>
                    <a:gd name="T27" fmla="*/ 40 h 485"/>
                    <a:gd name="T28" fmla="*/ 374 w 534"/>
                    <a:gd name="T29" fmla="*/ 48 h 485"/>
                    <a:gd name="T30" fmla="*/ 405 w 534"/>
                    <a:gd name="T31" fmla="*/ 40 h 485"/>
                    <a:gd name="T32" fmla="*/ 434 w 534"/>
                    <a:gd name="T33" fmla="*/ 16 h 485"/>
                    <a:gd name="T34" fmla="*/ 455 w 534"/>
                    <a:gd name="T35" fmla="*/ 27 h 485"/>
                    <a:gd name="T36" fmla="*/ 473 w 534"/>
                    <a:gd name="T37" fmla="*/ 75 h 485"/>
                    <a:gd name="T38" fmla="*/ 482 w 534"/>
                    <a:gd name="T39" fmla="*/ 108 h 485"/>
                    <a:gd name="T40" fmla="*/ 488 w 534"/>
                    <a:gd name="T41" fmla="*/ 144 h 485"/>
                    <a:gd name="T42" fmla="*/ 494 w 534"/>
                    <a:gd name="T43" fmla="*/ 175 h 485"/>
                    <a:gd name="T44" fmla="*/ 498 w 534"/>
                    <a:gd name="T45" fmla="*/ 205 h 485"/>
                    <a:gd name="T46" fmla="*/ 503 w 534"/>
                    <a:gd name="T47" fmla="*/ 217 h 485"/>
                    <a:gd name="T48" fmla="*/ 515 w 534"/>
                    <a:gd name="T49" fmla="*/ 241 h 485"/>
                    <a:gd name="T50" fmla="*/ 521 w 534"/>
                    <a:gd name="T51" fmla="*/ 259 h 485"/>
                    <a:gd name="T52" fmla="*/ 525 w 534"/>
                    <a:gd name="T53" fmla="*/ 282 h 485"/>
                    <a:gd name="T54" fmla="*/ 513 w 534"/>
                    <a:gd name="T55" fmla="*/ 333 h 485"/>
                    <a:gd name="T56" fmla="*/ 492 w 534"/>
                    <a:gd name="T57" fmla="*/ 318 h 485"/>
                    <a:gd name="T58" fmla="*/ 431 w 534"/>
                    <a:gd name="T59" fmla="*/ 331 h 485"/>
                    <a:gd name="T60" fmla="*/ 405 w 534"/>
                    <a:gd name="T61" fmla="*/ 361 h 485"/>
                    <a:gd name="T62" fmla="*/ 399 w 534"/>
                    <a:gd name="T63" fmla="*/ 393 h 485"/>
                    <a:gd name="T64" fmla="*/ 404 w 534"/>
                    <a:gd name="T65" fmla="*/ 412 h 485"/>
                    <a:gd name="T66" fmla="*/ 410 w 534"/>
                    <a:gd name="T67" fmla="*/ 444 h 485"/>
                    <a:gd name="T68" fmla="*/ 387 w 534"/>
                    <a:gd name="T69" fmla="*/ 478 h 485"/>
                    <a:gd name="T70" fmla="*/ 356 w 534"/>
                    <a:gd name="T71" fmla="*/ 481 h 485"/>
                    <a:gd name="T72" fmla="*/ 336 w 534"/>
                    <a:gd name="T73" fmla="*/ 438 h 485"/>
                    <a:gd name="T74" fmla="*/ 324 w 534"/>
                    <a:gd name="T75" fmla="*/ 423 h 485"/>
                    <a:gd name="T76" fmla="*/ 309 w 534"/>
                    <a:gd name="T77" fmla="*/ 411 h 485"/>
                    <a:gd name="T78" fmla="*/ 297 w 534"/>
                    <a:gd name="T79" fmla="*/ 402 h 485"/>
                    <a:gd name="T80" fmla="*/ 288 w 534"/>
                    <a:gd name="T81" fmla="*/ 384 h 485"/>
                    <a:gd name="T82" fmla="*/ 270 w 534"/>
                    <a:gd name="T83" fmla="*/ 360 h 485"/>
                    <a:gd name="T84" fmla="*/ 255 w 534"/>
                    <a:gd name="T85" fmla="*/ 354 h 485"/>
                    <a:gd name="T86" fmla="*/ 234 w 534"/>
                    <a:gd name="T87" fmla="*/ 345 h 485"/>
                    <a:gd name="T88" fmla="*/ 218 w 534"/>
                    <a:gd name="T89" fmla="*/ 340 h 485"/>
                    <a:gd name="T90" fmla="*/ 164 w 534"/>
                    <a:gd name="T91" fmla="*/ 342 h 485"/>
                    <a:gd name="T92" fmla="*/ 155 w 534"/>
                    <a:gd name="T93" fmla="*/ 355 h 485"/>
                    <a:gd name="T94" fmla="*/ 126 w 534"/>
                    <a:gd name="T95" fmla="*/ 376 h 485"/>
                    <a:gd name="T96" fmla="*/ 120 w 534"/>
                    <a:gd name="T97" fmla="*/ 390 h 485"/>
                    <a:gd name="T98" fmla="*/ 108 w 534"/>
                    <a:gd name="T99" fmla="*/ 420 h 485"/>
                    <a:gd name="T100" fmla="*/ 87 w 534"/>
                    <a:gd name="T101" fmla="*/ 408 h 485"/>
                    <a:gd name="T102" fmla="*/ 72 w 534"/>
                    <a:gd name="T103" fmla="*/ 393 h 485"/>
                    <a:gd name="T104" fmla="*/ 86 w 534"/>
                    <a:gd name="T105" fmla="*/ 369 h 485"/>
                    <a:gd name="T106" fmla="*/ 111 w 534"/>
                    <a:gd name="T107" fmla="*/ 342 h 485"/>
                    <a:gd name="T108" fmla="*/ 105 w 534"/>
                    <a:gd name="T109" fmla="*/ 280 h 485"/>
                    <a:gd name="T110" fmla="*/ 96 w 534"/>
                    <a:gd name="T111" fmla="*/ 261 h 485"/>
                    <a:gd name="T112" fmla="*/ 78 w 534"/>
                    <a:gd name="T113" fmla="*/ 208 h 485"/>
                    <a:gd name="T114" fmla="*/ 66 w 534"/>
                    <a:gd name="T115" fmla="*/ 189 h 485"/>
                    <a:gd name="T116" fmla="*/ 9 w 534"/>
                    <a:gd name="T117" fmla="*/ 165 h 485"/>
                    <a:gd name="T118" fmla="*/ 2 w 534"/>
                    <a:gd name="T119" fmla="*/ 132 h 485"/>
                    <a:gd name="T120" fmla="*/ 2 w 534"/>
                    <a:gd name="T121" fmla="*/ 82 h 485"/>
                    <a:gd name="T122" fmla="*/ 9 w 534"/>
                    <a:gd name="T123" fmla="*/ 54 h 485"/>
                    <a:gd name="T124" fmla="*/ 33 w 534"/>
                    <a:gd name="T125" fmla="*/ 39 h 48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34"/>
                    <a:gd name="T190" fmla="*/ 0 h 485"/>
                    <a:gd name="T191" fmla="*/ 534 w 534"/>
                    <a:gd name="T192" fmla="*/ 485 h 48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34" h="485">
                      <a:moveTo>
                        <a:pt x="33" y="39"/>
                      </a:moveTo>
                      <a:cubicBezTo>
                        <a:pt x="46" y="42"/>
                        <a:pt x="44" y="56"/>
                        <a:pt x="56" y="58"/>
                      </a:cubicBezTo>
                      <a:cubicBezTo>
                        <a:pt x="71" y="66"/>
                        <a:pt x="72" y="56"/>
                        <a:pt x="83" y="70"/>
                      </a:cubicBezTo>
                      <a:cubicBezTo>
                        <a:pt x="85" y="79"/>
                        <a:pt x="92" y="83"/>
                        <a:pt x="101" y="85"/>
                      </a:cubicBezTo>
                      <a:cubicBezTo>
                        <a:pt x="108" y="90"/>
                        <a:pt x="109" y="85"/>
                        <a:pt x="113" y="79"/>
                      </a:cubicBezTo>
                      <a:cubicBezTo>
                        <a:pt x="115" y="70"/>
                        <a:pt x="118" y="56"/>
                        <a:pt x="128" y="54"/>
                      </a:cubicBezTo>
                      <a:cubicBezTo>
                        <a:pt x="132" y="48"/>
                        <a:pt x="136" y="47"/>
                        <a:pt x="140" y="42"/>
                      </a:cubicBezTo>
                      <a:cubicBezTo>
                        <a:pt x="141" y="39"/>
                        <a:pt x="140" y="33"/>
                        <a:pt x="146" y="36"/>
                      </a:cubicBezTo>
                      <a:cubicBezTo>
                        <a:pt x="149" y="37"/>
                        <a:pt x="155" y="43"/>
                        <a:pt x="155" y="43"/>
                      </a:cubicBezTo>
                      <a:cubicBezTo>
                        <a:pt x="163" y="56"/>
                        <a:pt x="183" y="48"/>
                        <a:pt x="195" y="48"/>
                      </a:cubicBezTo>
                      <a:cubicBezTo>
                        <a:pt x="212" y="41"/>
                        <a:pt x="224" y="43"/>
                        <a:pt x="245" y="42"/>
                      </a:cubicBezTo>
                      <a:cubicBezTo>
                        <a:pt x="255" y="26"/>
                        <a:pt x="260" y="13"/>
                        <a:pt x="281" y="9"/>
                      </a:cubicBezTo>
                      <a:cubicBezTo>
                        <a:pt x="287" y="0"/>
                        <a:pt x="289" y="9"/>
                        <a:pt x="296" y="12"/>
                      </a:cubicBezTo>
                      <a:cubicBezTo>
                        <a:pt x="304" y="27"/>
                        <a:pt x="312" y="38"/>
                        <a:pt x="330" y="40"/>
                      </a:cubicBezTo>
                      <a:cubicBezTo>
                        <a:pt x="344" y="45"/>
                        <a:pt x="359" y="44"/>
                        <a:pt x="374" y="48"/>
                      </a:cubicBezTo>
                      <a:cubicBezTo>
                        <a:pt x="385" y="46"/>
                        <a:pt x="395" y="45"/>
                        <a:pt x="405" y="40"/>
                      </a:cubicBezTo>
                      <a:cubicBezTo>
                        <a:pt x="412" y="30"/>
                        <a:pt x="423" y="23"/>
                        <a:pt x="434" y="16"/>
                      </a:cubicBezTo>
                      <a:cubicBezTo>
                        <a:pt x="450" y="18"/>
                        <a:pt x="450" y="15"/>
                        <a:pt x="455" y="27"/>
                      </a:cubicBezTo>
                      <a:cubicBezTo>
                        <a:pt x="457" y="48"/>
                        <a:pt x="463" y="58"/>
                        <a:pt x="473" y="75"/>
                      </a:cubicBezTo>
                      <a:cubicBezTo>
                        <a:pt x="474" y="86"/>
                        <a:pt x="478" y="97"/>
                        <a:pt x="482" y="108"/>
                      </a:cubicBezTo>
                      <a:cubicBezTo>
                        <a:pt x="483" y="120"/>
                        <a:pt x="485" y="132"/>
                        <a:pt x="488" y="144"/>
                      </a:cubicBezTo>
                      <a:cubicBezTo>
                        <a:pt x="489" y="154"/>
                        <a:pt x="491" y="165"/>
                        <a:pt x="494" y="175"/>
                      </a:cubicBezTo>
                      <a:cubicBezTo>
                        <a:pt x="495" y="185"/>
                        <a:pt x="495" y="196"/>
                        <a:pt x="498" y="205"/>
                      </a:cubicBezTo>
                      <a:cubicBezTo>
                        <a:pt x="499" y="209"/>
                        <a:pt x="503" y="217"/>
                        <a:pt x="503" y="217"/>
                      </a:cubicBezTo>
                      <a:cubicBezTo>
                        <a:pt x="505" y="226"/>
                        <a:pt x="510" y="234"/>
                        <a:pt x="515" y="241"/>
                      </a:cubicBezTo>
                      <a:cubicBezTo>
                        <a:pt x="516" y="247"/>
                        <a:pt x="518" y="253"/>
                        <a:pt x="521" y="259"/>
                      </a:cubicBezTo>
                      <a:cubicBezTo>
                        <a:pt x="523" y="268"/>
                        <a:pt x="524" y="271"/>
                        <a:pt x="525" y="282"/>
                      </a:cubicBezTo>
                      <a:cubicBezTo>
                        <a:pt x="524" y="319"/>
                        <a:pt x="534" y="321"/>
                        <a:pt x="513" y="333"/>
                      </a:cubicBezTo>
                      <a:cubicBezTo>
                        <a:pt x="500" y="330"/>
                        <a:pt x="499" y="328"/>
                        <a:pt x="492" y="318"/>
                      </a:cubicBezTo>
                      <a:cubicBezTo>
                        <a:pt x="460" y="319"/>
                        <a:pt x="457" y="327"/>
                        <a:pt x="431" y="331"/>
                      </a:cubicBezTo>
                      <a:cubicBezTo>
                        <a:pt x="424" y="342"/>
                        <a:pt x="411" y="349"/>
                        <a:pt x="405" y="361"/>
                      </a:cubicBezTo>
                      <a:cubicBezTo>
                        <a:pt x="403" y="372"/>
                        <a:pt x="399" y="393"/>
                        <a:pt x="399" y="393"/>
                      </a:cubicBezTo>
                      <a:cubicBezTo>
                        <a:pt x="402" y="409"/>
                        <a:pt x="400" y="403"/>
                        <a:pt x="404" y="412"/>
                      </a:cubicBezTo>
                      <a:cubicBezTo>
                        <a:pt x="406" y="423"/>
                        <a:pt x="409" y="431"/>
                        <a:pt x="410" y="444"/>
                      </a:cubicBezTo>
                      <a:cubicBezTo>
                        <a:pt x="408" y="461"/>
                        <a:pt x="405" y="475"/>
                        <a:pt x="387" y="478"/>
                      </a:cubicBezTo>
                      <a:cubicBezTo>
                        <a:pt x="373" y="485"/>
                        <a:pt x="379" y="483"/>
                        <a:pt x="356" y="481"/>
                      </a:cubicBezTo>
                      <a:cubicBezTo>
                        <a:pt x="355" y="457"/>
                        <a:pt x="359" y="443"/>
                        <a:pt x="336" y="438"/>
                      </a:cubicBezTo>
                      <a:cubicBezTo>
                        <a:pt x="332" y="432"/>
                        <a:pt x="330" y="427"/>
                        <a:pt x="324" y="423"/>
                      </a:cubicBezTo>
                      <a:cubicBezTo>
                        <a:pt x="323" y="416"/>
                        <a:pt x="316" y="412"/>
                        <a:pt x="309" y="411"/>
                      </a:cubicBezTo>
                      <a:cubicBezTo>
                        <a:pt x="304" y="408"/>
                        <a:pt x="300" y="407"/>
                        <a:pt x="297" y="402"/>
                      </a:cubicBezTo>
                      <a:cubicBezTo>
                        <a:pt x="296" y="396"/>
                        <a:pt x="292" y="389"/>
                        <a:pt x="288" y="384"/>
                      </a:cubicBezTo>
                      <a:cubicBezTo>
                        <a:pt x="286" y="372"/>
                        <a:pt x="282" y="362"/>
                        <a:pt x="270" y="360"/>
                      </a:cubicBezTo>
                      <a:cubicBezTo>
                        <a:pt x="265" y="357"/>
                        <a:pt x="261" y="355"/>
                        <a:pt x="255" y="354"/>
                      </a:cubicBezTo>
                      <a:cubicBezTo>
                        <a:pt x="248" y="349"/>
                        <a:pt x="242" y="346"/>
                        <a:pt x="234" y="345"/>
                      </a:cubicBezTo>
                      <a:cubicBezTo>
                        <a:pt x="229" y="342"/>
                        <a:pt x="223" y="342"/>
                        <a:pt x="218" y="340"/>
                      </a:cubicBezTo>
                      <a:cubicBezTo>
                        <a:pt x="200" y="341"/>
                        <a:pt x="182" y="340"/>
                        <a:pt x="164" y="342"/>
                      </a:cubicBezTo>
                      <a:cubicBezTo>
                        <a:pt x="162" y="342"/>
                        <a:pt x="157" y="353"/>
                        <a:pt x="155" y="355"/>
                      </a:cubicBezTo>
                      <a:cubicBezTo>
                        <a:pt x="148" y="363"/>
                        <a:pt x="135" y="371"/>
                        <a:pt x="126" y="376"/>
                      </a:cubicBezTo>
                      <a:cubicBezTo>
                        <a:pt x="125" y="382"/>
                        <a:pt x="122" y="385"/>
                        <a:pt x="120" y="390"/>
                      </a:cubicBezTo>
                      <a:cubicBezTo>
                        <a:pt x="119" y="403"/>
                        <a:pt x="122" y="415"/>
                        <a:pt x="108" y="420"/>
                      </a:cubicBezTo>
                      <a:cubicBezTo>
                        <a:pt x="97" y="418"/>
                        <a:pt x="96" y="413"/>
                        <a:pt x="87" y="408"/>
                      </a:cubicBezTo>
                      <a:cubicBezTo>
                        <a:pt x="85" y="400"/>
                        <a:pt x="79" y="397"/>
                        <a:pt x="72" y="393"/>
                      </a:cubicBezTo>
                      <a:cubicBezTo>
                        <a:pt x="65" y="381"/>
                        <a:pt x="76" y="374"/>
                        <a:pt x="86" y="369"/>
                      </a:cubicBezTo>
                      <a:cubicBezTo>
                        <a:pt x="94" y="359"/>
                        <a:pt x="103" y="352"/>
                        <a:pt x="111" y="342"/>
                      </a:cubicBezTo>
                      <a:cubicBezTo>
                        <a:pt x="110" y="266"/>
                        <a:pt x="116" y="308"/>
                        <a:pt x="105" y="280"/>
                      </a:cubicBezTo>
                      <a:cubicBezTo>
                        <a:pt x="104" y="273"/>
                        <a:pt x="100" y="267"/>
                        <a:pt x="96" y="261"/>
                      </a:cubicBezTo>
                      <a:cubicBezTo>
                        <a:pt x="91" y="235"/>
                        <a:pt x="91" y="230"/>
                        <a:pt x="78" y="208"/>
                      </a:cubicBezTo>
                      <a:cubicBezTo>
                        <a:pt x="77" y="201"/>
                        <a:pt x="72" y="193"/>
                        <a:pt x="66" y="189"/>
                      </a:cubicBezTo>
                      <a:cubicBezTo>
                        <a:pt x="52" y="166"/>
                        <a:pt x="34" y="166"/>
                        <a:pt x="9" y="165"/>
                      </a:cubicBezTo>
                      <a:cubicBezTo>
                        <a:pt x="0" y="160"/>
                        <a:pt x="3" y="141"/>
                        <a:pt x="2" y="132"/>
                      </a:cubicBezTo>
                      <a:cubicBezTo>
                        <a:pt x="3" y="113"/>
                        <a:pt x="5" y="100"/>
                        <a:pt x="2" y="82"/>
                      </a:cubicBezTo>
                      <a:cubicBezTo>
                        <a:pt x="3" y="76"/>
                        <a:pt x="3" y="58"/>
                        <a:pt x="9" y="54"/>
                      </a:cubicBezTo>
                      <a:cubicBezTo>
                        <a:pt x="16" y="49"/>
                        <a:pt x="26" y="46"/>
                        <a:pt x="33" y="39"/>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49" name="Freeform 12">
                  <a:extLst>
                    <a:ext uri="{FF2B5EF4-FFF2-40B4-BE49-F238E27FC236}">
                      <a16:creationId xmlns:a16="http://schemas.microsoft.com/office/drawing/2014/main" id="{2DE4C7A8-FB61-1072-C9F4-5E1E57B50EF0}"/>
                    </a:ext>
                  </a:extLst>
                </p:cNvPr>
                <p:cNvSpPr>
                  <a:spLocks/>
                </p:cNvSpPr>
                <p:nvPr/>
              </p:nvSpPr>
              <p:spPr bwMode="auto">
                <a:xfrm>
                  <a:off x="7444293" y="4319204"/>
                  <a:ext cx="867544" cy="654673"/>
                </a:xfrm>
                <a:custGeom>
                  <a:avLst/>
                  <a:gdLst>
                    <a:gd name="T0" fmla="*/ 29 w 538"/>
                    <a:gd name="T1" fmla="*/ 49 h 406"/>
                    <a:gd name="T2" fmla="*/ 50 w 538"/>
                    <a:gd name="T3" fmla="*/ 42 h 406"/>
                    <a:gd name="T4" fmla="*/ 68 w 538"/>
                    <a:gd name="T5" fmla="*/ 33 h 406"/>
                    <a:gd name="T6" fmla="*/ 86 w 538"/>
                    <a:gd name="T7" fmla="*/ 27 h 406"/>
                    <a:gd name="T8" fmla="*/ 153 w 538"/>
                    <a:gd name="T9" fmla="*/ 18 h 406"/>
                    <a:gd name="T10" fmla="*/ 218 w 538"/>
                    <a:gd name="T11" fmla="*/ 12 h 406"/>
                    <a:gd name="T12" fmla="*/ 249 w 538"/>
                    <a:gd name="T13" fmla="*/ 3 h 406"/>
                    <a:gd name="T14" fmla="*/ 266 w 538"/>
                    <a:gd name="T15" fmla="*/ 1 h 406"/>
                    <a:gd name="T16" fmla="*/ 261 w 538"/>
                    <a:gd name="T17" fmla="*/ 19 h 406"/>
                    <a:gd name="T18" fmla="*/ 269 w 538"/>
                    <a:gd name="T19" fmla="*/ 39 h 406"/>
                    <a:gd name="T20" fmla="*/ 290 w 538"/>
                    <a:gd name="T21" fmla="*/ 57 h 406"/>
                    <a:gd name="T22" fmla="*/ 302 w 538"/>
                    <a:gd name="T23" fmla="*/ 105 h 406"/>
                    <a:gd name="T24" fmla="*/ 320 w 538"/>
                    <a:gd name="T25" fmla="*/ 121 h 406"/>
                    <a:gd name="T26" fmla="*/ 335 w 538"/>
                    <a:gd name="T27" fmla="*/ 130 h 406"/>
                    <a:gd name="T28" fmla="*/ 360 w 538"/>
                    <a:gd name="T29" fmla="*/ 139 h 406"/>
                    <a:gd name="T30" fmla="*/ 396 w 538"/>
                    <a:gd name="T31" fmla="*/ 132 h 406"/>
                    <a:gd name="T32" fmla="*/ 422 w 538"/>
                    <a:gd name="T33" fmla="*/ 139 h 406"/>
                    <a:gd name="T34" fmla="*/ 443 w 538"/>
                    <a:gd name="T35" fmla="*/ 144 h 406"/>
                    <a:gd name="T36" fmla="*/ 455 w 538"/>
                    <a:gd name="T37" fmla="*/ 157 h 406"/>
                    <a:gd name="T38" fmla="*/ 455 w 538"/>
                    <a:gd name="T39" fmla="*/ 180 h 406"/>
                    <a:gd name="T40" fmla="*/ 486 w 538"/>
                    <a:gd name="T41" fmla="*/ 196 h 406"/>
                    <a:gd name="T42" fmla="*/ 522 w 538"/>
                    <a:gd name="T43" fmla="*/ 204 h 406"/>
                    <a:gd name="T44" fmla="*/ 516 w 538"/>
                    <a:gd name="T45" fmla="*/ 214 h 406"/>
                    <a:gd name="T46" fmla="*/ 518 w 538"/>
                    <a:gd name="T47" fmla="*/ 252 h 406"/>
                    <a:gd name="T48" fmla="*/ 527 w 538"/>
                    <a:gd name="T49" fmla="*/ 265 h 406"/>
                    <a:gd name="T50" fmla="*/ 534 w 538"/>
                    <a:gd name="T51" fmla="*/ 277 h 406"/>
                    <a:gd name="T52" fmla="*/ 510 w 538"/>
                    <a:gd name="T53" fmla="*/ 333 h 406"/>
                    <a:gd name="T54" fmla="*/ 498 w 538"/>
                    <a:gd name="T55" fmla="*/ 337 h 406"/>
                    <a:gd name="T56" fmla="*/ 447 w 538"/>
                    <a:gd name="T57" fmla="*/ 361 h 406"/>
                    <a:gd name="T58" fmla="*/ 428 w 538"/>
                    <a:gd name="T59" fmla="*/ 367 h 406"/>
                    <a:gd name="T60" fmla="*/ 363 w 538"/>
                    <a:gd name="T61" fmla="*/ 360 h 406"/>
                    <a:gd name="T62" fmla="*/ 351 w 538"/>
                    <a:gd name="T63" fmla="*/ 343 h 406"/>
                    <a:gd name="T64" fmla="*/ 336 w 538"/>
                    <a:gd name="T65" fmla="*/ 330 h 406"/>
                    <a:gd name="T66" fmla="*/ 318 w 538"/>
                    <a:gd name="T67" fmla="*/ 339 h 406"/>
                    <a:gd name="T68" fmla="*/ 308 w 538"/>
                    <a:gd name="T69" fmla="*/ 351 h 406"/>
                    <a:gd name="T70" fmla="*/ 266 w 538"/>
                    <a:gd name="T71" fmla="*/ 370 h 406"/>
                    <a:gd name="T72" fmla="*/ 251 w 538"/>
                    <a:gd name="T73" fmla="*/ 373 h 406"/>
                    <a:gd name="T74" fmla="*/ 233 w 538"/>
                    <a:gd name="T75" fmla="*/ 376 h 406"/>
                    <a:gd name="T76" fmla="*/ 203 w 538"/>
                    <a:gd name="T77" fmla="*/ 363 h 406"/>
                    <a:gd name="T78" fmla="*/ 189 w 538"/>
                    <a:gd name="T79" fmla="*/ 369 h 406"/>
                    <a:gd name="T80" fmla="*/ 176 w 538"/>
                    <a:gd name="T81" fmla="*/ 378 h 406"/>
                    <a:gd name="T82" fmla="*/ 168 w 538"/>
                    <a:gd name="T83" fmla="*/ 391 h 406"/>
                    <a:gd name="T84" fmla="*/ 153 w 538"/>
                    <a:gd name="T85" fmla="*/ 406 h 406"/>
                    <a:gd name="T86" fmla="*/ 138 w 538"/>
                    <a:gd name="T87" fmla="*/ 397 h 406"/>
                    <a:gd name="T88" fmla="*/ 126 w 538"/>
                    <a:gd name="T89" fmla="*/ 387 h 406"/>
                    <a:gd name="T90" fmla="*/ 104 w 538"/>
                    <a:gd name="T91" fmla="*/ 376 h 406"/>
                    <a:gd name="T92" fmla="*/ 99 w 538"/>
                    <a:gd name="T93" fmla="*/ 367 h 406"/>
                    <a:gd name="T94" fmla="*/ 81 w 538"/>
                    <a:gd name="T95" fmla="*/ 355 h 406"/>
                    <a:gd name="T96" fmla="*/ 63 w 538"/>
                    <a:gd name="T97" fmla="*/ 334 h 406"/>
                    <a:gd name="T98" fmla="*/ 50 w 538"/>
                    <a:gd name="T99" fmla="*/ 318 h 406"/>
                    <a:gd name="T100" fmla="*/ 39 w 538"/>
                    <a:gd name="T101" fmla="*/ 306 h 406"/>
                    <a:gd name="T102" fmla="*/ 32 w 538"/>
                    <a:gd name="T103" fmla="*/ 295 h 406"/>
                    <a:gd name="T104" fmla="*/ 42 w 538"/>
                    <a:gd name="T105" fmla="*/ 271 h 406"/>
                    <a:gd name="T106" fmla="*/ 42 w 538"/>
                    <a:gd name="T107" fmla="*/ 241 h 406"/>
                    <a:gd name="T108" fmla="*/ 33 w 538"/>
                    <a:gd name="T109" fmla="*/ 228 h 406"/>
                    <a:gd name="T110" fmla="*/ 20 w 538"/>
                    <a:gd name="T111" fmla="*/ 213 h 406"/>
                    <a:gd name="T112" fmla="*/ 15 w 538"/>
                    <a:gd name="T113" fmla="*/ 147 h 406"/>
                    <a:gd name="T114" fmla="*/ 6 w 538"/>
                    <a:gd name="T115" fmla="*/ 129 h 406"/>
                    <a:gd name="T116" fmla="*/ 2 w 538"/>
                    <a:gd name="T117" fmla="*/ 115 h 406"/>
                    <a:gd name="T118" fmla="*/ 12 w 538"/>
                    <a:gd name="T119" fmla="*/ 75 h 406"/>
                    <a:gd name="T120" fmla="*/ 26 w 538"/>
                    <a:gd name="T121" fmla="*/ 60 h 406"/>
                    <a:gd name="T122" fmla="*/ 29 w 538"/>
                    <a:gd name="T123" fmla="*/ 49 h 40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38"/>
                    <a:gd name="T187" fmla="*/ 0 h 406"/>
                    <a:gd name="T188" fmla="*/ 538 w 538"/>
                    <a:gd name="T189" fmla="*/ 406 h 40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38" h="406">
                      <a:moveTo>
                        <a:pt x="29" y="49"/>
                      </a:moveTo>
                      <a:cubicBezTo>
                        <a:pt x="37" y="48"/>
                        <a:pt x="42" y="44"/>
                        <a:pt x="50" y="42"/>
                      </a:cubicBezTo>
                      <a:cubicBezTo>
                        <a:pt x="56" y="38"/>
                        <a:pt x="61" y="34"/>
                        <a:pt x="68" y="33"/>
                      </a:cubicBezTo>
                      <a:cubicBezTo>
                        <a:pt x="74" y="30"/>
                        <a:pt x="80" y="28"/>
                        <a:pt x="86" y="27"/>
                      </a:cubicBezTo>
                      <a:cubicBezTo>
                        <a:pt x="112" y="14"/>
                        <a:pt x="99" y="19"/>
                        <a:pt x="153" y="18"/>
                      </a:cubicBezTo>
                      <a:cubicBezTo>
                        <a:pt x="175" y="15"/>
                        <a:pt x="197" y="16"/>
                        <a:pt x="218" y="12"/>
                      </a:cubicBezTo>
                      <a:cubicBezTo>
                        <a:pt x="227" y="5"/>
                        <a:pt x="238" y="5"/>
                        <a:pt x="249" y="3"/>
                      </a:cubicBezTo>
                      <a:cubicBezTo>
                        <a:pt x="255" y="0"/>
                        <a:pt x="259" y="0"/>
                        <a:pt x="266" y="1"/>
                      </a:cubicBezTo>
                      <a:cubicBezTo>
                        <a:pt x="264" y="7"/>
                        <a:pt x="263" y="13"/>
                        <a:pt x="261" y="19"/>
                      </a:cubicBezTo>
                      <a:cubicBezTo>
                        <a:pt x="263" y="29"/>
                        <a:pt x="261" y="34"/>
                        <a:pt x="269" y="39"/>
                      </a:cubicBezTo>
                      <a:cubicBezTo>
                        <a:pt x="276" y="48"/>
                        <a:pt x="281" y="51"/>
                        <a:pt x="290" y="57"/>
                      </a:cubicBezTo>
                      <a:cubicBezTo>
                        <a:pt x="302" y="72"/>
                        <a:pt x="282" y="97"/>
                        <a:pt x="302" y="105"/>
                      </a:cubicBezTo>
                      <a:cubicBezTo>
                        <a:pt x="308" y="111"/>
                        <a:pt x="313" y="117"/>
                        <a:pt x="320" y="121"/>
                      </a:cubicBezTo>
                      <a:cubicBezTo>
                        <a:pt x="325" y="127"/>
                        <a:pt x="327" y="129"/>
                        <a:pt x="335" y="130"/>
                      </a:cubicBezTo>
                      <a:cubicBezTo>
                        <a:pt x="342" y="134"/>
                        <a:pt x="352" y="138"/>
                        <a:pt x="360" y="139"/>
                      </a:cubicBezTo>
                      <a:cubicBezTo>
                        <a:pt x="373" y="137"/>
                        <a:pt x="384" y="134"/>
                        <a:pt x="396" y="132"/>
                      </a:cubicBezTo>
                      <a:cubicBezTo>
                        <a:pt x="407" y="133"/>
                        <a:pt x="412" y="137"/>
                        <a:pt x="422" y="139"/>
                      </a:cubicBezTo>
                      <a:cubicBezTo>
                        <a:pt x="429" y="142"/>
                        <a:pt x="435" y="143"/>
                        <a:pt x="443" y="144"/>
                      </a:cubicBezTo>
                      <a:cubicBezTo>
                        <a:pt x="450" y="150"/>
                        <a:pt x="445" y="155"/>
                        <a:pt x="455" y="157"/>
                      </a:cubicBezTo>
                      <a:cubicBezTo>
                        <a:pt x="460" y="165"/>
                        <a:pt x="457" y="171"/>
                        <a:pt x="455" y="180"/>
                      </a:cubicBezTo>
                      <a:cubicBezTo>
                        <a:pt x="457" y="200"/>
                        <a:pt x="467" y="193"/>
                        <a:pt x="486" y="196"/>
                      </a:cubicBezTo>
                      <a:cubicBezTo>
                        <a:pt x="498" y="203"/>
                        <a:pt x="506" y="203"/>
                        <a:pt x="522" y="204"/>
                      </a:cubicBezTo>
                      <a:cubicBezTo>
                        <a:pt x="525" y="210"/>
                        <a:pt x="523" y="213"/>
                        <a:pt x="516" y="214"/>
                      </a:cubicBezTo>
                      <a:cubicBezTo>
                        <a:pt x="505" y="222"/>
                        <a:pt x="507" y="245"/>
                        <a:pt x="518" y="252"/>
                      </a:cubicBezTo>
                      <a:cubicBezTo>
                        <a:pt x="521" y="256"/>
                        <a:pt x="524" y="261"/>
                        <a:pt x="527" y="265"/>
                      </a:cubicBezTo>
                      <a:cubicBezTo>
                        <a:pt x="528" y="271"/>
                        <a:pt x="529" y="273"/>
                        <a:pt x="534" y="277"/>
                      </a:cubicBezTo>
                      <a:cubicBezTo>
                        <a:pt x="538" y="293"/>
                        <a:pt x="529" y="325"/>
                        <a:pt x="510" y="333"/>
                      </a:cubicBezTo>
                      <a:cubicBezTo>
                        <a:pt x="506" y="339"/>
                        <a:pt x="505" y="340"/>
                        <a:pt x="498" y="337"/>
                      </a:cubicBezTo>
                      <a:cubicBezTo>
                        <a:pt x="470" y="340"/>
                        <a:pt x="468" y="357"/>
                        <a:pt x="447" y="361"/>
                      </a:cubicBezTo>
                      <a:cubicBezTo>
                        <a:pt x="441" y="364"/>
                        <a:pt x="434" y="366"/>
                        <a:pt x="428" y="367"/>
                      </a:cubicBezTo>
                      <a:cubicBezTo>
                        <a:pt x="404" y="366"/>
                        <a:pt x="386" y="365"/>
                        <a:pt x="363" y="360"/>
                      </a:cubicBezTo>
                      <a:cubicBezTo>
                        <a:pt x="362" y="353"/>
                        <a:pt x="357" y="347"/>
                        <a:pt x="351" y="343"/>
                      </a:cubicBezTo>
                      <a:cubicBezTo>
                        <a:pt x="347" y="337"/>
                        <a:pt x="343" y="331"/>
                        <a:pt x="336" y="330"/>
                      </a:cubicBezTo>
                      <a:cubicBezTo>
                        <a:pt x="327" y="331"/>
                        <a:pt x="326" y="336"/>
                        <a:pt x="318" y="339"/>
                      </a:cubicBezTo>
                      <a:cubicBezTo>
                        <a:pt x="315" y="344"/>
                        <a:pt x="313" y="348"/>
                        <a:pt x="308" y="351"/>
                      </a:cubicBezTo>
                      <a:cubicBezTo>
                        <a:pt x="298" y="370"/>
                        <a:pt x="287" y="368"/>
                        <a:pt x="266" y="370"/>
                      </a:cubicBezTo>
                      <a:cubicBezTo>
                        <a:pt x="257" y="374"/>
                        <a:pt x="265" y="371"/>
                        <a:pt x="251" y="373"/>
                      </a:cubicBezTo>
                      <a:cubicBezTo>
                        <a:pt x="245" y="374"/>
                        <a:pt x="233" y="376"/>
                        <a:pt x="233" y="376"/>
                      </a:cubicBezTo>
                      <a:cubicBezTo>
                        <a:pt x="205" y="375"/>
                        <a:pt x="218" y="374"/>
                        <a:pt x="203" y="363"/>
                      </a:cubicBezTo>
                      <a:cubicBezTo>
                        <a:pt x="196" y="352"/>
                        <a:pt x="194" y="364"/>
                        <a:pt x="189" y="369"/>
                      </a:cubicBezTo>
                      <a:cubicBezTo>
                        <a:pt x="186" y="373"/>
                        <a:pt x="180" y="375"/>
                        <a:pt x="176" y="378"/>
                      </a:cubicBezTo>
                      <a:cubicBezTo>
                        <a:pt x="174" y="383"/>
                        <a:pt x="171" y="387"/>
                        <a:pt x="168" y="391"/>
                      </a:cubicBezTo>
                      <a:cubicBezTo>
                        <a:pt x="167" y="401"/>
                        <a:pt x="163" y="404"/>
                        <a:pt x="153" y="406"/>
                      </a:cubicBezTo>
                      <a:cubicBezTo>
                        <a:pt x="144" y="405"/>
                        <a:pt x="141" y="405"/>
                        <a:pt x="138" y="397"/>
                      </a:cubicBezTo>
                      <a:cubicBezTo>
                        <a:pt x="137" y="389"/>
                        <a:pt x="134" y="388"/>
                        <a:pt x="126" y="387"/>
                      </a:cubicBezTo>
                      <a:cubicBezTo>
                        <a:pt x="119" y="383"/>
                        <a:pt x="110" y="382"/>
                        <a:pt x="104" y="376"/>
                      </a:cubicBezTo>
                      <a:cubicBezTo>
                        <a:pt x="95" y="367"/>
                        <a:pt x="106" y="377"/>
                        <a:pt x="99" y="367"/>
                      </a:cubicBezTo>
                      <a:cubicBezTo>
                        <a:pt x="95" y="362"/>
                        <a:pt x="86" y="358"/>
                        <a:pt x="81" y="355"/>
                      </a:cubicBezTo>
                      <a:cubicBezTo>
                        <a:pt x="75" y="347"/>
                        <a:pt x="71" y="339"/>
                        <a:pt x="63" y="334"/>
                      </a:cubicBezTo>
                      <a:cubicBezTo>
                        <a:pt x="59" y="328"/>
                        <a:pt x="56" y="322"/>
                        <a:pt x="50" y="318"/>
                      </a:cubicBezTo>
                      <a:cubicBezTo>
                        <a:pt x="47" y="312"/>
                        <a:pt x="45" y="309"/>
                        <a:pt x="39" y="306"/>
                      </a:cubicBezTo>
                      <a:cubicBezTo>
                        <a:pt x="37" y="297"/>
                        <a:pt x="34" y="304"/>
                        <a:pt x="32" y="295"/>
                      </a:cubicBezTo>
                      <a:cubicBezTo>
                        <a:pt x="33" y="285"/>
                        <a:pt x="34" y="277"/>
                        <a:pt x="42" y="271"/>
                      </a:cubicBezTo>
                      <a:cubicBezTo>
                        <a:pt x="47" y="261"/>
                        <a:pt x="46" y="251"/>
                        <a:pt x="42" y="241"/>
                      </a:cubicBezTo>
                      <a:cubicBezTo>
                        <a:pt x="41" y="233"/>
                        <a:pt x="40" y="232"/>
                        <a:pt x="33" y="228"/>
                      </a:cubicBezTo>
                      <a:cubicBezTo>
                        <a:pt x="32" y="222"/>
                        <a:pt x="25" y="217"/>
                        <a:pt x="20" y="213"/>
                      </a:cubicBezTo>
                      <a:cubicBezTo>
                        <a:pt x="19" y="195"/>
                        <a:pt x="22" y="161"/>
                        <a:pt x="15" y="147"/>
                      </a:cubicBezTo>
                      <a:cubicBezTo>
                        <a:pt x="14" y="141"/>
                        <a:pt x="9" y="135"/>
                        <a:pt x="6" y="129"/>
                      </a:cubicBezTo>
                      <a:cubicBezTo>
                        <a:pt x="5" y="124"/>
                        <a:pt x="3" y="120"/>
                        <a:pt x="2" y="115"/>
                      </a:cubicBezTo>
                      <a:cubicBezTo>
                        <a:pt x="3" y="103"/>
                        <a:pt x="0" y="84"/>
                        <a:pt x="12" y="75"/>
                      </a:cubicBezTo>
                      <a:cubicBezTo>
                        <a:pt x="16" y="69"/>
                        <a:pt x="21" y="66"/>
                        <a:pt x="26" y="60"/>
                      </a:cubicBezTo>
                      <a:cubicBezTo>
                        <a:pt x="27" y="52"/>
                        <a:pt x="26" y="56"/>
                        <a:pt x="29" y="49"/>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0" name="Freeform 13">
                  <a:extLst>
                    <a:ext uri="{FF2B5EF4-FFF2-40B4-BE49-F238E27FC236}">
                      <a16:creationId xmlns:a16="http://schemas.microsoft.com/office/drawing/2014/main" id="{2FE67F54-D079-4A89-6B64-04A063A85884}"/>
                    </a:ext>
                  </a:extLst>
                </p:cNvPr>
                <p:cNvSpPr>
                  <a:spLocks/>
                </p:cNvSpPr>
                <p:nvPr/>
              </p:nvSpPr>
              <p:spPr bwMode="auto">
                <a:xfrm>
                  <a:off x="7412042" y="3851581"/>
                  <a:ext cx="873994" cy="715948"/>
                </a:xfrm>
                <a:custGeom>
                  <a:avLst/>
                  <a:gdLst>
                    <a:gd name="T0" fmla="*/ 137 w 542"/>
                    <a:gd name="T1" fmla="*/ 78 h 444"/>
                    <a:gd name="T2" fmla="*/ 172 w 542"/>
                    <a:gd name="T3" fmla="*/ 108 h 444"/>
                    <a:gd name="T4" fmla="*/ 190 w 542"/>
                    <a:gd name="T5" fmla="*/ 123 h 444"/>
                    <a:gd name="T6" fmla="*/ 220 w 542"/>
                    <a:gd name="T7" fmla="*/ 144 h 444"/>
                    <a:gd name="T8" fmla="*/ 253 w 542"/>
                    <a:gd name="T9" fmla="*/ 146 h 444"/>
                    <a:gd name="T10" fmla="*/ 292 w 542"/>
                    <a:gd name="T11" fmla="*/ 141 h 444"/>
                    <a:gd name="T12" fmla="*/ 314 w 542"/>
                    <a:gd name="T13" fmla="*/ 132 h 444"/>
                    <a:gd name="T14" fmla="*/ 328 w 542"/>
                    <a:gd name="T15" fmla="*/ 110 h 444"/>
                    <a:gd name="T16" fmla="*/ 334 w 542"/>
                    <a:gd name="T17" fmla="*/ 96 h 444"/>
                    <a:gd name="T18" fmla="*/ 343 w 542"/>
                    <a:gd name="T19" fmla="*/ 75 h 444"/>
                    <a:gd name="T20" fmla="*/ 358 w 542"/>
                    <a:gd name="T21" fmla="*/ 41 h 444"/>
                    <a:gd name="T22" fmla="*/ 376 w 542"/>
                    <a:gd name="T23" fmla="*/ 29 h 444"/>
                    <a:gd name="T24" fmla="*/ 400 w 542"/>
                    <a:gd name="T25" fmla="*/ 23 h 444"/>
                    <a:gd name="T26" fmla="*/ 421 w 542"/>
                    <a:gd name="T27" fmla="*/ 17 h 444"/>
                    <a:gd name="T28" fmla="*/ 448 w 542"/>
                    <a:gd name="T29" fmla="*/ 11 h 444"/>
                    <a:gd name="T30" fmla="*/ 530 w 542"/>
                    <a:gd name="T31" fmla="*/ 24 h 444"/>
                    <a:gd name="T32" fmla="*/ 524 w 542"/>
                    <a:gd name="T33" fmla="*/ 38 h 444"/>
                    <a:gd name="T34" fmla="*/ 491 w 542"/>
                    <a:gd name="T35" fmla="*/ 80 h 444"/>
                    <a:gd name="T36" fmla="*/ 464 w 542"/>
                    <a:gd name="T37" fmla="*/ 102 h 444"/>
                    <a:gd name="T38" fmla="*/ 446 w 542"/>
                    <a:gd name="T39" fmla="*/ 128 h 444"/>
                    <a:gd name="T40" fmla="*/ 457 w 542"/>
                    <a:gd name="T41" fmla="*/ 188 h 444"/>
                    <a:gd name="T42" fmla="*/ 481 w 542"/>
                    <a:gd name="T43" fmla="*/ 222 h 444"/>
                    <a:gd name="T44" fmla="*/ 470 w 542"/>
                    <a:gd name="T45" fmla="*/ 255 h 444"/>
                    <a:gd name="T46" fmla="*/ 460 w 542"/>
                    <a:gd name="T47" fmla="*/ 278 h 444"/>
                    <a:gd name="T48" fmla="*/ 481 w 542"/>
                    <a:gd name="T49" fmla="*/ 285 h 444"/>
                    <a:gd name="T50" fmla="*/ 493 w 542"/>
                    <a:gd name="T51" fmla="*/ 327 h 444"/>
                    <a:gd name="T52" fmla="*/ 502 w 542"/>
                    <a:gd name="T53" fmla="*/ 366 h 444"/>
                    <a:gd name="T54" fmla="*/ 494 w 542"/>
                    <a:gd name="T55" fmla="*/ 422 h 444"/>
                    <a:gd name="T56" fmla="*/ 485 w 542"/>
                    <a:gd name="T57" fmla="*/ 441 h 444"/>
                    <a:gd name="T58" fmla="*/ 469 w 542"/>
                    <a:gd name="T59" fmla="*/ 443 h 444"/>
                    <a:gd name="T60" fmla="*/ 455 w 542"/>
                    <a:gd name="T61" fmla="*/ 437 h 444"/>
                    <a:gd name="T62" fmla="*/ 433 w 542"/>
                    <a:gd name="T63" fmla="*/ 426 h 444"/>
                    <a:gd name="T64" fmla="*/ 385 w 542"/>
                    <a:gd name="T65" fmla="*/ 431 h 444"/>
                    <a:gd name="T66" fmla="*/ 359 w 542"/>
                    <a:gd name="T67" fmla="*/ 425 h 444"/>
                    <a:gd name="T68" fmla="*/ 341 w 542"/>
                    <a:gd name="T69" fmla="*/ 413 h 444"/>
                    <a:gd name="T70" fmla="*/ 316 w 542"/>
                    <a:gd name="T71" fmla="*/ 387 h 444"/>
                    <a:gd name="T72" fmla="*/ 308 w 542"/>
                    <a:gd name="T73" fmla="*/ 350 h 444"/>
                    <a:gd name="T74" fmla="*/ 298 w 542"/>
                    <a:gd name="T75" fmla="*/ 339 h 444"/>
                    <a:gd name="T76" fmla="*/ 289 w 542"/>
                    <a:gd name="T77" fmla="*/ 326 h 444"/>
                    <a:gd name="T78" fmla="*/ 283 w 542"/>
                    <a:gd name="T79" fmla="*/ 312 h 444"/>
                    <a:gd name="T80" fmla="*/ 266 w 542"/>
                    <a:gd name="T81" fmla="*/ 294 h 444"/>
                    <a:gd name="T82" fmla="*/ 239 w 542"/>
                    <a:gd name="T83" fmla="*/ 303 h 444"/>
                    <a:gd name="T84" fmla="*/ 131 w 542"/>
                    <a:gd name="T85" fmla="*/ 311 h 444"/>
                    <a:gd name="T86" fmla="*/ 113 w 542"/>
                    <a:gd name="T87" fmla="*/ 315 h 444"/>
                    <a:gd name="T88" fmla="*/ 92 w 542"/>
                    <a:gd name="T89" fmla="*/ 321 h 444"/>
                    <a:gd name="T90" fmla="*/ 77 w 542"/>
                    <a:gd name="T91" fmla="*/ 326 h 444"/>
                    <a:gd name="T92" fmla="*/ 46 w 542"/>
                    <a:gd name="T93" fmla="*/ 338 h 444"/>
                    <a:gd name="T94" fmla="*/ 26 w 542"/>
                    <a:gd name="T95" fmla="*/ 326 h 444"/>
                    <a:gd name="T96" fmla="*/ 20 w 542"/>
                    <a:gd name="T97" fmla="*/ 312 h 444"/>
                    <a:gd name="T98" fmla="*/ 22 w 542"/>
                    <a:gd name="T99" fmla="*/ 282 h 444"/>
                    <a:gd name="T100" fmla="*/ 28 w 542"/>
                    <a:gd name="T101" fmla="*/ 263 h 444"/>
                    <a:gd name="T102" fmla="*/ 17 w 542"/>
                    <a:gd name="T103" fmla="*/ 231 h 444"/>
                    <a:gd name="T104" fmla="*/ 4 w 542"/>
                    <a:gd name="T105" fmla="*/ 209 h 444"/>
                    <a:gd name="T106" fmla="*/ 7 w 542"/>
                    <a:gd name="T107" fmla="*/ 176 h 444"/>
                    <a:gd name="T108" fmla="*/ 13 w 542"/>
                    <a:gd name="T109" fmla="*/ 167 h 444"/>
                    <a:gd name="T110" fmla="*/ 22 w 542"/>
                    <a:gd name="T111" fmla="*/ 149 h 444"/>
                    <a:gd name="T112" fmla="*/ 65 w 542"/>
                    <a:gd name="T113" fmla="*/ 137 h 444"/>
                    <a:gd name="T114" fmla="*/ 100 w 542"/>
                    <a:gd name="T115" fmla="*/ 131 h 444"/>
                    <a:gd name="T116" fmla="*/ 112 w 542"/>
                    <a:gd name="T117" fmla="*/ 92 h 444"/>
                    <a:gd name="T118" fmla="*/ 130 w 542"/>
                    <a:gd name="T119" fmla="*/ 84 h 444"/>
                    <a:gd name="T120" fmla="*/ 137 w 542"/>
                    <a:gd name="T121" fmla="*/ 78 h 44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444"/>
                    <a:gd name="T185" fmla="*/ 542 w 542"/>
                    <a:gd name="T186" fmla="*/ 444 h 44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444">
                      <a:moveTo>
                        <a:pt x="137" y="78"/>
                      </a:moveTo>
                      <a:cubicBezTo>
                        <a:pt x="152" y="87"/>
                        <a:pt x="153" y="104"/>
                        <a:pt x="172" y="108"/>
                      </a:cubicBezTo>
                      <a:cubicBezTo>
                        <a:pt x="174" y="116"/>
                        <a:pt x="182" y="121"/>
                        <a:pt x="190" y="123"/>
                      </a:cubicBezTo>
                      <a:cubicBezTo>
                        <a:pt x="200" y="136"/>
                        <a:pt x="202" y="140"/>
                        <a:pt x="220" y="144"/>
                      </a:cubicBezTo>
                      <a:cubicBezTo>
                        <a:pt x="231" y="149"/>
                        <a:pt x="240" y="147"/>
                        <a:pt x="253" y="146"/>
                      </a:cubicBezTo>
                      <a:cubicBezTo>
                        <a:pt x="265" y="145"/>
                        <a:pt x="281" y="146"/>
                        <a:pt x="292" y="141"/>
                      </a:cubicBezTo>
                      <a:cubicBezTo>
                        <a:pt x="294" y="130"/>
                        <a:pt x="303" y="133"/>
                        <a:pt x="314" y="132"/>
                      </a:cubicBezTo>
                      <a:cubicBezTo>
                        <a:pt x="319" y="125"/>
                        <a:pt x="324" y="118"/>
                        <a:pt x="328" y="110"/>
                      </a:cubicBezTo>
                      <a:cubicBezTo>
                        <a:pt x="329" y="104"/>
                        <a:pt x="331" y="101"/>
                        <a:pt x="334" y="96"/>
                      </a:cubicBezTo>
                      <a:cubicBezTo>
                        <a:pt x="335" y="88"/>
                        <a:pt x="339" y="82"/>
                        <a:pt x="343" y="75"/>
                      </a:cubicBezTo>
                      <a:cubicBezTo>
                        <a:pt x="345" y="63"/>
                        <a:pt x="348" y="47"/>
                        <a:pt x="358" y="41"/>
                      </a:cubicBezTo>
                      <a:cubicBezTo>
                        <a:pt x="362" y="35"/>
                        <a:pt x="369" y="30"/>
                        <a:pt x="376" y="29"/>
                      </a:cubicBezTo>
                      <a:cubicBezTo>
                        <a:pt x="383" y="25"/>
                        <a:pt x="392" y="24"/>
                        <a:pt x="400" y="23"/>
                      </a:cubicBezTo>
                      <a:cubicBezTo>
                        <a:pt x="407" y="20"/>
                        <a:pt x="414" y="18"/>
                        <a:pt x="421" y="17"/>
                      </a:cubicBezTo>
                      <a:cubicBezTo>
                        <a:pt x="430" y="14"/>
                        <a:pt x="439" y="12"/>
                        <a:pt x="448" y="11"/>
                      </a:cubicBezTo>
                      <a:cubicBezTo>
                        <a:pt x="448" y="11"/>
                        <a:pt x="542" y="0"/>
                        <a:pt x="530" y="24"/>
                      </a:cubicBezTo>
                      <a:cubicBezTo>
                        <a:pt x="529" y="30"/>
                        <a:pt x="527" y="33"/>
                        <a:pt x="524" y="38"/>
                      </a:cubicBezTo>
                      <a:cubicBezTo>
                        <a:pt x="523" y="56"/>
                        <a:pt x="508" y="73"/>
                        <a:pt x="491" y="80"/>
                      </a:cubicBezTo>
                      <a:cubicBezTo>
                        <a:pt x="484" y="90"/>
                        <a:pt x="477" y="99"/>
                        <a:pt x="464" y="102"/>
                      </a:cubicBezTo>
                      <a:cubicBezTo>
                        <a:pt x="457" y="108"/>
                        <a:pt x="451" y="120"/>
                        <a:pt x="446" y="128"/>
                      </a:cubicBezTo>
                      <a:cubicBezTo>
                        <a:pt x="448" y="169"/>
                        <a:pt x="447" y="163"/>
                        <a:pt x="457" y="188"/>
                      </a:cubicBezTo>
                      <a:cubicBezTo>
                        <a:pt x="463" y="224"/>
                        <a:pt x="448" y="217"/>
                        <a:pt x="481" y="222"/>
                      </a:cubicBezTo>
                      <a:cubicBezTo>
                        <a:pt x="489" y="235"/>
                        <a:pt x="475" y="244"/>
                        <a:pt x="470" y="255"/>
                      </a:cubicBezTo>
                      <a:cubicBezTo>
                        <a:pt x="468" y="266"/>
                        <a:pt x="469" y="271"/>
                        <a:pt x="460" y="278"/>
                      </a:cubicBezTo>
                      <a:cubicBezTo>
                        <a:pt x="466" y="282"/>
                        <a:pt x="474" y="284"/>
                        <a:pt x="481" y="285"/>
                      </a:cubicBezTo>
                      <a:cubicBezTo>
                        <a:pt x="489" y="299"/>
                        <a:pt x="483" y="314"/>
                        <a:pt x="493" y="327"/>
                      </a:cubicBezTo>
                      <a:cubicBezTo>
                        <a:pt x="496" y="340"/>
                        <a:pt x="494" y="355"/>
                        <a:pt x="502" y="366"/>
                      </a:cubicBezTo>
                      <a:cubicBezTo>
                        <a:pt x="506" y="388"/>
                        <a:pt x="505" y="404"/>
                        <a:pt x="494" y="422"/>
                      </a:cubicBezTo>
                      <a:cubicBezTo>
                        <a:pt x="493" y="429"/>
                        <a:pt x="492" y="440"/>
                        <a:pt x="485" y="441"/>
                      </a:cubicBezTo>
                      <a:cubicBezTo>
                        <a:pt x="479" y="444"/>
                        <a:pt x="476" y="444"/>
                        <a:pt x="469" y="443"/>
                      </a:cubicBezTo>
                      <a:cubicBezTo>
                        <a:pt x="464" y="440"/>
                        <a:pt x="461" y="438"/>
                        <a:pt x="455" y="437"/>
                      </a:cubicBezTo>
                      <a:cubicBezTo>
                        <a:pt x="447" y="433"/>
                        <a:pt x="440" y="431"/>
                        <a:pt x="433" y="426"/>
                      </a:cubicBezTo>
                      <a:cubicBezTo>
                        <a:pt x="414" y="427"/>
                        <a:pt x="402" y="426"/>
                        <a:pt x="385" y="431"/>
                      </a:cubicBezTo>
                      <a:cubicBezTo>
                        <a:pt x="376" y="429"/>
                        <a:pt x="368" y="426"/>
                        <a:pt x="359" y="425"/>
                      </a:cubicBezTo>
                      <a:cubicBezTo>
                        <a:pt x="353" y="420"/>
                        <a:pt x="349" y="415"/>
                        <a:pt x="341" y="413"/>
                      </a:cubicBezTo>
                      <a:cubicBezTo>
                        <a:pt x="331" y="405"/>
                        <a:pt x="325" y="394"/>
                        <a:pt x="316" y="387"/>
                      </a:cubicBezTo>
                      <a:cubicBezTo>
                        <a:pt x="312" y="374"/>
                        <a:pt x="316" y="361"/>
                        <a:pt x="308" y="350"/>
                      </a:cubicBezTo>
                      <a:cubicBezTo>
                        <a:pt x="307" y="343"/>
                        <a:pt x="303" y="343"/>
                        <a:pt x="298" y="339"/>
                      </a:cubicBezTo>
                      <a:cubicBezTo>
                        <a:pt x="296" y="333"/>
                        <a:pt x="294" y="330"/>
                        <a:pt x="289" y="326"/>
                      </a:cubicBezTo>
                      <a:cubicBezTo>
                        <a:pt x="286" y="321"/>
                        <a:pt x="284" y="318"/>
                        <a:pt x="283" y="312"/>
                      </a:cubicBezTo>
                      <a:cubicBezTo>
                        <a:pt x="284" y="288"/>
                        <a:pt x="285" y="291"/>
                        <a:pt x="266" y="294"/>
                      </a:cubicBezTo>
                      <a:cubicBezTo>
                        <a:pt x="258" y="298"/>
                        <a:pt x="247" y="302"/>
                        <a:pt x="239" y="303"/>
                      </a:cubicBezTo>
                      <a:cubicBezTo>
                        <a:pt x="210" y="318"/>
                        <a:pt x="145" y="311"/>
                        <a:pt x="131" y="311"/>
                      </a:cubicBezTo>
                      <a:cubicBezTo>
                        <a:pt x="125" y="312"/>
                        <a:pt x="119" y="314"/>
                        <a:pt x="113" y="315"/>
                      </a:cubicBezTo>
                      <a:cubicBezTo>
                        <a:pt x="107" y="318"/>
                        <a:pt x="99" y="320"/>
                        <a:pt x="92" y="321"/>
                      </a:cubicBezTo>
                      <a:cubicBezTo>
                        <a:pt x="87" y="323"/>
                        <a:pt x="82" y="324"/>
                        <a:pt x="77" y="326"/>
                      </a:cubicBezTo>
                      <a:cubicBezTo>
                        <a:pt x="68" y="333"/>
                        <a:pt x="57" y="336"/>
                        <a:pt x="46" y="338"/>
                      </a:cubicBezTo>
                      <a:cubicBezTo>
                        <a:pt x="29" y="334"/>
                        <a:pt x="34" y="337"/>
                        <a:pt x="26" y="326"/>
                      </a:cubicBezTo>
                      <a:cubicBezTo>
                        <a:pt x="25" y="320"/>
                        <a:pt x="22" y="317"/>
                        <a:pt x="20" y="312"/>
                      </a:cubicBezTo>
                      <a:cubicBezTo>
                        <a:pt x="18" y="302"/>
                        <a:pt x="18" y="292"/>
                        <a:pt x="22" y="282"/>
                      </a:cubicBezTo>
                      <a:cubicBezTo>
                        <a:pt x="23" y="276"/>
                        <a:pt x="25" y="269"/>
                        <a:pt x="28" y="263"/>
                      </a:cubicBezTo>
                      <a:cubicBezTo>
                        <a:pt x="27" y="253"/>
                        <a:pt x="27" y="237"/>
                        <a:pt x="17" y="231"/>
                      </a:cubicBezTo>
                      <a:cubicBezTo>
                        <a:pt x="16" y="223"/>
                        <a:pt x="10" y="214"/>
                        <a:pt x="4" y="209"/>
                      </a:cubicBezTo>
                      <a:cubicBezTo>
                        <a:pt x="0" y="198"/>
                        <a:pt x="0" y="186"/>
                        <a:pt x="7" y="176"/>
                      </a:cubicBezTo>
                      <a:cubicBezTo>
                        <a:pt x="9" y="164"/>
                        <a:pt x="5" y="178"/>
                        <a:pt x="13" y="167"/>
                      </a:cubicBezTo>
                      <a:cubicBezTo>
                        <a:pt x="17" y="162"/>
                        <a:pt x="17" y="154"/>
                        <a:pt x="22" y="149"/>
                      </a:cubicBezTo>
                      <a:cubicBezTo>
                        <a:pt x="33" y="138"/>
                        <a:pt x="51" y="138"/>
                        <a:pt x="65" y="137"/>
                      </a:cubicBezTo>
                      <a:cubicBezTo>
                        <a:pt x="76" y="133"/>
                        <a:pt x="88" y="132"/>
                        <a:pt x="100" y="131"/>
                      </a:cubicBezTo>
                      <a:cubicBezTo>
                        <a:pt x="103" y="116"/>
                        <a:pt x="92" y="96"/>
                        <a:pt x="112" y="92"/>
                      </a:cubicBezTo>
                      <a:cubicBezTo>
                        <a:pt x="118" y="89"/>
                        <a:pt x="124" y="88"/>
                        <a:pt x="130" y="84"/>
                      </a:cubicBezTo>
                      <a:cubicBezTo>
                        <a:pt x="132" y="82"/>
                        <a:pt x="137" y="78"/>
                        <a:pt x="137" y="78"/>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1" name="Freeform 14">
                  <a:extLst>
                    <a:ext uri="{FF2B5EF4-FFF2-40B4-BE49-F238E27FC236}">
                      <a16:creationId xmlns:a16="http://schemas.microsoft.com/office/drawing/2014/main" id="{442F67A7-2E9E-1C50-1ADE-E7C65DB3E06E}"/>
                    </a:ext>
                  </a:extLst>
                </p:cNvPr>
                <p:cNvSpPr>
                  <a:spLocks/>
                </p:cNvSpPr>
                <p:nvPr/>
              </p:nvSpPr>
              <p:spPr bwMode="auto">
                <a:xfrm>
                  <a:off x="8134458" y="3598419"/>
                  <a:ext cx="493436" cy="1049734"/>
                </a:xfrm>
                <a:custGeom>
                  <a:avLst/>
                  <a:gdLst>
                    <a:gd name="T0" fmla="*/ 99 w 306"/>
                    <a:gd name="T1" fmla="*/ 153 h 651"/>
                    <a:gd name="T2" fmla="*/ 117 w 306"/>
                    <a:gd name="T3" fmla="*/ 127 h 651"/>
                    <a:gd name="T4" fmla="*/ 130 w 306"/>
                    <a:gd name="T5" fmla="*/ 91 h 651"/>
                    <a:gd name="T6" fmla="*/ 144 w 306"/>
                    <a:gd name="T7" fmla="*/ 24 h 651"/>
                    <a:gd name="T8" fmla="*/ 172 w 306"/>
                    <a:gd name="T9" fmla="*/ 1 h 651"/>
                    <a:gd name="T10" fmla="*/ 175 w 306"/>
                    <a:gd name="T11" fmla="*/ 60 h 651"/>
                    <a:gd name="T12" fmla="*/ 201 w 306"/>
                    <a:gd name="T13" fmla="*/ 99 h 651"/>
                    <a:gd name="T14" fmla="*/ 178 w 306"/>
                    <a:gd name="T15" fmla="*/ 150 h 651"/>
                    <a:gd name="T16" fmla="*/ 201 w 306"/>
                    <a:gd name="T17" fmla="*/ 183 h 651"/>
                    <a:gd name="T18" fmla="*/ 219 w 306"/>
                    <a:gd name="T19" fmla="*/ 225 h 651"/>
                    <a:gd name="T20" fmla="*/ 249 w 306"/>
                    <a:gd name="T21" fmla="*/ 255 h 651"/>
                    <a:gd name="T22" fmla="*/ 237 w 306"/>
                    <a:gd name="T23" fmla="*/ 327 h 651"/>
                    <a:gd name="T24" fmla="*/ 222 w 306"/>
                    <a:gd name="T25" fmla="*/ 379 h 651"/>
                    <a:gd name="T26" fmla="*/ 244 w 306"/>
                    <a:gd name="T27" fmla="*/ 448 h 651"/>
                    <a:gd name="T28" fmla="*/ 258 w 306"/>
                    <a:gd name="T29" fmla="*/ 496 h 651"/>
                    <a:gd name="T30" fmla="*/ 273 w 306"/>
                    <a:gd name="T31" fmla="*/ 532 h 651"/>
                    <a:gd name="T32" fmla="*/ 306 w 306"/>
                    <a:gd name="T33" fmla="*/ 579 h 651"/>
                    <a:gd name="T34" fmla="*/ 262 w 306"/>
                    <a:gd name="T35" fmla="*/ 576 h 651"/>
                    <a:gd name="T36" fmla="*/ 171 w 306"/>
                    <a:gd name="T37" fmla="*/ 576 h 651"/>
                    <a:gd name="T38" fmla="*/ 142 w 306"/>
                    <a:gd name="T39" fmla="*/ 595 h 651"/>
                    <a:gd name="T40" fmla="*/ 121 w 306"/>
                    <a:gd name="T41" fmla="*/ 618 h 651"/>
                    <a:gd name="T42" fmla="*/ 85 w 306"/>
                    <a:gd name="T43" fmla="*/ 651 h 651"/>
                    <a:gd name="T44" fmla="*/ 31 w 306"/>
                    <a:gd name="T45" fmla="*/ 640 h 651"/>
                    <a:gd name="T46" fmla="*/ 54 w 306"/>
                    <a:gd name="T47" fmla="*/ 565 h 651"/>
                    <a:gd name="T48" fmla="*/ 43 w 306"/>
                    <a:gd name="T49" fmla="*/ 480 h 651"/>
                    <a:gd name="T50" fmla="*/ 19 w 306"/>
                    <a:gd name="T51" fmla="*/ 441 h 651"/>
                    <a:gd name="T52" fmla="*/ 24 w 306"/>
                    <a:gd name="T53" fmla="*/ 421 h 651"/>
                    <a:gd name="T54" fmla="*/ 16 w 306"/>
                    <a:gd name="T55" fmla="*/ 378 h 651"/>
                    <a:gd name="T56" fmla="*/ 0 w 306"/>
                    <a:gd name="T57" fmla="*/ 309 h 651"/>
                    <a:gd name="T58" fmla="*/ 15 w 306"/>
                    <a:gd name="T59" fmla="*/ 264 h 651"/>
                    <a:gd name="T60" fmla="*/ 43 w 306"/>
                    <a:gd name="T61" fmla="*/ 240 h 651"/>
                    <a:gd name="T62" fmla="*/ 81 w 306"/>
                    <a:gd name="T63" fmla="*/ 202 h 6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06"/>
                    <a:gd name="T97" fmla="*/ 0 h 651"/>
                    <a:gd name="T98" fmla="*/ 306 w 306"/>
                    <a:gd name="T99" fmla="*/ 651 h 6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06" h="651">
                      <a:moveTo>
                        <a:pt x="87" y="168"/>
                      </a:moveTo>
                      <a:cubicBezTo>
                        <a:pt x="88" y="159"/>
                        <a:pt x="90" y="155"/>
                        <a:pt x="99" y="153"/>
                      </a:cubicBezTo>
                      <a:cubicBezTo>
                        <a:pt x="101" y="150"/>
                        <a:pt x="105" y="148"/>
                        <a:pt x="106" y="145"/>
                      </a:cubicBezTo>
                      <a:cubicBezTo>
                        <a:pt x="111" y="131"/>
                        <a:pt x="106" y="134"/>
                        <a:pt x="117" y="127"/>
                      </a:cubicBezTo>
                      <a:cubicBezTo>
                        <a:pt x="122" y="121"/>
                        <a:pt x="123" y="115"/>
                        <a:pt x="126" y="108"/>
                      </a:cubicBezTo>
                      <a:cubicBezTo>
                        <a:pt x="127" y="102"/>
                        <a:pt x="129" y="97"/>
                        <a:pt x="130" y="91"/>
                      </a:cubicBezTo>
                      <a:cubicBezTo>
                        <a:pt x="131" y="79"/>
                        <a:pt x="128" y="43"/>
                        <a:pt x="138" y="30"/>
                      </a:cubicBezTo>
                      <a:cubicBezTo>
                        <a:pt x="141" y="15"/>
                        <a:pt x="136" y="34"/>
                        <a:pt x="144" y="24"/>
                      </a:cubicBezTo>
                      <a:cubicBezTo>
                        <a:pt x="150" y="17"/>
                        <a:pt x="144" y="11"/>
                        <a:pt x="156" y="9"/>
                      </a:cubicBezTo>
                      <a:cubicBezTo>
                        <a:pt x="161" y="0"/>
                        <a:pt x="160" y="0"/>
                        <a:pt x="172" y="1"/>
                      </a:cubicBezTo>
                      <a:cubicBezTo>
                        <a:pt x="177" y="14"/>
                        <a:pt x="179" y="29"/>
                        <a:pt x="183" y="42"/>
                      </a:cubicBezTo>
                      <a:cubicBezTo>
                        <a:pt x="181" y="51"/>
                        <a:pt x="179" y="53"/>
                        <a:pt x="175" y="60"/>
                      </a:cubicBezTo>
                      <a:cubicBezTo>
                        <a:pt x="173" y="70"/>
                        <a:pt x="175" y="83"/>
                        <a:pt x="186" y="85"/>
                      </a:cubicBezTo>
                      <a:cubicBezTo>
                        <a:pt x="193" y="88"/>
                        <a:pt x="194" y="95"/>
                        <a:pt x="201" y="99"/>
                      </a:cubicBezTo>
                      <a:cubicBezTo>
                        <a:pt x="203" y="111"/>
                        <a:pt x="203" y="125"/>
                        <a:pt x="192" y="133"/>
                      </a:cubicBezTo>
                      <a:cubicBezTo>
                        <a:pt x="188" y="140"/>
                        <a:pt x="182" y="143"/>
                        <a:pt x="178" y="150"/>
                      </a:cubicBezTo>
                      <a:cubicBezTo>
                        <a:pt x="180" y="160"/>
                        <a:pt x="182" y="166"/>
                        <a:pt x="190" y="172"/>
                      </a:cubicBezTo>
                      <a:cubicBezTo>
                        <a:pt x="193" y="178"/>
                        <a:pt x="195" y="180"/>
                        <a:pt x="201" y="183"/>
                      </a:cubicBezTo>
                      <a:cubicBezTo>
                        <a:pt x="204" y="190"/>
                        <a:pt x="207" y="196"/>
                        <a:pt x="210" y="202"/>
                      </a:cubicBezTo>
                      <a:cubicBezTo>
                        <a:pt x="212" y="210"/>
                        <a:pt x="215" y="217"/>
                        <a:pt x="219" y="225"/>
                      </a:cubicBezTo>
                      <a:cubicBezTo>
                        <a:pt x="221" y="229"/>
                        <a:pt x="225" y="237"/>
                        <a:pt x="225" y="237"/>
                      </a:cubicBezTo>
                      <a:cubicBezTo>
                        <a:pt x="227" y="252"/>
                        <a:pt x="238" y="248"/>
                        <a:pt x="249" y="255"/>
                      </a:cubicBezTo>
                      <a:cubicBezTo>
                        <a:pt x="260" y="270"/>
                        <a:pt x="263" y="297"/>
                        <a:pt x="252" y="312"/>
                      </a:cubicBezTo>
                      <a:cubicBezTo>
                        <a:pt x="248" y="318"/>
                        <a:pt x="241" y="321"/>
                        <a:pt x="237" y="327"/>
                      </a:cubicBezTo>
                      <a:cubicBezTo>
                        <a:pt x="232" y="335"/>
                        <a:pt x="230" y="344"/>
                        <a:pt x="220" y="346"/>
                      </a:cubicBezTo>
                      <a:cubicBezTo>
                        <a:pt x="218" y="359"/>
                        <a:pt x="215" y="366"/>
                        <a:pt x="222" y="379"/>
                      </a:cubicBezTo>
                      <a:cubicBezTo>
                        <a:pt x="225" y="392"/>
                        <a:pt x="225" y="408"/>
                        <a:pt x="231" y="420"/>
                      </a:cubicBezTo>
                      <a:cubicBezTo>
                        <a:pt x="233" y="431"/>
                        <a:pt x="237" y="439"/>
                        <a:pt x="244" y="448"/>
                      </a:cubicBezTo>
                      <a:cubicBezTo>
                        <a:pt x="248" y="459"/>
                        <a:pt x="243" y="470"/>
                        <a:pt x="253" y="478"/>
                      </a:cubicBezTo>
                      <a:cubicBezTo>
                        <a:pt x="255" y="484"/>
                        <a:pt x="255" y="490"/>
                        <a:pt x="258" y="496"/>
                      </a:cubicBezTo>
                      <a:cubicBezTo>
                        <a:pt x="259" y="502"/>
                        <a:pt x="261" y="508"/>
                        <a:pt x="264" y="514"/>
                      </a:cubicBezTo>
                      <a:cubicBezTo>
                        <a:pt x="265" y="521"/>
                        <a:pt x="270" y="526"/>
                        <a:pt x="273" y="532"/>
                      </a:cubicBezTo>
                      <a:cubicBezTo>
                        <a:pt x="274" y="539"/>
                        <a:pt x="292" y="561"/>
                        <a:pt x="297" y="568"/>
                      </a:cubicBezTo>
                      <a:cubicBezTo>
                        <a:pt x="299" y="576"/>
                        <a:pt x="302" y="572"/>
                        <a:pt x="306" y="579"/>
                      </a:cubicBezTo>
                      <a:cubicBezTo>
                        <a:pt x="304" y="586"/>
                        <a:pt x="306" y="590"/>
                        <a:pt x="298" y="592"/>
                      </a:cubicBezTo>
                      <a:cubicBezTo>
                        <a:pt x="280" y="591"/>
                        <a:pt x="273" y="590"/>
                        <a:pt x="262" y="576"/>
                      </a:cubicBezTo>
                      <a:cubicBezTo>
                        <a:pt x="249" y="577"/>
                        <a:pt x="240" y="580"/>
                        <a:pt x="228" y="579"/>
                      </a:cubicBezTo>
                      <a:cubicBezTo>
                        <a:pt x="208" y="567"/>
                        <a:pt x="212" y="574"/>
                        <a:pt x="171" y="576"/>
                      </a:cubicBezTo>
                      <a:cubicBezTo>
                        <a:pt x="166" y="577"/>
                        <a:pt x="162" y="579"/>
                        <a:pt x="157" y="580"/>
                      </a:cubicBezTo>
                      <a:cubicBezTo>
                        <a:pt x="151" y="585"/>
                        <a:pt x="149" y="591"/>
                        <a:pt x="142" y="595"/>
                      </a:cubicBezTo>
                      <a:cubicBezTo>
                        <a:pt x="138" y="600"/>
                        <a:pt x="137" y="604"/>
                        <a:pt x="132" y="607"/>
                      </a:cubicBezTo>
                      <a:cubicBezTo>
                        <a:pt x="129" y="613"/>
                        <a:pt x="127" y="615"/>
                        <a:pt x="121" y="618"/>
                      </a:cubicBezTo>
                      <a:cubicBezTo>
                        <a:pt x="118" y="622"/>
                        <a:pt x="113" y="628"/>
                        <a:pt x="108" y="630"/>
                      </a:cubicBezTo>
                      <a:cubicBezTo>
                        <a:pt x="103" y="637"/>
                        <a:pt x="93" y="646"/>
                        <a:pt x="85" y="651"/>
                      </a:cubicBezTo>
                      <a:cubicBezTo>
                        <a:pt x="74" y="649"/>
                        <a:pt x="67" y="647"/>
                        <a:pt x="57" y="645"/>
                      </a:cubicBezTo>
                      <a:cubicBezTo>
                        <a:pt x="49" y="642"/>
                        <a:pt x="40" y="641"/>
                        <a:pt x="31" y="640"/>
                      </a:cubicBezTo>
                      <a:cubicBezTo>
                        <a:pt x="30" y="624"/>
                        <a:pt x="21" y="602"/>
                        <a:pt x="39" y="600"/>
                      </a:cubicBezTo>
                      <a:cubicBezTo>
                        <a:pt x="42" y="587"/>
                        <a:pt x="47" y="576"/>
                        <a:pt x="54" y="565"/>
                      </a:cubicBezTo>
                      <a:cubicBezTo>
                        <a:pt x="58" y="543"/>
                        <a:pt x="57" y="525"/>
                        <a:pt x="49" y="505"/>
                      </a:cubicBezTo>
                      <a:cubicBezTo>
                        <a:pt x="48" y="497"/>
                        <a:pt x="47" y="488"/>
                        <a:pt x="43" y="480"/>
                      </a:cubicBezTo>
                      <a:cubicBezTo>
                        <a:pt x="42" y="472"/>
                        <a:pt x="41" y="469"/>
                        <a:pt x="37" y="462"/>
                      </a:cubicBezTo>
                      <a:cubicBezTo>
                        <a:pt x="36" y="445"/>
                        <a:pt x="35" y="443"/>
                        <a:pt x="19" y="441"/>
                      </a:cubicBezTo>
                      <a:cubicBezTo>
                        <a:pt x="14" y="439"/>
                        <a:pt x="11" y="436"/>
                        <a:pt x="15" y="430"/>
                      </a:cubicBezTo>
                      <a:cubicBezTo>
                        <a:pt x="18" y="427"/>
                        <a:pt x="24" y="421"/>
                        <a:pt x="24" y="421"/>
                      </a:cubicBezTo>
                      <a:cubicBezTo>
                        <a:pt x="25" y="410"/>
                        <a:pt x="22" y="403"/>
                        <a:pt x="31" y="397"/>
                      </a:cubicBezTo>
                      <a:cubicBezTo>
                        <a:pt x="37" y="385"/>
                        <a:pt x="27" y="380"/>
                        <a:pt x="16" y="378"/>
                      </a:cubicBezTo>
                      <a:cubicBezTo>
                        <a:pt x="9" y="375"/>
                        <a:pt x="7" y="375"/>
                        <a:pt x="6" y="367"/>
                      </a:cubicBezTo>
                      <a:cubicBezTo>
                        <a:pt x="6" y="361"/>
                        <a:pt x="10" y="323"/>
                        <a:pt x="0" y="309"/>
                      </a:cubicBezTo>
                      <a:cubicBezTo>
                        <a:pt x="0" y="299"/>
                        <a:pt x="0" y="290"/>
                        <a:pt x="1" y="280"/>
                      </a:cubicBezTo>
                      <a:cubicBezTo>
                        <a:pt x="2" y="273"/>
                        <a:pt x="15" y="264"/>
                        <a:pt x="15" y="264"/>
                      </a:cubicBezTo>
                      <a:cubicBezTo>
                        <a:pt x="19" y="257"/>
                        <a:pt x="24" y="254"/>
                        <a:pt x="31" y="249"/>
                      </a:cubicBezTo>
                      <a:cubicBezTo>
                        <a:pt x="35" y="243"/>
                        <a:pt x="37" y="244"/>
                        <a:pt x="43" y="240"/>
                      </a:cubicBezTo>
                      <a:cubicBezTo>
                        <a:pt x="48" y="231"/>
                        <a:pt x="60" y="222"/>
                        <a:pt x="69" y="217"/>
                      </a:cubicBezTo>
                      <a:cubicBezTo>
                        <a:pt x="70" y="212"/>
                        <a:pt x="76" y="205"/>
                        <a:pt x="81" y="202"/>
                      </a:cubicBezTo>
                      <a:cubicBezTo>
                        <a:pt x="83" y="190"/>
                        <a:pt x="80" y="178"/>
                        <a:pt x="87" y="168"/>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2" name="Freeform 15">
                  <a:extLst>
                    <a:ext uri="{FF2B5EF4-FFF2-40B4-BE49-F238E27FC236}">
                      <a16:creationId xmlns:a16="http://schemas.microsoft.com/office/drawing/2014/main" id="{4125B64E-DAB2-AD9E-C8C6-71F2B4E35471}"/>
                    </a:ext>
                  </a:extLst>
                </p:cNvPr>
                <p:cNvSpPr>
                  <a:spLocks/>
                </p:cNvSpPr>
                <p:nvPr/>
              </p:nvSpPr>
              <p:spPr bwMode="auto">
                <a:xfrm>
                  <a:off x="8092532" y="4514316"/>
                  <a:ext cx="1117487" cy="1457695"/>
                </a:xfrm>
                <a:custGeom>
                  <a:avLst/>
                  <a:gdLst>
                    <a:gd name="T0" fmla="*/ 11 w 693"/>
                    <a:gd name="T1" fmla="*/ 722 h 904"/>
                    <a:gd name="T2" fmla="*/ 20 w 693"/>
                    <a:gd name="T3" fmla="*/ 798 h 904"/>
                    <a:gd name="T4" fmla="*/ 116 w 693"/>
                    <a:gd name="T5" fmla="*/ 839 h 904"/>
                    <a:gd name="T6" fmla="*/ 152 w 693"/>
                    <a:gd name="T7" fmla="*/ 890 h 904"/>
                    <a:gd name="T8" fmla="*/ 184 w 693"/>
                    <a:gd name="T9" fmla="*/ 890 h 904"/>
                    <a:gd name="T10" fmla="*/ 232 w 693"/>
                    <a:gd name="T11" fmla="*/ 852 h 904"/>
                    <a:gd name="T12" fmla="*/ 272 w 693"/>
                    <a:gd name="T13" fmla="*/ 806 h 904"/>
                    <a:gd name="T14" fmla="*/ 308 w 693"/>
                    <a:gd name="T15" fmla="*/ 746 h 904"/>
                    <a:gd name="T16" fmla="*/ 327 w 693"/>
                    <a:gd name="T17" fmla="*/ 712 h 904"/>
                    <a:gd name="T18" fmla="*/ 356 w 693"/>
                    <a:gd name="T19" fmla="*/ 676 h 904"/>
                    <a:gd name="T20" fmla="*/ 426 w 693"/>
                    <a:gd name="T21" fmla="*/ 667 h 904"/>
                    <a:gd name="T22" fmla="*/ 474 w 693"/>
                    <a:gd name="T23" fmla="*/ 588 h 904"/>
                    <a:gd name="T24" fmla="*/ 498 w 693"/>
                    <a:gd name="T25" fmla="*/ 558 h 904"/>
                    <a:gd name="T26" fmla="*/ 591 w 693"/>
                    <a:gd name="T27" fmla="*/ 578 h 904"/>
                    <a:gd name="T28" fmla="*/ 640 w 693"/>
                    <a:gd name="T29" fmla="*/ 594 h 904"/>
                    <a:gd name="T30" fmla="*/ 644 w 693"/>
                    <a:gd name="T31" fmla="*/ 642 h 904"/>
                    <a:gd name="T32" fmla="*/ 674 w 693"/>
                    <a:gd name="T33" fmla="*/ 628 h 904"/>
                    <a:gd name="T34" fmla="*/ 645 w 693"/>
                    <a:gd name="T35" fmla="*/ 552 h 904"/>
                    <a:gd name="T36" fmla="*/ 630 w 693"/>
                    <a:gd name="T37" fmla="*/ 472 h 904"/>
                    <a:gd name="T38" fmla="*/ 604 w 693"/>
                    <a:gd name="T39" fmla="*/ 439 h 904"/>
                    <a:gd name="T40" fmla="*/ 585 w 693"/>
                    <a:gd name="T41" fmla="*/ 417 h 904"/>
                    <a:gd name="T42" fmla="*/ 565 w 693"/>
                    <a:gd name="T43" fmla="*/ 388 h 904"/>
                    <a:gd name="T44" fmla="*/ 551 w 693"/>
                    <a:gd name="T45" fmla="*/ 310 h 904"/>
                    <a:gd name="T46" fmla="*/ 515 w 693"/>
                    <a:gd name="T47" fmla="*/ 242 h 904"/>
                    <a:gd name="T48" fmla="*/ 482 w 693"/>
                    <a:gd name="T49" fmla="*/ 211 h 904"/>
                    <a:gd name="T50" fmla="*/ 443 w 693"/>
                    <a:gd name="T51" fmla="*/ 184 h 904"/>
                    <a:gd name="T52" fmla="*/ 405 w 693"/>
                    <a:gd name="T53" fmla="*/ 153 h 904"/>
                    <a:gd name="T54" fmla="*/ 381 w 693"/>
                    <a:gd name="T55" fmla="*/ 126 h 904"/>
                    <a:gd name="T56" fmla="*/ 354 w 693"/>
                    <a:gd name="T57" fmla="*/ 76 h 904"/>
                    <a:gd name="T58" fmla="*/ 330 w 693"/>
                    <a:gd name="T59" fmla="*/ 47 h 904"/>
                    <a:gd name="T60" fmla="*/ 318 w 693"/>
                    <a:gd name="T61" fmla="*/ 31 h 904"/>
                    <a:gd name="T62" fmla="*/ 237 w 693"/>
                    <a:gd name="T63" fmla="*/ 6 h 904"/>
                    <a:gd name="T64" fmla="*/ 167 w 693"/>
                    <a:gd name="T65" fmla="*/ 26 h 904"/>
                    <a:gd name="T66" fmla="*/ 131 w 693"/>
                    <a:gd name="T67" fmla="*/ 67 h 904"/>
                    <a:gd name="T68" fmla="*/ 109 w 693"/>
                    <a:gd name="T69" fmla="*/ 96 h 904"/>
                    <a:gd name="T70" fmla="*/ 129 w 693"/>
                    <a:gd name="T71" fmla="*/ 155 h 904"/>
                    <a:gd name="T72" fmla="*/ 124 w 693"/>
                    <a:gd name="T73" fmla="*/ 182 h 904"/>
                    <a:gd name="T74" fmla="*/ 109 w 693"/>
                    <a:gd name="T75" fmla="*/ 251 h 904"/>
                    <a:gd name="T76" fmla="*/ 123 w 693"/>
                    <a:gd name="T77" fmla="*/ 283 h 904"/>
                    <a:gd name="T78" fmla="*/ 152 w 693"/>
                    <a:gd name="T79" fmla="*/ 415 h 904"/>
                    <a:gd name="T80" fmla="*/ 167 w 693"/>
                    <a:gd name="T81" fmla="*/ 463 h 904"/>
                    <a:gd name="T82" fmla="*/ 140 w 693"/>
                    <a:gd name="T83" fmla="*/ 522 h 904"/>
                    <a:gd name="T84" fmla="*/ 64 w 693"/>
                    <a:gd name="T85" fmla="*/ 539 h 904"/>
                    <a:gd name="T86" fmla="*/ 57 w 693"/>
                    <a:gd name="T87" fmla="*/ 631 h 904"/>
                    <a:gd name="T88" fmla="*/ 25 w 693"/>
                    <a:gd name="T89" fmla="*/ 681 h 90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93"/>
                    <a:gd name="T136" fmla="*/ 0 h 904"/>
                    <a:gd name="T137" fmla="*/ 693 w 693"/>
                    <a:gd name="T138" fmla="*/ 904 h 90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93" h="904">
                      <a:moveTo>
                        <a:pt x="9" y="684"/>
                      </a:moveTo>
                      <a:cubicBezTo>
                        <a:pt x="0" y="697"/>
                        <a:pt x="6" y="709"/>
                        <a:pt x="11" y="722"/>
                      </a:cubicBezTo>
                      <a:cubicBezTo>
                        <a:pt x="12" y="739"/>
                        <a:pt x="13" y="754"/>
                        <a:pt x="18" y="770"/>
                      </a:cubicBezTo>
                      <a:cubicBezTo>
                        <a:pt x="19" y="779"/>
                        <a:pt x="18" y="789"/>
                        <a:pt x="20" y="798"/>
                      </a:cubicBezTo>
                      <a:cubicBezTo>
                        <a:pt x="25" y="817"/>
                        <a:pt x="98" y="820"/>
                        <a:pt x="104" y="820"/>
                      </a:cubicBezTo>
                      <a:cubicBezTo>
                        <a:pt x="108" y="826"/>
                        <a:pt x="116" y="839"/>
                        <a:pt x="116" y="839"/>
                      </a:cubicBezTo>
                      <a:cubicBezTo>
                        <a:pt x="118" y="847"/>
                        <a:pt x="125" y="857"/>
                        <a:pt x="131" y="863"/>
                      </a:cubicBezTo>
                      <a:cubicBezTo>
                        <a:pt x="135" y="872"/>
                        <a:pt x="144" y="884"/>
                        <a:pt x="152" y="890"/>
                      </a:cubicBezTo>
                      <a:cubicBezTo>
                        <a:pt x="154" y="898"/>
                        <a:pt x="156" y="901"/>
                        <a:pt x="164" y="904"/>
                      </a:cubicBezTo>
                      <a:cubicBezTo>
                        <a:pt x="175" y="899"/>
                        <a:pt x="181" y="903"/>
                        <a:pt x="184" y="890"/>
                      </a:cubicBezTo>
                      <a:cubicBezTo>
                        <a:pt x="180" y="863"/>
                        <a:pt x="193" y="862"/>
                        <a:pt x="215" y="858"/>
                      </a:cubicBezTo>
                      <a:cubicBezTo>
                        <a:pt x="220" y="855"/>
                        <a:pt x="226" y="854"/>
                        <a:pt x="232" y="852"/>
                      </a:cubicBezTo>
                      <a:cubicBezTo>
                        <a:pt x="236" y="849"/>
                        <a:pt x="241" y="847"/>
                        <a:pt x="246" y="844"/>
                      </a:cubicBezTo>
                      <a:cubicBezTo>
                        <a:pt x="255" y="832"/>
                        <a:pt x="262" y="816"/>
                        <a:pt x="272" y="806"/>
                      </a:cubicBezTo>
                      <a:cubicBezTo>
                        <a:pt x="273" y="799"/>
                        <a:pt x="291" y="766"/>
                        <a:pt x="296" y="762"/>
                      </a:cubicBezTo>
                      <a:cubicBezTo>
                        <a:pt x="299" y="755"/>
                        <a:pt x="302" y="751"/>
                        <a:pt x="308" y="746"/>
                      </a:cubicBezTo>
                      <a:cubicBezTo>
                        <a:pt x="309" y="738"/>
                        <a:pt x="312" y="739"/>
                        <a:pt x="315" y="732"/>
                      </a:cubicBezTo>
                      <a:cubicBezTo>
                        <a:pt x="317" y="724"/>
                        <a:pt x="320" y="717"/>
                        <a:pt x="327" y="712"/>
                      </a:cubicBezTo>
                      <a:cubicBezTo>
                        <a:pt x="330" y="706"/>
                        <a:pt x="331" y="704"/>
                        <a:pt x="337" y="700"/>
                      </a:cubicBezTo>
                      <a:cubicBezTo>
                        <a:pt x="341" y="689"/>
                        <a:pt x="346" y="682"/>
                        <a:pt x="356" y="676"/>
                      </a:cubicBezTo>
                      <a:cubicBezTo>
                        <a:pt x="378" y="679"/>
                        <a:pt x="394" y="679"/>
                        <a:pt x="417" y="678"/>
                      </a:cubicBezTo>
                      <a:cubicBezTo>
                        <a:pt x="423" y="675"/>
                        <a:pt x="422" y="671"/>
                        <a:pt x="426" y="667"/>
                      </a:cubicBezTo>
                      <a:cubicBezTo>
                        <a:pt x="436" y="657"/>
                        <a:pt x="452" y="650"/>
                        <a:pt x="459" y="636"/>
                      </a:cubicBezTo>
                      <a:cubicBezTo>
                        <a:pt x="464" y="612"/>
                        <a:pt x="448" y="592"/>
                        <a:pt x="474" y="588"/>
                      </a:cubicBezTo>
                      <a:cubicBezTo>
                        <a:pt x="478" y="581"/>
                        <a:pt x="482" y="574"/>
                        <a:pt x="488" y="568"/>
                      </a:cubicBezTo>
                      <a:cubicBezTo>
                        <a:pt x="489" y="561"/>
                        <a:pt x="492" y="562"/>
                        <a:pt x="498" y="558"/>
                      </a:cubicBezTo>
                      <a:cubicBezTo>
                        <a:pt x="527" y="562"/>
                        <a:pt x="556" y="562"/>
                        <a:pt x="585" y="564"/>
                      </a:cubicBezTo>
                      <a:cubicBezTo>
                        <a:pt x="587" y="569"/>
                        <a:pt x="591" y="578"/>
                        <a:pt x="591" y="578"/>
                      </a:cubicBezTo>
                      <a:cubicBezTo>
                        <a:pt x="592" y="592"/>
                        <a:pt x="591" y="590"/>
                        <a:pt x="601" y="594"/>
                      </a:cubicBezTo>
                      <a:cubicBezTo>
                        <a:pt x="604" y="594"/>
                        <a:pt x="638" y="589"/>
                        <a:pt x="640" y="594"/>
                      </a:cubicBezTo>
                      <a:cubicBezTo>
                        <a:pt x="646" y="607"/>
                        <a:pt x="641" y="623"/>
                        <a:pt x="642" y="638"/>
                      </a:cubicBezTo>
                      <a:cubicBezTo>
                        <a:pt x="642" y="639"/>
                        <a:pt x="643" y="641"/>
                        <a:pt x="644" y="642"/>
                      </a:cubicBezTo>
                      <a:cubicBezTo>
                        <a:pt x="648" y="660"/>
                        <a:pt x="671" y="667"/>
                        <a:pt x="681" y="683"/>
                      </a:cubicBezTo>
                      <a:cubicBezTo>
                        <a:pt x="693" y="660"/>
                        <a:pt x="683" y="646"/>
                        <a:pt x="674" y="628"/>
                      </a:cubicBezTo>
                      <a:cubicBezTo>
                        <a:pt x="673" y="621"/>
                        <a:pt x="666" y="611"/>
                        <a:pt x="664" y="604"/>
                      </a:cubicBezTo>
                      <a:cubicBezTo>
                        <a:pt x="662" y="586"/>
                        <a:pt x="653" y="568"/>
                        <a:pt x="645" y="552"/>
                      </a:cubicBezTo>
                      <a:cubicBezTo>
                        <a:pt x="643" y="542"/>
                        <a:pt x="642" y="525"/>
                        <a:pt x="642" y="525"/>
                      </a:cubicBezTo>
                      <a:cubicBezTo>
                        <a:pt x="642" y="519"/>
                        <a:pt x="646" y="475"/>
                        <a:pt x="630" y="472"/>
                      </a:cubicBezTo>
                      <a:cubicBezTo>
                        <a:pt x="626" y="464"/>
                        <a:pt x="618" y="456"/>
                        <a:pt x="611" y="450"/>
                      </a:cubicBezTo>
                      <a:cubicBezTo>
                        <a:pt x="608" y="445"/>
                        <a:pt x="610" y="442"/>
                        <a:pt x="604" y="439"/>
                      </a:cubicBezTo>
                      <a:cubicBezTo>
                        <a:pt x="603" y="433"/>
                        <a:pt x="603" y="430"/>
                        <a:pt x="597" y="427"/>
                      </a:cubicBezTo>
                      <a:cubicBezTo>
                        <a:pt x="594" y="421"/>
                        <a:pt x="591" y="420"/>
                        <a:pt x="585" y="417"/>
                      </a:cubicBezTo>
                      <a:cubicBezTo>
                        <a:pt x="581" y="411"/>
                        <a:pt x="579" y="411"/>
                        <a:pt x="573" y="408"/>
                      </a:cubicBezTo>
                      <a:cubicBezTo>
                        <a:pt x="572" y="401"/>
                        <a:pt x="568" y="395"/>
                        <a:pt x="565" y="388"/>
                      </a:cubicBezTo>
                      <a:cubicBezTo>
                        <a:pt x="564" y="373"/>
                        <a:pt x="563" y="356"/>
                        <a:pt x="558" y="342"/>
                      </a:cubicBezTo>
                      <a:cubicBezTo>
                        <a:pt x="556" y="330"/>
                        <a:pt x="555" y="321"/>
                        <a:pt x="551" y="310"/>
                      </a:cubicBezTo>
                      <a:cubicBezTo>
                        <a:pt x="550" y="294"/>
                        <a:pt x="545" y="267"/>
                        <a:pt x="529" y="258"/>
                      </a:cubicBezTo>
                      <a:cubicBezTo>
                        <a:pt x="527" y="252"/>
                        <a:pt x="521" y="245"/>
                        <a:pt x="515" y="242"/>
                      </a:cubicBezTo>
                      <a:cubicBezTo>
                        <a:pt x="511" y="236"/>
                        <a:pt x="509" y="235"/>
                        <a:pt x="503" y="232"/>
                      </a:cubicBezTo>
                      <a:cubicBezTo>
                        <a:pt x="499" y="226"/>
                        <a:pt x="489" y="212"/>
                        <a:pt x="482" y="211"/>
                      </a:cubicBezTo>
                      <a:cubicBezTo>
                        <a:pt x="474" y="205"/>
                        <a:pt x="460" y="201"/>
                        <a:pt x="453" y="196"/>
                      </a:cubicBezTo>
                      <a:cubicBezTo>
                        <a:pt x="450" y="191"/>
                        <a:pt x="448" y="188"/>
                        <a:pt x="443" y="184"/>
                      </a:cubicBezTo>
                      <a:cubicBezTo>
                        <a:pt x="437" y="180"/>
                        <a:pt x="423" y="175"/>
                        <a:pt x="417" y="170"/>
                      </a:cubicBezTo>
                      <a:cubicBezTo>
                        <a:pt x="416" y="163"/>
                        <a:pt x="411" y="156"/>
                        <a:pt x="405" y="153"/>
                      </a:cubicBezTo>
                      <a:cubicBezTo>
                        <a:pt x="401" y="147"/>
                        <a:pt x="398" y="148"/>
                        <a:pt x="393" y="143"/>
                      </a:cubicBezTo>
                      <a:cubicBezTo>
                        <a:pt x="388" y="138"/>
                        <a:pt x="387" y="131"/>
                        <a:pt x="381" y="126"/>
                      </a:cubicBezTo>
                      <a:cubicBezTo>
                        <a:pt x="380" y="118"/>
                        <a:pt x="377" y="118"/>
                        <a:pt x="373" y="112"/>
                      </a:cubicBezTo>
                      <a:cubicBezTo>
                        <a:pt x="367" y="101"/>
                        <a:pt x="365" y="82"/>
                        <a:pt x="354" y="76"/>
                      </a:cubicBezTo>
                      <a:cubicBezTo>
                        <a:pt x="351" y="70"/>
                        <a:pt x="351" y="67"/>
                        <a:pt x="344" y="66"/>
                      </a:cubicBezTo>
                      <a:cubicBezTo>
                        <a:pt x="333" y="61"/>
                        <a:pt x="334" y="58"/>
                        <a:pt x="330" y="47"/>
                      </a:cubicBezTo>
                      <a:cubicBezTo>
                        <a:pt x="329" y="43"/>
                        <a:pt x="330" y="38"/>
                        <a:pt x="328" y="35"/>
                      </a:cubicBezTo>
                      <a:cubicBezTo>
                        <a:pt x="326" y="32"/>
                        <a:pt x="318" y="31"/>
                        <a:pt x="318" y="31"/>
                      </a:cubicBezTo>
                      <a:cubicBezTo>
                        <a:pt x="315" y="24"/>
                        <a:pt x="312" y="25"/>
                        <a:pt x="306" y="21"/>
                      </a:cubicBezTo>
                      <a:cubicBezTo>
                        <a:pt x="294" y="0"/>
                        <a:pt x="257" y="6"/>
                        <a:pt x="237" y="6"/>
                      </a:cubicBezTo>
                      <a:cubicBezTo>
                        <a:pt x="223" y="1"/>
                        <a:pt x="208" y="5"/>
                        <a:pt x="193" y="7"/>
                      </a:cubicBezTo>
                      <a:cubicBezTo>
                        <a:pt x="183" y="12"/>
                        <a:pt x="177" y="20"/>
                        <a:pt x="167" y="26"/>
                      </a:cubicBezTo>
                      <a:cubicBezTo>
                        <a:pt x="164" y="31"/>
                        <a:pt x="160" y="40"/>
                        <a:pt x="155" y="42"/>
                      </a:cubicBezTo>
                      <a:cubicBezTo>
                        <a:pt x="154" y="44"/>
                        <a:pt x="134" y="65"/>
                        <a:pt x="131" y="67"/>
                      </a:cubicBezTo>
                      <a:cubicBezTo>
                        <a:pt x="128" y="74"/>
                        <a:pt x="122" y="76"/>
                        <a:pt x="119" y="83"/>
                      </a:cubicBezTo>
                      <a:cubicBezTo>
                        <a:pt x="123" y="93"/>
                        <a:pt x="118" y="94"/>
                        <a:pt x="109" y="96"/>
                      </a:cubicBezTo>
                      <a:cubicBezTo>
                        <a:pt x="110" y="117"/>
                        <a:pt x="106" y="129"/>
                        <a:pt x="121" y="141"/>
                      </a:cubicBezTo>
                      <a:cubicBezTo>
                        <a:pt x="123" y="146"/>
                        <a:pt x="127" y="150"/>
                        <a:pt x="129" y="155"/>
                      </a:cubicBezTo>
                      <a:cubicBezTo>
                        <a:pt x="131" y="158"/>
                        <a:pt x="133" y="165"/>
                        <a:pt x="133" y="165"/>
                      </a:cubicBezTo>
                      <a:cubicBezTo>
                        <a:pt x="131" y="171"/>
                        <a:pt x="129" y="178"/>
                        <a:pt x="124" y="182"/>
                      </a:cubicBezTo>
                      <a:cubicBezTo>
                        <a:pt x="121" y="198"/>
                        <a:pt x="119" y="209"/>
                        <a:pt x="104" y="218"/>
                      </a:cubicBezTo>
                      <a:cubicBezTo>
                        <a:pt x="99" y="228"/>
                        <a:pt x="104" y="242"/>
                        <a:pt x="109" y="251"/>
                      </a:cubicBezTo>
                      <a:cubicBezTo>
                        <a:pt x="111" y="256"/>
                        <a:pt x="116" y="266"/>
                        <a:pt x="116" y="266"/>
                      </a:cubicBezTo>
                      <a:cubicBezTo>
                        <a:pt x="117" y="273"/>
                        <a:pt x="120" y="276"/>
                        <a:pt x="123" y="283"/>
                      </a:cubicBezTo>
                      <a:cubicBezTo>
                        <a:pt x="125" y="301"/>
                        <a:pt x="132" y="348"/>
                        <a:pt x="138" y="362"/>
                      </a:cubicBezTo>
                      <a:cubicBezTo>
                        <a:pt x="141" y="377"/>
                        <a:pt x="137" y="406"/>
                        <a:pt x="152" y="415"/>
                      </a:cubicBezTo>
                      <a:cubicBezTo>
                        <a:pt x="153" y="421"/>
                        <a:pt x="154" y="423"/>
                        <a:pt x="159" y="427"/>
                      </a:cubicBezTo>
                      <a:cubicBezTo>
                        <a:pt x="161" y="439"/>
                        <a:pt x="164" y="451"/>
                        <a:pt x="167" y="463"/>
                      </a:cubicBezTo>
                      <a:cubicBezTo>
                        <a:pt x="168" y="482"/>
                        <a:pt x="173" y="511"/>
                        <a:pt x="165" y="530"/>
                      </a:cubicBezTo>
                      <a:cubicBezTo>
                        <a:pt x="153" y="528"/>
                        <a:pt x="149" y="524"/>
                        <a:pt x="140" y="522"/>
                      </a:cubicBezTo>
                      <a:cubicBezTo>
                        <a:pt x="123" y="514"/>
                        <a:pt x="99" y="525"/>
                        <a:pt x="81" y="528"/>
                      </a:cubicBezTo>
                      <a:cubicBezTo>
                        <a:pt x="77" y="533"/>
                        <a:pt x="70" y="537"/>
                        <a:pt x="64" y="539"/>
                      </a:cubicBezTo>
                      <a:cubicBezTo>
                        <a:pt x="63" y="546"/>
                        <a:pt x="58" y="548"/>
                        <a:pt x="56" y="556"/>
                      </a:cubicBezTo>
                      <a:cubicBezTo>
                        <a:pt x="54" y="581"/>
                        <a:pt x="52" y="606"/>
                        <a:pt x="57" y="631"/>
                      </a:cubicBezTo>
                      <a:cubicBezTo>
                        <a:pt x="56" y="672"/>
                        <a:pt x="65" y="661"/>
                        <a:pt x="47" y="672"/>
                      </a:cubicBezTo>
                      <a:cubicBezTo>
                        <a:pt x="41" y="680"/>
                        <a:pt x="36" y="679"/>
                        <a:pt x="25" y="681"/>
                      </a:cubicBezTo>
                      <a:cubicBezTo>
                        <a:pt x="20" y="682"/>
                        <a:pt x="9" y="684"/>
                        <a:pt x="9" y="684"/>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3" name="Freeform 16">
                  <a:extLst>
                    <a:ext uri="{FF2B5EF4-FFF2-40B4-BE49-F238E27FC236}">
                      <a16:creationId xmlns:a16="http://schemas.microsoft.com/office/drawing/2014/main" id="{452F450D-FA47-51BC-2E79-DA806D42B4E9}"/>
                    </a:ext>
                  </a:extLst>
                </p:cNvPr>
                <p:cNvSpPr>
                  <a:spLocks/>
                </p:cNvSpPr>
                <p:nvPr/>
              </p:nvSpPr>
              <p:spPr bwMode="auto">
                <a:xfrm>
                  <a:off x="8618219" y="4286954"/>
                  <a:ext cx="1622211" cy="1689894"/>
                </a:xfrm>
                <a:custGeom>
                  <a:avLst/>
                  <a:gdLst>
                    <a:gd name="T0" fmla="*/ 24 w 1006"/>
                    <a:gd name="T1" fmla="*/ 132 h 1048"/>
                    <a:gd name="T2" fmla="*/ 96 w 1006"/>
                    <a:gd name="T3" fmla="*/ 142 h 1048"/>
                    <a:gd name="T4" fmla="*/ 214 w 1006"/>
                    <a:gd name="T5" fmla="*/ 126 h 1048"/>
                    <a:gd name="T6" fmla="*/ 256 w 1006"/>
                    <a:gd name="T7" fmla="*/ 164 h 1048"/>
                    <a:gd name="T8" fmla="*/ 284 w 1006"/>
                    <a:gd name="T9" fmla="*/ 184 h 1048"/>
                    <a:gd name="T10" fmla="*/ 340 w 1006"/>
                    <a:gd name="T11" fmla="*/ 190 h 1048"/>
                    <a:gd name="T12" fmla="*/ 366 w 1006"/>
                    <a:gd name="T13" fmla="*/ 154 h 1048"/>
                    <a:gd name="T14" fmla="*/ 400 w 1006"/>
                    <a:gd name="T15" fmla="*/ 118 h 1048"/>
                    <a:gd name="T16" fmla="*/ 432 w 1006"/>
                    <a:gd name="T17" fmla="*/ 116 h 1048"/>
                    <a:gd name="T18" fmla="*/ 462 w 1006"/>
                    <a:gd name="T19" fmla="*/ 136 h 1048"/>
                    <a:gd name="T20" fmla="*/ 484 w 1006"/>
                    <a:gd name="T21" fmla="*/ 100 h 1048"/>
                    <a:gd name="T22" fmla="*/ 448 w 1006"/>
                    <a:gd name="T23" fmla="*/ 62 h 1048"/>
                    <a:gd name="T24" fmla="*/ 434 w 1006"/>
                    <a:gd name="T25" fmla="*/ 46 h 1048"/>
                    <a:gd name="T26" fmla="*/ 452 w 1006"/>
                    <a:gd name="T27" fmla="*/ 0 h 1048"/>
                    <a:gd name="T28" fmla="*/ 526 w 1006"/>
                    <a:gd name="T29" fmla="*/ 64 h 1048"/>
                    <a:gd name="T30" fmla="*/ 584 w 1006"/>
                    <a:gd name="T31" fmla="*/ 130 h 1048"/>
                    <a:gd name="T32" fmla="*/ 621 w 1006"/>
                    <a:gd name="T33" fmla="*/ 105 h 1048"/>
                    <a:gd name="T34" fmla="*/ 644 w 1006"/>
                    <a:gd name="T35" fmla="*/ 88 h 1048"/>
                    <a:gd name="T36" fmla="*/ 670 w 1006"/>
                    <a:gd name="T37" fmla="*/ 98 h 1048"/>
                    <a:gd name="T38" fmla="*/ 757 w 1006"/>
                    <a:gd name="T39" fmla="*/ 187 h 1048"/>
                    <a:gd name="T40" fmla="*/ 858 w 1006"/>
                    <a:gd name="T41" fmla="*/ 198 h 1048"/>
                    <a:gd name="T42" fmla="*/ 952 w 1006"/>
                    <a:gd name="T43" fmla="*/ 240 h 1048"/>
                    <a:gd name="T44" fmla="*/ 982 w 1006"/>
                    <a:gd name="T45" fmla="*/ 254 h 1048"/>
                    <a:gd name="T46" fmla="*/ 996 w 1006"/>
                    <a:gd name="T47" fmla="*/ 324 h 1048"/>
                    <a:gd name="T48" fmla="*/ 974 w 1006"/>
                    <a:gd name="T49" fmla="*/ 396 h 1048"/>
                    <a:gd name="T50" fmla="*/ 968 w 1006"/>
                    <a:gd name="T51" fmla="*/ 438 h 1048"/>
                    <a:gd name="T52" fmla="*/ 960 w 1006"/>
                    <a:gd name="T53" fmla="*/ 528 h 1048"/>
                    <a:gd name="T54" fmla="*/ 932 w 1006"/>
                    <a:gd name="T55" fmla="*/ 576 h 1048"/>
                    <a:gd name="T56" fmla="*/ 840 w 1006"/>
                    <a:gd name="T57" fmla="*/ 662 h 1048"/>
                    <a:gd name="T58" fmla="*/ 826 w 1006"/>
                    <a:gd name="T59" fmla="*/ 682 h 1048"/>
                    <a:gd name="T60" fmla="*/ 856 w 1006"/>
                    <a:gd name="T61" fmla="*/ 750 h 1048"/>
                    <a:gd name="T62" fmla="*/ 770 w 1006"/>
                    <a:gd name="T63" fmla="*/ 792 h 1048"/>
                    <a:gd name="T64" fmla="*/ 730 w 1006"/>
                    <a:gd name="T65" fmla="*/ 828 h 1048"/>
                    <a:gd name="T66" fmla="*/ 684 w 1006"/>
                    <a:gd name="T67" fmla="*/ 886 h 1048"/>
                    <a:gd name="T68" fmla="*/ 706 w 1006"/>
                    <a:gd name="T69" fmla="*/ 970 h 1048"/>
                    <a:gd name="T70" fmla="*/ 590 w 1006"/>
                    <a:gd name="T71" fmla="*/ 1034 h 1048"/>
                    <a:gd name="T72" fmla="*/ 582 w 1006"/>
                    <a:gd name="T73" fmla="*/ 1044 h 1048"/>
                    <a:gd name="T74" fmla="*/ 558 w 1006"/>
                    <a:gd name="T75" fmla="*/ 1034 h 1048"/>
                    <a:gd name="T76" fmla="*/ 542 w 1006"/>
                    <a:gd name="T77" fmla="*/ 998 h 1048"/>
                    <a:gd name="T78" fmla="*/ 508 w 1006"/>
                    <a:gd name="T79" fmla="*/ 938 h 1048"/>
                    <a:gd name="T80" fmla="*/ 486 w 1006"/>
                    <a:gd name="T81" fmla="*/ 922 h 1048"/>
                    <a:gd name="T82" fmla="*/ 422 w 1006"/>
                    <a:gd name="T83" fmla="*/ 1008 h 1048"/>
                    <a:gd name="T84" fmla="*/ 400 w 1006"/>
                    <a:gd name="T85" fmla="*/ 1024 h 1048"/>
                    <a:gd name="T86" fmla="*/ 388 w 1006"/>
                    <a:gd name="T87" fmla="*/ 976 h 1048"/>
                    <a:gd name="T88" fmla="*/ 382 w 1006"/>
                    <a:gd name="T89" fmla="*/ 908 h 1048"/>
                    <a:gd name="T90" fmla="*/ 372 w 1006"/>
                    <a:gd name="T91" fmla="*/ 860 h 1048"/>
                    <a:gd name="T92" fmla="*/ 330 w 1006"/>
                    <a:gd name="T93" fmla="*/ 726 h 1048"/>
                    <a:gd name="T94" fmla="*/ 310 w 1006"/>
                    <a:gd name="T95" fmla="*/ 613 h 1048"/>
                    <a:gd name="T96" fmla="*/ 296 w 1006"/>
                    <a:gd name="T97" fmla="*/ 600 h 1048"/>
                    <a:gd name="T98" fmla="*/ 272 w 1006"/>
                    <a:gd name="T99" fmla="*/ 572 h 1048"/>
                    <a:gd name="T100" fmla="*/ 248 w 1006"/>
                    <a:gd name="T101" fmla="*/ 548 h 1048"/>
                    <a:gd name="T102" fmla="*/ 218 w 1006"/>
                    <a:gd name="T103" fmla="*/ 424 h 1048"/>
                    <a:gd name="T104" fmla="*/ 180 w 1006"/>
                    <a:gd name="T105" fmla="*/ 372 h 1048"/>
                    <a:gd name="T106" fmla="*/ 100 w 1006"/>
                    <a:gd name="T107" fmla="*/ 318 h 1048"/>
                    <a:gd name="T108" fmla="*/ 66 w 1006"/>
                    <a:gd name="T109" fmla="*/ 286 h 1048"/>
                    <a:gd name="T110" fmla="*/ 34 w 1006"/>
                    <a:gd name="T111" fmla="*/ 236 h 1048"/>
                    <a:gd name="T112" fmla="*/ 8 w 1006"/>
                    <a:gd name="T113" fmla="*/ 200 h 1048"/>
                    <a:gd name="T114" fmla="*/ 6 w 1006"/>
                    <a:gd name="T115" fmla="*/ 162 h 1048"/>
                    <a:gd name="T116" fmla="*/ 28 w 1006"/>
                    <a:gd name="T117" fmla="*/ 120 h 104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6"/>
                    <a:gd name="T178" fmla="*/ 0 h 1048"/>
                    <a:gd name="T179" fmla="*/ 1006 w 1006"/>
                    <a:gd name="T180" fmla="*/ 1048 h 104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6" h="1048">
                      <a:moveTo>
                        <a:pt x="12" y="148"/>
                      </a:moveTo>
                      <a:cubicBezTo>
                        <a:pt x="15" y="140"/>
                        <a:pt x="17" y="137"/>
                        <a:pt x="24" y="132"/>
                      </a:cubicBezTo>
                      <a:cubicBezTo>
                        <a:pt x="27" y="112"/>
                        <a:pt x="46" y="123"/>
                        <a:pt x="66" y="124"/>
                      </a:cubicBezTo>
                      <a:cubicBezTo>
                        <a:pt x="79" y="127"/>
                        <a:pt x="83" y="138"/>
                        <a:pt x="96" y="142"/>
                      </a:cubicBezTo>
                      <a:cubicBezTo>
                        <a:pt x="163" y="139"/>
                        <a:pt x="131" y="137"/>
                        <a:pt x="168" y="130"/>
                      </a:cubicBezTo>
                      <a:cubicBezTo>
                        <a:pt x="180" y="113"/>
                        <a:pt x="171" y="122"/>
                        <a:pt x="214" y="126"/>
                      </a:cubicBezTo>
                      <a:cubicBezTo>
                        <a:pt x="219" y="127"/>
                        <a:pt x="230" y="130"/>
                        <a:pt x="230" y="130"/>
                      </a:cubicBezTo>
                      <a:cubicBezTo>
                        <a:pt x="234" y="151"/>
                        <a:pt x="234" y="160"/>
                        <a:pt x="256" y="164"/>
                      </a:cubicBezTo>
                      <a:cubicBezTo>
                        <a:pt x="261" y="166"/>
                        <a:pt x="266" y="166"/>
                        <a:pt x="270" y="170"/>
                      </a:cubicBezTo>
                      <a:cubicBezTo>
                        <a:pt x="286" y="186"/>
                        <a:pt x="270" y="179"/>
                        <a:pt x="284" y="184"/>
                      </a:cubicBezTo>
                      <a:cubicBezTo>
                        <a:pt x="292" y="195"/>
                        <a:pt x="299" y="193"/>
                        <a:pt x="314" y="194"/>
                      </a:cubicBezTo>
                      <a:cubicBezTo>
                        <a:pt x="323" y="193"/>
                        <a:pt x="335" y="197"/>
                        <a:pt x="340" y="190"/>
                      </a:cubicBezTo>
                      <a:cubicBezTo>
                        <a:pt x="345" y="183"/>
                        <a:pt x="343" y="171"/>
                        <a:pt x="348" y="164"/>
                      </a:cubicBezTo>
                      <a:cubicBezTo>
                        <a:pt x="351" y="160"/>
                        <a:pt x="362" y="157"/>
                        <a:pt x="366" y="154"/>
                      </a:cubicBezTo>
                      <a:cubicBezTo>
                        <a:pt x="371" y="147"/>
                        <a:pt x="371" y="133"/>
                        <a:pt x="376" y="128"/>
                      </a:cubicBezTo>
                      <a:cubicBezTo>
                        <a:pt x="380" y="124"/>
                        <a:pt x="395" y="120"/>
                        <a:pt x="400" y="118"/>
                      </a:cubicBezTo>
                      <a:cubicBezTo>
                        <a:pt x="404" y="117"/>
                        <a:pt x="412" y="114"/>
                        <a:pt x="412" y="114"/>
                      </a:cubicBezTo>
                      <a:cubicBezTo>
                        <a:pt x="419" y="115"/>
                        <a:pt x="425" y="115"/>
                        <a:pt x="432" y="116"/>
                      </a:cubicBezTo>
                      <a:cubicBezTo>
                        <a:pt x="437" y="117"/>
                        <a:pt x="448" y="120"/>
                        <a:pt x="448" y="120"/>
                      </a:cubicBezTo>
                      <a:cubicBezTo>
                        <a:pt x="454" y="124"/>
                        <a:pt x="462" y="136"/>
                        <a:pt x="462" y="136"/>
                      </a:cubicBezTo>
                      <a:cubicBezTo>
                        <a:pt x="480" y="130"/>
                        <a:pt x="470" y="132"/>
                        <a:pt x="494" y="130"/>
                      </a:cubicBezTo>
                      <a:cubicBezTo>
                        <a:pt x="498" y="118"/>
                        <a:pt x="488" y="111"/>
                        <a:pt x="484" y="100"/>
                      </a:cubicBezTo>
                      <a:cubicBezTo>
                        <a:pt x="482" y="83"/>
                        <a:pt x="480" y="81"/>
                        <a:pt x="464" y="76"/>
                      </a:cubicBezTo>
                      <a:cubicBezTo>
                        <a:pt x="457" y="66"/>
                        <a:pt x="462" y="71"/>
                        <a:pt x="448" y="62"/>
                      </a:cubicBezTo>
                      <a:cubicBezTo>
                        <a:pt x="446" y="61"/>
                        <a:pt x="442" y="58"/>
                        <a:pt x="442" y="58"/>
                      </a:cubicBezTo>
                      <a:cubicBezTo>
                        <a:pt x="439" y="54"/>
                        <a:pt x="437" y="50"/>
                        <a:pt x="434" y="46"/>
                      </a:cubicBezTo>
                      <a:cubicBezTo>
                        <a:pt x="432" y="42"/>
                        <a:pt x="430" y="34"/>
                        <a:pt x="430" y="34"/>
                      </a:cubicBezTo>
                      <a:cubicBezTo>
                        <a:pt x="433" y="19"/>
                        <a:pt x="437" y="5"/>
                        <a:pt x="452" y="0"/>
                      </a:cubicBezTo>
                      <a:cubicBezTo>
                        <a:pt x="465" y="3"/>
                        <a:pt x="475" y="9"/>
                        <a:pt x="488" y="12"/>
                      </a:cubicBezTo>
                      <a:cubicBezTo>
                        <a:pt x="512" y="30"/>
                        <a:pt x="506" y="51"/>
                        <a:pt x="526" y="64"/>
                      </a:cubicBezTo>
                      <a:cubicBezTo>
                        <a:pt x="533" y="75"/>
                        <a:pt x="530" y="74"/>
                        <a:pt x="544" y="88"/>
                      </a:cubicBezTo>
                      <a:cubicBezTo>
                        <a:pt x="559" y="103"/>
                        <a:pt x="560" y="124"/>
                        <a:pt x="584" y="130"/>
                      </a:cubicBezTo>
                      <a:cubicBezTo>
                        <a:pt x="596" y="128"/>
                        <a:pt x="603" y="124"/>
                        <a:pt x="614" y="120"/>
                      </a:cubicBezTo>
                      <a:cubicBezTo>
                        <a:pt x="617" y="117"/>
                        <a:pt x="618" y="109"/>
                        <a:pt x="621" y="105"/>
                      </a:cubicBezTo>
                      <a:cubicBezTo>
                        <a:pt x="625" y="99"/>
                        <a:pt x="627" y="97"/>
                        <a:pt x="632" y="92"/>
                      </a:cubicBezTo>
                      <a:cubicBezTo>
                        <a:pt x="635" y="89"/>
                        <a:pt x="644" y="88"/>
                        <a:pt x="644" y="88"/>
                      </a:cubicBezTo>
                      <a:cubicBezTo>
                        <a:pt x="649" y="89"/>
                        <a:pt x="654" y="88"/>
                        <a:pt x="658" y="90"/>
                      </a:cubicBezTo>
                      <a:cubicBezTo>
                        <a:pt x="662" y="92"/>
                        <a:pt x="670" y="98"/>
                        <a:pt x="670" y="98"/>
                      </a:cubicBezTo>
                      <a:cubicBezTo>
                        <a:pt x="686" y="122"/>
                        <a:pt x="704" y="148"/>
                        <a:pt x="728" y="164"/>
                      </a:cubicBezTo>
                      <a:cubicBezTo>
                        <a:pt x="730" y="171"/>
                        <a:pt x="751" y="183"/>
                        <a:pt x="757" y="187"/>
                      </a:cubicBezTo>
                      <a:cubicBezTo>
                        <a:pt x="766" y="201"/>
                        <a:pt x="782" y="203"/>
                        <a:pt x="798" y="206"/>
                      </a:cubicBezTo>
                      <a:cubicBezTo>
                        <a:pt x="819" y="205"/>
                        <a:pt x="838" y="205"/>
                        <a:pt x="858" y="198"/>
                      </a:cubicBezTo>
                      <a:cubicBezTo>
                        <a:pt x="863" y="182"/>
                        <a:pt x="881" y="192"/>
                        <a:pt x="894" y="196"/>
                      </a:cubicBezTo>
                      <a:cubicBezTo>
                        <a:pt x="902" y="220"/>
                        <a:pt x="930" y="233"/>
                        <a:pt x="952" y="240"/>
                      </a:cubicBezTo>
                      <a:cubicBezTo>
                        <a:pt x="961" y="249"/>
                        <a:pt x="955" y="245"/>
                        <a:pt x="970" y="250"/>
                      </a:cubicBezTo>
                      <a:cubicBezTo>
                        <a:pt x="974" y="251"/>
                        <a:pt x="982" y="254"/>
                        <a:pt x="982" y="254"/>
                      </a:cubicBezTo>
                      <a:cubicBezTo>
                        <a:pt x="993" y="271"/>
                        <a:pt x="984" y="255"/>
                        <a:pt x="988" y="298"/>
                      </a:cubicBezTo>
                      <a:cubicBezTo>
                        <a:pt x="989" y="307"/>
                        <a:pt x="996" y="324"/>
                        <a:pt x="996" y="324"/>
                      </a:cubicBezTo>
                      <a:cubicBezTo>
                        <a:pt x="995" y="344"/>
                        <a:pt x="1006" y="370"/>
                        <a:pt x="992" y="384"/>
                      </a:cubicBezTo>
                      <a:cubicBezTo>
                        <a:pt x="992" y="384"/>
                        <a:pt x="977" y="394"/>
                        <a:pt x="974" y="396"/>
                      </a:cubicBezTo>
                      <a:cubicBezTo>
                        <a:pt x="970" y="399"/>
                        <a:pt x="962" y="404"/>
                        <a:pt x="962" y="404"/>
                      </a:cubicBezTo>
                      <a:cubicBezTo>
                        <a:pt x="958" y="417"/>
                        <a:pt x="955" y="429"/>
                        <a:pt x="968" y="438"/>
                      </a:cubicBezTo>
                      <a:cubicBezTo>
                        <a:pt x="973" y="453"/>
                        <a:pt x="973" y="467"/>
                        <a:pt x="976" y="482"/>
                      </a:cubicBezTo>
                      <a:cubicBezTo>
                        <a:pt x="975" y="496"/>
                        <a:pt x="978" y="522"/>
                        <a:pt x="960" y="528"/>
                      </a:cubicBezTo>
                      <a:cubicBezTo>
                        <a:pt x="953" y="538"/>
                        <a:pt x="947" y="548"/>
                        <a:pt x="940" y="558"/>
                      </a:cubicBezTo>
                      <a:cubicBezTo>
                        <a:pt x="936" y="563"/>
                        <a:pt x="932" y="576"/>
                        <a:pt x="932" y="576"/>
                      </a:cubicBezTo>
                      <a:cubicBezTo>
                        <a:pt x="930" y="609"/>
                        <a:pt x="934" y="635"/>
                        <a:pt x="900" y="646"/>
                      </a:cubicBezTo>
                      <a:cubicBezTo>
                        <a:pt x="887" y="666"/>
                        <a:pt x="860" y="661"/>
                        <a:pt x="840" y="662"/>
                      </a:cubicBezTo>
                      <a:cubicBezTo>
                        <a:pt x="833" y="664"/>
                        <a:pt x="833" y="663"/>
                        <a:pt x="830" y="670"/>
                      </a:cubicBezTo>
                      <a:cubicBezTo>
                        <a:pt x="828" y="674"/>
                        <a:pt x="826" y="682"/>
                        <a:pt x="826" y="682"/>
                      </a:cubicBezTo>
                      <a:cubicBezTo>
                        <a:pt x="829" y="693"/>
                        <a:pt x="833" y="700"/>
                        <a:pt x="842" y="706"/>
                      </a:cubicBezTo>
                      <a:cubicBezTo>
                        <a:pt x="847" y="721"/>
                        <a:pt x="851" y="735"/>
                        <a:pt x="856" y="750"/>
                      </a:cubicBezTo>
                      <a:cubicBezTo>
                        <a:pt x="849" y="779"/>
                        <a:pt x="822" y="783"/>
                        <a:pt x="796" y="786"/>
                      </a:cubicBezTo>
                      <a:cubicBezTo>
                        <a:pt x="787" y="789"/>
                        <a:pt x="779" y="790"/>
                        <a:pt x="770" y="792"/>
                      </a:cubicBezTo>
                      <a:cubicBezTo>
                        <a:pt x="761" y="798"/>
                        <a:pt x="762" y="807"/>
                        <a:pt x="752" y="810"/>
                      </a:cubicBezTo>
                      <a:cubicBezTo>
                        <a:pt x="744" y="816"/>
                        <a:pt x="738" y="822"/>
                        <a:pt x="730" y="828"/>
                      </a:cubicBezTo>
                      <a:cubicBezTo>
                        <a:pt x="722" y="845"/>
                        <a:pt x="714" y="862"/>
                        <a:pt x="696" y="868"/>
                      </a:cubicBezTo>
                      <a:cubicBezTo>
                        <a:pt x="692" y="875"/>
                        <a:pt x="687" y="878"/>
                        <a:pt x="684" y="886"/>
                      </a:cubicBezTo>
                      <a:cubicBezTo>
                        <a:pt x="685" y="904"/>
                        <a:pt x="684" y="909"/>
                        <a:pt x="692" y="922"/>
                      </a:cubicBezTo>
                      <a:cubicBezTo>
                        <a:pt x="696" y="939"/>
                        <a:pt x="690" y="960"/>
                        <a:pt x="706" y="970"/>
                      </a:cubicBezTo>
                      <a:cubicBezTo>
                        <a:pt x="725" y="999"/>
                        <a:pt x="677" y="1010"/>
                        <a:pt x="656" y="1012"/>
                      </a:cubicBezTo>
                      <a:cubicBezTo>
                        <a:pt x="633" y="1020"/>
                        <a:pt x="614" y="1031"/>
                        <a:pt x="590" y="1034"/>
                      </a:cubicBezTo>
                      <a:cubicBezTo>
                        <a:pt x="588" y="1035"/>
                        <a:pt x="586" y="1036"/>
                        <a:pt x="584" y="1038"/>
                      </a:cubicBezTo>
                      <a:cubicBezTo>
                        <a:pt x="583" y="1040"/>
                        <a:pt x="584" y="1043"/>
                        <a:pt x="582" y="1044"/>
                      </a:cubicBezTo>
                      <a:cubicBezTo>
                        <a:pt x="579" y="1046"/>
                        <a:pt x="570" y="1048"/>
                        <a:pt x="570" y="1048"/>
                      </a:cubicBezTo>
                      <a:cubicBezTo>
                        <a:pt x="562" y="1045"/>
                        <a:pt x="561" y="1042"/>
                        <a:pt x="558" y="1034"/>
                      </a:cubicBezTo>
                      <a:cubicBezTo>
                        <a:pt x="560" y="1020"/>
                        <a:pt x="562" y="1010"/>
                        <a:pt x="560" y="996"/>
                      </a:cubicBezTo>
                      <a:cubicBezTo>
                        <a:pt x="546" y="1001"/>
                        <a:pt x="552" y="1001"/>
                        <a:pt x="542" y="998"/>
                      </a:cubicBezTo>
                      <a:cubicBezTo>
                        <a:pt x="539" y="989"/>
                        <a:pt x="533" y="983"/>
                        <a:pt x="530" y="974"/>
                      </a:cubicBezTo>
                      <a:cubicBezTo>
                        <a:pt x="528" y="956"/>
                        <a:pt x="527" y="944"/>
                        <a:pt x="508" y="938"/>
                      </a:cubicBezTo>
                      <a:cubicBezTo>
                        <a:pt x="501" y="927"/>
                        <a:pt x="508" y="936"/>
                        <a:pt x="498" y="930"/>
                      </a:cubicBezTo>
                      <a:cubicBezTo>
                        <a:pt x="494" y="928"/>
                        <a:pt x="486" y="922"/>
                        <a:pt x="486" y="922"/>
                      </a:cubicBezTo>
                      <a:cubicBezTo>
                        <a:pt x="459" y="924"/>
                        <a:pt x="451" y="916"/>
                        <a:pt x="444" y="938"/>
                      </a:cubicBezTo>
                      <a:cubicBezTo>
                        <a:pt x="443" y="976"/>
                        <a:pt x="455" y="997"/>
                        <a:pt x="422" y="1008"/>
                      </a:cubicBezTo>
                      <a:cubicBezTo>
                        <a:pt x="419" y="1018"/>
                        <a:pt x="423" y="1026"/>
                        <a:pt x="412" y="1030"/>
                      </a:cubicBezTo>
                      <a:cubicBezTo>
                        <a:pt x="408" y="1029"/>
                        <a:pt x="403" y="1028"/>
                        <a:pt x="400" y="1024"/>
                      </a:cubicBezTo>
                      <a:cubicBezTo>
                        <a:pt x="397" y="1020"/>
                        <a:pt x="392" y="1012"/>
                        <a:pt x="392" y="1012"/>
                      </a:cubicBezTo>
                      <a:cubicBezTo>
                        <a:pt x="392" y="1010"/>
                        <a:pt x="390" y="983"/>
                        <a:pt x="388" y="976"/>
                      </a:cubicBezTo>
                      <a:cubicBezTo>
                        <a:pt x="384" y="965"/>
                        <a:pt x="376" y="957"/>
                        <a:pt x="372" y="946"/>
                      </a:cubicBezTo>
                      <a:cubicBezTo>
                        <a:pt x="374" y="929"/>
                        <a:pt x="376" y="922"/>
                        <a:pt x="382" y="908"/>
                      </a:cubicBezTo>
                      <a:cubicBezTo>
                        <a:pt x="385" y="902"/>
                        <a:pt x="388" y="890"/>
                        <a:pt x="388" y="890"/>
                      </a:cubicBezTo>
                      <a:cubicBezTo>
                        <a:pt x="384" y="879"/>
                        <a:pt x="378" y="869"/>
                        <a:pt x="372" y="860"/>
                      </a:cubicBezTo>
                      <a:cubicBezTo>
                        <a:pt x="370" y="856"/>
                        <a:pt x="368" y="848"/>
                        <a:pt x="368" y="848"/>
                      </a:cubicBezTo>
                      <a:cubicBezTo>
                        <a:pt x="364" y="807"/>
                        <a:pt x="353" y="761"/>
                        <a:pt x="330" y="726"/>
                      </a:cubicBezTo>
                      <a:cubicBezTo>
                        <a:pt x="327" y="708"/>
                        <a:pt x="319" y="691"/>
                        <a:pt x="316" y="673"/>
                      </a:cubicBezTo>
                      <a:cubicBezTo>
                        <a:pt x="315" y="650"/>
                        <a:pt x="315" y="634"/>
                        <a:pt x="310" y="613"/>
                      </a:cubicBezTo>
                      <a:cubicBezTo>
                        <a:pt x="309" y="608"/>
                        <a:pt x="300" y="606"/>
                        <a:pt x="300" y="606"/>
                      </a:cubicBezTo>
                      <a:cubicBezTo>
                        <a:pt x="299" y="604"/>
                        <a:pt x="298" y="602"/>
                        <a:pt x="296" y="600"/>
                      </a:cubicBezTo>
                      <a:cubicBezTo>
                        <a:pt x="294" y="599"/>
                        <a:pt x="291" y="599"/>
                        <a:pt x="290" y="598"/>
                      </a:cubicBezTo>
                      <a:cubicBezTo>
                        <a:pt x="282" y="590"/>
                        <a:pt x="285" y="576"/>
                        <a:pt x="272" y="572"/>
                      </a:cubicBezTo>
                      <a:cubicBezTo>
                        <a:pt x="270" y="566"/>
                        <a:pt x="265" y="560"/>
                        <a:pt x="260" y="556"/>
                      </a:cubicBezTo>
                      <a:cubicBezTo>
                        <a:pt x="256" y="553"/>
                        <a:pt x="248" y="548"/>
                        <a:pt x="248" y="548"/>
                      </a:cubicBezTo>
                      <a:cubicBezTo>
                        <a:pt x="246" y="541"/>
                        <a:pt x="238" y="530"/>
                        <a:pt x="238" y="530"/>
                      </a:cubicBezTo>
                      <a:cubicBezTo>
                        <a:pt x="231" y="494"/>
                        <a:pt x="233" y="458"/>
                        <a:pt x="218" y="424"/>
                      </a:cubicBezTo>
                      <a:cubicBezTo>
                        <a:pt x="212" y="411"/>
                        <a:pt x="214" y="404"/>
                        <a:pt x="202" y="396"/>
                      </a:cubicBezTo>
                      <a:cubicBezTo>
                        <a:pt x="195" y="385"/>
                        <a:pt x="194" y="377"/>
                        <a:pt x="180" y="372"/>
                      </a:cubicBezTo>
                      <a:cubicBezTo>
                        <a:pt x="169" y="355"/>
                        <a:pt x="151" y="349"/>
                        <a:pt x="135" y="339"/>
                      </a:cubicBezTo>
                      <a:cubicBezTo>
                        <a:pt x="126" y="326"/>
                        <a:pt x="112" y="326"/>
                        <a:pt x="100" y="318"/>
                      </a:cubicBezTo>
                      <a:cubicBezTo>
                        <a:pt x="97" y="308"/>
                        <a:pt x="89" y="305"/>
                        <a:pt x="80" y="302"/>
                      </a:cubicBezTo>
                      <a:cubicBezTo>
                        <a:pt x="71" y="288"/>
                        <a:pt x="76" y="293"/>
                        <a:pt x="66" y="286"/>
                      </a:cubicBezTo>
                      <a:cubicBezTo>
                        <a:pt x="60" y="276"/>
                        <a:pt x="57" y="264"/>
                        <a:pt x="48" y="258"/>
                      </a:cubicBezTo>
                      <a:cubicBezTo>
                        <a:pt x="45" y="249"/>
                        <a:pt x="41" y="241"/>
                        <a:pt x="34" y="236"/>
                      </a:cubicBezTo>
                      <a:cubicBezTo>
                        <a:pt x="34" y="235"/>
                        <a:pt x="28" y="214"/>
                        <a:pt x="26" y="212"/>
                      </a:cubicBezTo>
                      <a:cubicBezTo>
                        <a:pt x="20" y="208"/>
                        <a:pt x="8" y="200"/>
                        <a:pt x="8" y="200"/>
                      </a:cubicBezTo>
                      <a:cubicBezTo>
                        <a:pt x="6" y="193"/>
                        <a:pt x="2" y="189"/>
                        <a:pt x="0" y="182"/>
                      </a:cubicBezTo>
                      <a:cubicBezTo>
                        <a:pt x="2" y="175"/>
                        <a:pt x="6" y="162"/>
                        <a:pt x="6" y="162"/>
                      </a:cubicBezTo>
                      <a:cubicBezTo>
                        <a:pt x="8" y="147"/>
                        <a:pt x="7" y="146"/>
                        <a:pt x="20" y="142"/>
                      </a:cubicBezTo>
                      <a:cubicBezTo>
                        <a:pt x="21" y="138"/>
                        <a:pt x="24" y="124"/>
                        <a:pt x="28" y="120"/>
                      </a:cubicBezTo>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4" name="Freeform 17">
                  <a:extLst>
                    <a:ext uri="{FF2B5EF4-FFF2-40B4-BE49-F238E27FC236}">
                      <a16:creationId xmlns:a16="http://schemas.microsoft.com/office/drawing/2014/main" id="{5C1E8FED-5D31-9D74-872C-699F98102BA2}"/>
                    </a:ext>
                  </a:extLst>
                </p:cNvPr>
                <p:cNvSpPr>
                  <a:spLocks/>
                </p:cNvSpPr>
                <p:nvPr/>
              </p:nvSpPr>
              <p:spPr bwMode="auto">
                <a:xfrm>
                  <a:off x="8655307" y="3745156"/>
                  <a:ext cx="759504" cy="854622"/>
                </a:xfrm>
                <a:custGeom>
                  <a:avLst/>
                  <a:gdLst>
                    <a:gd name="T0" fmla="*/ 9 w 471"/>
                    <a:gd name="T1" fmla="*/ 420 h 530"/>
                    <a:gd name="T2" fmla="*/ 47 w 471"/>
                    <a:gd name="T3" fmla="*/ 380 h 530"/>
                    <a:gd name="T4" fmla="*/ 43 w 471"/>
                    <a:gd name="T5" fmla="*/ 338 h 530"/>
                    <a:gd name="T6" fmla="*/ 63 w 471"/>
                    <a:gd name="T7" fmla="*/ 312 h 530"/>
                    <a:gd name="T8" fmla="*/ 77 w 471"/>
                    <a:gd name="T9" fmla="*/ 284 h 530"/>
                    <a:gd name="T10" fmla="*/ 103 w 471"/>
                    <a:gd name="T11" fmla="*/ 292 h 530"/>
                    <a:gd name="T12" fmla="*/ 143 w 471"/>
                    <a:gd name="T13" fmla="*/ 266 h 530"/>
                    <a:gd name="T14" fmla="*/ 113 w 471"/>
                    <a:gd name="T15" fmla="*/ 186 h 530"/>
                    <a:gd name="T16" fmla="*/ 89 w 471"/>
                    <a:gd name="T17" fmla="*/ 114 h 530"/>
                    <a:gd name="T18" fmla="*/ 89 w 471"/>
                    <a:gd name="T19" fmla="*/ 48 h 530"/>
                    <a:gd name="T20" fmla="*/ 115 w 471"/>
                    <a:gd name="T21" fmla="*/ 26 h 530"/>
                    <a:gd name="T22" fmla="*/ 151 w 471"/>
                    <a:gd name="T23" fmla="*/ 12 h 530"/>
                    <a:gd name="T24" fmla="*/ 183 w 471"/>
                    <a:gd name="T25" fmla="*/ 34 h 530"/>
                    <a:gd name="T26" fmla="*/ 231 w 471"/>
                    <a:gd name="T27" fmla="*/ 88 h 530"/>
                    <a:gd name="T28" fmla="*/ 217 w 471"/>
                    <a:gd name="T29" fmla="*/ 126 h 530"/>
                    <a:gd name="T30" fmla="*/ 251 w 471"/>
                    <a:gd name="T31" fmla="*/ 160 h 530"/>
                    <a:gd name="T32" fmla="*/ 353 w 471"/>
                    <a:gd name="T33" fmla="*/ 144 h 530"/>
                    <a:gd name="T34" fmla="*/ 341 w 471"/>
                    <a:gd name="T35" fmla="*/ 180 h 530"/>
                    <a:gd name="T36" fmla="*/ 355 w 471"/>
                    <a:gd name="T37" fmla="*/ 252 h 530"/>
                    <a:gd name="T38" fmla="*/ 393 w 471"/>
                    <a:gd name="T39" fmla="*/ 298 h 530"/>
                    <a:gd name="T40" fmla="*/ 407 w 471"/>
                    <a:gd name="T41" fmla="*/ 362 h 530"/>
                    <a:gd name="T42" fmla="*/ 433 w 471"/>
                    <a:gd name="T43" fmla="*/ 402 h 530"/>
                    <a:gd name="T44" fmla="*/ 465 w 471"/>
                    <a:gd name="T45" fmla="*/ 430 h 530"/>
                    <a:gd name="T46" fmla="*/ 457 w 471"/>
                    <a:gd name="T47" fmla="*/ 466 h 530"/>
                    <a:gd name="T48" fmla="*/ 423 w 471"/>
                    <a:gd name="T49" fmla="*/ 458 h 530"/>
                    <a:gd name="T50" fmla="*/ 373 w 471"/>
                    <a:gd name="T51" fmla="*/ 454 h 530"/>
                    <a:gd name="T52" fmla="*/ 349 w 471"/>
                    <a:gd name="T53" fmla="*/ 474 h 530"/>
                    <a:gd name="T54" fmla="*/ 341 w 471"/>
                    <a:gd name="T55" fmla="*/ 490 h 530"/>
                    <a:gd name="T56" fmla="*/ 301 w 471"/>
                    <a:gd name="T57" fmla="*/ 530 h 530"/>
                    <a:gd name="T58" fmla="*/ 247 w 471"/>
                    <a:gd name="T59" fmla="*/ 510 h 530"/>
                    <a:gd name="T60" fmla="*/ 201 w 471"/>
                    <a:gd name="T61" fmla="*/ 468 h 530"/>
                    <a:gd name="T62" fmla="*/ 129 w 471"/>
                    <a:gd name="T63" fmla="*/ 468 h 530"/>
                    <a:gd name="T64" fmla="*/ 57 w 471"/>
                    <a:gd name="T65" fmla="*/ 474 h 5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71"/>
                    <a:gd name="T100" fmla="*/ 0 h 530"/>
                    <a:gd name="T101" fmla="*/ 471 w 471"/>
                    <a:gd name="T102" fmla="*/ 530 h 5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71" h="530">
                      <a:moveTo>
                        <a:pt x="9" y="456"/>
                      </a:moveTo>
                      <a:cubicBezTo>
                        <a:pt x="6" y="446"/>
                        <a:pt x="0" y="429"/>
                        <a:pt x="9" y="420"/>
                      </a:cubicBezTo>
                      <a:cubicBezTo>
                        <a:pt x="14" y="415"/>
                        <a:pt x="27" y="410"/>
                        <a:pt x="27" y="410"/>
                      </a:cubicBezTo>
                      <a:cubicBezTo>
                        <a:pt x="32" y="402"/>
                        <a:pt x="44" y="389"/>
                        <a:pt x="47" y="380"/>
                      </a:cubicBezTo>
                      <a:cubicBezTo>
                        <a:pt x="48" y="376"/>
                        <a:pt x="51" y="368"/>
                        <a:pt x="51" y="368"/>
                      </a:cubicBezTo>
                      <a:cubicBezTo>
                        <a:pt x="49" y="354"/>
                        <a:pt x="50" y="349"/>
                        <a:pt x="43" y="338"/>
                      </a:cubicBezTo>
                      <a:cubicBezTo>
                        <a:pt x="45" y="332"/>
                        <a:pt x="57" y="324"/>
                        <a:pt x="57" y="324"/>
                      </a:cubicBezTo>
                      <a:cubicBezTo>
                        <a:pt x="58" y="320"/>
                        <a:pt x="62" y="316"/>
                        <a:pt x="63" y="312"/>
                      </a:cubicBezTo>
                      <a:cubicBezTo>
                        <a:pt x="65" y="305"/>
                        <a:pt x="62" y="298"/>
                        <a:pt x="65" y="292"/>
                      </a:cubicBezTo>
                      <a:cubicBezTo>
                        <a:pt x="67" y="288"/>
                        <a:pt x="77" y="284"/>
                        <a:pt x="77" y="284"/>
                      </a:cubicBezTo>
                      <a:cubicBezTo>
                        <a:pt x="89" y="287"/>
                        <a:pt x="82" y="285"/>
                        <a:pt x="97" y="290"/>
                      </a:cubicBezTo>
                      <a:cubicBezTo>
                        <a:pt x="99" y="291"/>
                        <a:pt x="103" y="292"/>
                        <a:pt x="103" y="292"/>
                      </a:cubicBezTo>
                      <a:cubicBezTo>
                        <a:pt x="108" y="291"/>
                        <a:pt x="116" y="292"/>
                        <a:pt x="119" y="288"/>
                      </a:cubicBezTo>
                      <a:cubicBezTo>
                        <a:pt x="131" y="271"/>
                        <a:pt x="116" y="271"/>
                        <a:pt x="143" y="266"/>
                      </a:cubicBezTo>
                      <a:cubicBezTo>
                        <a:pt x="140" y="258"/>
                        <a:pt x="139" y="255"/>
                        <a:pt x="131" y="252"/>
                      </a:cubicBezTo>
                      <a:cubicBezTo>
                        <a:pt x="112" y="233"/>
                        <a:pt x="140" y="195"/>
                        <a:pt x="113" y="186"/>
                      </a:cubicBezTo>
                      <a:cubicBezTo>
                        <a:pt x="108" y="179"/>
                        <a:pt x="108" y="175"/>
                        <a:pt x="101" y="170"/>
                      </a:cubicBezTo>
                      <a:cubicBezTo>
                        <a:pt x="95" y="151"/>
                        <a:pt x="100" y="131"/>
                        <a:pt x="89" y="114"/>
                      </a:cubicBezTo>
                      <a:cubicBezTo>
                        <a:pt x="87" y="105"/>
                        <a:pt x="83" y="88"/>
                        <a:pt x="83" y="88"/>
                      </a:cubicBezTo>
                      <a:cubicBezTo>
                        <a:pt x="85" y="75"/>
                        <a:pt x="83" y="60"/>
                        <a:pt x="89" y="48"/>
                      </a:cubicBezTo>
                      <a:cubicBezTo>
                        <a:pt x="92" y="42"/>
                        <a:pt x="105" y="34"/>
                        <a:pt x="105" y="34"/>
                      </a:cubicBezTo>
                      <a:cubicBezTo>
                        <a:pt x="116" y="17"/>
                        <a:pt x="101" y="37"/>
                        <a:pt x="115" y="26"/>
                      </a:cubicBezTo>
                      <a:cubicBezTo>
                        <a:pt x="118" y="23"/>
                        <a:pt x="117" y="15"/>
                        <a:pt x="121" y="14"/>
                      </a:cubicBezTo>
                      <a:cubicBezTo>
                        <a:pt x="131" y="12"/>
                        <a:pt x="141" y="13"/>
                        <a:pt x="151" y="12"/>
                      </a:cubicBezTo>
                      <a:cubicBezTo>
                        <a:pt x="154" y="4"/>
                        <a:pt x="158" y="5"/>
                        <a:pt x="165" y="0"/>
                      </a:cubicBezTo>
                      <a:cubicBezTo>
                        <a:pt x="173" y="5"/>
                        <a:pt x="180" y="24"/>
                        <a:pt x="183" y="34"/>
                      </a:cubicBezTo>
                      <a:cubicBezTo>
                        <a:pt x="184" y="46"/>
                        <a:pt x="183" y="58"/>
                        <a:pt x="185" y="70"/>
                      </a:cubicBezTo>
                      <a:cubicBezTo>
                        <a:pt x="187" y="81"/>
                        <a:pt x="222" y="86"/>
                        <a:pt x="231" y="88"/>
                      </a:cubicBezTo>
                      <a:cubicBezTo>
                        <a:pt x="235" y="100"/>
                        <a:pt x="228" y="110"/>
                        <a:pt x="221" y="120"/>
                      </a:cubicBezTo>
                      <a:cubicBezTo>
                        <a:pt x="220" y="122"/>
                        <a:pt x="217" y="126"/>
                        <a:pt x="217" y="126"/>
                      </a:cubicBezTo>
                      <a:cubicBezTo>
                        <a:pt x="218" y="130"/>
                        <a:pt x="231" y="161"/>
                        <a:pt x="233" y="164"/>
                      </a:cubicBezTo>
                      <a:cubicBezTo>
                        <a:pt x="239" y="163"/>
                        <a:pt x="247" y="164"/>
                        <a:pt x="251" y="160"/>
                      </a:cubicBezTo>
                      <a:cubicBezTo>
                        <a:pt x="258" y="153"/>
                        <a:pt x="250" y="146"/>
                        <a:pt x="261" y="142"/>
                      </a:cubicBezTo>
                      <a:cubicBezTo>
                        <a:pt x="292" y="143"/>
                        <a:pt x="322" y="141"/>
                        <a:pt x="353" y="144"/>
                      </a:cubicBezTo>
                      <a:cubicBezTo>
                        <a:pt x="355" y="144"/>
                        <a:pt x="355" y="148"/>
                        <a:pt x="355" y="150"/>
                      </a:cubicBezTo>
                      <a:cubicBezTo>
                        <a:pt x="355" y="166"/>
                        <a:pt x="347" y="167"/>
                        <a:pt x="341" y="180"/>
                      </a:cubicBezTo>
                      <a:cubicBezTo>
                        <a:pt x="339" y="184"/>
                        <a:pt x="337" y="192"/>
                        <a:pt x="337" y="192"/>
                      </a:cubicBezTo>
                      <a:cubicBezTo>
                        <a:pt x="339" y="209"/>
                        <a:pt x="339" y="241"/>
                        <a:pt x="355" y="252"/>
                      </a:cubicBezTo>
                      <a:cubicBezTo>
                        <a:pt x="359" y="263"/>
                        <a:pt x="372" y="271"/>
                        <a:pt x="381" y="280"/>
                      </a:cubicBezTo>
                      <a:cubicBezTo>
                        <a:pt x="386" y="285"/>
                        <a:pt x="389" y="292"/>
                        <a:pt x="393" y="298"/>
                      </a:cubicBezTo>
                      <a:cubicBezTo>
                        <a:pt x="395" y="302"/>
                        <a:pt x="397" y="310"/>
                        <a:pt x="397" y="310"/>
                      </a:cubicBezTo>
                      <a:cubicBezTo>
                        <a:pt x="399" y="338"/>
                        <a:pt x="400" y="341"/>
                        <a:pt x="407" y="362"/>
                      </a:cubicBezTo>
                      <a:cubicBezTo>
                        <a:pt x="409" y="375"/>
                        <a:pt x="407" y="381"/>
                        <a:pt x="417" y="388"/>
                      </a:cubicBezTo>
                      <a:cubicBezTo>
                        <a:pt x="424" y="398"/>
                        <a:pt x="419" y="393"/>
                        <a:pt x="433" y="402"/>
                      </a:cubicBezTo>
                      <a:cubicBezTo>
                        <a:pt x="437" y="404"/>
                        <a:pt x="445" y="406"/>
                        <a:pt x="445" y="406"/>
                      </a:cubicBezTo>
                      <a:cubicBezTo>
                        <a:pt x="453" y="414"/>
                        <a:pt x="457" y="422"/>
                        <a:pt x="465" y="430"/>
                      </a:cubicBezTo>
                      <a:cubicBezTo>
                        <a:pt x="467" y="437"/>
                        <a:pt x="471" y="450"/>
                        <a:pt x="471" y="450"/>
                      </a:cubicBezTo>
                      <a:cubicBezTo>
                        <a:pt x="469" y="462"/>
                        <a:pt x="470" y="470"/>
                        <a:pt x="457" y="466"/>
                      </a:cubicBezTo>
                      <a:cubicBezTo>
                        <a:pt x="450" y="468"/>
                        <a:pt x="437" y="472"/>
                        <a:pt x="437" y="472"/>
                      </a:cubicBezTo>
                      <a:cubicBezTo>
                        <a:pt x="430" y="467"/>
                        <a:pt x="430" y="463"/>
                        <a:pt x="423" y="458"/>
                      </a:cubicBezTo>
                      <a:cubicBezTo>
                        <a:pt x="418" y="450"/>
                        <a:pt x="413" y="451"/>
                        <a:pt x="405" y="448"/>
                      </a:cubicBezTo>
                      <a:cubicBezTo>
                        <a:pt x="394" y="450"/>
                        <a:pt x="373" y="454"/>
                        <a:pt x="373" y="454"/>
                      </a:cubicBezTo>
                      <a:cubicBezTo>
                        <a:pt x="366" y="459"/>
                        <a:pt x="359" y="465"/>
                        <a:pt x="351" y="468"/>
                      </a:cubicBezTo>
                      <a:cubicBezTo>
                        <a:pt x="350" y="470"/>
                        <a:pt x="350" y="472"/>
                        <a:pt x="349" y="474"/>
                      </a:cubicBezTo>
                      <a:cubicBezTo>
                        <a:pt x="347" y="476"/>
                        <a:pt x="344" y="476"/>
                        <a:pt x="343" y="478"/>
                      </a:cubicBezTo>
                      <a:cubicBezTo>
                        <a:pt x="341" y="482"/>
                        <a:pt x="343" y="487"/>
                        <a:pt x="341" y="490"/>
                      </a:cubicBezTo>
                      <a:cubicBezTo>
                        <a:pt x="337" y="496"/>
                        <a:pt x="323" y="502"/>
                        <a:pt x="323" y="502"/>
                      </a:cubicBezTo>
                      <a:cubicBezTo>
                        <a:pt x="316" y="524"/>
                        <a:pt x="321" y="523"/>
                        <a:pt x="301" y="530"/>
                      </a:cubicBezTo>
                      <a:cubicBezTo>
                        <a:pt x="289" y="526"/>
                        <a:pt x="276" y="525"/>
                        <a:pt x="263" y="524"/>
                      </a:cubicBezTo>
                      <a:cubicBezTo>
                        <a:pt x="257" y="520"/>
                        <a:pt x="254" y="513"/>
                        <a:pt x="247" y="510"/>
                      </a:cubicBezTo>
                      <a:cubicBezTo>
                        <a:pt x="237" y="505"/>
                        <a:pt x="226" y="502"/>
                        <a:pt x="217" y="496"/>
                      </a:cubicBezTo>
                      <a:cubicBezTo>
                        <a:pt x="213" y="484"/>
                        <a:pt x="212" y="475"/>
                        <a:pt x="201" y="468"/>
                      </a:cubicBezTo>
                      <a:cubicBezTo>
                        <a:pt x="198" y="463"/>
                        <a:pt x="185" y="458"/>
                        <a:pt x="185" y="458"/>
                      </a:cubicBezTo>
                      <a:cubicBezTo>
                        <a:pt x="153" y="460"/>
                        <a:pt x="152" y="460"/>
                        <a:pt x="129" y="468"/>
                      </a:cubicBezTo>
                      <a:cubicBezTo>
                        <a:pt x="119" y="483"/>
                        <a:pt x="108" y="475"/>
                        <a:pt x="89" y="474"/>
                      </a:cubicBezTo>
                      <a:cubicBezTo>
                        <a:pt x="76" y="476"/>
                        <a:pt x="70" y="478"/>
                        <a:pt x="57" y="474"/>
                      </a:cubicBezTo>
                      <a:cubicBezTo>
                        <a:pt x="41" y="470"/>
                        <a:pt x="27" y="456"/>
                        <a:pt x="9" y="456"/>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5" name="Freeform 18">
                  <a:extLst>
                    <a:ext uri="{FF2B5EF4-FFF2-40B4-BE49-F238E27FC236}">
                      <a16:creationId xmlns:a16="http://schemas.microsoft.com/office/drawing/2014/main" id="{54D8E6D7-DC31-F347-FC25-A7C794D109DC}"/>
                    </a:ext>
                  </a:extLst>
                </p:cNvPr>
                <p:cNvSpPr>
                  <a:spLocks/>
                </p:cNvSpPr>
                <p:nvPr/>
              </p:nvSpPr>
              <p:spPr bwMode="auto">
                <a:xfrm>
                  <a:off x="9642179" y="3545207"/>
                  <a:ext cx="943333" cy="1154546"/>
                </a:xfrm>
                <a:custGeom>
                  <a:avLst/>
                  <a:gdLst>
                    <a:gd name="T0" fmla="*/ 11 w 585"/>
                    <a:gd name="T1" fmla="*/ 550 h 716"/>
                    <a:gd name="T2" fmla="*/ 11 w 585"/>
                    <a:gd name="T3" fmla="*/ 524 h 716"/>
                    <a:gd name="T4" fmla="*/ 29 w 585"/>
                    <a:gd name="T5" fmla="*/ 485 h 716"/>
                    <a:gd name="T6" fmla="*/ 51 w 585"/>
                    <a:gd name="T7" fmla="*/ 440 h 716"/>
                    <a:gd name="T8" fmla="*/ 47 w 585"/>
                    <a:gd name="T9" fmla="*/ 415 h 716"/>
                    <a:gd name="T10" fmla="*/ 39 w 585"/>
                    <a:gd name="T11" fmla="*/ 392 h 716"/>
                    <a:gd name="T12" fmla="*/ 31 w 585"/>
                    <a:gd name="T13" fmla="*/ 364 h 716"/>
                    <a:gd name="T14" fmla="*/ 46 w 585"/>
                    <a:gd name="T15" fmla="*/ 278 h 716"/>
                    <a:gd name="T16" fmla="*/ 117 w 585"/>
                    <a:gd name="T17" fmla="*/ 244 h 716"/>
                    <a:gd name="T18" fmla="*/ 161 w 585"/>
                    <a:gd name="T19" fmla="*/ 236 h 716"/>
                    <a:gd name="T20" fmla="*/ 181 w 585"/>
                    <a:gd name="T21" fmla="*/ 228 h 716"/>
                    <a:gd name="T22" fmla="*/ 193 w 585"/>
                    <a:gd name="T23" fmla="*/ 212 h 716"/>
                    <a:gd name="T24" fmla="*/ 188 w 585"/>
                    <a:gd name="T25" fmla="*/ 106 h 716"/>
                    <a:gd name="T26" fmla="*/ 182 w 585"/>
                    <a:gd name="T27" fmla="*/ 80 h 716"/>
                    <a:gd name="T28" fmla="*/ 185 w 585"/>
                    <a:gd name="T29" fmla="*/ 56 h 716"/>
                    <a:gd name="T30" fmla="*/ 187 w 585"/>
                    <a:gd name="T31" fmla="*/ 12 h 716"/>
                    <a:gd name="T32" fmla="*/ 217 w 585"/>
                    <a:gd name="T33" fmla="*/ 0 h 716"/>
                    <a:gd name="T34" fmla="*/ 245 w 585"/>
                    <a:gd name="T35" fmla="*/ 6 h 716"/>
                    <a:gd name="T36" fmla="*/ 253 w 585"/>
                    <a:gd name="T37" fmla="*/ 14 h 716"/>
                    <a:gd name="T38" fmla="*/ 255 w 585"/>
                    <a:gd name="T39" fmla="*/ 20 h 716"/>
                    <a:gd name="T40" fmla="*/ 317 w 585"/>
                    <a:gd name="T41" fmla="*/ 42 h 716"/>
                    <a:gd name="T42" fmla="*/ 359 w 585"/>
                    <a:gd name="T43" fmla="*/ 54 h 716"/>
                    <a:gd name="T44" fmla="*/ 395 w 585"/>
                    <a:gd name="T45" fmla="*/ 114 h 716"/>
                    <a:gd name="T46" fmla="*/ 413 w 585"/>
                    <a:gd name="T47" fmla="*/ 186 h 716"/>
                    <a:gd name="T48" fmla="*/ 461 w 585"/>
                    <a:gd name="T49" fmla="*/ 220 h 716"/>
                    <a:gd name="T50" fmla="*/ 549 w 585"/>
                    <a:gd name="T51" fmla="*/ 212 h 716"/>
                    <a:gd name="T52" fmla="*/ 585 w 585"/>
                    <a:gd name="T53" fmla="*/ 222 h 716"/>
                    <a:gd name="T54" fmla="*/ 563 w 585"/>
                    <a:gd name="T55" fmla="*/ 262 h 716"/>
                    <a:gd name="T56" fmla="*/ 559 w 585"/>
                    <a:gd name="T57" fmla="*/ 282 h 716"/>
                    <a:gd name="T58" fmla="*/ 533 w 585"/>
                    <a:gd name="T59" fmla="*/ 374 h 716"/>
                    <a:gd name="T60" fmla="*/ 481 w 585"/>
                    <a:gd name="T61" fmla="*/ 404 h 716"/>
                    <a:gd name="T62" fmla="*/ 453 w 585"/>
                    <a:gd name="T63" fmla="*/ 428 h 716"/>
                    <a:gd name="T64" fmla="*/ 407 w 585"/>
                    <a:gd name="T65" fmla="*/ 456 h 716"/>
                    <a:gd name="T66" fmla="*/ 393 w 585"/>
                    <a:gd name="T67" fmla="*/ 468 h 716"/>
                    <a:gd name="T68" fmla="*/ 391 w 585"/>
                    <a:gd name="T69" fmla="*/ 512 h 716"/>
                    <a:gd name="T70" fmla="*/ 333 w 585"/>
                    <a:gd name="T71" fmla="*/ 540 h 716"/>
                    <a:gd name="T72" fmla="*/ 331 w 585"/>
                    <a:gd name="T73" fmla="*/ 558 h 716"/>
                    <a:gd name="T74" fmla="*/ 335 w 585"/>
                    <a:gd name="T75" fmla="*/ 570 h 716"/>
                    <a:gd name="T76" fmla="*/ 325 w 585"/>
                    <a:gd name="T77" fmla="*/ 630 h 716"/>
                    <a:gd name="T78" fmla="*/ 333 w 585"/>
                    <a:gd name="T79" fmla="*/ 688 h 716"/>
                    <a:gd name="T80" fmla="*/ 349 w 585"/>
                    <a:gd name="T81" fmla="*/ 702 h 716"/>
                    <a:gd name="T82" fmla="*/ 349 w 585"/>
                    <a:gd name="T83" fmla="*/ 716 h 716"/>
                    <a:gd name="T84" fmla="*/ 329 w 585"/>
                    <a:gd name="T85" fmla="*/ 710 h 716"/>
                    <a:gd name="T86" fmla="*/ 287 w 585"/>
                    <a:gd name="T87" fmla="*/ 690 h 716"/>
                    <a:gd name="T88" fmla="*/ 267 w 585"/>
                    <a:gd name="T89" fmla="*/ 680 h 716"/>
                    <a:gd name="T90" fmla="*/ 247 w 585"/>
                    <a:gd name="T91" fmla="*/ 656 h 716"/>
                    <a:gd name="T92" fmla="*/ 215 w 585"/>
                    <a:gd name="T93" fmla="*/ 660 h 716"/>
                    <a:gd name="T94" fmla="*/ 195 w 585"/>
                    <a:gd name="T95" fmla="*/ 666 h 716"/>
                    <a:gd name="T96" fmla="*/ 155 w 585"/>
                    <a:gd name="T97" fmla="*/ 664 h 716"/>
                    <a:gd name="T98" fmla="*/ 133 w 585"/>
                    <a:gd name="T99" fmla="*/ 658 h 716"/>
                    <a:gd name="T100" fmla="*/ 99 w 585"/>
                    <a:gd name="T101" fmla="*/ 636 h 716"/>
                    <a:gd name="T102" fmla="*/ 95 w 585"/>
                    <a:gd name="T103" fmla="*/ 630 h 716"/>
                    <a:gd name="T104" fmla="*/ 89 w 585"/>
                    <a:gd name="T105" fmla="*/ 628 h 716"/>
                    <a:gd name="T106" fmla="*/ 59 w 585"/>
                    <a:gd name="T107" fmla="*/ 595 h 716"/>
                    <a:gd name="T108" fmla="*/ 38 w 585"/>
                    <a:gd name="T109" fmla="*/ 571 h 716"/>
                    <a:gd name="T110" fmla="*/ 11 w 585"/>
                    <a:gd name="T111" fmla="*/ 550 h 7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85"/>
                    <a:gd name="T169" fmla="*/ 0 h 716"/>
                    <a:gd name="T170" fmla="*/ 585 w 585"/>
                    <a:gd name="T171" fmla="*/ 716 h 7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85" h="716">
                      <a:moveTo>
                        <a:pt x="11" y="550"/>
                      </a:moveTo>
                      <a:cubicBezTo>
                        <a:pt x="0" y="542"/>
                        <a:pt x="2" y="533"/>
                        <a:pt x="11" y="524"/>
                      </a:cubicBezTo>
                      <a:cubicBezTo>
                        <a:pt x="17" y="507"/>
                        <a:pt x="23" y="502"/>
                        <a:pt x="29" y="485"/>
                      </a:cubicBezTo>
                      <a:cubicBezTo>
                        <a:pt x="31" y="471"/>
                        <a:pt x="41" y="450"/>
                        <a:pt x="51" y="440"/>
                      </a:cubicBezTo>
                      <a:cubicBezTo>
                        <a:pt x="55" y="429"/>
                        <a:pt x="49" y="423"/>
                        <a:pt x="47" y="415"/>
                      </a:cubicBezTo>
                      <a:cubicBezTo>
                        <a:pt x="45" y="407"/>
                        <a:pt x="42" y="400"/>
                        <a:pt x="39" y="392"/>
                      </a:cubicBezTo>
                      <a:cubicBezTo>
                        <a:pt x="37" y="383"/>
                        <a:pt x="34" y="373"/>
                        <a:pt x="31" y="364"/>
                      </a:cubicBezTo>
                      <a:cubicBezTo>
                        <a:pt x="32" y="347"/>
                        <a:pt x="21" y="304"/>
                        <a:pt x="46" y="278"/>
                      </a:cubicBezTo>
                      <a:cubicBezTo>
                        <a:pt x="60" y="255"/>
                        <a:pt x="87" y="246"/>
                        <a:pt x="117" y="244"/>
                      </a:cubicBezTo>
                      <a:cubicBezTo>
                        <a:pt x="131" y="239"/>
                        <a:pt x="146" y="238"/>
                        <a:pt x="161" y="236"/>
                      </a:cubicBezTo>
                      <a:cubicBezTo>
                        <a:pt x="169" y="234"/>
                        <a:pt x="174" y="233"/>
                        <a:pt x="181" y="228"/>
                      </a:cubicBezTo>
                      <a:cubicBezTo>
                        <a:pt x="186" y="221"/>
                        <a:pt x="186" y="217"/>
                        <a:pt x="193" y="212"/>
                      </a:cubicBezTo>
                      <a:cubicBezTo>
                        <a:pt x="202" y="185"/>
                        <a:pt x="195" y="135"/>
                        <a:pt x="188" y="106"/>
                      </a:cubicBezTo>
                      <a:cubicBezTo>
                        <a:pt x="184" y="73"/>
                        <a:pt x="186" y="96"/>
                        <a:pt x="182" y="80"/>
                      </a:cubicBezTo>
                      <a:cubicBezTo>
                        <a:pt x="181" y="75"/>
                        <a:pt x="185" y="56"/>
                        <a:pt x="185" y="56"/>
                      </a:cubicBezTo>
                      <a:cubicBezTo>
                        <a:pt x="186" y="41"/>
                        <a:pt x="185" y="26"/>
                        <a:pt x="187" y="12"/>
                      </a:cubicBezTo>
                      <a:cubicBezTo>
                        <a:pt x="189" y="1"/>
                        <a:pt x="217" y="0"/>
                        <a:pt x="217" y="0"/>
                      </a:cubicBezTo>
                      <a:cubicBezTo>
                        <a:pt x="226" y="2"/>
                        <a:pt x="245" y="6"/>
                        <a:pt x="245" y="6"/>
                      </a:cubicBezTo>
                      <a:cubicBezTo>
                        <a:pt x="250" y="22"/>
                        <a:pt x="242" y="3"/>
                        <a:pt x="253" y="14"/>
                      </a:cubicBezTo>
                      <a:cubicBezTo>
                        <a:pt x="254" y="15"/>
                        <a:pt x="254" y="18"/>
                        <a:pt x="255" y="20"/>
                      </a:cubicBezTo>
                      <a:cubicBezTo>
                        <a:pt x="268" y="36"/>
                        <a:pt x="298" y="40"/>
                        <a:pt x="317" y="42"/>
                      </a:cubicBezTo>
                      <a:cubicBezTo>
                        <a:pt x="331" y="47"/>
                        <a:pt x="345" y="49"/>
                        <a:pt x="359" y="54"/>
                      </a:cubicBezTo>
                      <a:cubicBezTo>
                        <a:pt x="376" y="71"/>
                        <a:pt x="387" y="91"/>
                        <a:pt x="395" y="114"/>
                      </a:cubicBezTo>
                      <a:cubicBezTo>
                        <a:pt x="398" y="135"/>
                        <a:pt x="399" y="169"/>
                        <a:pt x="413" y="186"/>
                      </a:cubicBezTo>
                      <a:cubicBezTo>
                        <a:pt x="426" y="202"/>
                        <a:pt x="444" y="209"/>
                        <a:pt x="461" y="220"/>
                      </a:cubicBezTo>
                      <a:cubicBezTo>
                        <a:pt x="507" y="219"/>
                        <a:pt x="516" y="220"/>
                        <a:pt x="549" y="212"/>
                      </a:cubicBezTo>
                      <a:cubicBezTo>
                        <a:pt x="566" y="213"/>
                        <a:pt x="576" y="209"/>
                        <a:pt x="585" y="222"/>
                      </a:cubicBezTo>
                      <a:cubicBezTo>
                        <a:pt x="570" y="232"/>
                        <a:pt x="566" y="245"/>
                        <a:pt x="563" y="262"/>
                      </a:cubicBezTo>
                      <a:cubicBezTo>
                        <a:pt x="562" y="269"/>
                        <a:pt x="559" y="282"/>
                        <a:pt x="559" y="282"/>
                      </a:cubicBezTo>
                      <a:cubicBezTo>
                        <a:pt x="558" y="304"/>
                        <a:pt x="568" y="362"/>
                        <a:pt x="533" y="374"/>
                      </a:cubicBezTo>
                      <a:cubicBezTo>
                        <a:pt x="520" y="387"/>
                        <a:pt x="499" y="398"/>
                        <a:pt x="481" y="404"/>
                      </a:cubicBezTo>
                      <a:cubicBezTo>
                        <a:pt x="475" y="414"/>
                        <a:pt x="462" y="419"/>
                        <a:pt x="453" y="428"/>
                      </a:cubicBezTo>
                      <a:cubicBezTo>
                        <a:pt x="447" y="451"/>
                        <a:pt x="429" y="454"/>
                        <a:pt x="407" y="456"/>
                      </a:cubicBezTo>
                      <a:cubicBezTo>
                        <a:pt x="399" y="459"/>
                        <a:pt x="396" y="460"/>
                        <a:pt x="393" y="468"/>
                      </a:cubicBezTo>
                      <a:cubicBezTo>
                        <a:pt x="392" y="483"/>
                        <a:pt x="393" y="497"/>
                        <a:pt x="391" y="512"/>
                      </a:cubicBezTo>
                      <a:cubicBezTo>
                        <a:pt x="389" y="531"/>
                        <a:pt x="344" y="539"/>
                        <a:pt x="333" y="540"/>
                      </a:cubicBezTo>
                      <a:cubicBezTo>
                        <a:pt x="327" y="549"/>
                        <a:pt x="328" y="545"/>
                        <a:pt x="331" y="558"/>
                      </a:cubicBezTo>
                      <a:cubicBezTo>
                        <a:pt x="332" y="562"/>
                        <a:pt x="335" y="570"/>
                        <a:pt x="335" y="570"/>
                      </a:cubicBezTo>
                      <a:cubicBezTo>
                        <a:pt x="333" y="591"/>
                        <a:pt x="332" y="610"/>
                        <a:pt x="325" y="630"/>
                      </a:cubicBezTo>
                      <a:cubicBezTo>
                        <a:pt x="324" y="645"/>
                        <a:pt x="316" y="677"/>
                        <a:pt x="333" y="688"/>
                      </a:cubicBezTo>
                      <a:cubicBezTo>
                        <a:pt x="337" y="694"/>
                        <a:pt x="349" y="702"/>
                        <a:pt x="349" y="702"/>
                      </a:cubicBezTo>
                      <a:cubicBezTo>
                        <a:pt x="350" y="705"/>
                        <a:pt x="354" y="713"/>
                        <a:pt x="349" y="716"/>
                      </a:cubicBezTo>
                      <a:cubicBezTo>
                        <a:pt x="348" y="716"/>
                        <a:pt x="331" y="711"/>
                        <a:pt x="329" y="710"/>
                      </a:cubicBezTo>
                      <a:cubicBezTo>
                        <a:pt x="318" y="703"/>
                        <a:pt x="300" y="694"/>
                        <a:pt x="287" y="690"/>
                      </a:cubicBezTo>
                      <a:cubicBezTo>
                        <a:pt x="281" y="686"/>
                        <a:pt x="267" y="680"/>
                        <a:pt x="267" y="680"/>
                      </a:cubicBezTo>
                      <a:cubicBezTo>
                        <a:pt x="265" y="673"/>
                        <a:pt x="254" y="658"/>
                        <a:pt x="247" y="656"/>
                      </a:cubicBezTo>
                      <a:cubicBezTo>
                        <a:pt x="206" y="659"/>
                        <a:pt x="232" y="655"/>
                        <a:pt x="215" y="660"/>
                      </a:cubicBezTo>
                      <a:cubicBezTo>
                        <a:pt x="208" y="662"/>
                        <a:pt x="195" y="666"/>
                        <a:pt x="195" y="666"/>
                      </a:cubicBezTo>
                      <a:cubicBezTo>
                        <a:pt x="182" y="665"/>
                        <a:pt x="168" y="665"/>
                        <a:pt x="155" y="664"/>
                      </a:cubicBezTo>
                      <a:cubicBezTo>
                        <a:pt x="147" y="663"/>
                        <a:pt x="133" y="658"/>
                        <a:pt x="133" y="658"/>
                      </a:cubicBezTo>
                      <a:cubicBezTo>
                        <a:pt x="126" y="648"/>
                        <a:pt x="111" y="640"/>
                        <a:pt x="99" y="636"/>
                      </a:cubicBezTo>
                      <a:cubicBezTo>
                        <a:pt x="98" y="634"/>
                        <a:pt x="97" y="632"/>
                        <a:pt x="95" y="630"/>
                      </a:cubicBezTo>
                      <a:cubicBezTo>
                        <a:pt x="93" y="629"/>
                        <a:pt x="90" y="629"/>
                        <a:pt x="89" y="628"/>
                      </a:cubicBezTo>
                      <a:cubicBezTo>
                        <a:pt x="83" y="622"/>
                        <a:pt x="68" y="601"/>
                        <a:pt x="59" y="595"/>
                      </a:cubicBezTo>
                      <a:cubicBezTo>
                        <a:pt x="55" y="583"/>
                        <a:pt x="51" y="575"/>
                        <a:pt x="38" y="571"/>
                      </a:cubicBezTo>
                      <a:cubicBezTo>
                        <a:pt x="29" y="558"/>
                        <a:pt x="29" y="545"/>
                        <a:pt x="11" y="550"/>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6" name="Freeform 19">
                  <a:extLst>
                    <a:ext uri="{FF2B5EF4-FFF2-40B4-BE49-F238E27FC236}">
                      <a16:creationId xmlns:a16="http://schemas.microsoft.com/office/drawing/2014/main" id="{D3B50040-62AE-C31F-F554-7F2A002314DB}"/>
                    </a:ext>
                  </a:extLst>
                </p:cNvPr>
                <p:cNvSpPr>
                  <a:spLocks/>
                </p:cNvSpPr>
                <p:nvPr/>
              </p:nvSpPr>
              <p:spPr bwMode="auto">
                <a:xfrm>
                  <a:off x="8934276" y="3566169"/>
                  <a:ext cx="1027185" cy="923959"/>
                </a:xfrm>
                <a:custGeom>
                  <a:avLst/>
                  <a:gdLst>
                    <a:gd name="T0" fmla="*/ 0 w 637"/>
                    <a:gd name="T1" fmla="*/ 117 h 573"/>
                    <a:gd name="T2" fmla="*/ 16 w 637"/>
                    <a:gd name="T3" fmla="*/ 137 h 573"/>
                    <a:gd name="T4" fmla="*/ 32 w 637"/>
                    <a:gd name="T5" fmla="*/ 155 h 573"/>
                    <a:gd name="T6" fmla="*/ 74 w 637"/>
                    <a:gd name="T7" fmla="*/ 179 h 573"/>
                    <a:gd name="T8" fmla="*/ 128 w 637"/>
                    <a:gd name="T9" fmla="*/ 167 h 573"/>
                    <a:gd name="T10" fmla="*/ 142 w 637"/>
                    <a:gd name="T11" fmla="*/ 149 h 573"/>
                    <a:gd name="T12" fmla="*/ 146 w 637"/>
                    <a:gd name="T13" fmla="*/ 143 h 573"/>
                    <a:gd name="T14" fmla="*/ 128 w 637"/>
                    <a:gd name="T15" fmla="*/ 75 h 573"/>
                    <a:gd name="T16" fmla="*/ 130 w 637"/>
                    <a:gd name="T17" fmla="*/ 53 h 573"/>
                    <a:gd name="T18" fmla="*/ 164 w 637"/>
                    <a:gd name="T19" fmla="*/ 61 h 573"/>
                    <a:gd name="T20" fmla="*/ 298 w 637"/>
                    <a:gd name="T21" fmla="*/ 109 h 573"/>
                    <a:gd name="T22" fmla="*/ 348 w 637"/>
                    <a:gd name="T23" fmla="*/ 113 h 573"/>
                    <a:gd name="T24" fmla="*/ 444 w 637"/>
                    <a:gd name="T25" fmla="*/ 103 h 573"/>
                    <a:gd name="T26" fmla="*/ 480 w 637"/>
                    <a:gd name="T27" fmla="*/ 61 h 573"/>
                    <a:gd name="T28" fmla="*/ 496 w 637"/>
                    <a:gd name="T29" fmla="*/ 39 h 573"/>
                    <a:gd name="T30" fmla="*/ 602 w 637"/>
                    <a:gd name="T31" fmla="*/ 15 h 573"/>
                    <a:gd name="T32" fmla="*/ 623 w 637"/>
                    <a:gd name="T33" fmla="*/ 66 h 573"/>
                    <a:gd name="T34" fmla="*/ 633 w 637"/>
                    <a:gd name="T35" fmla="*/ 100 h 573"/>
                    <a:gd name="T36" fmla="*/ 632 w 637"/>
                    <a:gd name="T37" fmla="*/ 199 h 573"/>
                    <a:gd name="T38" fmla="*/ 612 w 637"/>
                    <a:gd name="T39" fmla="*/ 213 h 573"/>
                    <a:gd name="T40" fmla="*/ 524 w 637"/>
                    <a:gd name="T41" fmla="*/ 234 h 573"/>
                    <a:gd name="T42" fmla="*/ 490 w 637"/>
                    <a:gd name="T43" fmla="*/ 253 h 573"/>
                    <a:gd name="T44" fmla="*/ 472 w 637"/>
                    <a:gd name="T45" fmla="*/ 289 h 573"/>
                    <a:gd name="T46" fmla="*/ 466 w 637"/>
                    <a:gd name="T47" fmla="*/ 307 h 573"/>
                    <a:gd name="T48" fmla="*/ 467 w 637"/>
                    <a:gd name="T49" fmla="*/ 325 h 573"/>
                    <a:gd name="T50" fmla="*/ 476 w 637"/>
                    <a:gd name="T51" fmla="*/ 367 h 573"/>
                    <a:gd name="T52" fmla="*/ 482 w 637"/>
                    <a:gd name="T53" fmla="*/ 385 h 573"/>
                    <a:gd name="T54" fmla="*/ 488 w 637"/>
                    <a:gd name="T55" fmla="*/ 411 h 573"/>
                    <a:gd name="T56" fmla="*/ 472 w 637"/>
                    <a:gd name="T57" fmla="*/ 461 h 573"/>
                    <a:gd name="T58" fmla="*/ 450 w 637"/>
                    <a:gd name="T59" fmla="*/ 503 h 573"/>
                    <a:gd name="T60" fmla="*/ 420 w 637"/>
                    <a:gd name="T61" fmla="*/ 557 h 573"/>
                    <a:gd name="T62" fmla="*/ 414 w 637"/>
                    <a:gd name="T63" fmla="*/ 569 h 573"/>
                    <a:gd name="T64" fmla="*/ 402 w 637"/>
                    <a:gd name="T65" fmla="*/ 573 h 573"/>
                    <a:gd name="T66" fmla="*/ 374 w 637"/>
                    <a:gd name="T67" fmla="*/ 569 h 573"/>
                    <a:gd name="T68" fmla="*/ 362 w 637"/>
                    <a:gd name="T69" fmla="*/ 561 h 573"/>
                    <a:gd name="T70" fmla="*/ 348 w 637"/>
                    <a:gd name="T71" fmla="*/ 533 h 573"/>
                    <a:gd name="T72" fmla="*/ 322 w 637"/>
                    <a:gd name="T73" fmla="*/ 501 h 573"/>
                    <a:gd name="T74" fmla="*/ 304 w 637"/>
                    <a:gd name="T75" fmla="*/ 471 h 573"/>
                    <a:gd name="T76" fmla="*/ 284 w 637"/>
                    <a:gd name="T77" fmla="*/ 453 h 573"/>
                    <a:gd name="T78" fmla="*/ 266 w 637"/>
                    <a:gd name="T79" fmla="*/ 447 h 573"/>
                    <a:gd name="T80" fmla="*/ 246 w 637"/>
                    <a:gd name="T81" fmla="*/ 449 h 573"/>
                    <a:gd name="T82" fmla="*/ 242 w 637"/>
                    <a:gd name="T83" fmla="*/ 461 h 573"/>
                    <a:gd name="T84" fmla="*/ 234 w 637"/>
                    <a:gd name="T85" fmla="*/ 473 h 573"/>
                    <a:gd name="T86" fmla="*/ 224 w 637"/>
                    <a:gd name="T87" fmla="*/ 447 h 573"/>
                    <a:gd name="T88" fmla="*/ 218 w 637"/>
                    <a:gd name="T89" fmla="*/ 397 h 573"/>
                    <a:gd name="T90" fmla="*/ 198 w 637"/>
                    <a:gd name="T91" fmla="*/ 377 h 573"/>
                    <a:gd name="T92" fmla="*/ 186 w 637"/>
                    <a:gd name="T93" fmla="*/ 373 h 573"/>
                    <a:gd name="T94" fmla="*/ 174 w 637"/>
                    <a:gd name="T95" fmla="*/ 349 h 573"/>
                    <a:gd name="T96" fmla="*/ 168 w 637"/>
                    <a:gd name="T97" fmla="*/ 331 h 573"/>
                    <a:gd name="T98" fmla="*/ 178 w 637"/>
                    <a:gd name="T99" fmla="*/ 279 h 573"/>
                    <a:gd name="T100" fmla="*/ 184 w 637"/>
                    <a:gd name="T101" fmla="*/ 261 h 573"/>
                    <a:gd name="T102" fmla="*/ 84 w 637"/>
                    <a:gd name="T103" fmla="*/ 257 h 573"/>
                    <a:gd name="T104" fmla="*/ 80 w 637"/>
                    <a:gd name="T105" fmla="*/ 269 h 573"/>
                    <a:gd name="T106" fmla="*/ 68 w 637"/>
                    <a:gd name="T107" fmla="*/ 277 h 573"/>
                    <a:gd name="T108" fmla="*/ 48 w 637"/>
                    <a:gd name="T109" fmla="*/ 245 h 573"/>
                    <a:gd name="T110" fmla="*/ 50 w 637"/>
                    <a:gd name="T111" fmla="*/ 225 h 573"/>
                    <a:gd name="T112" fmla="*/ 54 w 637"/>
                    <a:gd name="T113" fmla="*/ 213 h 573"/>
                    <a:gd name="T114" fmla="*/ 52 w 637"/>
                    <a:gd name="T115" fmla="*/ 203 h 573"/>
                    <a:gd name="T116" fmla="*/ 34 w 637"/>
                    <a:gd name="T117" fmla="*/ 197 h 573"/>
                    <a:gd name="T118" fmla="*/ 11 w 637"/>
                    <a:gd name="T119" fmla="*/ 179 h 573"/>
                    <a:gd name="T120" fmla="*/ 8 w 637"/>
                    <a:gd name="T121" fmla="*/ 150 h 573"/>
                    <a:gd name="T122" fmla="*/ 0 w 637"/>
                    <a:gd name="T123" fmla="*/ 117 h 57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37"/>
                    <a:gd name="T187" fmla="*/ 0 h 573"/>
                    <a:gd name="T188" fmla="*/ 637 w 637"/>
                    <a:gd name="T189" fmla="*/ 573 h 57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37" h="573">
                      <a:moveTo>
                        <a:pt x="0" y="117"/>
                      </a:moveTo>
                      <a:cubicBezTo>
                        <a:pt x="2" y="124"/>
                        <a:pt x="10" y="133"/>
                        <a:pt x="16" y="137"/>
                      </a:cubicBezTo>
                      <a:cubicBezTo>
                        <a:pt x="18" y="144"/>
                        <a:pt x="25" y="153"/>
                        <a:pt x="32" y="155"/>
                      </a:cubicBezTo>
                      <a:cubicBezTo>
                        <a:pt x="36" y="167"/>
                        <a:pt x="62" y="177"/>
                        <a:pt x="74" y="179"/>
                      </a:cubicBezTo>
                      <a:cubicBezTo>
                        <a:pt x="92" y="178"/>
                        <a:pt x="114" y="181"/>
                        <a:pt x="128" y="167"/>
                      </a:cubicBezTo>
                      <a:cubicBezTo>
                        <a:pt x="137" y="158"/>
                        <a:pt x="132" y="163"/>
                        <a:pt x="142" y="149"/>
                      </a:cubicBezTo>
                      <a:cubicBezTo>
                        <a:pt x="143" y="147"/>
                        <a:pt x="146" y="143"/>
                        <a:pt x="146" y="143"/>
                      </a:cubicBezTo>
                      <a:cubicBezTo>
                        <a:pt x="143" y="103"/>
                        <a:pt x="138" y="106"/>
                        <a:pt x="128" y="75"/>
                      </a:cubicBezTo>
                      <a:cubicBezTo>
                        <a:pt x="129" y="68"/>
                        <a:pt x="128" y="60"/>
                        <a:pt x="130" y="53"/>
                      </a:cubicBezTo>
                      <a:cubicBezTo>
                        <a:pt x="132" y="47"/>
                        <a:pt x="159" y="58"/>
                        <a:pt x="164" y="61"/>
                      </a:cubicBezTo>
                      <a:cubicBezTo>
                        <a:pt x="193" y="105"/>
                        <a:pt x="248" y="106"/>
                        <a:pt x="298" y="109"/>
                      </a:cubicBezTo>
                      <a:cubicBezTo>
                        <a:pt x="315" y="110"/>
                        <a:pt x="348" y="113"/>
                        <a:pt x="348" y="113"/>
                      </a:cubicBezTo>
                      <a:cubicBezTo>
                        <a:pt x="380" y="111"/>
                        <a:pt x="412" y="108"/>
                        <a:pt x="444" y="103"/>
                      </a:cubicBezTo>
                      <a:cubicBezTo>
                        <a:pt x="456" y="85"/>
                        <a:pt x="460" y="74"/>
                        <a:pt x="480" y="61"/>
                      </a:cubicBezTo>
                      <a:cubicBezTo>
                        <a:pt x="483" y="53"/>
                        <a:pt x="489" y="44"/>
                        <a:pt x="496" y="39"/>
                      </a:cubicBezTo>
                      <a:cubicBezTo>
                        <a:pt x="522" y="0"/>
                        <a:pt x="537" y="17"/>
                        <a:pt x="602" y="15"/>
                      </a:cubicBezTo>
                      <a:cubicBezTo>
                        <a:pt x="636" y="4"/>
                        <a:pt x="621" y="38"/>
                        <a:pt x="623" y="66"/>
                      </a:cubicBezTo>
                      <a:cubicBezTo>
                        <a:pt x="623" y="74"/>
                        <a:pt x="629" y="94"/>
                        <a:pt x="633" y="100"/>
                      </a:cubicBezTo>
                      <a:cubicBezTo>
                        <a:pt x="635" y="136"/>
                        <a:pt x="637" y="163"/>
                        <a:pt x="632" y="199"/>
                      </a:cubicBezTo>
                      <a:cubicBezTo>
                        <a:pt x="631" y="207"/>
                        <a:pt x="612" y="213"/>
                        <a:pt x="612" y="213"/>
                      </a:cubicBezTo>
                      <a:cubicBezTo>
                        <a:pt x="596" y="229"/>
                        <a:pt x="546" y="232"/>
                        <a:pt x="524" y="234"/>
                      </a:cubicBezTo>
                      <a:cubicBezTo>
                        <a:pt x="508" y="239"/>
                        <a:pt x="503" y="244"/>
                        <a:pt x="490" y="253"/>
                      </a:cubicBezTo>
                      <a:cubicBezTo>
                        <a:pt x="486" y="266"/>
                        <a:pt x="476" y="277"/>
                        <a:pt x="472" y="289"/>
                      </a:cubicBezTo>
                      <a:cubicBezTo>
                        <a:pt x="470" y="295"/>
                        <a:pt x="468" y="301"/>
                        <a:pt x="466" y="307"/>
                      </a:cubicBezTo>
                      <a:cubicBezTo>
                        <a:pt x="465" y="311"/>
                        <a:pt x="467" y="325"/>
                        <a:pt x="467" y="325"/>
                      </a:cubicBezTo>
                      <a:cubicBezTo>
                        <a:pt x="469" y="342"/>
                        <a:pt x="464" y="355"/>
                        <a:pt x="476" y="367"/>
                      </a:cubicBezTo>
                      <a:cubicBezTo>
                        <a:pt x="478" y="373"/>
                        <a:pt x="480" y="379"/>
                        <a:pt x="482" y="385"/>
                      </a:cubicBezTo>
                      <a:cubicBezTo>
                        <a:pt x="483" y="387"/>
                        <a:pt x="488" y="411"/>
                        <a:pt x="488" y="411"/>
                      </a:cubicBezTo>
                      <a:cubicBezTo>
                        <a:pt x="491" y="432"/>
                        <a:pt x="492" y="448"/>
                        <a:pt x="472" y="461"/>
                      </a:cubicBezTo>
                      <a:cubicBezTo>
                        <a:pt x="467" y="476"/>
                        <a:pt x="456" y="489"/>
                        <a:pt x="450" y="503"/>
                      </a:cubicBezTo>
                      <a:cubicBezTo>
                        <a:pt x="442" y="522"/>
                        <a:pt x="435" y="542"/>
                        <a:pt x="420" y="557"/>
                      </a:cubicBezTo>
                      <a:cubicBezTo>
                        <a:pt x="419" y="560"/>
                        <a:pt x="417" y="567"/>
                        <a:pt x="414" y="569"/>
                      </a:cubicBezTo>
                      <a:cubicBezTo>
                        <a:pt x="410" y="571"/>
                        <a:pt x="402" y="573"/>
                        <a:pt x="402" y="573"/>
                      </a:cubicBezTo>
                      <a:cubicBezTo>
                        <a:pt x="400" y="573"/>
                        <a:pt x="381" y="573"/>
                        <a:pt x="374" y="569"/>
                      </a:cubicBezTo>
                      <a:cubicBezTo>
                        <a:pt x="370" y="567"/>
                        <a:pt x="362" y="561"/>
                        <a:pt x="362" y="561"/>
                      </a:cubicBezTo>
                      <a:cubicBezTo>
                        <a:pt x="358" y="550"/>
                        <a:pt x="358" y="540"/>
                        <a:pt x="348" y="533"/>
                      </a:cubicBezTo>
                      <a:cubicBezTo>
                        <a:pt x="341" y="523"/>
                        <a:pt x="334" y="505"/>
                        <a:pt x="322" y="501"/>
                      </a:cubicBezTo>
                      <a:cubicBezTo>
                        <a:pt x="319" y="491"/>
                        <a:pt x="311" y="478"/>
                        <a:pt x="304" y="471"/>
                      </a:cubicBezTo>
                      <a:cubicBezTo>
                        <a:pt x="301" y="462"/>
                        <a:pt x="293" y="456"/>
                        <a:pt x="284" y="453"/>
                      </a:cubicBezTo>
                      <a:cubicBezTo>
                        <a:pt x="278" y="451"/>
                        <a:pt x="266" y="447"/>
                        <a:pt x="266" y="447"/>
                      </a:cubicBezTo>
                      <a:cubicBezTo>
                        <a:pt x="259" y="448"/>
                        <a:pt x="252" y="446"/>
                        <a:pt x="246" y="449"/>
                      </a:cubicBezTo>
                      <a:cubicBezTo>
                        <a:pt x="242" y="451"/>
                        <a:pt x="243" y="457"/>
                        <a:pt x="242" y="461"/>
                      </a:cubicBezTo>
                      <a:cubicBezTo>
                        <a:pt x="240" y="466"/>
                        <a:pt x="234" y="473"/>
                        <a:pt x="234" y="473"/>
                      </a:cubicBezTo>
                      <a:cubicBezTo>
                        <a:pt x="229" y="465"/>
                        <a:pt x="227" y="456"/>
                        <a:pt x="224" y="447"/>
                      </a:cubicBezTo>
                      <a:cubicBezTo>
                        <a:pt x="222" y="431"/>
                        <a:pt x="226" y="411"/>
                        <a:pt x="218" y="397"/>
                      </a:cubicBezTo>
                      <a:cubicBezTo>
                        <a:pt x="210" y="383"/>
                        <a:pt x="211" y="386"/>
                        <a:pt x="198" y="377"/>
                      </a:cubicBezTo>
                      <a:cubicBezTo>
                        <a:pt x="194" y="375"/>
                        <a:pt x="186" y="373"/>
                        <a:pt x="186" y="373"/>
                      </a:cubicBezTo>
                      <a:cubicBezTo>
                        <a:pt x="183" y="364"/>
                        <a:pt x="178" y="357"/>
                        <a:pt x="174" y="349"/>
                      </a:cubicBezTo>
                      <a:cubicBezTo>
                        <a:pt x="171" y="343"/>
                        <a:pt x="168" y="331"/>
                        <a:pt x="168" y="331"/>
                      </a:cubicBezTo>
                      <a:cubicBezTo>
                        <a:pt x="169" y="311"/>
                        <a:pt x="161" y="290"/>
                        <a:pt x="178" y="279"/>
                      </a:cubicBezTo>
                      <a:cubicBezTo>
                        <a:pt x="180" y="273"/>
                        <a:pt x="184" y="261"/>
                        <a:pt x="184" y="261"/>
                      </a:cubicBezTo>
                      <a:cubicBezTo>
                        <a:pt x="173" y="249"/>
                        <a:pt x="117" y="249"/>
                        <a:pt x="84" y="257"/>
                      </a:cubicBezTo>
                      <a:cubicBezTo>
                        <a:pt x="83" y="261"/>
                        <a:pt x="84" y="267"/>
                        <a:pt x="80" y="269"/>
                      </a:cubicBezTo>
                      <a:cubicBezTo>
                        <a:pt x="76" y="272"/>
                        <a:pt x="68" y="277"/>
                        <a:pt x="68" y="277"/>
                      </a:cubicBezTo>
                      <a:cubicBezTo>
                        <a:pt x="51" y="271"/>
                        <a:pt x="57" y="258"/>
                        <a:pt x="48" y="245"/>
                      </a:cubicBezTo>
                      <a:cubicBezTo>
                        <a:pt x="49" y="238"/>
                        <a:pt x="49" y="232"/>
                        <a:pt x="50" y="225"/>
                      </a:cubicBezTo>
                      <a:cubicBezTo>
                        <a:pt x="51" y="221"/>
                        <a:pt x="54" y="213"/>
                        <a:pt x="54" y="213"/>
                      </a:cubicBezTo>
                      <a:cubicBezTo>
                        <a:pt x="53" y="210"/>
                        <a:pt x="54" y="205"/>
                        <a:pt x="52" y="203"/>
                      </a:cubicBezTo>
                      <a:cubicBezTo>
                        <a:pt x="48" y="199"/>
                        <a:pt x="34" y="197"/>
                        <a:pt x="34" y="197"/>
                      </a:cubicBezTo>
                      <a:cubicBezTo>
                        <a:pt x="30" y="192"/>
                        <a:pt x="17" y="179"/>
                        <a:pt x="11" y="179"/>
                      </a:cubicBezTo>
                      <a:cubicBezTo>
                        <a:pt x="6" y="171"/>
                        <a:pt x="10" y="160"/>
                        <a:pt x="8" y="150"/>
                      </a:cubicBezTo>
                      <a:cubicBezTo>
                        <a:pt x="6" y="140"/>
                        <a:pt x="2" y="124"/>
                        <a:pt x="0" y="117"/>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7" name="Freeform 20">
                  <a:extLst>
                    <a:ext uri="{FF2B5EF4-FFF2-40B4-BE49-F238E27FC236}">
                      <a16:creationId xmlns:a16="http://schemas.microsoft.com/office/drawing/2014/main" id="{2291102E-3E19-285A-DD79-54CCB24665E4}"/>
                    </a:ext>
                  </a:extLst>
                </p:cNvPr>
                <p:cNvSpPr>
                  <a:spLocks/>
                </p:cNvSpPr>
                <p:nvPr/>
              </p:nvSpPr>
              <p:spPr bwMode="auto">
                <a:xfrm>
                  <a:off x="8406977" y="3603257"/>
                  <a:ext cx="527299" cy="915897"/>
                </a:xfrm>
                <a:custGeom>
                  <a:avLst/>
                  <a:gdLst>
                    <a:gd name="T0" fmla="*/ 1 w 327"/>
                    <a:gd name="T1" fmla="*/ 0 h 568"/>
                    <a:gd name="T2" fmla="*/ 129 w 327"/>
                    <a:gd name="T3" fmla="*/ 10 h 568"/>
                    <a:gd name="T4" fmla="*/ 177 w 327"/>
                    <a:gd name="T5" fmla="*/ 34 h 568"/>
                    <a:gd name="T6" fmla="*/ 205 w 327"/>
                    <a:gd name="T7" fmla="*/ 42 h 568"/>
                    <a:gd name="T8" fmla="*/ 263 w 327"/>
                    <a:gd name="T9" fmla="*/ 20 h 568"/>
                    <a:gd name="T10" fmla="*/ 279 w 327"/>
                    <a:gd name="T11" fmla="*/ 6 h 568"/>
                    <a:gd name="T12" fmla="*/ 297 w 327"/>
                    <a:gd name="T13" fmla="*/ 0 h 568"/>
                    <a:gd name="T14" fmla="*/ 319 w 327"/>
                    <a:gd name="T15" fmla="*/ 26 h 568"/>
                    <a:gd name="T16" fmla="*/ 275 w 327"/>
                    <a:gd name="T17" fmla="*/ 100 h 568"/>
                    <a:gd name="T18" fmla="*/ 263 w 327"/>
                    <a:gd name="T19" fmla="*/ 114 h 568"/>
                    <a:gd name="T20" fmla="*/ 251 w 327"/>
                    <a:gd name="T21" fmla="*/ 118 h 568"/>
                    <a:gd name="T22" fmla="*/ 239 w 327"/>
                    <a:gd name="T23" fmla="*/ 138 h 568"/>
                    <a:gd name="T24" fmla="*/ 235 w 327"/>
                    <a:gd name="T25" fmla="*/ 150 h 568"/>
                    <a:gd name="T26" fmla="*/ 255 w 327"/>
                    <a:gd name="T27" fmla="*/ 254 h 568"/>
                    <a:gd name="T28" fmla="*/ 265 w 327"/>
                    <a:gd name="T29" fmla="*/ 274 h 568"/>
                    <a:gd name="T30" fmla="*/ 267 w 327"/>
                    <a:gd name="T31" fmla="*/ 280 h 568"/>
                    <a:gd name="T32" fmla="*/ 273 w 327"/>
                    <a:gd name="T33" fmla="*/ 282 h 568"/>
                    <a:gd name="T34" fmla="*/ 279 w 327"/>
                    <a:gd name="T35" fmla="*/ 302 h 568"/>
                    <a:gd name="T36" fmla="*/ 283 w 327"/>
                    <a:gd name="T37" fmla="*/ 338 h 568"/>
                    <a:gd name="T38" fmla="*/ 295 w 327"/>
                    <a:gd name="T39" fmla="*/ 346 h 568"/>
                    <a:gd name="T40" fmla="*/ 283 w 327"/>
                    <a:gd name="T41" fmla="*/ 360 h 568"/>
                    <a:gd name="T42" fmla="*/ 273 w 327"/>
                    <a:gd name="T43" fmla="*/ 376 h 568"/>
                    <a:gd name="T44" fmla="*/ 255 w 327"/>
                    <a:gd name="T45" fmla="*/ 382 h 568"/>
                    <a:gd name="T46" fmla="*/ 237 w 327"/>
                    <a:gd name="T47" fmla="*/ 376 h 568"/>
                    <a:gd name="T48" fmla="*/ 219 w 327"/>
                    <a:gd name="T49" fmla="*/ 380 h 568"/>
                    <a:gd name="T50" fmla="*/ 209 w 327"/>
                    <a:gd name="T51" fmla="*/ 408 h 568"/>
                    <a:gd name="T52" fmla="*/ 199 w 327"/>
                    <a:gd name="T53" fmla="*/ 422 h 568"/>
                    <a:gd name="T54" fmla="*/ 207 w 327"/>
                    <a:gd name="T55" fmla="*/ 458 h 568"/>
                    <a:gd name="T56" fmla="*/ 167 w 327"/>
                    <a:gd name="T57" fmla="*/ 500 h 568"/>
                    <a:gd name="T58" fmla="*/ 151 w 327"/>
                    <a:gd name="T59" fmla="*/ 548 h 568"/>
                    <a:gd name="T60" fmla="*/ 137 w 327"/>
                    <a:gd name="T61" fmla="*/ 568 h 568"/>
                    <a:gd name="T62" fmla="*/ 119 w 327"/>
                    <a:gd name="T63" fmla="*/ 548 h 568"/>
                    <a:gd name="T64" fmla="*/ 111 w 327"/>
                    <a:gd name="T65" fmla="*/ 538 h 568"/>
                    <a:gd name="T66" fmla="*/ 91 w 327"/>
                    <a:gd name="T67" fmla="*/ 500 h 568"/>
                    <a:gd name="T68" fmla="*/ 85 w 327"/>
                    <a:gd name="T69" fmla="*/ 482 h 568"/>
                    <a:gd name="T70" fmla="*/ 83 w 327"/>
                    <a:gd name="T71" fmla="*/ 476 h 568"/>
                    <a:gd name="T72" fmla="*/ 63 w 327"/>
                    <a:gd name="T73" fmla="*/ 414 h 568"/>
                    <a:gd name="T74" fmla="*/ 47 w 327"/>
                    <a:gd name="T75" fmla="*/ 352 h 568"/>
                    <a:gd name="T76" fmla="*/ 55 w 327"/>
                    <a:gd name="T77" fmla="*/ 330 h 568"/>
                    <a:gd name="T78" fmla="*/ 67 w 327"/>
                    <a:gd name="T79" fmla="*/ 322 h 568"/>
                    <a:gd name="T80" fmla="*/ 75 w 327"/>
                    <a:gd name="T81" fmla="*/ 312 h 568"/>
                    <a:gd name="T82" fmla="*/ 87 w 327"/>
                    <a:gd name="T83" fmla="*/ 280 h 568"/>
                    <a:gd name="T84" fmla="*/ 73 w 327"/>
                    <a:gd name="T85" fmla="*/ 244 h 568"/>
                    <a:gd name="T86" fmla="*/ 55 w 327"/>
                    <a:gd name="T87" fmla="*/ 238 h 568"/>
                    <a:gd name="T88" fmla="*/ 43 w 327"/>
                    <a:gd name="T89" fmla="*/ 220 h 568"/>
                    <a:gd name="T90" fmla="*/ 19 w 327"/>
                    <a:gd name="T91" fmla="*/ 168 h 568"/>
                    <a:gd name="T92" fmla="*/ 9 w 327"/>
                    <a:gd name="T93" fmla="*/ 150 h 568"/>
                    <a:gd name="T94" fmla="*/ 25 w 327"/>
                    <a:gd name="T95" fmla="*/ 128 h 568"/>
                    <a:gd name="T96" fmla="*/ 31 w 327"/>
                    <a:gd name="T97" fmla="*/ 110 h 568"/>
                    <a:gd name="T98" fmla="*/ 7 w 327"/>
                    <a:gd name="T99" fmla="*/ 78 h 568"/>
                    <a:gd name="T100" fmla="*/ 13 w 327"/>
                    <a:gd name="T101" fmla="*/ 46 h 568"/>
                    <a:gd name="T102" fmla="*/ 11 w 327"/>
                    <a:gd name="T103" fmla="*/ 30 h 568"/>
                    <a:gd name="T104" fmla="*/ 1 w 327"/>
                    <a:gd name="T105" fmla="*/ 0 h 56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27"/>
                    <a:gd name="T160" fmla="*/ 0 h 568"/>
                    <a:gd name="T161" fmla="*/ 327 w 327"/>
                    <a:gd name="T162" fmla="*/ 568 h 56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27" h="568">
                      <a:moveTo>
                        <a:pt x="1" y="0"/>
                      </a:moveTo>
                      <a:cubicBezTo>
                        <a:pt x="63" y="2"/>
                        <a:pt x="78" y="7"/>
                        <a:pt x="129" y="10"/>
                      </a:cubicBezTo>
                      <a:cubicBezTo>
                        <a:pt x="138" y="23"/>
                        <a:pt x="162" y="29"/>
                        <a:pt x="177" y="34"/>
                      </a:cubicBezTo>
                      <a:cubicBezTo>
                        <a:pt x="186" y="37"/>
                        <a:pt x="205" y="42"/>
                        <a:pt x="205" y="42"/>
                      </a:cubicBezTo>
                      <a:cubicBezTo>
                        <a:pt x="228" y="40"/>
                        <a:pt x="245" y="32"/>
                        <a:pt x="263" y="20"/>
                      </a:cubicBezTo>
                      <a:cubicBezTo>
                        <a:pt x="268" y="13"/>
                        <a:pt x="269" y="9"/>
                        <a:pt x="279" y="6"/>
                      </a:cubicBezTo>
                      <a:cubicBezTo>
                        <a:pt x="285" y="4"/>
                        <a:pt x="297" y="0"/>
                        <a:pt x="297" y="0"/>
                      </a:cubicBezTo>
                      <a:cubicBezTo>
                        <a:pt x="320" y="3"/>
                        <a:pt x="316" y="7"/>
                        <a:pt x="319" y="26"/>
                      </a:cubicBezTo>
                      <a:cubicBezTo>
                        <a:pt x="317" y="83"/>
                        <a:pt x="327" y="96"/>
                        <a:pt x="275" y="100"/>
                      </a:cubicBezTo>
                      <a:cubicBezTo>
                        <a:pt x="265" y="103"/>
                        <a:pt x="269" y="110"/>
                        <a:pt x="263" y="114"/>
                      </a:cubicBezTo>
                      <a:cubicBezTo>
                        <a:pt x="260" y="116"/>
                        <a:pt x="251" y="118"/>
                        <a:pt x="251" y="118"/>
                      </a:cubicBezTo>
                      <a:cubicBezTo>
                        <a:pt x="247" y="131"/>
                        <a:pt x="245" y="120"/>
                        <a:pt x="239" y="138"/>
                      </a:cubicBezTo>
                      <a:cubicBezTo>
                        <a:pt x="238" y="142"/>
                        <a:pt x="235" y="150"/>
                        <a:pt x="235" y="150"/>
                      </a:cubicBezTo>
                      <a:cubicBezTo>
                        <a:pt x="236" y="189"/>
                        <a:pt x="234" y="222"/>
                        <a:pt x="255" y="254"/>
                      </a:cubicBezTo>
                      <a:cubicBezTo>
                        <a:pt x="257" y="263"/>
                        <a:pt x="255" y="271"/>
                        <a:pt x="265" y="274"/>
                      </a:cubicBezTo>
                      <a:cubicBezTo>
                        <a:pt x="266" y="276"/>
                        <a:pt x="266" y="279"/>
                        <a:pt x="267" y="280"/>
                      </a:cubicBezTo>
                      <a:cubicBezTo>
                        <a:pt x="268" y="281"/>
                        <a:pt x="272" y="280"/>
                        <a:pt x="273" y="282"/>
                      </a:cubicBezTo>
                      <a:cubicBezTo>
                        <a:pt x="275" y="285"/>
                        <a:pt x="278" y="298"/>
                        <a:pt x="279" y="302"/>
                      </a:cubicBezTo>
                      <a:cubicBezTo>
                        <a:pt x="280" y="314"/>
                        <a:pt x="274" y="329"/>
                        <a:pt x="283" y="338"/>
                      </a:cubicBezTo>
                      <a:cubicBezTo>
                        <a:pt x="286" y="341"/>
                        <a:pt x="295" y="346"/>
                        <a:pt x="295" y="346"/>
                      </a:cubicBezTo>
                      <a:cubicBezTo>
                        <a:pt x="292" y="355"/>
                        <a:pt x="287" y="351"/>
                        <a:pt x="283" y="360"/>
                      </a:cubicBezTo>
                      <a:cubicBezTo>
                        <a:pt x="278" y="371"/>
                        <a:pt x="282" y="372"/>
                        <a:pt x="273" y="376"/>
                      </a:cubicBezTo>
                      <a:cubicBezTo>
                        <a:pt x="267" y="379"/>
                        <a:pt x="255" y="382"/>
                        <a:pt x="255" y="382"/>
                      </a:cubicBezTo>
                      <a:cubicBezTo>
                        <a:pt x="249" y="380"/>
                        <a:pt x="237" y="376"/>
                        <a:pt x="237" y="376"/>
                      </a:cubicBezTo>
                      <a:cubicBezTo>
                        <a:pt x="231" y="377"/>
                        <a:pt x="221" y="374"/>
                        <a:pt x="219" y="380"/>
                      </a:cubicBezTo>
                      <a:cubicBezTo>
                        <a:pt x="214" y="393"/>
                        <a:pt x="223" y="403"/>
                        <a:pt x="209" y="408"/>
                      </a:cubicBezTo>
                      <a:cubicBezTo>
                        <a:pt x="206" y="417"/>
                        <a:pt x="202" y="413"/>
                        <a:pt x="199" y="422"/>
                      </a:cubicBezTo>
                      <a:cubicBezTo>
                        <a:pt x="201" y="446"/>
                        <a:pt x="202" y="442"/>
                        <a:pt x="207" y="458"/>
                      </a:cubicBezTo>
                      <a:cubicBezTo>
                        <a:pt x="203" y="492"/>
                        <a:pt x="198" y="492"/>
                        <a:pt x="167" y="500"/>
                      </a:cubicBezTo>
                      <a:cubicBezTo>
                        <a:pt x="149" y="512"/>
                        <a:pt x="171" y="541"/>
                        <a:pt x="151" y="548"/>
                      </a:cubicBezTo>
                      <a:cubicBezTo>
                        <a:pt x="148" y="558"/>
                        <a:pt x="147" y="565"/>
                        <a:pt x="137" y="568"/>
                      </a:cubicBezTo>
                      <a:cubicBezTo>
                        <a:pt x="128" y="562"/>
                        <a:pt x="131" y="552"/>
                        <a:pt x="119" y="548"/>
                      </a:cubicBezTo>
                      <a:cubicBezTo>
                        <a:pt x="114" y="533"/>
                        <a:pt x="121" y="551"/>
                        <a:pt x="111" y="538"/>
                      </a:cubicBezTo>
                      <a:cubicBezTo>
                        <a:pt x="102" y="527"/>
                        <a:pt x="96" y="513"/>
                        <a:pt x="91" y="500"/>
                      </a:cubicBezTo>
                      <a:cubicBezTo>
                        <a:pt x="89" y="494"/>
                        <a:pt x="87" y="488"/>
                        <a:pt x="85" y="482"/>
                      </a:cubicBezTo>
                      <a:cubicBezTo>
                        <a:pt x="84" y="480"/>
                        <a:pt x="83" y="476"/>
                        <a:pt x="83" y="476"/>
                      </a:cubicBezTo>
                      <a:cubicBezTo>
                        <a:pt x="80" y="453"/>
                        <a:pt x="70" y="435"/>
                        <a:pt x="63" y="414"/>
                      </a:cubicBezTo>
                      <a:cubicBezTo>
                        <a:pt x="56" y="394"/>
                        <a:pt x="52" y="373"/>
                        <a:pt x="47" y="352"/>
                      </a:cubicBezTo>
                      <a:cubicBezTo>
                        <a:pt x="48" y="345"/>
                        <a:pt x="49" y="335"/>
                        <a:pt x="55" y="330"/>
                      </a:cubicBezTo>
                      <a:cubicBezTo>
                        <a:pt x="59" y="327"/>
                        <a:pt x="67" y="322"/>
                        <a:pt x="67" y="322"/>
                      </a:cubicBezTo>
                      <a:cubicBezTo>
                        <a:pt x="72" y="307"/>
                        <a:pt x="65" y="325"/>
                        <a:pt x="75" y="312"/>
                      </a:cubicBezTo>
                      <a:cubicBezTo>
                        <a:pt x="82" y="304"/>
                        <a:pt x="84" y="290"/>
                        <a:pt x="87" y="280"/>
                      </a:cubicBezTo>
                      <a:cubicBezTo>
                        <a:pt x="86" y="273"/>
                        <a:pt x="83" y="247"/>
                        <a:pt x="73" y="244"/>
                      </a:cubicBezTo>
                      <a:cubicBezTo>
                        <a:pt x="67" y="242"/>
                        <a:pt x="55" y="238"/>
                        <a:pt x="55" y="238"/>
                      </a:cubicBezTo>
                      <a:cubicBezTo>
                        <a:pt x="51" y="232"/>
                        <a:pt x="47" y="226"/>
                        <a:pt x="43" y="220"/>
                      </a:cubicBezTo>
                      <a:cubicBezTo>
                        <a:pt x="32" y="204"/>
                        <a:pt x="36" y="179"/>
                        <a:pt x="19" y="168"/>
                      </a:cubicBezTo>
                      <a:cubicBezTo>
                        <a:pt x="10" y="154"/>
                        <a:pt x="13" y="161"/>
                        <a:pt x="9" y="150"/>
                      </a:cubicBezTo>
                      <a:cubicBezTo>
                        <a:pt x="12" y="140"/>
                        <a:pt x="21" y="140"/>
                        <a:pt x="25" y="128"/>
                      </a:cubicBezTo>
                      <a:cubicBezTo>
                        <a:pt x="27" y="122"/>
                        <a:pt x="31" y="110"/>
                        <a:pt x="31" y="110"/>
                      </a:cubicBezTo>
                      <a:cubicBezTo>
                        <a:pt x="29" y="94"/>
                        <a:pt x="23" y="83"/>
                        <a:pt x="7" y="78"/>
                      </a:cubicBezTo>
                      <a:cubicBezTo>
                        <a:pt x="0" y="67"/>
                        <a:pt x="2" y="53"/>
                        <a:pt x="13" y="46"/>
                      </a:cubicBezTo>
                      <a:cubicBezTo>
                        <a:pt x="18" y="32"/>
                        <a:pt x="21" y="36"/>
                        <a:pt x="11" y="30"/>
                      </a:cubicBezTo>
                      <a:cubicBezTo>
                        <a:pt x="7" y="19"/>
                        <a:pt x="1" y="12"/>
                        <a:pt x="1" y="0"/>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8" name="Freeform 21">
                  <a:extLst>
                    <a:ext uri="{FF2B5EF4-FFF2-40B4-BE49-F238E27FC236}">
                      <a16:creationId xmlns:a16="http://schemas.microsoft.com/office/drawing/2014/main" id="{1CC5DC5F-322B-A078-950D-6137B08DDC2D}"/>
                    </a:ext>
                  </a:extLst>
                </p:cNvPr>
                <p:cNvSpPr>
                  <a:spLocks/>
                </p:cNvSpPr>
                <p:nvPr/>
              </p:nvSpPr>
              <p:spPr bwMode="auto">
                <a:xfrm>
                  <a:off x="7452356" y="3337195"/>
                  <a:ext cx="495049" cy="720785"/>
                </a:xfrm>
                <a:custGeom>
                  <a:avLst/>
                  <a:gdLst>
                    <a:gd name="T0" fmla="*/ 31 w 307"/>
                    <a:gd name="T1" fmla="*/ 6 h 447"/>
                    <a:gd name="T2" fmla="*/ 46 w 307"/>
                    <a:gd name="T3" fmla="*/ 1 h 447"/>
                    <a:gd name="T4" fmla="*/ 72 w 307"/>
                    <a:gd name="T5" fmla="*/ 4 h 447"/>
                    <a:gd name="T6" fmla="*/ 90 w 307"/>
                    <a:gd name="T7" fmla="*/ 13 h 447"/>
                    <a:gd name="T8" fmla="*/ 103 w 307"/>
                    <a:gd name="T9" fmla="*/ 21 h 447"/>
                    <a:gd name="T10" fmla="*/ 103 w 307"/>
                    <a:gd name="T11" fmla="*/ 70 h 447"/>
                    <a:gd name="T12" fmla="*/ 114 w 307"/>
                    <a:gd name="T13" fmla="*/ 91 h 447"/>
                    <a:gd name="T14" fmla="*/ 121 w 307"/>
                    <a:gd name="T15" fmla="*/ 103 h 447"/>
                    <a:gd name="T16" fmla="*/ 141 w 307"/>
                    <a:gd name="T17" fmla="*/ 129 h 447"/>
                    <a:gd name="T18" fmla="*/ 148 w 307"/>
                    <a:gd name="T19" fmla="*/ 142 h 447"/>
                    <a:gd name="T20" fmla="*/ 172 w 307"/>
                    <a:gd name="T21" fmla="*/ 223 h 447"/>
                    <a:gd name="T22" fmla="*/ 189 w 307"/>
                    <a:gd name="T23" fmla="*/ 237 h 447"/>
                    <a:gd name="T24" fmla="*/ 201 w 307"/>
                    <a:gd name="T25" fmla="*/ 249 h 447"/>
                    <a:gd name="T26" fmla="*/ 213 w 307"/>
                    <a:gd name="T27" fmla="*/ 268 h 447"/>
                    <a:gd name="T28" fmla="*/ 240 w 307"/>
                    <a:gd name="T29" fmla="*/ 303 h 447"/>
                    <a:gd name="T30" fmla="*/ 252 w 307"/>
                    <a:gd name="T31" fmla="*/ 316 h 447"/>
                    <a:gd name="T32" fmla="*/ 256 w 307"/>
                    <a:gd name="T33" fmla="*/ 319 h 447"/>
                    <a:gd name="T34" fmla="*/ 270 w 307"/>
                    <a:gd name="T35" fmla="*/ 336 h 447"/>
                    <a:gd name="T36" fmla="*/ 297 w 307"/>
                    <a:gd name="T37" fmla="*/ 358 h 447"/>
                    <a:gd name="T38" fmla="*/ 304 w 307"/>
                    <a:gd name="T39" fmla="*/ 379 h 447"/>
                    <a:gd name="T40" fmla="*/ 295 w 307"/>
                    <a:gd name="T41" fmla="*/ 400 h 447"/>
                    <a:gd name="T42" fmla="*/ 265 w 307"/>
                    <a:gd name="T43" fmla="*/ 433 h 447"/>
                    <a:gd name="T44" fmla="*/ 247 w 307"/>
                    <a:gd name="T45" fmla="*/ 439 h 447"/>
                    <a:gd name="T46" fmla="*/ 196 w 307"/>
                    <a:gd name="T47" fmla="*/ 438 h 447"/>
                    <a:gd name="T48" fmla="*/ 175 w 307"/>
                    <a:gd name="T49" fmla="*/ 432 h 447"/>
                    <a:gd name="T50" fmla="*/ 160 w 307"/>
                    <a:gd name="T51" fmla="*/ 423 h 447"/>
                    <a:gd name="T52" fmla="*/ 148 w 307"/>
                    <a:gd name="T53" fmla="*/ 412 h 447"/>
                    <a:gd name="T54" fmla="*/ 138 w 307"/>
                    <a:gd name="T55" fmla="*/ 399 h 447"/>
                    <a:gd name="T56" fmla="*/ 127 w 307"/>
                    <a:gd name="T57" fmla="*/ 351 h 447"/>
                    <a:gd name="T58" fmla="*/ 121 w 307"/>
                    <a:gd name="T59" fmla="*/ 321 h 447"/>
                    <a:gd name="T60" fmla="*/ 108 w 307"/>
                    <a:gd name="T61" fmla="*/ 304 h 447"/>
                    <a:gd name="T62" fmla="*/ 94 w 307"/>
                    <a:gd name="T63" fmla="*/ 292 h 447"/>
                    <a:gd name="T64" fmla="*/ 82 w 307"/>
                    <a:gd name="T65" fmla="*/ 282 h 447"/>
                    <a:gd name="T66" fmla="*/ 43 w 307"/>
                    <a:gd name="T67" fmla="*/ 283 h 447"/>
                    <a:gd name="T68" fmla="*/ 31 w 307"/>
                    <a:gd name="T69" fmla="*/ 270 h 447"/>
                    <a:gd name="T70" fmla="*/ 31 w 307"/>
                    <a:gd name="T71" fmla="*/ 247 h 447"/>
                    <a:gd name="T72" fmla="*/ 16 w 307"/>
                    <a:gd name="T73" fmla="*/ 234 h 447"/>
                    <a:gd name="T74" fmla="*/ 4 w 307"/>
                    <a:gd name="T75" fmla="*/ 217 h 447"/>
                    <a:gd name="T76" fmla="*/ 15 w 307"/>
                    <a:gd name="T77" fmla="*/ 192 h 447"/>
                    <a:gd name="T78" fmla="*/ 30 w 307"/>
                    <a:gd name="T79" fmla="*/ 184 h 447"/>
                    <a:gd name="T80" fmla="*/ 25 w 307"/>
                    <a:gd name="T81" fmla="*/ 133 h 447"/>
                    <a:gd name="T82" fmla="*/ 15 w 307"/>
                    <a:gd name="T83" fmla="*/ 114 h 447"/>
                    <a:gd name="T84" fmla="*/ 7 w 307"/>
                    <a:gd name="T85" fmla="*/ 94 h 447"/>
                    <a:gd name="T86" fmla="*/ 15 w 307"/>
                    <a:gd name="T87" fmla="*/ 87 h 447"/>
                    <a:gd name="T88" fmla="*/ 18 w 307"/>
                    <a:gd name="T89" fmla="*/ 73 h 447"/>
                    <a:gd name="T90" fmla="*/ 31 w 307"/>
                    <a:gd name="T91" fmla="*/ 6 h 4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07"/>
                    <a:gd name="T139" fmla="*/ 0 h 447"/>
                    <a:gd name="T140" fmla="*/ 307 w 307"/>
                    <a:gd name="T141" fmla="*/ 447 h 4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07" h="447">
                      <a:moveTo>
                        <a:pt x="31" y="6"/>
                      </a:moveTo>
                      <a:cubicBezTo>
                        <a:pt x="36" y="4"/>
                        <a:pt x="41" y="3"/>
                        <a:pt x="46" y="1"/>
                      </a:cubicBezTo>
                      <a:cubicBezTo>
                        <a:pt x="55" y="2"/>
                        <a:pt x="64" y="0"/>
                        <a:pt x="72" y="4"/>
                      </a:cubicBezTo>
                      <a:cubicBezTo>
                        <a:pt x="79" y="7"/>
                        <a:pt x="83" y="12"/>
                        <a:pt x="90" y="13"/>
                      </a:cubicBezTo>
                      <a:cubicBezTo>
                        <a:pt x="95" y="15"/>
                        <a:pt x="99" y="18"/>
                        <a:pt x="103" y="21"/>
                      </a:cubicBezTo>
                      <a:cubicBezTo>
                        <a:pt x="110" y="35"/>
                        <a:pt x="106" y="55"/>
                        <a:pt x="103" y="70"/>
                      </a:cubicBezTo>
                      <a:cubicBezTo>
                        <a:pt x="105" y="78"/>
                        <a:pt x="109" y="84"/>
                        <a:pt x="114" y="91"/>
                      </a:cubicBezTo>
                      <a:cubicBezTo>
                        <a:pt x="115" y="97"/>
                        <a:pt x="116" y="99"/>
                        <a:pt x="121" y="103"/>
                      </a:cubicBezTo>
                      <a:cubicBezTo>
                        <a:pt x="126" y="112"/>
                        <a:pt x="132" y="125"/>
                        <a:pt x="141" y="129"/>
                      </a:cubicBezTo>
                      <a:cubicBezTo>
                        <a:pt x="144" y="133"/>
                        <a:pt x="145" y="138"/>
                        <a:pt x="148" y="142"/>
                      </a:cubicBezTo>
                      <a:cubicBezTo>
                        <a:pt x="150" y="193"/>
                        <a:pt x="141" y="200"/>
                        <a:pt x="172" y="223"/>
                      </a:cubicBezTo>
                      <a:cubicBezTo>
                        <a:pt x="175" y="229"/>
                        <a:pt x="183" y="234"/>
                        <a:pt x="189" y="237"/>
                      </a:cubicBezTo>
                      <a:cubicBezTo>
                        <a:pt x="197" y="248"/>
                        <a:pt x="193" y="244"/>
                        <a:pt x="201" y="249"/>
                      </a:cubicBezTo>
                      <a:cubicBezTo>
                        <a:pt x="202" y="256"/>
                        <a:pt x="208" y="264"/>
                        <a:pt x="213" y="268"/>
                      </a:cubicBezTo>
                      <a:cubicBezTo>
                        <a:pt x="221" y="281"/>
                        <a:pt x="226" y="295"/>
                        <a:pt x="240" y="303"/>
                      </a:cubicBezTo>
                      <a:cubicBezTo>
                        <a:pt x="245" y="312"/>
                        <a:pt x="241" y="308"/>
                        <a:pt x="252" y="316"/>
                      </a:cubicBezTo>
                      <a:cubicBezTo>
                        <a:pt x="253" y="317"/>
                        <a:pt x="256" y="319"/>
                        <a:pt x="256" y="319"/>
                      </a:cubicBezTo>
                      <a:cubicBezTo>
                        <a:pt x="260" y="326"/>
                        <a:pt x="263" y="332"/>
                        <a:pt x="270" y="336"/>
                      </a:cubicBezTo>
                      <a:cubicBezTo>
                        <a:pt x="278" y="346"/>
                        <a:pt x="284" y="355"/>
                        <a:pt x="297" y="358"/>
                      </a:cubicBezTo>
                      <a:cubicBezTo>
                        <a:pt x="307" y="363"/>
                        <a:pt x="295" y="372"/>
                        <a:pt x="304" y="379"/>
                      </a:cubicBezTo>
                      <a:cubicBezTo>
                        <a:pt x="303" y="398"/>
                        <a:pt x="303" y="389"/>
                        <a:pt x="295" y="400"/>
                      </a:cubicBezTo>
                      <a:cubicBezTo>
                        <a:pt x="292" y="416"/>
                        <a:pt x="282" y="430"/>
                        <a:pt x="265" y="433"/>
                      </a:cubicBezTo>
                      <a:cubicBezTo>
                        <a:pt x="259" y="436"/>
                        <a:pt x="253" y="438"/>
                        <a:pt x="247" y="439"/>
                      </a:cubicBezTo>
                      <a:cubicBezTo>
                        <a:pt x="231" y="447"/>
                        <a:pt x="213" y="441"/>
                        <a:pt x="196" y="438"/>
                      </a:cubicBezTo>
                      <a:cubicBezTo>
                        <a:pt x="190" y="435"/>
                        <a:pt x="182" y="433"/>
                        <a:pt x="175" y="432"/>
                      </a:cubicBezTo>
                      <a:cubicBezTo>
                        <a:pt x="170" y="429"/>
                        <a:pt x="165" y="426"/>
                        <a:pt x="160" y="423"/>
                      </a:cubicBezTo>
                      <a:cubicBezTo>
                        <a:pt x="157" y="417"/>
                        <a:pt x="154" y="415"/>
                        <a:pt x="148" y="412"/>
                      </a:cubicBezTo>
                      <a:cubicBezTo>
                        <a:pt x="145" y="406"/>
                        <a:pt x="143" y="403"/>
                        <a:pt x="138" y="399"/>
                      </a:cubicBezTo>
                      <a:cubicBezTo>
                        <a:pt x="129" y="384"/>
                        <a:pt x="135" y="366"/>
                        <a:pt x="127" y="351"/>
                      </a:cubicBezTo>
                      <a:cubicBezTo>
                        <a:pt x="125" y="343"/>
                        <a:pt x="125" y="328"/>
                        <a:pt x="121" y="321"/>
                      </a:cubicBezTo>
                      <a:cubicBezTo>
                        <a:pt x="120" y="314"/>
                        <a:pt x="113" y="308"/>
                        <a:pt x="108" y="304"/>
                      </a:cubicBezTo>
                      <a:cubicBezTo>
                        <a:pt x="105" y="299"/>
                        <a:pt x="100" y="294"/>
                        <a:pt x="94" y="292"/>
                      </a:cubicBezTo>
                      <a:cubicBezTo>
                        <a:pt x="89" y="287"/>
                        <a:pt x="89" y="283"/>
                        <a:pt x="82" y="282"/>
                      </a:cubicBezTo>
                      <a:cubicBezTo>
                        <a:pt x="70" y="276"/>
                        <a:pt x="55" y="281"/>
                        <a:pt x="43" y="283"/>
                      </a:cubicBezTo>
                      <a:cubicBezTo>
                        <a:pt x="37" y="286"/>
                        <a:pt x="35" y="276"/>
                        <a:pt x="31" y="270"/>
                      </a:cubicBezTo>
                      <a:cubicBezTo>
                        <a:pt x="30" y="260"/>
                        <a:pt x="29" y="257"/>
                        <a:pt x="31" y="247"/>
                      </a:cubicBezTo>
                      <a:cubicBezTo>
                        <a:pt x="30" y="238"/>
                        <a:pt x="25" y="236"/>
                        <a:pt x="16" y="234"/>
                      </a:cubicBezTo>
                      <a:cubicBezTo>
                        <a:pt x="8" y="228"/>
                        <a:pt x="8" y="226"/>
                        <a:pt x="4" y="217"/>
                      </a:cubicBezTo>
                      <a:cubicBezTo>
                        <a:pt x="6" y="197"/>
                        <a:pt x="0" y="195"/>
                        <a:pt x="15" y="192"/>
                      </a:cubicBezTo>
                      <a:cubicBezTo>
                        <a:pt x="22" y="189"/>
                        <a:pt x="27" y="192"/>
                        <a:pt x="30" y="184"/>
                      </a:cubicBezTo>
                      <a:cubicBezTo>
                        <a:pt x="32" y="168"/>
                        <a:pt x="31" y="148"/>
                        <a:pt x="25" y="133"/>
                      </a:cubicBezTo>
                      <a:cubicBezTo>
                        <a:pt x="24" y="126"/>
                        <a:pt x="20" y="119"/>
                        <a:pt x="15" y="114"/>
                      </a:cubicBezTo>
                      <a:cubicBezTo>
                        <a:pt x="12" y="107"/>
                        <a:pt x="11" y="101"/>
                        <a:pt x="7" y="94"/>
                      </a:cubicBezTo>
                      <a:cubicBezTo>
                        <a:pt x="9" y="91"/>
                        <a:pt x="13" y="90"/>
                        <a:pt x="15" y="87"/>
                      </a:cubicBezTo>
                      <a:cubicBezTo>
                        <a:pt x="17" y="83"/>
                        <a:pt x="18" y="73"/>
                        <a:pt x="18" y="73"/>
                      </a:cubicBezTo>
                      <a:cubicBezTo>
                        <a:pt x="18" y="47"/>
                        <a:pt x="0" y="6"/>
                        <a:pt x="31" y="6"/>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59" name="Freeform 22">
                  <a:extLst>
                    <a:ext uri="{FF2B5EF4-FFF2-40B4-BE49-F238E27FC236}">
                      <a16:creationId xmlns:a16="http://schemas.microsoft.com/office/drawing/2014/main" id="{55B4A932-ED15-99F0-59B2-42AFE688C93E}"/>
                    </a:ext>
                  </a:extLst>
                </p:cNvPr>
                <p:cNvSpPr>
                  <a:spLocks/>
                </p:cNvSpPr>
                <p:nvPr/>
              </p:nvSpPr>
              <p:spPr bwMode="auto">
                <a:xfrm>
                  <a:off x="7621672" y="3375895"/>
                  <a:ext cx="514399" cy="548248"/>
                </a:xfrm>
                <a:custGeom>
                  <a:avLst/>
                  <a:gdLst>
                    <a:gd name="T0" fmla="*/ 52 w 319"/>
                    <a:gd name="T1" fmla="*/ 4 h 340"/>
                    <a:gd name="T2" fmla="*/ 64 w 319"/>
                    <a:gd name="T3" fmla="*/ 13 h 340"/>
                    <a:gd name="T4" fmla="*/ 84 w 319"/>
                    <a:gd name="T5" fmla="*/ 18 h 340"/>
                    <a:gd name="T6" fmla="*/ 99 w 319"/>
                    <a:gd name="T7" fmla="*/ 55 h 340"/>
                    <a:gd name="T8" fmla="*/ 114 w 319"/>
                    <a:gd name="T9" fmla="*/ 73 h 340"/>
                    <a:gd name="T10" fmla="*/ 145 w 319"/>
                    <a:gd name="T11" fmla="*/ 111 h 340"/>
                    <a:gd name="T12" fmla="*/ 156 w 319"/>
                    <a:gd name="T13" fmla="*/ 129 h 340"/>
                    <a:gd name="T14" fmla="*/ 171 w 319"/>
                    <a:gd name="T15" fmla="*/ 138 h 340"/>
                    <a:gd name="T16" fmla="*/ 183 w 319"/>
                    <a:gd name="T17" fmla="*/ 169 h 340"/>
                    <a:gd name="T18" fmla="*/ 234 w 319"/>
                    <a:gd name="T19" fmla="*/ 202 h 340"/>
                    <a:gd name="T20" fmla="*/ 249 w 319"/>
                    <a:gd name="T21" fmla="*/ 189 h 340"/>
                    <a:gd name="T22" fmla="*/ 261 w 319"/>
                    <a:gd name="T23" fmla="*/ 175 h 340"/>
                    <a:gd name="T24" fmla="*/ 285 w 319"/>
                    <a:gd name="T25" fmla="*/ 177 h 340"/>
                    <a:gd name="T26" fmla="*/ 289 w 319"/>
                    <a:gd name="T27" fmla="*/ 199 h 340"/>
                    <a:gd name="T28" fmla="*/ 300 w 319"/>
                    <a:gd name="T29" fmla="*/ 204 h 340"/>
                    <a:gd name="T30" fmla="*/ 301 w 319"/>
                    <a:gd name="T31" fmla="*/ 243 h 340"/>
                    <a:gd name="T32" fmla="*/ 312 w 319"/>
                    <a:gd name="T33" fmla="*/ 271 h 340"/>
                    <a:gd name="T34" fmla="*/ 319 w 319"/>
                    <a:gd name="T35" fmla="*/ 285 h 340"/>
                    <a:gd name="T36" fmla="*/ 313 w 319"/>
                    <a:gd name="T37" fmla="*/ 286 h 340"/>
                    <a:gd name="T38" fmla="*/ 265 w 319"/>
                    <a:gd name="T39" fmla="*/ 288 h 340"/>
                    <a:gd name="T40" fmla="*/ 244 w 319"/>
                    <a:gd name="T41" fmla="*/ 295 h 340"/>
                    <a:gd name="T42" fmla="*/ 229 w 319"/>
                    <a:gd name="T43" fmla="*/ 304 h 340"/>
                    <a:gd name="T44" fmla="*/ 213 w 319"/>
                    <a:gd name="T45" fmla="*/ 315 h 340"/>
                    <a:gd name="T46" fmla="*/ 193 w 319"/>
                    <a:gd name="T47" fmla="*/ 331 h 340"/>
                    <a:gd name="T48" fmla="*/ 181 w 319"/>
                    <a:gd name="T49" fmla="*/ 340 h 340"/>
                    <a:gd name="T50" fmla="*/ 166 w 319"/>
                    <a:gd name="T51" fmla="*/ 325 h 340"/>
                    <a:gd name="T52" fmla="*/ 145 w 319"/>
                    <a:gd name="T53" fmla="*/ 292 h 340"/>
                    <a:gd name="T54" fmla="*/ 127 w 319"/>
                    <a:gd name="T55" fmla="*/ 271 h 340"/>
                    <a:gd name="T56" fmla="*/ 118 w 319"/>
                    <a:gd name="T57" fmla="*/ 258 h 340"/>
                    <a:gd name="T58" fmla="*/ 100 w 319"/>
                    <a:gd name="T59" fmla="*/ 232 h 340"/>
                    <a:gd name="T60" fmla="*/ 84 w 319"/>
                    <a:gd name="T61" fmla="*/ 213 h 340"/>
                    <a:gd name="T62" fmla="*/ 55 w 319"/>
                    <a:gd name="T63" fmla="*/ 187 h 340"/>
                    <a:gd name="T64" fmla="*/ 45 w 319"/>
                    <a:gd name="T65" fmla="*/ 175 h 340"/>
                    <a:gd name="T66" fmla="*/ 31 w 319"/>
                    <a:gd name="T67" fmla="*/ 105 h 340"/>
                    <a:gd name="T68" fmla="*/ 22 w 319"/>
                    <a:gd name="T69" fmla="*/ 93 h 340"/>
                    <a:gd name="T70" fmla="*/ 13 w 319"/>
                    <a:gd name="T71" fmla="*/ 75 h 340"/>
                    <a:gd name="T72" fmla="*/ 4 w 319"/>
                    <a:gd name="T73" fmla="*/ 57 h 340"/>
                    <a:gd name="T74" fmla="*/ 6 w 319"/>
                    <a:gd name="T75" fmla="*/ 0 h 340"/>
                    <a:gd name="T76" fmla="*/ 30 w 319"/>
                    <a:gd name="T77" fmla="*/ 10 h 340"/>
                    <a:gd name="T78" fmla="*/ 49 w 319"/>
                    <a:gd name="T79" fmla="*/ 1 h 340"/>
                    <a:gd name="T80" fmla="*/ 52 w 319"/>
                    <a:gd name="T81" fmla="*/ 4 h 3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19"/>
                    <a:gd name="T124" fmla="*/ 0 h 340"/>
                    <a:gd name="T125" fmla="*/ 319 w 319"/>
                    <a:gd name="T126" fmla="*/ 340 h 3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19" h="340">
                      <a:moveTo>
                        <a:pt x="52" y="4"/>
                      </a:moveTo>
                      <a:cubicBezTo>
                        <a:pt x="58" y="6"/>
                        <a:pt x="59" y="9"/>
                        <a:pt x="64" y="13"/>
                      </a:cubicBezTo>
                      <a:cubicBezTo>
                        <a:pt x="73" y="12"/>
                        <a:pt x="79" y="10"/>
                        <a:pt x="84" y="18"/>
                      </a:cubicBezTo>
                      <a:cubicBezTo>
                        <a:pt x="85" y="33"/>
                        <a:pt x="85" y="47"/>
                        <a:pt x="99" y="55"/>
                      </a:cubicBezTo>
                      <a:cubicBezTo>
                        <a:pt x="105" y="62"/>
                        <a:pt x="110" y="65"/>
                        <a:pt x="114" y="73"/>
                      </a:cubicBezTo>
                      <a:cubicBezTo>
                        <a:pt x="118" y="92"/>
                        <a:pt x="133" y="99"/>
                        <a:pt x="145" y="111"/>
                      </a:cubicBezTo>
                      <a:cubicBezTo>
                        <a:pt x="150" y="116"/>
                        <a:pt x="151" y="124"/>
                        <a:pt x="156" y="129"/>
                      </a:cubicBezTo>
                      <a:cubicBezTo>
                        <a:pt x="160" y="132"/>
                        <a:pt x="167" y="135"/>
                        <a:pt x="171" y="138"/>
                      </a:cubicBezTo>
                      <a:cubicBezTo>
                        <a:pt x="173" y="152"/>
                        <a:pt x="170" y="161"/>
                        <a:pt x="183" y="169"/>
                      </a:cubicBezTo>
                      <a:cubicBezTo>
                        <a:pt x="191" y="179"/>
                        <a:pt x="221" y="200"/>
                        <a:pt x="234" y="202"/>
                      </a:cubicBezTo>
                      <a:cubicBezTo>
                        <a:pt x="244" y="200"/>
                        <a:pt x="244" y="196"/>
                        <a:pt x="249" y="189"/>
                      </a:cubicBezTo>
                      <a:cubicBezTo>
                        <a:pt x="251" y="181"/>
                        <a:pt x="253" y="178"/>
                        <a:pt x="261" y="175"/>
                      </a:cubicBezTo>
                      <a:cubicBezTo>
                        <a:pt x="269" y="176"/>
                        <a:pt x="277" y="175"/>
                        <a:pt x="285" y="177"/>
                      </a:cubicBezTo>
                      <a:cubicBezTo>
                        <a:pt x="292" y="179"/>
                        <a:pt x="287" y="192"/>
                        <a:pt x="289" y="199"/>
                      </a:cubicBezTo>
                      <a:cubicBezTo>
                        <a:pt x="290" y="201"/>
                        <a:pt x="299" y="204"/>
                        <a:pt x="300" y="204"/>
                      </a:cubicBezTo>
                      <a:cubicBezTo>
                        <a:pt x="312" y="213"/>
                        <a:pt x="304" y="230"/>
                        <a:pt x="301" y="243"/>
                      </a:cubicBezTo>
                      <a:cubicBezTo>
                        <a:pt x="302" y="254"/>
                        <a:pt x="303" y="264"/>
                        <a:pt x="312" y="271"/>
                      </a:cubicBezTo>
                      <a:cubicBezTo>
                        <a:pt x="313" y="278"/>
                        <a:pt x="318" y="278"/>
                        <a:pt x="319" y="285"/>
                      </a:cubicBezTo>
                      <a:cubicBezTo>
                        <a:pt x="317" y="285"/>
                        <a:pt x="315" y="286"/>
                        <a:pt x="313" y="286"/>
                      </a:cubicBezTo>
                      <a:cubicBezTo>
                        <a:pt x="297" y="287"/>
                        <a:pt x="281" y="286"/>
                        <a:pt x="265" y="288"/>
                      </a:cubicBezTo>
                      <a:cubicBezTo>
                        <a:pt x="259" y="289"/>
                        <a:pt x="251" y="294"/>
                        <a:pt x="244" y="295"/>
                      </a:cubicBezTo>
                      <a:cubicBezTo>
                        <a:pt x="239" y="299"/>
                        <a:pt x="235" y="303"/>
                        <a:pt x="229" y="304"/>
                      </a:cubicBezTo>
                      <a:cubicBezTo>
                        <a:pt x="221" y="308"/>
                        <a:pt x="220" y="310"/>
                        <a:pt x="213" y="315"/>
                      </a:cubicBezTo>
                      <a:cubicBezTo>
                        <a:pt x="208" y="325"/>
                        <a:pt x="204" y="329"/>
                        <a:pt x="193" y="331"/>
                      </a:cubicBezTo>
                      <a:cubicBezTo>
                        <a:pt x="189" y="337"/>
                        <a:pt x="188" y="339"/>
                        <a:pt x="181" y="340"/>
                      </a:cubicBezTo>
                      <a:cubicBezTo>
                        <a:pt x="176" y="333"/>
                        <a:pt x="173" y="329"/>
                        <a:pt x="166" y="325"/>
                      </a:cubicBezTo>
                      <a:cubicBezTo>
                        <a:pt x="158" y="314"/>
                        <a:pt x="151" y="304"/>
                        <a:pt x="145" y="292"/>
                      </a:cubicBezTo>
                      <a:cubicBezTo>
                        <a:pt x="143" y="282"/>
                        <a:pt x="136" y="276"/>
                        <a:pt x="127" y="271"/>
                      </a:cubicBezTo>
                      <a:cubicBezTo>
                        <a:pt x="124" y="267"/>
                        <a:pt x="121" y="262"/>
                        <a:pt x="118" y="258"/>
                      </a:cubicBezTo>
                      <a:cubicBezTo>
                        <a:pt x="116" y="248"/>
                        <a:pt x="109" y="237"/>
                        <a:pt x="100" y="232"/>
                      </a:cubicBezTo>
                      <a:cubicBezTo>
                        <a:pt x="95" y="226"/>
                        <a:pt x="90" y="218"/>
                        <a:pt x="84" y="213"/>
                      </a:cubicBezTo>
                      <a:cubicBezTo>
                        <a:pt x="78" y="202"/>
                        <a:pt x="67" y="192"/>
                        <a:pt x="55" y="187"/>
                      </a:cubicBezTo>
                      <a:cubicBezTo>
                        <a:pt x="49" y="181"/>
                        <a:pt x="46" y="183"/>
                        <a:pt x="45" y="175"/>
                      </a:cubicBezTo>
                      <a:cubicBezTo>
                        <a:pt x="44" y="154"/>
                        <a:pt x="52" y="118"/>
                        <a:pt x="31" y="105"/>
                      </a:cubicBezTo>
                      <a:cubicBezTo>
                        <a:pt x="30" y="98"/>
                        <a:pt x="26" y="98"/>
                        <a:pt x="22" y="93"/>
                      </a:cubicBezTo>
                      <a:cubicBezTo>
                        <a:pt x="21" y="87"/>
                        <a:pt x="17" y="80"/>
                        <a:pt x="13" y="75"/>
                      </a:cubicBezTo>
                      <a:cubicBezTo>
                        <a:pt x="12" y="68"/>
                        <a:pt x="7" y="63"/>
                        <a:pt x="4" y="57"/>
                      </a:cubicBezTo>
                      <a:cubicBezTo>
                        <a:pt x="0" y="38"/>
                        <a:pt x="4" y="20"/>
                        <a:pt x="6" y="0"/>
                      </a:cubicBezTo>
                      <a:cubicBezTo>
                        <a:pt x="16" y="2"/>
                        <a:pt x="19" y="8"/>
                        <a:pt x="30" y="10"/>
                      </a:cubicBezTo>
                      <a:cubicBezTo>
                        <a:pt x="38" y="9"/>
                        <a:pt x="43" y="6"/>
                        <a:pt x="49" y="1"/>
                      </a:cubicBezTo>
                      <a:cubicBezTo>
                        <a:pt x="55" y="4"/>
                        <a:pt x="56" y="4"/>
                        <a:pt x="52" y="4"/>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0" name="Freeform 23">
                  <a:extLst>
                    <a:ext uri="{FF2B5EF4-FFF2-40B4-BE49-F238E27FC236}">
                      <a16:creationId xmlns:a16="http://schemas.microsoft.com/office/drawing/2014/main" id="{77313BB8-6477-1528-BFE2-8692AF8DE3C4}"/>
                    </a:ext>
                  </a:extLst>
                </p:cNvPr>
                <p:cNvSpPr>
                  <a:spLocks/>
                </p:cNvSpPr>
                <p:nvPr/>
              </p:nvSpPr>
              <p:spPr bwMode="auto">
                <a:xfrm>
                  <a:off x="7702299" y="3256570"/>
                  <a:ext cx="703066" cy="574048"/>
                </a:xfrm>
                <a:custGeom>
                  <a:avLst/>
                  <a:gdLst>
                    <a:gd name="T0" fmla="*/ 113 w 436"/>
                    <a:gd name="T1" fmla="*/ 35 h 356"/>
                    <a:gd name="T2" fmla="*/ 122 w 436"/>
                    <a:gd name="T3" fmla="*/ 15 h 356"/>
                    <a:gd name="T4" fmla="*/ 139 w 436"/>
                    <a:gd name="T5" fmla="*/ 5 h 356"/>
                    <a:gd name="T6" fmla="*/ 170 w 436"/>
                    <a:gd name="T7" fmla="*/ 6 h 356"/>
                    <a:gd name="T8" fmla="*/ 190 w 436"/>
                    <a:gd name="T9" fmla="*/ 12 h 356"/>
                    <a:gd name="T10" fmla="*/ 247 w 436"/>
                    <a:gd name="T11" fmla="*/ 18 h 356"/>
                    <a:gd name="T12" fmla="*/ 259 w 436"/>
                    <a:gd name="T13" fmla="*/ 27 h 356"/>
                    <a:gd name="T14" fmla="*/ 265 w 436"/>
                    <a:gd name="T15" fmla="*/ 41 h 356"/>
                    <a:gd name="T16" fmla="*/ 271 w 436"/>
                    <a:gd name="T17" fmla="*/ 63 h 356"/>
                    <a:gd name="T18" fmla="*/ 280 w 436"/>
                    <a:gd name="T19" fmla="*/ 81 h 356"/>
                    <a:gd name="T20" fmla="*/ 310 w 436"/>
                    <a:gd name="T21" fmla="*/ 114 h 356"/>
                    <a:gd name="T22" fmla="*/ 341 w 436"/>
                    <a:gd name="T23" fmla="*/ 134 h 356"/>
                    <a:gd name="T24" fmla="*/ 347 w 436"/>
                    <a:gd name="T25" fmla="*/ 147 h 356"/>
                    <a:gd name="T26" fmla="*/ 355 w 436"/>
                    <a:gd name="T27" fmla="*/ 165 h 356"/>
                    <a:gd name="T28" fmla="*/ 361 w 436"/>
                    <a:gd name="T29" fmla="*/ 180 h 356"/>
                    <a:gd name="T30" fmla="*/ 404 w 436"/>
                    <a:gd name="T31" fmla="*/ 159 h 356"/>
                    <a:gd name="T32" fmla="*/ 436 w 436"/>
                    <a:gd name="T33" fmla="*/ 167 h 356"/>
                    <a:gd name="T34" fmla="*/ 419 w 436"/>
                    <a:gd name="T35" fmla="*/ 192 h 356"/>
                    <a:gd name="T36" fmla="*/ 404 w 436"/>
                    <a:gd name="T37" fmla="*/ 197 h 356"/>
                    <a:gd name="T38" fmla="*/ 395 w 436"/>
                    <a:gd name="T39" fmla="*/ 201 h 356"/>
                    <a:gd name="T40" fmla="*/ 388 w 436"/>
                    <a:gd name="T41" fmla="*/ 209 h 356"/>
                    <a:gd name="T42" fmla="*/ 379 w 436"/>
                    <a:gd name="T43" fmla="*/ 221 h 356"/>
                    <a:gd name="T44" fmla="*/ 374 w 436"/>
                    <a:gd name="T45" fmla="*/ 234 h 356"/>
                    <a:gd name="T46" fmla="*/ 368 w 436"/>
                    <a:gd name="T47" fmla="*/ 318 h 356"/>
                    <a:gd name="T48" fmla="*/ 328 w 436"/>
                    <a:gd name="T49" fmla="*/ 351 h 356"/>
                    <a:gd name="T50" fmla="*/ 275 w 436"/>
                    <a:gd name="T51" fmla="*/ 356 h 356"/>
                    <a:gd name="T52" fmla="*/ 254 w 436"/>
                    <a:gd name="T53" fmla="*/ 342 h 356"/>
                    <a:gd name="T54" fmla="*/ 245 w 436"/>
                    <a:gd name="T55" fmla="*/ 281 h 356"/>
                    <a:gd name="T56" fmla="*/ 236 w 436"/>
                    <a:gd name="T57" fmla="*/ 270 h 356"/>
                    <a:gd name="T58" fmla="*/ 235 w 436"/>
                    <a:gd name="T59" fmla="*/ 251 h 356"/>
                    <a:gd name="T60" fmla="*/ 197 w 436"/>
                    <a:gd name="T61" fmla="*/ 260 h 356"/>
                    <a:gd name="T62" fmla="*/ 188 w 436"/>
                    <a:gd name="T63" fmla="*/ 272 h 356"/>
                    <a:gd name="T64" fmla="*/ 155 w 436"/>
                    <a:gd name="T65" fmla="*/ 263 h 356"/>
                    <a:gd name="T66" fmla="*/ 140 w 436"/>
                    <a:gd name="T67" fmla="*/ 248 h 356"/>
                    <a:gd name="T68" fmla="*/ 131 w 436"/>
                    <a:gd name="T69" fmla="*/ 242 h 356"/>
                    <a:gd name="T70" fmla="*/ 115 w 436"/>
                    <a:gd name="T71" fmla="*/ 210 h 356"/>
                    <a:gd name="T72" fmla="*/ 101 w 436"/>
                    <a:gd name="T73" fmla="*/ 194 h 356"/>
                    <a:gd name="T74" fmla="*/ 77 w 436"/>
                    <a:gd name="T75" fmla="*/ 167 h 356"/>
                    <a:gd name="T76" fmla="*/ 68 w 436"/>
                    <a:gd name="T77" fmla="*/ 156 h 356"/>
                    <a:gd name="T78" fmla="*/ 59 w 436"/>
                    <a:gd name="T79" fmla="*/ 143 h 356"/>
                    <a:gd name="T80" fmla="*/ 38 w 436"/>
                    <a:gd name="T81" fmla="*/ 123 h 356"/>
                    <a:gd name="T82" fmla="*/ 32 w 436"/>
                    <a:gd name="T83" fmla="*/ 107 h 356"/>
                    <a:gd name="T84" fmla="*/ 17 w 436"/>
                    <a:gd name="T85" fmla="*/ 86 h 356"/>
                    <a:gd name="T86" fmla="*/ 5 w 436"/>
                    <a:gd name="T87" fmla="*/ 75 h 356"/>
                    <a:gd name="T88" fmla="*/ 49 w 436"/>
                    <a:gd name="T89" fmla="*/ 39 h 356"/>
                    <a:gd name="T90" fmla="*/ 76 w 436"/>
                    <a:gd name="T91" fmla="*/ 59 h 356"/>
                    <a:gd name="T92" fmla="*/ 97 w 436"/>
                    <a:gd name="T93" fmla="*/ 56 h 356"/>
                    <a:gd name="T94" fmla="*/ 106 w 436"/>
                    <a:gd name="T95" fmla="*/ 50 h 356"/>
                    <a:gd name="T96" fmla="*/ 113 w 436"/>
                    <a:gd name="T97" fmla="*/ 35 h 3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36"/>
                    <a:gd name="T148" fmla="*/ 0 h 356"/>
                    <a:gd name="T149" fmla="*/ 436 w 436"/>
                    <a:gd name="T150" fmla="*/ 356 h 35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36" h="356">
                      <a:moveTo>
                        <a:pt x="113" y="35"/>
                      </a:moveTo>
                      <a:cubicBezTo>
                        <a:pt x="116" y="27"/>
                        <a:pt x="115" y="20"/>
                        <a:pt x="122" y="15"/>
                      </a:cubicBezTo>
                      <a:cubicBezTo>
                        <a:pt x="125" y="8"/>
                        <a:pt x="132" y="6"/>
                        <a:pt x="139" y="5"/>
                      </a:cubicBezTo>
                      <a:cubicBezTo>
                        <a:pt x="148" y="0"/>
                        <a:pt x="170" y="6"/>
                        <a:pt x="170" y="6"/>
                      </a:cubicBezTo>
                      <a:cubicBezTo>
                        <a:pt x="177" y="8"/>
                        <a:pt x="183" y="11"/>
                        <a:pt x="190" y="12"/>
                      </a:cubicBezTo>
                      <a:cubicBezTo>
                        <a:pt x="207" y="21"/>
                        <a:pt x="229" y="18"/>
                        <a:pt x="247" y="18"/>
                      </a:cubicBezTo>
                      <a:cubicBezTo>
                        <a:pt x="253" y="23"/>
                        <a:pt x="251" y="26"/>
                        <a:pt x="259" y="27"/>
                      </a:cubicBezTo>
                      <a:cubicBezTo>
                        <a:pt x="260" y="33"/>
                        <a:pt x="263" y="36"/>
                        <a:pt x="265" y="41"/>
                      </a:cubicBezTo>
                      <a:cubicBezTo>
                        <a:pt x="266" y="48"/>
                        <a:pt x="268" y="56"/>
                        <a:pt x="271" y="63"/>
                      </a:cubicBezTo>
                      <a:cubicBezTo>
                        <a:pt x="272" y="70"/>
                        <a:pt x="277" y="75"/>
                        <a:pt x="280" y="81"/>
                      </a:cubicBezTo>
                      <a:cubicBezTo>
                        <a:pt x="283" y="98"/>
                        <a:pt x="293" y="111"/>
                        <a:pt x="310" y="114"/>
                      </a:cubicBezTo>
                      <a:cubicBezTo>
                        <a:pt x="319" y="121"/>
                        <a:pt x="331" y="129"/>
                        <a:pt x="341" y="134"/>
                      </a:cubicBezTo>
                      <a:cubicBezTo>
                        <a:pt x="343" y="139"/>
                        <a:pt x="344" y="143"/>
                        <a:pt x="347" y="147"/>
                      </a:cubicBezTo>
                      <a:cubicBezTo>
                        <a:pt x="349" y="154"/>
                        <a:pt x="351" y="159"/>
                        <a:pt x="355" y="165"/>
                      </a:cubicBezTo>
                      <a:cubicBezTo>
                        <a:pt x="356" y="171"/>
                        <a:pt x="357" y="175"/>
                        <a:pt x="361" y="180"/>
                      </a:cubicBezTo>
                      <a:cubicBezTo>
                        <a:pt x="379" y="178"/>
                        <a:pt x="388" y="164"/>
                        <a:pt x="404" y="159"/>
                      </a:cubicBezTo>
                      <a:cubicBezTo>
                        <a:pt x="414" y="160"/>
                        <a:pt x="432" y="156"/>
                        <a:pt x="436" y="167"/>
                      </a:cubicBezTo>
                      <a:cubicBezTo>
                        <a:pt x="432" y="181"/>
                        <a:pt x="435" y="189"/>
                        <a:pt x="419" y="192"/>
                      </a:cubicBezTo>
                      <a:cubicBezTo>
                        <a:pt x="414" y="194"/>
                        <a:pt x="409" y="195"/>
                        <a:pt x="404" y="197"/>
                      </a:cubicBezTo>
                      <a:cubicBezTo>
                        <a:pt x="401" y="199"/>
                        <a:pt x="398" y="199"/>
                        <a:pt x="395" y="201"/>
                      </a:cubicBezTo>
                      <a:cubicBezTo>
                        <a:pt x="392" y="203"/>
                        <a:pt x="391" y="207"/>
                        <a:pt x="388" y="209"/>
                      </a:cubicBezTo>
                      <a:cubicBezTo>
                        <a:pt x="385" y="214"/>
                        <a:pt x="384" y="218"/>
                        <a:pt x="379" y="221"/>
                      </a:cubicBezTo>
                      <a:cubicBezTo>
                        <a:pt x="377" y="225"/>
                        <a:pt x="376" y="230"/>
                        <a:pt x="374" y="234"/>
                      </a:cubicBezTo>
                      <a:cubicBezTo>
                        <a:pt x="369" y="261"/>
                        <a:pt x="381" y="293"/>
                        <a:pt x="368" y="318"/>
                      </a:cubicBezTo>
                      <a:cubicBezTo>
                        <a:pt x="363" y="344"/>
                        <a:pt x="354" y="350"/>
                        <a:pt x="328" y="351"/>
                      </a:cubicBezTo>
                      <a:cubicBezTo>
                        <a:pt x="311" y="355"/>
                        <a:pt x="293" y="352"/>
                        <a:pt x="275" y="356"/>
                      </a:cubicBezTo>
                      <a:cubicBezTo>
                        <a:pt x="262" y="353"/>
                        <a:pt x="264" y="348"/>
                        <a:pt x="254" y="342"/>
                      </a:cubicBezTo>
                      <a:cubicBezTo>
                        <a:pt x="252" y="330"/>
                        <a:pt x="265" y="285"/>
                        <a:pt x="245" y="281"/>
                      </a:cubicBezTo>
                      <a:cubicBezTo>
                        <a:pt x="240" y="278"/>
                        <a:pt x="238" y="276"/>
                        <a:pt x="236" y="270"/>
                      </a:cubicBezTo>
                      <a:cubicBezTo>
                        <a:pt x="236" y="264"/>
                        <a:pt x="240" y="255"/>
                        <a:pt x="235" y="251"/>
                      </a:cubicBezTo>
                      <a:cubicBezTo>
                        <a:pt x="222" y="242"/>
                        <a:pt x="207" y="254"/>
                        <a:pt x="197" y="260"/>
                      </a:cubicBezTo>
                      <a:cubicBezTo>
                        <a:pt x="193" y="266"/>
                        <a:pt x="194" y="268"/>
                        <a:pt x="188" y="272"/>
                      </a:cubicBezTo>
                      <a:cubicBezTo>
                        <a:pt x="175" y="270"/>
                        <a:pt x="167" y="265"/>
                        <a:pt x="155" y="263"/>
                      </a:cubicBezTo>
                      <a:cubicBezTo>
                        <a:pt x="151" y="257"/>
                        <a:pt x="147" y="249"/>
                        <a:pt x="140" y="248"/>
                      </a:cubicBezTo>
                      <a:cubicBezTo>
                        <a:pt x="137" y="246"/>
                        <a:pt x="133" y="245"/>
                        <a:pt x="131" y="242"/>
                      </a:cubicBezTo>
                      <a:cubicBezTo>
                        <a:pt x="123" y="232"/>
                        <a:pt x="129" y="217"/>
                        <a:pt x="115" y="210"/>
                      </a:cubicBezTo>
                      <a:cubicBezTo>
                        <a:pt x="110" y="204"/>
                        <a:pt x="108" y="198"/>
                        <a:pt x="101" y="194"/>
                      </a:cubicBezTo>
                      <a:cubicBezTo>
                        <a:pt x="100" y="190"/>
                        <a:pt x="83" y="171"/>
                        <a:pt x="77" y="167"/>
                      </a:cubicBezTo>
                      <a:cubicBezTo>
                        <a:pt x="76" y="160"/>
                        <a:pt x="74" y="159"/>
                        <a:pt x="68" y="156"/>
                      </a:cubicBezTo>
                      <a:cubicBezTo>
                        <a:pt x="65" y="152"/>
                        <a:pt x="62" y="147"/>
                        <a:pt x="59" y="143"/>
                      </a:cubicBezTo>
                      <a:cubicBezTo>
                        <a:pt x="57" y="134"/>
                        <a:pt x="46" y="126"/>
                        <a:pt x="38" y="123"/>
                      </a:cubicBezTo>
                      <a:cubicBezTo>
                        <a:pt x="34" y="118"/>
                        <a:pt x="34" y="113"/>
                        <a:pt x="32" y="107"/>
                      </a:cubicBezTo>
                      <a:cubicBezTo>
                        <a:pt x="31" y="97"/>
                        <a:pt x="28" y="88"/>
                        <a:pt x="17" y="86"/>
                      </a:cubicBezTo>
                      <a:cubicBezTo>
                        <a:pt x="12" y="82"/>
                        <a:pt x="8" y="81"/>
                        <a:pt x="5" y="75"/>
                      </a:cubicBezTo>
                      <a:cubicBezTo>
                        <a:pt x="0" y="46"/>
                        <a:pt x="29" y="46"/>
                        <a:pt x="49" y="39"/>
                      </a:cubicBezTo>
                      <a:cubicBezTo>
                        <a:pt x="62" y="43"/>
                        <a:pt x="65" y="52"/>
                        <a:pt x="76" y="59"/>
                      </a:cubicBezTo>
                      <a:cubicBezTo>
                        <a:pt x="83" y="58"/>
                        <a:pt x="91" y="60"/>
                        <a:pt x="97" y="56"/>
                      </a:cubicBezTo>
                      <a:cubicBezTo>
                        <a:pt x="107" y="48"/>
                        <a:pt x="91" y="52"/>
                        <a:pt x="106" y="50"/>
                      </a:cubicBezTo>
                      <a:cubicBezTo>
                        <a:pt x="109" y="45"/>
                        <a:pt x="113" y="34"/>
                        <a:pt x="113" y="35"/>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1" name="Freeform 24">
                  <a:extLst>
                    <a:ext uri="{FF2B5EF4-FFF2-40B4-BE49-F238E27FC236}">
                      <a16:creationId xmlns:a16="http://schemas.microsoft.com/office/drawing/2014/main" id="{5EF7B2B2-5EC7-9BFC-B65C-EC5E102D214A}"/>
                    </a:ext>
                  </a:extLst>
                </p:cNvPr>
                <p:cNvSpPr>
                  <a:spLocks/>
                </p:cNvSpPr>
                <p:nvPr/>
              </p:nvSpPr>
              <p:spPr bwMode="auto">
                <a:xfrm>
                  <a:off x="7723262" y="2882471"/>
                  <a:ext cx="738541" cy="662735"/>
                </a:xfrm>
                <a:custGeom>
                  <a:avLst/>
                  <a:gdLst>
                    <a:gd name="T0" fmla="*/ 0 w 458"/>
                    <a:gd name="T1" fmla="*/ 118 h 411"/>
                    <a:gd name="T2" fmla="*/ 30 w 458"/>
                    <a:gd name="T3" fmla="*/ 124 h 411"/>
                    <a:gd name="T4" fmla="*/ 46 w 458"/>
                    <a:gd name="T5" fmla="*/ 102 h 411"/>
                    <a:gd name="T6" fmla="*/ 66 w 458"/>
                    <a:gd name="T7" fmla="*/ 93 h 411"/>
                    <a:gd name="T8" fmla="*/ 78 w 458"/>
                    <a:gd name="T9" fmla="*/ 82 h 411"/>
                    <a:gd name="T10" fmla="*/ 102 w 458"/>
                    <a:gd name="T11" fmla="*/ 45 h 411"/>
                    <a:gd name="T12" fmla="*/ 153 w 458"/>
                    <a:gd name="T13" fmla="*/ 27 h 411"/>
                    <a:gd name="T14" fmla="*/ 162 w 458"/>
                    <a:gd name="T15" fmla="*/ 12 h 411"/>
                    <a:gd name="T16" fmla="*/ 220 w 458"/>
                    <a:gd name="T17" fmla="*/ 10 h 411"/>
                    <a:gd name="T18" fmla="*/ 262 w 458"/>
                    <a:gd name="T19" fmla="*/ 18 h 411"/>
                    <a:gd name="T20" fmla="*/ 289 w 458"/>
                    <a:gd name="T21" fmla="*/ 27 h 411"/>
                    <a:gd name="T22" fmla="*/ 304 w 458"/>
                    <a:gd name="T23" fmla="*/ 103 h 411"/>
                    <a:gd name="T24" fmla="*/ 319 w 458"/>
                    <a:gd name="T25" fmla="*/ 145 h 411"/>
                    <a:gd name="T26" fmla="*/ 357 w 458"/>
                    <a:gd name="T27" fmla="*/ 198 h 411"/>
                    <a:gd name="T28" fmla="*/ 363 w 458"/>
                    <a:gd name="T29" fmla="*/ 217 h 411"/>
                    <a:gd name="T30" fmla="*/ 369 w 458"/>
                    <a:gd name="T31" fmla="*/ 234 h 411"/>
                    <a:gd name="T32" fmla="*/ 382 w 458"/>
                    <a:gd name="T33" fmla="*/ 297 h 411"/>
                    <a:gd name="T34" fmla="*/ 403 w 458"/>
                    <a:gd name="T35" fmla="*/ 310 h 411"/>
                    <a:gd name="T36" fmla="*/ 411 w 458"/>
                    <a:gd name="T37" fmla="*/ 328 h 411"/>
                    <a:gd name="T38" fmla="*/ 429 w 458"/>
                    <a:gd name="T39" fmla="*/ 343 h 411"/>
                    <a:gd name="T40" fmla="*/ 447 w 458"/>
                    <a:gd name="T41" fmla="*/ 357 h 411"/>
                    <a:gd name="T42" fmla="*/ 429 w 458"/>
                    <a:gd name="T43" fmla="*/ 370 h 411"/>
                    <a:gd name="T44" fmla="*/ 418 w 458"/>
                    <a:gd name="T45" fmla="*/ 397 h 411"/>
                    <a:gd name="T46" fmla="*/ 382 w 458"/>
                    <a:gd name="T47" fmla="*/ 394 h 411"/>
                    <a:gd name="T48" fmla="*/ 348 w 458"/>
                    <a:gd name="T49" fmla="*/ 411 h 411"/>
                    <a:gd name="T50" fmla="*/ 339 w 458"/>
                    <a:gd name="T51" fmla="*/ 393 h 411"/>
                    <a:gd name="T52" fmla="*/ 328 w 458"/>
                    <a:gd name="T53" fmla="*/ 375 h 411"/>
                    <a:gd name="T54" fmla="*/ 307 w 458"/>
                    <a:gd name="T55" fmla="*/ 354 h 411"/>
                    <a:gd name="T56" fmla="*/ 289 w 458"/>
                    <a:gd name="T57" fmla="*/ 342 h 411"/>
                    <a:gd name="T58" fmla="*/ 271 w 458"/>
                    <a:gd name="T59" fmla="*/ 325 h 411"/>
                    <a:gd name="T60" fmla="*/ 265 w 458"/>
                    <a:gd name="T61" fmla="*/ 310 h 411"/>
                    <a:gd name="T62" fmla="*/ 259 w 458"/>
                    <a:gd name="T63" fmla="*/ 295 h 411"/>
                    <a:gd name="T64" fmla="*/ 253 w 458"/>
                    <a:gd name="T65" fmla="*/ 276 h 411"/>
                    <a:gd name="T66" fmla="*/ 240 w 458"/>
                    <a:gd name="T67" fmla="*/ 256 h 411"/>
                    <a:gd name="T68" fmla="*/ 192 w 458"/>
                    <a:gd name="T69" fmla="*/ 247 h 411"/>
                    <a:gd name="T70" fmla="*/ 174 w 458"/>
                    <a:gd name="T71" fmla="*/ 243 h 411"/>
                    <a:gd name="T72" fmla="*/ 160 w 458"/>
                    <a:gd name="T73" fmla="*/ 240 h 411"/>
                    <a:gd name="T74" fmla="*/ 136 w 458"/>
                    <a:gd name="T75" fmla="*/ 234 h 411"/>
                    <a:gd name="T76" fmla="*/ 105 w 458"/>
                    <a:gd name="T77" fmla="*/ 244 h 411"/>
                    <a:gd name="T78" fmla="*/ 100 w 458"/>
                    <a:gd name="T79" fmla="*/ 259 h 411"/>
                    <a:gd name="T80" fmla="*/ 82 w 458"/>
                    <a:gd name="T81" fmla="*/ 264 h 411"/>
                    <a:gd name="T82" fmla="*/ 67 w 458"/>
                    <a:gd name="T83" fmla="*/ 249 h 411"/>
                    <a:gd name="T84" fmla="*/ 57 w 458"/>
                    <a:gd name="T85" fmla="*/ 219 h 411"/>
                    <a:gd name="T86" fmla="*/ 25 w 458"/>
                    <a:gd name="T87" fmla="*/ 186 h 411"/>
                    <a:gd name="T88" fmla="*/ 16 w 458"/>
                    <a:gd name="T89" fmla="*/ 153 h 411"/>
                    <a:gd name="T90" fmla="*/ 1 w 458"/>
                    <a:gd name="T91" fmla="*/ 129 h 411"/>
                    <a:gd name="T92" fmla="*/ 0 w 458"/>
                    <a:gd name="T93" fmla="*/ 118 h 41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58"/>
                    <a:gd name="T142" fmla="*/ 0 h 411"/>
                    <a:gd name="T143" fmla="*/ 458 w 458"/>
                    <a:gd name="T144" fmla="*/ 411 h 41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58" h="411">
                      <a:moveTo>
                        <a:pt x="0" y="118"/>
                      </a:moveTo>
                      <a:cubicBezTo>
                        <a:pt x="11" y="119"/>
                        <a:pt x="20" y="122"/>
                        <a:pt x="30" y="124"/>
                      </a:cubicBezTo>
                      <a:cubicBezTo>
                        <a:pt x="51" y="122"/>
                        <a:pt x="40" y="122"/>
                        <a:pt x="46" y="102"/>
                      </a:cubicBezTo>
                      <a:cubicBezTo>
                        <a:pt x="47" y="97"/>
                        <a:pt x="62" y="94"/>
                        <a:pt x="66" y="93"/>
                      </a:cubicBezTo>
                      <a:cubicBezTo>
                        <a:pt x="69" y="87"/>
                        <a:pt x="72" y="85"/>
                        <a:pt x="78" y="82"/>
                      </a:cubicBezTo>
                      <a:cubicBezTo>
                        <a:pt x="87" y="70"/>
                        <a:pt x="87" y="54"/>
                        <a:pt x="102" y="45"/>
                      </a:cubicBezTo>
                      <a:cubicBezTo>
                        <a:pt x="106" y="25"/>
                        <a:pt x="141" y="27"/>
                        <a:pt x="153" y="27"/>
                      </a:cubicBezTo>
                      <a:cubicBezTo>
                        <a:pt x="157" y="20"/>
                        <a:pt x="154" y="14"/>
                        <a:pt x="162" y="12"/>
                      </a:cubicBezTo>
                      <a:cubicBezTo>
                        <a:pt x="177" y="0"/>
                        <a:pt x="220" y="10"/>
                        <a:pt x="220" y="10"/>
                      </a:cubicBezTo>
                      <a:cubicBezTo>
                        <a:pt x="235" y="15"/>
                        <a:pt x="246" y="16"/>
                        <a:pt x="262" y="18"/>
                      </a:cubicBezTo>
                      <a:cubicBezTo>
                        <a:pt x="271" y="20"/>
                        <a:pt x="280" y="24"/>
                        <a:pt x="289" y="27"/>
                      </a:cubicBezTo>
                      <a:cubicBezTo>
                        <a:pt x="291" y="77"/>
                        <a:pt x="284" y="76"/>
                        <a:pt x="304" y="103"/>
                      </a:cubicBezTo>
                      <a:cubicBezTo>
                        <a:pt x="307" y="119"/>
                        <a:pt x="305" y="135"/>
                        <a:pt x="319" y="145"/>
                      </a:cubicBezTo>
                      <a:cubicBezTo>
                        <a:pt x="330" y="163"/>
                        <a:pt x="347" y="178"/>
                        <a:pt x="357" y="198"/>
                      </a:cubicBezTo>
                      <a:cubicBezTo>
                        <a:pt x="358" y="207"/>
                        <a:pt x="358" y="210"/>
                        <a:pt x="363" y="217"/>
                      </a:cubicBezTo>
                      <a:cubicBezTo>
                        <a:pt x="364" y="223"/>
                        <a:pt x="366" y="228"/>
                        <a:pt x="369" y="234"/>
                      </a:cubicBezTo>
                      <a:cubicBezTo>
                        <a:pt x="372" y="253"/>
                        <a:pt x="365" y="282"/>
                        <a:pt x="382" y="297"/>
                      </a:cubicBezTo>
                      <a:cubicBezTo>
                        <a:pt x="388" y="302"/>
                        <a:pt x="397" y="305"/>
                        <a:pt x="403" y="310"/>
                      </a:cubicBezTo>
                      <a:cubicBezTo>
                        <a:pt x="405" y="316"/>
                        <a:pt x="408" y="322"/>
                        <a:pt x="411" y="328"/>
                      </a:cubicBezTo>
                      <a:cubicBezTo>
                        <a:pt x="413" y="337"/>
                        <a:pt x="420" y="341"/>
                        <a:pt x="429" y="343"/>
                      </a:cubicBezTo>
                      <a:cubicBezTo>
                        <a:pt x="435" y="348"/>
                        <a:pt x="441" y="353"/>
                        <a:pt x="447" y="357"/>
                      </a:cubicBezTo>
                      <a:cubicBezTo>
                        <a:pt x="458" y="371"/>
                        <a:pt x="441" y="369"/>
                        <a:pt x="429" y="370"/>
                      </a:cubicBezTo>
                      <a:cubicBezTo>
                        <a:pt x="423" y="379"/>
                        <a:pt x="427" y="392"/>
                        <a:pt x="418" y="397"/>
                      </a:cubicBezTo>
                      <a:cubicBezTo>
                        <a:pt x="407" y="389"/>
                        <a:pt x="396" y="393"/>
                        <a:pt x="382" y="394"/>
                      </a:cubicBezTo>
                      <a:cubicBezTo>
                        <a:pt x="370" y="398"/>
                        <a:pt x="359" y="403"/>
                        <a:pt x="348" y="411"/>
                      </a:cubicBezTo>
                      <a:cubicBezTo>
                        <a:pt x="345" y="404"/>
                        <a:pt x="346" y="398"/>
                        <a:pt x="339" y="393"/>
                      </a:cubicBezTo>
                      <a:cubicBezTo>
                        <a:pt x="335" y="386"/>
                        <a:pt x="332" y="382"/>
                        <a:pt x="328" y="375"/>
                      </a:cubicBezTo>
                      <a:cubicBezTo>
                        <a:pt x="326" y="364"/>
                        <a:pt x="319" y="356"/>
                        <a:pt x="307" y="354"/>
                      </a:cubicBezTo>
                      <a:cubicBezTo>
                        <a:pt x="301" y="349"/>
                        <a:pt x="297" y="344"/>
                        <a:pt x="289" y="342"/>
                      </a:cubicBezTo>
                      <a:cubicBezTo>
                        <a:pt x="281" y="336"/>
                        <a:pt x="275" y="335"/>
                        <a:pt x="271" y="325"/>
                      </a:cubicBezTo>
                      <a:cubicBezTo>
                        <a:pt x="270" y="319"/>
                        <a:pt x="268" y="316"/>
                        <a:pt x="265" y="310"/>
                      </a:cubicBezTo>
                      <a:cubicBezTo>
                        <a:pt x="264" y="304"/>
                        <a:pt x="262" y="301"/>
                        <a:pt x="259" y="295"/>
                      </a:cubicBezTo>
                      <a:cubicBezTo>
                        <a:pt x="258" y="289"/>
                        <a:pt x="256" y="282"/>
                        <a:pt x="253" y="276"/>
                      </a:cubicBezTo>
                      <a:cubicBezTo>
                        <a:pt x="251" y="267"/>
                        <a:pt x="249" y="260"/>
                        <a:pt x="240" y="256"/>
                      </a:cubicBezTo>
                      <a:cubicBezTo>
                        <a:pt x="231" y="244"/>
                        <a:pt x="202" y="248"/>
                        <a:pt x="192" y="247"/>
                      </a:cubicBezTo>
                      <a:cubicBezTo>
                        <a:pt x="185" y="246"/>
                        <a:pt x="180" y="244"/>
                        <a:pt x="174" y="243"/>
                      </a:cubicBezTo>
                      <a:cubicBezTo>
                        <a:pt x="169" y="242"/>
                        <a:pt x="160" y="240"/>
                        <a:pt x="160" y="240"/>
                      </a:cubicBezTo>
                      <a:cubicBezTo>
                        <a:pt x="152" y="236"/>
                        <a:pt x="145" y="235"/>
                        <a:pt x="136" y="234"/>
                      </a:cubicBezTo>
                      <a:cubicBezTo>
                        <a:pt x="123" y="235"/>
                        <a:pt x="114" y="235"/>
                        <a:pt x="105" y="244"/>
                      </a:cubicBezTo>
                      <a:cubicBezTo>
                        <a:pt x="103" y="249"/>
                        <a:pt x="102" y="254"/>
                        <a:pt x="100" y="259"/>
                      </a:cubicBezTo>
                      <a:cubicBezTo>
                        <a:pt x="98" y="270"/>
                        <a:pt x="91" y="266"/>
                        <a:pt x="82" y="264"/>
                      </a:cubicBezTo>
                      <a:cubicBezTo>
                        <a:pt x="76" y="259"/>
                        <a:pt x="74" y="253"/>
                        <a:pt x="67" y="249"/>
                      </a:cubicBezTo>
                      <a:cubicBezTo>
                        <a:pt x="65" y="241"/>
                        <a:pt x="63" y="224"/>
                        <a:pt x="57" y="219"/>
                      </a:cubicBezTo>
                      <a:cubicBezTo>
                        <a:pt x="41" y="205"/>
                        <a:pt x="36" y="207"/>
                        <a:pt x="25" y="186"/>
                      </a:cubicBezTo>
                      <a:cubicBezTo>
                        <a:pt x="23" y="176"/>
                        <a:pt x="21" y="162"/>
                        <a:pt x="16" y="153"/>
                      </a:cubicBezTo>
                      <a:cubicBezTo>
                        <a:pt x="14" y="144"/>
                        <a:pt x="6" y="136"/>
                        <a:pt x="1" y="129"/>
                      </a:cubicBezTo>
                      <a:cubicBezTo>
                        <a:pt x="0" y="122"/>
                        <a:pt x="0" y="126"/>
                        <a:pt x="0" y="118"/>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2" name="Freeform 25">
                  <a:extLst>
                    <a:ext uri="{FF2B5EF4-FFF2-40B4-BE49-F238E27FC236}">
                      <a16:creationId xmlns:a16="http://schemas.microsoft.com/office/drawing/2014/main" id="{11D8AE6B-8C57-9695-3A06-9286E3C72DDE}"/>
                    </a:ext>
                  </a:extLst>
                </p:cNvPr>
                <p:cNvSpPr>
                  <a:spLocks/>
                </p:cNvSpPr>
                <p:nvPr/>
              </p:nvSpPr>
              <p:spPr bwMode="auto">
                <a:xfrm>
                  <a:off x="8189285" y="2864734"/>
                  <a:ext cx="445060" cy="607911"/>
                </a:xfrm>
                <a:custGeom>
                  <a:avLst/>
                  <a:gdLst>
                    <a:gd name="T0" fmla="*/ 3 w 276"/>
                    <a:gd name="T1" fmla="*/ 35 h 377"/>
                    <a:gd name="T2" fmla="*/ 23 w 276"/>
                    <a:gd name="T3" fmla="*/ 33 h 377"/>
                    <a:gd name="T4" fmla="*/ 26 w 276"/>
                    <a:gd name="T5" fmla="*/ 21 h 377"/>
                    <a:gd name="T6" fmla="*/ 38 w 276"/>
                    <a:gd name="T7" fmla="*/ 14 h 377"/>
                    <a:gd name="T8" fmla="*/ 63 w 276"/>
                    <a:gd name="T9" fmla="*/ 8 h 377"/>
                    <a:gd name="T10" fmla="*/ 95 w 276"/>
                    <a:gd name="T11" fmla="*/ 5 h 377"/>
                    <a:gd name="T12" fmla="*/ 108 w 276"/>
                    <a:gd name="T13" fmla="*/ 12 h 377"/>
                    <a:gd name="T14" fmla="*/ 126 w 276"/>
                    <a:gd name="T15" fmla="*/ 39 h 377"/>
                    <a:gd name="T16" fmla="*/ 170 w 276"/>
                    <a:gd name="T17" fmla="*/ 77 h 377"/>
                    <a:gd name="T18" fmla="*/ 200 w 276"/>
                    <a:gd name="T19" fmla="*/ 99 h 377"/>
                    <a:gd name="T20" fmla="*/ 218 w 276"/>
                    <a:gd name="T21" fmla="*/ 114 h 377"/>
                    <a:gd name="T22" fmla="*/ 237 w 276"/>
                    <a:gd name="T23" fmla="*/ 144 h 377"/>
                    <a:gd name="T24" fmla="*/ 260 w 276"/>
                    <a:gd name="T25" fmla="*/ 156 h 377"/>
                    <a:gd name="T26" fmla="*/ 272 w 276"/>
                    <a:gd name="T27" fmla="*/ 191 h 377"/>
                    <a:gd name="T28" fmla="*/ 248 w 276"/>
                    <a:gd name="T29" fmla="*/ 194 h 377"/>
                    <a:gd name="T30" fmla="*/ 237 w 276"/>
                    <a:gd name="T31" fmla="*/ 239 h 377"/>
                    <a:gd name="T32" fmla="*/ 224 w 276"/>
                    <a:gd name="T33" fmla="*/ 264 h 377"/>
                    <a:gd name="T34" fmla="*/ 207 w 276"/>
                    <a:gd name="T35" fmla="*/ 276 h 377"/>
                    <a:gd name="T36" fmla="*/ 197 w 276"/>
                    <a:gd name="T37" fmla="*/ 287 h 377"/>
                    <a:gd name="T38" fmla="*/ 230 w 276"/>
                    <a:gd name="T39" fmla="*/ 315 h 377"/>
                    <a:gd name="T40" fmla="*/ 239 w 276"/>
                    <a:gd name="T41" fmla="*/ 326 h 377"/>
                    <a:gd name="T42" fmla="*/ 246 w 276"/>
                    <a:gd name="T43" fmla="*/ 350 h 377"/>
                    <a:gd name="T44" fmla="*/ 237 w 276"/>
                    <a:gd name="T45" fmla="*/ 374 h 377"/>
                    <a:gd name="T46" fmla="*/ 213 w 276"/>
                    <a:gd name="T47" fmla="*/ 368 h 377"/>
                    <a:gd name="T48" fmla="*/ 197 w 276"/>
                    <a:gd name="T49" fmla="*/ 365 h 377"/>
                    <a:gd name="T50" fmla="*/ 185 w 276"/>
                    <a:gd name="T51" fmla="*/ 365 h 377"/>
                    <a:gd name="T52" fmla="*/ 170 w 276"/>
                    <a:gd name="T53" fmla="*/ 377 h 377"/>
                    <a:gd name="T54" fmla="*/ 153 w 276"/>
                    <a:gd name="T55" fmla="*/ 365 h 377"/>
                    <a:gd name="T56" fmla="*/ 126 w 276"/>
                    <a:gd name="T57" fmla="*/ 348 h 377"/>
                    <a:gd name="T58" fmla="*/ 102 w 276"/>
                    <a:gd name="T59" fmla="*/ 314 h 377"/>
                    <a:gd name="T60" fmla="*/ 90 w 276"/>
                    <a:gd name="T61" fmla="*/ 302 h 377"/>
                    <a:gd name="T62" fmla="*/ 84 w 276"/>
                    <a:gd name="T63" fmla="*/ 288 h 377"/>
                    <a:gd name="T64" fmla="*/ 78 w 276"/>
                    <a:gd name="T65" fmla="*/ 252 h 377"/>
                    <a:gd name="T66" fmla="*/ 66 w 276"/>
                    <a:gd name="T67" fmla="*/ 209 h 377"/>
                    <a:gd name="T68" fmla="*/ 48 w 276"/>
                    <a:gd name="T69" fmla="*/ 180 h 377"/>
                    <a:gd name="T70" fmla="*/ 29 w 276"/>
                    <a:gd name="T71" fmla="*/ 155 h 377"/>
                    <a:gd name="T72" fmla="*/ 21 w 276"/>
                    <a:gd name="T73" fmla="*/ 141 h 377"/>
                    <a:gd name="T74" fmla="*/ 15 w 276"/>
                    <a:gd name="T75" fmla="*/ 122 h 377"/>
                    <a:gd name="T76" fmla="*/ 5 w 276"/>
                    <a:gd name="T77" fmla="*/ 99 h 377"/>
                    <a:gd name="T78" fmla="*/ 0 w 276"/>
                    <a:gd name="T79" fmla="*/ 86 h 377"/>
                    <a:gd name="T80" fmla="*/ 3 w 276"/>
                    <a:gd name="T81" fmla="*/ 35 h 37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76"/>
                    <a:gd name="T124" fmla="*/ 0 h 377"/>
                    <a:gd name="T125" fmla="*/ 276 w 276"/>
                    <a:gd name="T126" fmla="*/ 377 h 37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76" h="377">
                      <a:moveTo>
                        <a:pt x="3" y="35"/>
                      </a:moveTo>
                      <a:cubicBezTo>
                        <a:pt x="10" y="34"/>
                        <a:pt x="17" y="36"/>
                        <a:pt x="23" y="33"/>
                      </a:cubicBezTo>
                      <a:cubicBezTo>
                        <a:pt x="27" y="31"/>
                        <a:pt x="24" y="25"/>
                        <a:pt x="26" y="21"/>
                      </a:cubicBezTo>
                      <a:cubicBezTo>
                        <a:pt x="29" y="16"/>
                        <a:pt x="33" y="15"/>
                        <a:pt x="38" y="14"/>
                      </a:cubicBezTo>
                      <a:cubicBezTo>
                        <a:pt x="46" y="10"/>
                        <a:pt x="54" y="9"/>
                        <a:pt x="63" y="8"/>
                      </a:cubicBezTo>
                      <a:cubicBezTo>
                        <a:pt x="76" y="0"/>
                        <a:pt x="73" y="3"/>
                        <a:pt x="95" y="5"/>
                      </a:cubicBezTo>
                      <a:cubicBezTo>
                        <a:pt x="99" y="10"/>
                        <a:pt x="101" y="11"/>
                        <a:pt x="108" y="12"/>
                      </a:cubicBezTo>
                      <a:cubicBezTo>
                        <a:pt x="116" y="20"/>
                        <a:pt x="118" y="30"/>
                        <a:pt x="126" y="39"/>
                      </a:cubicBezTo>
                      <a:cubicBezTo>
                        <a:pt x="137" y="51"/>
                        <a:pt x="156" y="69"/>
                        <a:pt x="170" y="77"/>
                      </a:cubicBezTo>
                      <a:cubicBezTo>
                        <a:pt x="178" y="87"/>
                        <a:pt x="187" y="97"/>
                        <a:pt x="200" y="99"/>
                      </a:cubicBezTo>
                      <a:cubicBezTo>
                        <a:pt x="211" y="97"/>
                        <a:pt x="212" y="106"/>
                        <a:pt x="218" y="114"/>
                      </a:cubicBezTo>
                      <a:cubicBezTo>
                        <a:pt x="221" y="130"/>
                        <a:pt x="219" y="140"/>
                        <a:pt x="237" y="144"/>
                      </a:cubicBezTo>
                      <a:cubicBezTo>
                        <a:pt x="247" y="149"/>
                        <a:pt x="249" y="154"/>
                        <a:pt x="260" y="156"/>
                      </a:cubicBezTo>
                      <a:cubicBezTo>
                        <a:pt x="269" y="163"/>
                        <a:pt x="276" y="178"/>
                        <a:pt x="272" y="191"/>
                      </a:cubicBezTo>
                      <a:cubicBezTo>
                        <a:pt x="272" y="192"/>
                        <a:pt x="250" y="194"/>
                        <a:pt x="248" y="194"/>
                      </a:cubicBezTo>
                      <a:cubicBezTo>
                        <a:pt x="246" y="222"/>
                        <a:pt x="248" y="221"/>
                        <a:pt x="237" y="239"/>
                      </a:cubicBezTo>
                      <a:cubicBezTo>
                        <a:pt x="236" y="252"/>
                        <a:pt x="234" y="257"/>
                        <a:pt x="224" y="264"/>
                      </a:cubicBezTo>
                      <a:cubicBezTo>
                        <a:pt x="221" y="271"/>
                        <a:pt x="214" y="275"/>
                        <a:pt x="207" y="276"/>
                      </a:cubicBezTo>
                      <a:cubicBezTo>
                        <a:pt x="202" y="279"/>
                        <a:pt x="200" y="282"/>
                        <a:pt x="197" y="287"/>
                      </a:cubicBezTo>
                      <a:cubicBezTo>
                        <a:pt x="199" y="301"/>
                        <a:pt x="216" y="312"/>
                        <a:pt x="230" y="315"/>
                      </a:cubicBezTo>
                      <a:cubicBezTo>
                        <a:pt x="235" y="318"/>
                        <a:pt x="237" y="320"/>
                        <a:pt x="239" y="326"/>
                      </a:cubicBezTo>
                      <a:cubicBezTo>
                        <a:pt x="240" y="335"/>
                        <a:pt x="237" y="346"/>
                        <a:pt x="246" y="350"/>
                      </a:cubicBezTo>
                      <a:cubicBezTo>
                        <a:pt x="244" y="362"/>
                        <a:pt x="250" y="369"/>
                        <a:pt x="237" y="374"/>
                      </a:cubicBezTo>
                      <a:cubicBezTo>
                        <a:pt x="227" y="373"/>
                        <a:pt x="222" y="369"/>
                        <a:pt x="213" y="368"/>
                      </a:cubicBezTo>
                      <a:cubicBezTo>
                        <a:pt x="208" y="364"/>
                        <a:pt x="204" y="366"/>
                        <a:pt x="197" y="365"/>
                      </a:cubicBezTo>
                      <a:cubicBezTo>
                        <a:pt x="193" y="358"/>
                        <a:pt x="191" y="361"/>
                        <a:pt x="185" y="365"/>
                      </a:cubicBezTo>
                      <a:cubicBezTo>
                        <a:pt x="182" y="371"/>
                        <a:pt x="176" y="374"/>
                        <a:pt x="170" y="377"/>
                      </a:cubicBezTo>
                      <a:cubicBezTo>
                        <a:pt x="162" y="374"/>
                        <a:pt x="162" y="367"/>
                        <a:pt x="153" y="365"/>
                      </a:cubicBezTo>
                      <a:cubicBezTo>
                        <a:pt x="143" y="360"/>
                        <a:pt x="135" y="353"/>
                        <a:pt x="126" y="348"/>
                      </a:cubicBezTo>
                      <a:cubicBezTo>
                        <a:pt x="117" y="336"/>
                        <a:pt x="116" y="322"/>
                        <a:pt x="102" y="314"/>
                      </a:cubicBezTo>
                      <a:cubicBezTo>
                        <a:pt x="99" y="308"/>
                        <a:pt x="96" y="305"/>
                        <a:pt x="90" y="302"/>
                      </a:cubicBezTo>
                      <a:cubicBezTo>
                        <a:pt x="89" y="296"/>
                        <a:pt x="86" y="293"/>
                        <a:pt x="84" y="288"/>
                      </a:cubicBezTo>
                      <a:cubicBezTo>
                        <a:pt x="83" y="275"/>
                        <a:pt x="82" y="264"/>
                        <a:pt x="78" y="252"/>
                      </a:cubicBezTo>
                      <a:cubicBezTo>
                        <a:pt x="77" y="235"/>
                        <a:pt x="76" y="223"/>
                        <a:pt x="66" y="209"/>
                      </a:cubicBezTo>
                      <a:cubicBezTo>
                        <a:pt x="65" y="198"/>
                        <a:pt x="57" y="186"/>
                        <a:pt x="48" y="180"/>
                      </a:cubicBezTo>
                      <a:cubicBezTo>
                        <a:pt x="42" y="172"/>
                        <a:pt x="37" y="161"/>
                        <a:pt x="29" y="155"/>
                      </a:cubicBezTo>
                      <a:cubicBezTo>
                        <a:pt x="27" y="150"/>
                        <a:pt x="24" y="146"/>
                        <a:pt x="21" y="141"/>
                      </a:cubicBezTo>
                      <a:cubicBezTo>
                        <a:pt x="20" y="135"/>
                        <a:pt x="18" y="128"/>
                        <a:pt x="15" y="122"/>
                      </a:cubicBezTo>
                      <a:cubicBezTo>
                        <a:pt x="14" y="112"/>
                        <a:pt x="13" y="105"/>
                        <a:pt x="5" y="99"/>
                      </a:cubicBezTo>
                      <a:cubicBezTo>
                        <a:pt x="3" y="95"/>
                        <a:pt x="2" y="90"/>
                        <a:pt x="0" y="86"/>
                      </a:cubicBezTo>
                      <a:cubicBezTo>
                        <a:pt x="2" y="46"/>
                        <a:pt x="1" y="63"/>
                        <a:pt x="3" y="35"/>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3" name="Freeform 26">
                  <a:extLst>
                    <a:ext uri="{FF2B5EF4-FFF2-40B4-BE49-F238E27FC236}">
                      <a16:creationId xmlns:a16="http://schemas.microsoft.com/office/drawing/2014/main" id="{27EDC008-AAF7-33F1-1FFC-CD105C095864}"/>
                    </a:ext>
                  </a:extLst>
                </p:cNvPr>
                <p:cNvSpPr>
                  <a:spLocks/>
                </p:cNvSpPr>
                <p:nvPr/>
              </p:nvSpPr>
              <p:spPr bwMode="auto">
                <a:xfrm>
                  <a:off x="8397302" y="3443620"/>
                  <a:ext cx="269293" cy="140287"/>
                </a:xfrm>
                <a:custGeom>
                  <a:avLst/>
                  <a:gdLst>
                    <a:gd name="T0" fmla="*/ 117 w 167"/>
                    <a:gd name="T1" fmla="*/ 15 h 87"/>
                    <a:gd name="T2" fmla="*/ 144 w 167"/>
                    <a:gd name="T3" fmla="*/ 4 h 87"/>
                    <a:gd name="T4" fmla="*/ 159 w 167"/>
                    <a:gd name="T5" fmla="*/ 37 h 87"/>
                    <a:gd name="T6" fmla="*/ 167 w 167"/>
                    <a:gd name="T7" fmla="*/ 57 h 87"/>
                    <a:gd name="T8" fmla="*/ 131 w 167"/>
                    <a:gd name="T9" fmla="*/ 87 h 87"/>
                    <a:gd name="T10" fmla="*/ 56 w 167"/>
                    <a:gd name="T11" fmla="*/ 81 h 87"/>
                    <a:gd name="T12" fmla="*/ 0 w 167"/>
                    <a:gd name="T13" fmla="*/ 73 h 87"/>
                    <a:gd name="T14" fmla="*/ 5 w 167"/>
                    <a:gd name="T15" fmla="*/ 60 h 87"/>
                    <a:gd name="T16" fmla="*/ 26 w 167"/>
                    <a:gd name="T17" fmla="*/ 27 h 87"/>
                    <a:gd name="T18" fmla="*/ 35 w 167"/>
                    <a:gd name="T19" fmla="*/ 24 h 87"/>
                    <a:gd name="T20" fmla="*/ 50 w 167"/>
                    <a:gd name="T21" fmla="*/ 9 h 87"/>
                    <a:gd name="T22" fmla="*/ 83 w 167"/>
                    <a:gd name="T23" fmla="*/ 7 h 87"/>
                    <a:gd name="T24" fmla="*/ 105 w 167"/>
                    <a:gd name="T25" fmla="*/ 10 h 87"/>
                    <a:gd name="T26" fmla="*/ 117 w 167"/>
                    <a:gd name="T27" fmla="*/ 15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7"/>
                    <a:gd name="T43" fmla="*/ 0 h 87"/>
                    <a:gd name="T44" fmla="*/ 167 w 167"/>
                    <a:gd name="T45" fmla="*/ 87 h 8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7" h="87">
                      <a:moveTo>
                        <a:pt x="117" y="15"/>
                      </a:moveTo>
                      <a:cubicBezTo>
                        <a:pt x="127" y="29"/>
                        <a:pt x="134" y="11"/>
                        <a:pt x="144" y="4"/>
                      </a:cubicBezTo>
                      <a:cubicBezTo>
                        <a:pt x="151" y="16"/>
                        <a:pt x="148" y="28"/>
                        <a:pt x="159" y="37"/>
                      </a:cubicBezTo>
                      <a:cubicBezTo>
                        <a:pt x="162" y="44"/>
                        <a:pt x="164" y="50"/>
                        <a:pt x="167" y="57"/>
                      </a:cubicBezTo>
                      <a:cubicBezTo>
                        <a:pt x="163" y="75"/>
                        <a:pt x="148" y="82"/>
                        <a:pt x="131" y="87"/>
                      </a:cubicBezTo>
                      <a:cubicBezTo>
                        <a:pt x="103" y="85"/>
                        <a:pt x="82" y="83"/>
                        <a:pt x="56" y="81"/>
                      </a:cubicBezTo>
                      <a:cubicBezTo>
                        <a:pt x="38" y="74"/>
                        <a:pt x="19" y="74"/>
                        <a:pt x="0" y="73"/>
                      </a:cubicBezTo>
                      <a:cubicBezTo>
                        <a:pt x="2" y="69"/>
                        <a:pt x="3" y="64"/>
                        <a:pt x="5" y="60"/>
                      </a:cubicBezTo>
                      <a:cubicBezTo>
                        <a:pt x="6" y="34"/>
                        <a:pt x="3" y="29"/>
                        <a:pt x="26" y="27"/>
                      </a:cubicBezTo>
                      <a:cubicBezTo>
                        <a:pt x="29" y="26"/>
                        <a:pt x="32" y="26"/>
                        <a:pt x="35" y="24"/>
                      </a:cubicBezTo>
                      <a:cubicBezTo>
                        <a:pt x="42" y="19"/>
                        <a:pt x="41" y="11"/>
                        <a:pt x="50" y="9"/>
                      </a:cubicBezTo>
                      <a:cubicBezTo>
                        <a:pt x="61" y="0"/>
                        <a:pt x="54" y="5"/>
                        <a:pt x="83" y="7"/>
                      </a:cubicBezTo>
                      <a:cubicBezTo>
                        <a:pt x="90" y="8"/>
                        <a:pt x="105" y="10"/>
                        <a:pt x="105" y="10"/>
                      </a:cubicBezTo>
                      <a:cubicBezTo>
                        <a:pt x="109" y="12"/>
                        <a:pt x="115" y="11"/>
                        <a:pt x="117" y="15"/>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4" name="Freeform 27">
                  <a:extLst>
                    <a:ext uri="{FF2B5EF4-FFF2-40B4-BE49-F238E27FC236}">
                      <a16:creationId xmlns:a16="http://schemas.microsoft.com/office/drawing/2014/main" id="{E3F0C5D9-11BE-78FB-1DC3-7A591E077C6C}"/>
                    </a:ext>
                  </a:extLst>
                </p:cNvPr>
                <p:cNvSpPr>
                  <a:spLocks/>
                </p:cNvSpPr>
                <p:nvPr/>
              </p:nvSpPr>
              <p:spPr bwMode="auto">
                <a:xfrm>
                  <a:off x="8623057" y="3187233"/>
                  <a:ext cx="588576" cy="646610"/>
                </a:xfrm>
                <a:custGeom>
                  <a:avLst/>
                  <a:gdLst>
                    <a:gd name="T0" fmla="*/ 9 w 365"/>
                    <a:gd name="T1" fmla="*/ 162 h 401"/>
                    <a:gd name="T2" fmla="*/ 16 w 365"/>
                    <a:gd name="T3" fmla="*/ 148 h 401"/>
                    <a:gd name="T4" fmla="*/ 16 w 365"/>
                    <a:gd name="T5" fmla="*/ 135 h 401"/>
                    <a:gd name="T6" fmla="*/ 37 w 365"/>
                    <a:gd name="T7" fmla="*/ 96 h 401"/>
                    <a:gd name="T8" fmla="*/ 57 w 365"/>
                    <a:gd name="T9" fmla="*/ 87 h 401"/>
                    <a:gd name="T10" fmla="*/ 118 w 365"/>
                    <a:gd name="T11" fmla="*/ 66 h 401"/>
                    <a:gd name="T12" fmla="*/ 135 w 365"/>
                    <a:gd name="T13" fmla="*/ 60 h 401"/>
                    <a:gd name="T14" fmla="*/ 165 w 365"/>
                    <a:gd name="T15" fmla="*/ 51 h 401"/>
                    <a:gd name="T16" fmla="*/ 177 w 365"/>
                    <a:gd name="T17" fmla="*/ 43 h 401"/>
                    <a:gd name="T18" fmla="*/ 189 w 365"/>
                    <a:gd name="T19" fmla="*/ 33 h 401"/>
                    <a:gd name="T20" fmla="*/ 204 w 365"/>
                    <a:gd name="T21" fmla="*/ 24 h 401"/>
                    <a:gd name="T22" fmla="*/ 237 w 365"/>
                    <a:gd name="T23" fmla="*/ 6 h 401"/>
                    <a:gd name="T24" fmla="*/ 252 w 365"/>
                    <a:gd name="T25" fmla="*/ 0 h 401"/>
                    <a:gd name="T26" fmla="*/ 250 w 365"/>
                    <a:gd name="T27" fmla="*/ 31 h 401"/>
                    <a:gd name="T28" fmla="*/ 249 w 365"/>
                    <a:gd name="T29" fmla="*/ 57 h 401"/>
                    <a:gd name="T30" fmla="*/ 261 w 365"/>
                    <a:gd name="T31" fmla="*/ 75 h 401"/>
                    <a:gd name="T32" fmla="*/ 270 w 365"/>
                    <a:gd name="T33" fmla="*/ 103 h 401"/>
                    <a:gd name="T34" fmla="*/ 288 w 365"/>
                    <a:gd name="T35" fmla="*/ 124 h 401"/>
                    <a:gd name="T36" fmla="*/ 292 w 365"/>
                    <a:gd name="T37" fmla="*/ 138 h 401"/>
                    <a:gd name="T38" fmla="*/ 330 w 365"/>
                    <a:gd name="T39" fmla="*/ 201 h 401"/>
                    <a:gd name="T40" fmla="*/ 346 w 365"/>
                    <a:gd name="T41" fmla="*/ 216 h 401"/>
                    <a:gd name="T42" fmla="*/ 357 w 365"/>
                    <a:gd name="T43" fmla="*/ 235 h 401"/>
                    <a:gd name="T44" fmla="*/ 363 w 365"/>
                    <a:gd name="T45" fmla="*/ 253 h 401"/>
                    <a:gd name="T46" fmla="*/ 354 w 365"/>
                    <a:gd name="T47" fmla="*/ 261 h 401"/>
                    <a:gd name="T48" fmla="*/ 327 w 365"/>
                    <a:gd name="T49" fmla="*/ 256 h 401"/>
                    <a:gd name="T50" fmla="*/ 304 w 365"/>
                    <a:gd name="T51" fmla="*/ 276 h 401"/>
                    <a:gd name="T52" fmla="*/ 306 w 365"/>
                    <a:gd name="T53" fmla="*/ 327 h 401"/>
                    <a:gd name="T54" fmla="*/ 315 w 365"/>
                    <a:gd name="T55" fmla="*/ 351 h 401"/>
                    <a:gd name="T56" fmla="*/ 310 w 365"/>
                    <a:gd name="T57" fmla="*/ 381 h 401"/>
                    <a:gd name="T58" fmla="*/ 295 w 365"/>
                    <a:gd name="T59" fmla="*/ 394 h 401"/>
                    <a:gd name="T60" fmla="*/ 255 w 365"/>
                    <a:gd name="T61" fmla="*/ 397 h 401"/>
                    <a:gd name="T62" fmla="*/ 229 w 365"/>
                    <a:gd name="T63" fmla="*/ 379 h 401"/>
                    <a:gd name="T64" fmla="*/ 220 w 365"/>
                    <a:gd name="T65" fmla="*/ 367 h 401"/>
                    <a:gd name="T66" fmla="*/ 216 w 365"/>
                    <a:gd name="T67" fmla="*/ 352 h 401"/>
                    <a:gd name="T68" fmla="*/ 211 w 365"/>
                    <a:gd name="T69" fmla="*/ 307 h 401"/>
                    <a:gd name="T70" fmla="*/ 178 w 365"/>
                    <a:gd name="T71" fmla="*/ 240 h 401"/>
                    <a:gd name="T72" fmla="*/ 138 w 365"/>
                    <a:gd name="T73" fmla="*/ 241 h 401"/>
                    <a:gd name="T74" fmla="*/ 114 w 365"/>
                    <a:gd name="T75" fmla="*/ 255 h 401"/>
                    <a:gd name="T76" fmla="*/ 105 w 365"/>
                    <a:gd name="T77" fmla="*/ 262 h 401"/>
                    <a:gd name="T78" fmla="*/ 88 w 365"/>
                    <a:gd name="T79" fmla="*/ 274 h 401"/>
                    <a:gd name="T80" fmla="*/ 58 w 365"/>
                    <a:gd name="T81" fmla="*/ 273 h 401"/>
                    <a:gd name="T82" fmla="*/ 25 w 365"/>
                    <a:gd name="T83" fmla="*/ 261 h 401"/>
                    <a:gd name="T84" fmla="*/ 7 w 365"/>
                    <a:gd name="T85" fmla="*/ 252 h 401"/>
                    <a:gd name="T86" fmla="*/ 15 w 365"/>
                    <a:gd name="T87" fmla="*/ 235 h 401"/>
                    <a:gd name="T88" fmla="*/ 22 w 365"/>
                    <a:gd name="T89" fmla="*/ 222 h 401"/>
                    <a:gd name="T90" fmla="*/ 10 w 365"/>
                    <a:gd name="T91" fmla="*/ 186 h 401"/>
                    <a:gd name="T92" fmla="*/ 9 w 365"/>
                    <a:gd name="T93" fmla="*/ 162 h 4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65"/>
                    <a:gd name="T142" fmla="*/ 0 h 401"/>
                    <a:gd name="T143" fmla="*/ 365 w 365"/>
                    <a:gd name="T144" fmla="*/ 401 h 4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65" h="401">
                      <a:moveTo>
                        <a:pt x="9" y="162"/>
                      </a:moveTo>
                      <a:cubicBezTo>
                        <a:pt x="10" y="155"/>
                        <a:pt x="10" y="152"/>
                        <a:pt x="16" y="148"/>
                      </a:cubicBezTo>
                      <a:cubicBezTo>
                        <a:pt x="19" y="142"/>
                        <a:pt x="20" y="140"/>
                        <a:pt x="16" y="135"/>
                      </a:cubicBezTo>
                      <a:cubicBezTo>
                        <a:pt x="11" y="112"/>
                        <a:pt x="13" y="99"/>
                        <a:pt x="37" y="96"/>
                      </a:cubicBezTo>
                      <a:cubicBezTo>
                        <a:pt x="45" y="93"/>
                        <a:pt x="50" y="92"/>
                        <a:pt x="57" y="87"/>
                      </a:cubicBezTo>
                      <a:cubicBezTo>
                        <a:pt x="74" y="59"/>
                        <a:pt x="81" y="69"/>
                        <a:pt x="118" y="66"/>
                      </a:cubicBezTo>
                      <a:cubicBezTo>
                        <a:pt x="125" y="64"/>
                        <a:pt x="129" y="61"/>
                        <a:pt x="135" y="60"/>
                      </a:cubicBezTo>
                      <a:cubicBezTo>
                        <a:pt x="144" y="56"/>
                        <a:pt x="155" y="53"/>
                        <a:pt x="165" y="51"/>
                      </a:cubicBezTo>
                      <a:cubicBezTo>
                        <a:pt x="170" y="48"/>
                        <a:pt x="172" y="45"/>
                        <a:pt x="177" y="43"/>
                      </a:cubicBezTo>
                      <a:cubicBezTo>
                        <a:pt x="182" y="38"/>
                        <a:pt x="182" y="34"/>
                        <a:pt x="189" y="33"/>
                      </a:cubicBezTo>
                      <a:cubicBezTo>
                        <a:pt x="194" y="27"/>
                        <a:pt x="197" y="25"/>
                        <a:pt x="204" y="24"/>
                      </a:cubicBezTo>
                      <a:cubicBezTo>
                        <a:pt x="212" y="18"/>
                        <a:pt x="227" y="8"/>
                        <a:pt x="237" y="6"/>
                      </a:cubicBezTo>
                      <a:cubicBezTo>
                        <a:pt x="242" y="3"/>
                        <a:pt x="246" y="1"/>
                        <a:pt x="252" y="0"/>
                      </a:cubicBezTo>
                      <a:cubicBezTo>
                        <a:pt x="264" y="2"/>
                        <a:pt x="256" y="23"/>
                        <a:pt x="250" y="31"/>
                      </a:cubicBezTo>
                      <a:cubicBezTo>
                        <a:pt x="248" y="41"/>
                        <a:pt x="245" y="46"/>
                        <a:pt x="249" y="57"/>
                      </a:cubicBezTo>
                      <a:cubicBezTo>
                        <a:pt x="250" y="64"/>
                        <a:pt x="255" y="72"/>
                        <a:pt x="261" y="75"/>
                      </a:cubicBezTo>
                      <a:cubicBezTo>
                        <a:pt x="266" y="84"/>
                        <a:pt x="266" y="94"/>
                        <a:pt x="270" y="103"/>
                      </a:cubicBezTo>
                      <a:cubicBezTo>
                        <a:pt x="273" y="109"/>
                        <a:pt x="284" y="118"/>
                        <a:pt x="288" y="124"/>
                      </a:cubicBezTo>
                      <a:cubicBezTo>
                        <a:pt x="289" y="129"/>
                        <a:pt x="291" y="133"/>
                        <a:pt x="292" y="138"/>
                      </a:cubicBezTo>
                      <a:cubicBezTo>
                        <a:pt x="295" y="185"/>
                        <a:pt x="294" y="179"/>
                        <a:pt x="330" y="201"/>
                      </a:cubicBezTo>
                      <a:cubicBezTo>
                        <a:pt x="336" y="208"/>
                        <a:pt x="338" y="212"/>
                        <a:pt x="346" y="216"/>
                      </a:cubicBezTo>
                      <a:cubicBezTo>
                        <a:pt x="349" y="223"/>
                        <a:pt x="353" y="229"/>
                        <a:pt x="357" y="235"/>
                      </a:cubicBezTo>
                      <a:cubicBezTo>
                        <a:pt x="358" y="241"/>
                        <a:pt x="360" y="247"/>
                        <a:pt x="363" y="253"/>
                      </a:cubicBezTo>
                      <a:cubicBezTo>
                        <a:pt x="365" y="262"/>
                        <a:pt x="362" y="262"/>
                        <a:pt x="354" y="261"/>
                      </a:cubicBezTo>
                      <a:cubicBezTo>
                        <a:pt x="342" y="254"/>
                        <a:pt x="347" y="255"/>
                        <a:pt x="327" y="256"/>
                      </a:cubicBezTo>
                      <a:cubicBezTo>
                        <a:pt x="317" y="260"/>
                        <a:pt x="308" y="266"/>
                        <a:pt x="304" y="276"/>
                      </a:cubicBezTo>
                      <a:cubicBezTo>
                        <a:pt x="301" y="293"/>
                        <a:pt x="299" y="310"/>
                        <a:pt x="306" y="327"/>
                      </a:cubicBezTo>
                      <a:cubicBezTo>
                        <a:pt x="308" y="336"/>
                        <a:pt x="312" y="343"/>
                        <a:pt x="315" y="351"/>
                      </a:cubicBezTo>
                      <a:cubicBezTo>
                        <a:pt x="317" y="362"/>
                        <a:pt x="322" y="374"/>
                        <a:pt x="310" y="381"/>
                      </a:cubicBezTo>
                      <a:cubicBezTo>
                        <a:pt x="306" y="386"/>
                        <a:pt x="301" y="393"/>
                        <a:pt x="295" y="394"/>
                      </a:cubicBezTo>
                      <a:cubicBezTo>
                        <a:pt x="281" y="401"/>
                        <a:pt x="273" y="398"/>
                        <a:pt x="255" y="397"/>
                      </a:cubicBezTo>
                      <a:cubicBezTo>
                        <a:pt x="246" y="391"/>
                        <a:pt x="238" y="385"/>
                        <a:pt x="229" y="379"/>
                      </a:cubicBezTo>
                      <a:cubicBezTo>
                        <a:pt x="225" y="374"/>
                        <a:pt x="222" y="373"/>
                        <a:pt x="220" y="367"/>
                      </a:cubicBezTo>
                      <a:cubicBezTo>
                        <a:pt x="219" y="362"/>
                        <a:pt x="217" y="357"/>
                        <a:pt x="216" y="352"/>
                      </a:cubicBezTo>
                      <a:cubicBezTo>
                        <a:pt x="215" y="337"/>
                        <a:pt x="214" y="322"/>
                        <a:pt x="211" y="307"/>
                      </a:cubicBezTo>
                      <a:cubicBezTo>
                        <a:pt x="210" y="279"/>
                        <a:pt x="212" y="247"/>
                        <a:pt x="178" y="240"/>
                      </a:cubicBezTo>
                      <a:cubicBezTo>
                        <a:pt x="166" y="234"/>
                        <a:pt x="151" y="239"/>
                        <a:pt x="138" y="241"/>
                      </a:cubicBezTo>
                      <a:cubicBezTo>
                        <a:pt x="129" y="244"/>
                        <a:pt x="122" y="250"/>
                        <a:pt x="114" y="255"/>
                      </a:cubicBezTo>
                      <a:cubicBezTo>
                        <a:pt x="111" y="257"/>
                        <a:pt x="105" y="262"/>
                        <a:pt x="105" y="262"/>
                      </a:cubicBezTo>
                      <a:cubicBezTo>
                        <a:pt x="102" y="269"/>
                        <a:pt x="95" y="273"/>
                        <a:pt x="88" y="274"/>
                      </a:cubicBezTo>
                      <a:cubicBezTo>
                        <a:pt x="80" y="278"/>
                        <a:pt x="67" y="274"/>
                        <a:pt x="58" y="273"/>
                      </a:cubicBezTo>
                      <a:cubicBezTo>
                        <a:pt x="47" y="270"/>
                        <a:pt x="36" y="263"/>
                        <a:pt x="25" y="261"/>
                      </a:cubicBezTo>
                      <a:cubicBezTo>
                        <a:pt x="19" y="258"/>
                        <a:pt x="13" y="256"/>
                        <a:pt x="7" y="252"/>
                      </a:cubicBezTo>
                      <a:cubicBezTo>
                        <a:pt x="1" y="243"/>
                        <a:pt x="7" y="240"/>
                        <a:pt x="15" y="235"/>
                      </a:cubicBezTo>
                      <a:cubicBezTo>
                        <a:pt x="18" y="231"/>
                        <a:pt x="19" y="226"/>
                        <a:pt x="22" y="222"/>
                      </a:cubicBezTo>
                      <a:cubicBezTo>
                        <a:pt x="27" y="208"/>
                        <a:pt x="16" y="198"/>
                        <a:pt x="10" y="186"/>
                      </a:cubicBezTo>
                      <a:cubicBezTo>
                        <a:pt x="9" y="180"/>
                        <a:pt x="0" y="153"/>
                        <a:pt x="9" y="162"/>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5" name="Freeform 28">
                  <a:extLst>
                    <a:ext uri="{FF2B5EF4-FFF2-40B4-BE49-F238E27FC236}">
                      <a16:creationId xmlns:a16="http://schemas.microsoft.com/office/drawing/2014/main" id="{1C54AA41-FCEF-7724-3D7B-0C20A252CCC3}"/>
                    </a:ext>
                  </a:extLst>
                </p:cNvPr>
                <p:cNvSpPr>
                  <a:spLocks/>
                </p:cNvSpPr>
                <p:nvPr/>
              </p:nvSpPr>
              <p:spPr bwMode="auto">
                <a:xfrm>
                  <a:off x="8442453" y="2846997"/>
                  <a:ext cx="612764" cy="627260"/>
                </a:xfrm>
                <a:custGeom>
                  <a:avLst/>
                  <a:gdLst>
                    <a:gd name="T0" fmla="*/ 2 w 380"/>
                    <a:gd name="T1" fmla="*/ 71 h 389"/>
                    <a:gd name="T2" fmla="*/ 17 w 380"/>
                    <a:gd name="T3" fmla="*/ 67 h 389"/>
                    <a:gd name="T4" fmla="*/ 31 w 380"/>
                    <a:gd name="T5" fmla="*/ 34 h 389"/>
                    <a:gd name="T6" fmla="*/ 41 w 380"/>
                    <a:gd name="T7" fmla="*/ 11 h 389"/>
                    <a:gd name="T8" fmla="*/ 100 w 380"/>
                    <a:gd name="T9" fmla="*/ 7 h 389"/>
                    <a:gd name="T10" fmla="*/ 116 w 380"/>
                    <a:gd name="T11" fmla="*/ 10 h 389"/>
                    <a:gd name="T12" fmla="*/ 130 w 380"/>
                    <a:gd name="T13" fmla="*/ 7 h 389"/>
                    <a:gd name="T14" fmla="*/ 169 w 380"/>
                    <a:gd name="T15" fmla="*/ 1 h 389"/>
                    <a:gd name="T16" fmla="*/ 188 w 380"/>
                    <a:gd name="T17" fmla="*/ 2 h 389"/>
                    <a:gd name="T18" fmla="*/ 208 w 380"/>
                    <a:gd name="T19" fmla="*/ 32 h 389"/>
                    <a:gd name="T20" fmla="*/ 217 w 380"/>
                    <a:gd name="T21" fmla="*/ 52 h 389"/>
                    <a:gd name="T22" fmla="*/ 230 w 380"/>
                    <a:gd name="T23" fmla="*/ 74 h 389"/>
                    <a:gd name="T24" fmla="*/ 245 w 380"/>
                    <a:gd name="T25" fmla="*/ 88 h 389"/>
                    <a:gd name="T26" fmla="*/ 299 w 380"/>
                    <a:gd name="T27" fmla="*/ 107 h 389"/>
                    <a:gd name="T28" fmla="*/ 322 w 380"/>
                    <a:gd name="T29" fmla="*/ 113 h 389"/>
                    <a:gd name="T30" fmla="*/ 364 w 380"/>
                    <a:gd name="T31" fmla="*/ 157 h 389"/>
                    <a:gd name="T32" fmla="*/ 370 w 380"/>
                    <a:gd name="T33" fmla="*/ 176 h 389"/>
                    <a:gd name="T34" fmla="*/ 358 w 380"/>
                    <a:gd name="T35" fmla="*/ 212 h 389"/>
                    <a:gd name="T36" fmla="*/ 344 w 380"/>
                    <a:gd name="T37" fmla="*/ 218 h 389"/>
                    <a:gd name="T38" fmla="*/ 329 w 380"/>
                    <a:gd name="T39" fmla="*/ 224 h 389"/>
                    <a:gd name="T40" fmla="*/ 311 w 380"/>
                    <a:gd name="T41" fmla="*/ 232 h 389"/>
                    <a:gd name="T42" fmla="*/ 290 w 380"/>
                    <a:gd name="T43" fmla="*/ 247 h 389"/>
                    <a:gd name="T44" fmla="*/ 272 w 380"/>
                    <a:gd name="T45" fmla="*/ 257 h 389"/>
                    <a:gd name="T46" fmla="*/ 251 w 380"/>
                    <a:gd name="T47" fmla="*/ 266 h 389"/>
                    <a:gd name="T48" fmla="*/ 220 w 380"/>
                    <a:gd name="T49" fmla="*/ 272 h 389"/>
                    <a:gd name="T50" fmla="*/ 185 w 380"/>
                    <a:gd name="T51" fmla="*/ 278 h 389"/>
                    <a:gd name="T52" fmla="*/ 167 w 380"/>
                    <a:gd name="T53" fmla="*/ 289 h 389"/>
                    <a:gd name="T54" fmla="*/ 137 w 380"/>
                    <a:gd name="T55" fmla="*/ 308 h 389"/>
                    <a:gd name="T56" fmla="*/ 128 w 380"/>
                    <a:gd name="T57" fmla="*/ 326 h 389"/>
                    <a:gd name="T58" fmla="*/ 122 w 380"/>
                    <a:gd name="T59" fmla="*/ 364 h 389"/>
                    <a:gd name="T60" fmla="*/ 113 w 380"/>
                    <a:gd name="T61" fmla="*/ 374 h 389"/>
                    <a:gd name="T62" fmla="*/ 98 w 380"/>
                    <a:gd name="T63" fmla="*/ 386 h 389"/>
                    <a:gd name="T64" fmla="*/ 94 w 380"/>
                    <a:gd name="T65" fmla="*/ 389 h 389"/>
                    <a:gd name="T66" fmla="*/ 91 w 380"/>
                    <a:gd name="T67" fmla="*/ 373 h 389"/>
                    <a:gd name="T68" fmla="*/ 80 w 380"/>
                    <a:gd name="T69" fmla="*/ 355 h 389"/>
                    <a:gd name="T70" fmla="*/ 68 w 380"/>
                    <a:gd name="T71" fmla="*/ 325 h 389"/>
                    <a:gd name="T72" fmla="*/ 50 w 380"/>
                    <a:gd name="T73" fmla="*/ 319 h 389"/>
                    <a:gd name="T74" fmla="*/ 40 w 380"/>
                    <a:gd name="T75" fmla="*/ 307 h 389"/>
                    <a:gd name="T76" fmla="*/ 52 w 380"/>
                    <a:gd name="T77" fmla="*/ 287 h 389"/>
                    <a:gd name="T78" fmla="*/ 67 w 380"/>
                    <a:gd name="T79" fmla="*/ 277 h 389"/>
                    <a:gd name="T80" fmla="*/ 79 w 380"/>
                    <a:gd name="T81" fmla="*/ 260 h 389"/>
                    <a:gd name="T82" fmla="*/ 85 w 380"/>
                    <a:gd name="T83" fmla="*/ 238 h 389"/>
                    <a:gd name="T84" fmla="*/ 91 w 380"/>
                    <a:gd name="T85" fmla="*/ 224 h 389"/>
                    <a:gd name="T86" fmla="*/ 109 w 380"/>
                    <a:gd name="T87" fmla="*/ 202 h 389"/>
                    <a:gd name="T88" fmla="*/ 116 w 380"/>
                    <a:gd name="T89" fmla="*/ 188 h 389"/>
                    <a:gd name="T90" fmla="*/ 92 w 380"/>
                    <a:gd name="T91" fmla="*/ 163 h 389"/>
                    <a:gd name="T92" fmla="*/ 65 w 380"/>
                    <a:gd name="T93" fmla="*/ 146 h 389"/>
                    <a:gd name="T94" fmla="*/ 59 w 380"/>
                    <a:gd name="T95" fmla="*/ 127 h 389"/>
                    <a:gd name="T96" fmla="*/ 41 w 380"/>
                    <a:gd name="T97" fmla="*/ 106 h 389"/>
                    <a:gd name="T98" fmla="*/ 23 w 380"/>
                    <a:gd name="T99" fmla="*/ 100 h 389"/>
                    <a:gd name="T100" fmla="*/ 7 w 380"/>
                    <a:gd name="T101" fmla="*/ 83 h 389"/>
                    <a:gd name="T102" fmla="*/ 2 w 380"/>
                    <a:gd name="T103" fmla="*/ 71 h 38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80"/>
                    <a:gd name="T157" fmla="*/ 0 h 389"/>
                    <a:gd name="T158" fmla="*/ 380 w 380"/>
                    <a:gd name="T159" fmla="*/ 389 h 38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80" h="389">
                      <a:moveTo>
                        <a:pt x="2" y="71"/>
                      </a:moveTo>
                      <a:cubicBezTo>
                        <a:pt x="7" y="70"/>
                        <a:pt x="12" y="68"/>
                        <a:pt x="17" y="67"/>
                      </a:cubicBezTo>
                      <a:cubicBezTo>
                        <a:pt x="31" y="61"/>
                        <a:pt x="22" y="45"/>
                        <a:pt x="31" y="34"/>
                      </a:cubicBezTo>
                      <a:cubicBezTo>
                        <a:pt x="32" y="10"/>
                        <a:pt x="29" y="20"/>
                        <a:pt x="41" y="11"/>
                      </a:cubicBezTo>
                      <a:cubicBezTo>
                        <a:pt x="55" y="12"/>
                        <a:pt x="90" y="20"/>
                        <a:pt x="100" y="7"/>
                      </a:cubicBezTo>
                      <a:cubicBezTo>
                        <a:pt x="105" y="8"/>
                        <a:pt x="111" y="10"/>
                        <a:pt x="116" y="10"/>
                      </a:cubicBezTo>
                      <a:cubicBezTo>
                        <a:pt x="121" y="10"/>
                        <a:pt x="130" y="7"/>
                        <a:pt x="130" y="7"/>
                      </a:cubicBezTo>
                      <a:cubicBezTo>
                        <a:pt x="146" y="10"/>
                        <a:pt x="155" y="3"/>
                        <a:pt x="169" y="1"/>
                      </a:cubicBezTo>
                      <a:cubicBezTo>
                        <a:pt x="175" y="1"/>
                        <a:pt x="182" y="0"/>
                        <a:pt x="188" y="2"/>
                      </a:cubicBezTo>
                      <a:cubicBezTo>
                        <a:pt x="193" y="3"/>
                        <a:pt x="197" y="26"/>
                        <a:pt x="208" y="32"/>
                      </a:cubicBezTo>
                      <a:cubicBezTo>
                        <a:pt x="209" y="39"/>
                        <a:pt x="214" y="45"/>
                        <a:pt x="217" y="52"/>
                      </a:cubicBezTo>
                      <a:cubicBezTo>
                        <a:pt x="219" y="61"/>
                        <a:pt x="223" y="68"/>
                        <a:pt x="230" y="74"/>
                      </a:cubicBezTo>
                      <a:cubicBezTo>
                        <a:pt x="233" y="80"/>
                        <a:pt x="239" y="85"/>
                        <a:pt x="245" y="88"/>
                      </a:cubicBezTo>
                      <a:cubicBezTo>
                        <a:pt x="255" y="107"/>
                        <a:pt x="281" y="106"/>
                        <a:pt x="299" y="107"/>
                      </a:cubicBezTo>
                      <a:cubicBezTo>
                        <a:pt x="310" y="109"/>
                        <a:pt x="313" y="111"/>
                        <a:pt x="322" y="113"/>
                      </a:cubicBezTo>
                      <a:cubicBezTo>
                        <a:pt x="331" y="129"/>
                        <a:pt x="351" y="144"/>
                        <a:pt x="364" y="157"/>
                      </a:cubicBezTo>
                      <a:cubicBezTo>
                        <a:pt x="365" y="163"/>
                        <a:pt x="367" y="170"/>
                        <a:pt x="370" y="176"/>
                      </a:cubicBezTo>
                      <a:cubicBezTo>
                        <a:pt x="373" y="193"/>
                        <a:pt x="380" y="208"/>
                        <a:pt x="358" y="212"/>
                      </a:cubicBezTo>
                      <a:cubicBezTo>
                        <a:pt x="353" y="214"/>
                        <a:pt x="350" y="217"/>
                        <a:pt x="344" y="218"/>
                      </a:cubicBezTo>
                      <a:cubicBezTo>
                        <a:pt x="339" y="221"/>
                        <a:pt x="335" y="223"/>
                        <a:pt x="329" y="224"/>
                      </a:cubicBezTo>
                      <a:cubicBezTo>
                        <a:pt x="323" y="227"/>
                        <a:pt x="317" y="229"/>
                        <a:pt x="311" y="232"/>
                      </a:cubicBezTo>
                      <a:cubicBezTo>
                        <a:pt x="303" y="236"/>
                        <a:pt x="298" y="244"/>
                        <a:pt x="290" y="247"/>
                      </a:cubicBezTo>
                      <a:cubicBezTo>
                        <a:pt x="285" y="252"/>
                        <a:pt x="279" y="256"/>
                        <a:pt x="272" y="257"/>
                      </a:cubicBezTo>
                      <a:cubicBezTo>
                        <a:pt x="267" y="264"/>
                        <a:pt x="259" y="265"/>
                        <a:pt x="251" y="266"/>
                      </a:cubicBezTo>
                      <a:cubicBezTo>
                        <a:pt x="235" y="274"/>
                        <a:pt x="245" y="271"/>
                        <a:pt x="220" y="272"/>
                      </a:cubicBezTo>
                      <a:cubicBezTo>
                        <a:pt x="208" y="274"/>
                        <a:pt x="197" y="276"/>
                        <a:pt x="185" y="278"/>
                      </a:cubicBezTo>
                      <a:cubicBezTo>
                        <a:pt x="179" y="282"/>
                        <a:pt x="173" y="285"/>
                        <a:pt x="167" y="289"/>
                      </a:cubicBezTo>
                      <a:cubicBezTo>
                        <a:pt x="165" y="303"/>
                        <a:pt x="150" y="306"/>
                        <a:pt x="137" y="308"/>
                      </a:cubicBezTo>
                      <a:cubicBezTo>
                        <a:pt x="130" y="312"/>
                        <a:pt x="130" y="319"/>
                        <a:pt x="128" y="326"/>
                      </a:cubicBezTo>
                      <a:cubicBezTo>
                        <a:pt x="130" y="339"/>
                        <a:pt x="136" y="356"/>
                        <a:pt x="122" y="364"/>
                      </a:cubicBezTo>
                      <a:cubicBezTo>
                        <a:pt x="119" y="368"/>
                        <a:pt x="115" y="369"/>
                        <a:pt x="113" y="374"/>
                      </a:cubicBezTo>
                      <a:cubicBezTo>
                        <a:pt x="112" y="381"/>
                        <a:pt x="105" y="385"/>
                        <a:pt x="98" y="386"/>
                      </a:cubicBezTo>
                      <a:cubicBezTo>
                        <a:pt x="97" y="387"/>
                        <a:pt x="96" y="389"/>
                        <a:pt x="94" y="389"/>
                      </a:cubicBezTo>
                      <a:cubicBezTo>
                        <a:pt x="89" y="388"/>
                        <a:pt x="92" y="378"/>
                        <a:pt x="91" y="373"/>
                      </a:cubicBezTo>
                      <a:cubicBezTo>
                        <a:pt x="90" y="367"/>
                        <a:pt x="83" y="360"/>
                        <a:pt x="80" y="355"/>
                      </a:cubicBezTo>
                      <a:cubicBezTo>
                        <a:pt x="82" y="341"/>
                        <a:pt x="84" y="328"/>
                        <a:pt x="68" y="325"/>
                      </a:cubicBezTo>
                      <a:cubicBezTo>
                        <a:pt x="62" y="322"/>
                        <a:pt x="56" y="320"/>
                        <a:pt x="50" y="319"/>
                      </a:cubicBezTo>
                      <a:cubicBezTo>
                        <a:pt x="45" y="316"/>
                        <a:pt x="43" y="312"/>
                        <a:pt x="40" y="307"/>
                      </a:cubicBezTo>
                      <a:cubicBezTo>
                        <a:pt x="41" y="295"/>
                        <a:pt x="41" y="291"/>
                        <a:pt x="52" y="287"/>
                      </a:cubicBezTo>
                      <a:cubicBezTo>
                        <a:pt x="57" y="282"/>
                        <a:pt x="62" y="281"/>
                        <a:pt x="67" y="277"/>
                      </a:cubicBezTo>
                      <a:cubicBezTo>
                        <a:pt x="71" y="271"/>
                        <a:pt x="75" y="266"/>
                        <a:pt x="79" y="260"/>
                      </a:cubicBezTo>
                      <a:cubicBezTo>
                        <a:pt x="80" y="253"/>
                        <a:pt x="82" y="245"/>
                        <a:pt x="85" y="238"/>
                      </a:cubicBezTo>
                      <a:cubicBezTo>
                        <a:pt x="86" y="232"/>
                        <a:pt x="88" y="229"/>
                        <a:pt x="91" y="224"/>
                      </a:cubicBezTo>
                      <a:cubicBezTo>
                        <a:pt x="94" y="206"/>
                        <a:pt x="88" y="203"/>
                        <a:pt x="109" y="202"/>
                      </a:cubicBezTo>
                      <a:cubicBezTo>
                        <a:pt x="115" y="198"/>
                        <a:pt x="115" y="195"/>
                        <a:pt x="116" y="188"/>
                      </a:cubicBezTo>
                      <a:cubicBezTo>
                        <a:pt x="114" y="174"/>
                        <a:pt x="107" y="165"/>
                        <a:pt x="92" y="163"/>
                      </a:cubicBezTo>
                      <a:cubicBezTo>
                        <a:pt x="84" y="157"/>
                        <a:pt x="74" y="151"/>
                        <a:pt x="65" y="146"/>
                      </a:cubicBezTo>
                      <a:cubicBezTo>
                        <a:pt x="62" y="140"/>
                        <a:pt x="62" y="133"/>
                        <a:pt x="59" y="127"/>
                      </a:cubicBezTo>
                      <a:cubicBezTo>
                        <a:pt x="57" y="117"/>
                        <a:pt x="52" y="108"/>
                        <a:pt x="41" y="106"/>
                      </a:cubicBezTo>
                      <a:cubicBezTo>
                        <a:pt x="35" y="103"/>
                        <a:pt x="29" y="101"/>
                        <a:pt x="23" y="100"/>
                      </a:cubicBezTo>
                      <a:cubicBezTo>
                        <a:pt x="15" y="96"/>
                        <a:pt x="15" y="87"/>
                        <a:pt x="7" y="83"/>
                      </a:cubicBezTo>
                      <a:cubicBezTo>
                        <a:pt x="4" y="79"/>
                        <a:pt x="0" y="76"/>
                        <a:pt x="2" y="71"/>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6" name="Freeform 29">
                  <a:extLst>
                    <a:ext uri="{FF2B5EF4-FFF2-40B4-BE49-F238E27FC236}">
                      <a16:creationId xmlns:a16="http://schemas.microsoft.com/office/drawing/2014/main" id="{4E9B124C-4660-1EAE-93A5-D7F8AAD5FC18}"/>
                    </a:ext>
                  </a:extLst>
                </p:cNvPr>
                <p:cNvSpPr>
                  <a:spLocks/>
                </p:cNvSpPr>
                <p:nvPr/>
              </p:nvSpPr>
              <p:spPr bwMode="auto">
                <a:xfrm>
                  <a:off x="8000618" y="2482573"/>
                  <a:ext cx="899795" cy="478911"/>
                </a:xfrm>
                <a:custGeom>
                  <a:avLst/>
                  <a:gdLst>
                    <a:gd name="T0" fmla="*/ 0 w 558"/>
                    <a:gd name="T1" fmla="*/ 252 h 297"/>
                    <a:gd name="T2" fmla="*/ 5 w 558"/>
                    <a:gd name="T3" fmla="*/ 216 h 297"/>
                    <a:gd name="T4" fmla="*/ 29 w 558"/>
                    <a:gd name="T5" fmla="*/ 191 h 297"/>
                    <a:gd name="T6" fmla="*/ 41 w 558"/>
                    <a:gd name="T7" fmla="*/ 173 h 297"/>
                    <a:gd name="T8" fmla="*/ 32 w 558"/>
                    <a:gd name="T9" fmla="*/ 114 h 297"/>
                    <a:gd name="T10" fmla="*/ 30 w 558"/>
                    <a:gd name="T11" fmla="*/ 89 h 297"/>
                    <a:gd name="T12" fmla="*/ 41 w 558"/>
                    <a:gd name="T13" fmla="*/ 74 h 297"/>
                    <a:gd name="T14" fmla="*/ 47 w 558"/>
                    <a:gd name="T15" fmla="*/ 59 h 297"/>
                    <a:gd name="T16" fmla="*/ 54 w 558"/>
                    <a:gd name="T17" fmla="*/ 36 h 297"/>
                    <a:gd name="T18" fmla="*/ 65 w 558"/>
                    <a:gd name="T19" fmla="*/ 81 h 297"/>
                    <a:gd name="T20" fmla="*/ 74 w 558"/>
                    <a:gd name="T21" fmla="*/ 92 h 297"/>
                    <a:gd name="T22" fmla="*/ 98 w 558"/>
                    <a:gd name="T23" fmla="*/ 101 h 297"/>
                    <a:gd name="T24" fmla="*/ 107 w 558"/>
                    <a:gd name="T25" fmla="*/ 89 h 297"/>
                    <a:gd name="T26" fmla="*/ 116 w 558"/>
                    <a:gd name="T27" fmla="*/ 66 h 297"/>
                    <a:gd name="T28" fmla="*/ 111 w 558"/>
                    <a:gd name="T29" fmla="*/ 20 h 297"/>
                    <a:gd name="T30" fmla="*/ 128 w 558"/>
                    <a:gd name="T31" fmla="*/ 5 h 297"/>
                    <a:gd name="T32" fmla="*/ 155 w 558"/>
                    <a:gd name="T33" fmla="*/ 3 h 297"/>
                    <a:gd name="T34" fmla="*/ 182 w 558"/>
                    <a:gd name="T35" fmla="*/ 12 h 297"/>
                    <a:gd name="T36" fmla="*/ 198 w 558"/>
                    <a:gd name="T37" fmla="*/ 13 h 297"/>
                    <a:gd name="T38" fmla="*/ 306 w 558"/>
                    <a:gd name="T39" fmla="*/ 14 h 297"/>
                    <a:gd name="T40" fmla="*/ 365 w 558"/>
                    <a:gd name="T41" fmla="*/ 12 h 297"/>
                    <a:gd name="T42" fmla="*/ 452 w 558"/>
                    <a:gd name="T43" fmla="*/ 14 h 297"/>
                    <a:gd name="T44" fmla="*/ 497 w 558"/>
                    <a:gd name="T45" fmla="*/ 18 h 297"/>
                    <a:gd name="T46" fmla="*/ 546 w 558"/>
                    <a:gd name="T47" fmla="*/ 33 h 297"/>
                    <a:gd name="T48" fmla="*/ 558 w 558"/>
                    <a:gd name="T49" fmla="*/ 44 h 297"/>
                    <a:gd name="T50" fmla="*/ 528 w 558"/>
                    <a:gd name="T51" fmla="*/ 69 h 297"/>
                    <a:gd name="T52" fmla="*/ 519 w 558"/>
                    <a:gd name="T53" fmla="*/ 83 h 297"/>
                    <a:gd name="T54" fmla="*/ 489 w 558"/>
                    <a:gd name="T55" fmla="*/ 147 h 297"/>
                    <a:gd name="T56" fmla="*/ 480 w 558"/>
                    <a:gd name="T57" fmla="*/ 165 h 297"/>
                    <a:gd name="T58" fmla="*/ 462 w 558"/>
                    <a:gd name="T59" fmla="*/ 197 h 297"/>
                    <a:gd name="T60" fmla="*/ 453 w 558"/>
                    <a:gd name="T61" fmla="*/ 227 h 297"/>
                    <a:gd name="T62" fmla="*/ 437 w 558"/>
                    <a:gd name="T63" fmla="*/ 228 h 297"/>
                    <a:gd name="T64" fmla="*/ 369 w 558"/>
                    <a:gd name="T65" fmla="*/ 237 h 297"/>
                    <a:gd name="T66" fmla="*/ 306 w 558"/>
                    <a:gd name="T67" fmla="*/ 245 h 297"/>
                    <a:gd name="T68" fmla="*/ 297 w 558"/>
                    <a:gd name="T69" fmla="*/ 264 h 297"/>
                    <a:gd name="T70" fmla="*/ 273 w 558"/>
                    <a:gd name="T71" fmla="*/ 297 h 297"/>
                    <a:gd name="T72" fmla="*/ 249 w 558"/>
                    <a:gd name="T73" fmla="*/ 278 h 297"/>
                    <a:gd name="T74" fmla="*/ 236 w 558"/>
                    <a:gd name="T75" fmla="*/ 270 h 297"/>
                    <a:gd name="T76" fmla="*/ 204 w 558"/>
                    <a:gd name="T77" fmla="*/ 239 h 297"/>
                    <a:gd name="T78" fmla="*/ 171 w 558"/>
                    <a:gd name="T79" fmla="*/ 243 h 297"/>
                    <a:gd name="T80" fmla="*/ 155 w 558"/>
                    <a:gd name="T81" fmla="*/ 249 h 297"/>
                    <a:gd name="T82" fmla="*/ 138 w 558"/>
                    <a:gd name="T83" fmla="*/ 254 h 297"/>
                    <a:gd name="T84" fmla="*/ 122 w 558"/>
                    <a:gd name="T85" fmla="*/ 273 h 297"/>
                    <a:gd name="T86" fmla="*/ 35 w 558"/>
                    <a:gd name="T87" fmla="*/ 257 h 297"/>
                    <a:gd name="T88" fmla="*/ 0 w 558"/>
                    <a:gd name="T89" fmla="*/ 252 h 29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58"/>
                    <a:gd name="T136" fmla="*/ 0 h 297"/>
                    <a:gd name="T137" fmla="*/ 558 w 558"/>
                    <a:gd name="T138" fmla="*/ 297 h 29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58" h="297">
                      <a:moveTo>
                        <a:pt x="0" y="252"/>
                      </a:moveTo>
                      <a:cubicBezTo>
                        <a:pt x="3" y="240"/>
                        <a:pt x="0" y="228"/>
                        <a:pt x="5" y="216"/>
                      </a:cubicBezTo>
                      <a:cubicBezTo>
                        <a:pt x="7" y="202"/>
                        <a:pt x="15" y="194"/>
                        <a:pt x="29" y="191"/>
                      </a:cubicBezTo>
                      <a:cubicBezTo>
                        <a:pt x="33" y="185"/>
                        <a:pt x="37" y="179"/>
                        <a:pt x="41" y="173"/>
                      </a:cubicBezTo>
                      <a:cubicBezTo>
                        <a:pt x="45" y="152"/>
                        <a:pt x="41" y="139"/>
                        <a:pt x="32" y="114"/>
                      </a:cubicBezTo>
                      <a:cubicBezTo>
                        <a:pt x="27" y="103"/>
                        <a:pt x="33" y="95"/>
                        <a:pt x="30" y="89"/>
                      </a:cubicBezTo>
                      <a:cubicBezTo>
                        <a:pt x="32" y="78"/>
                        <a:pt x="33" y="80"/>
                        <a:pt x="41" y="74"/>
                      </a:cubicBezTo>
                      <a:cubicBezTo>
                        <a:pt x="44" y="69"/>
                        <a:pt x="44" y="64"/>
                        <a:pt x="47" y="59"/>
                      </a:cubicBezTo>
                      <a:cubicBezTo>
                        <a:pt x="48" y="48"/>
                        <a:pt x="46" y="42"/>
                        <a:pt x="54" y="36"/>
                      </a:cubicBezTo>
                      <a:cubicBezTo>
                        <a:pt x="76" y="41"/>
                        <a:pt x="56" y="64"/>
                        <a:pt x="65" y="81"/>
                      </a:cubicBezTo>
                      <a:cubicBezTo>
                        <a:pt x="67" y="89"/>
                        <a:pt x="70" y="85"/>
                        <a:pt x="74" y="92"/>
                      </a:cubicBezTo>
                      <a:cubicBezTo>
                        <a:pt x="76" y="109"/>
                        <a:pt x="83" y="104"/>
                        <a:pt x="98" y="101"/>
                      </a:cubicBezTo>
                      <a:cubicBezTo>
                        <a:pt x="103" y="97"/>
                        <a:pt x="104" y="94"/>
                        <a:pt x="107" y="89"/>
                      </a:cubicBezTo>
                      <a:cubicBezTo>
                        <a:pt x="109" y="81"/>
                        <a:pt x="112" y="73"/>
                        <a:pt x="116" y="66"/>
                      </a:cubicBezTo>
                      <a:cubicBezTo>
                        <a:pt x="118" y="52"/>
                        <a:pt x="117" y="33"/>
                        <a:pt x="111" y="20"/>
                      </a:cubicBezTo>
                      <a:cubicBezTo>
                        <a:pt x="109" y="9"/>
                        <a:pt x="119" y="6"/>
                        <a:pt x="128" y="5"/>
                      </a:cubicBezTo>
                      <a:cubicBezTo>
                        <a:pt x="138" y="0"/>
                        <a:pt x="143" y="2"/>
                        <a:pt x="155" y="3"/>
                      </a:cubicBezTo>
                      <a:cubicBezTo>
                        <a:pt x="164" y="6"/>
                        <a:pt x="173" y="10"/>
                        <a:pt x="182" y="12"/>
                      </a:cubicBezTo>
                      <a:cubicBezTo>
                        <a:pt x="187" y="15"/>
                        <a:pt x="193" y="10"/>
                        <a:pt x="198" y="13"/>
                      </a:cubicBezTo>
                      <a:cubicBezTo>
                        <a:pt x="233" y="24"/>
                        <a:pt x="269" y="16"/>
                        <a:pt x="306" y="14"/>
                      </a:cubicBezTo>
                      <a:cubicBezTo>
                        <a:pt x="326" y="12"/>
                        <a:pt x="345" y="11"/>
                        <a:pt x="365" y="12"/>
                      </a:cubicBezTo>
                      <a:cubicBezTo>
                        <a:pt x="395" y="17"/>
                        <a:pt x="419" y="15"/>
                        <a:pt x="452" y="14"/>
                      </a:cubicBezTo>
                      <a:cubicBezTo>
                        <a:pt x="480" y="15"/>
                        <a:pt x="479" y="15"/>
                        <a:pt x="497" y="18"/>
                      </a:cubicBezTo>
                      <a:cubicBezTo>
                        <a:pt x="506" y="29"/>
                        <a:pt x="532" y="31"/>
                        <a:pt x="546" y="33"/>
                      </a:cubicBezTo>
                      <a:cubicBezTo>
                        <a:pt x="551" y="36"/>
                        <a:pt x="553" y="40"/>
                        <a:pt x="558" y="44"/>
                      </a:cubicBezTo>
                      <a:cubicBezTo>
                        <a:pt x="556" y="56"/>
                        <a:pt x="537" y="62"/>
                        <a:pt x="528" y="69"/>
                      </a:cubicBezTo>
                      <a:cubicBezTo>
                        <a:pt x="525" y="74"/>
                        <a:pt x="522" y="78"/>
                        <a:pt x="519" y="83"/>
                      </a:cubicBezTo>
                      <a:cubicBezTo>
                        <a:pt x="517" y="108"/>
                        <a:pt x="504" y="127"/>
                        <a:pt x="489" y="147"/>
                      </a:cubicBezTo>
                      <a:cubicBezTo>
                        <a:pt x="488" y="154"/>
                        <a:pt x="483" y="159"/>
                        <a:pt x="480" y="165"/>
                      </a:cubicBezTo>
                      <a:cubicBezTo>
                        <a:pt x="477" y="179"/>
                        <a:pt x="475" y="190"/>
                        <a:pt x="462" y="197"/>
                      </a:cubicBezTo>
                      <a:cubicBezTo>
                        <a:pt x="457" y="203"/>
                        <a:pt x="453" y="227"/>
                        <a:pt x="453" y="227"/>
                      </a:cubicBezTo>
                      <a:cubicBezTo>
                        <a:pt x="449" y="231"/>
                        <a:pt x="442" y="228"/>
                        <a:pt x="437" y="228"/>
                      </a:cubicBezTo>
                      <a:cubicBezTo>
                        <a:pt x="414" y="231"/>
                        <a:pt x="392" y="236"/>
                        <a:pt x="369" y="237"/>
                      </a:cubicBezTo>
                      <a:cubicBezTo>
                        <a:pt x="350" y="246"/>
                        <a:pt x="325" y="244"/>
                        <a:pt x="306" y="245"/>
                      </a:cubicBezTo>
                      <a:cubicBezTo>
                        <a:pt x="301" y="251"/>
                        <a:pt x="300" y="257"/>
                        <a:pt x="297" y="264"/>
                      </a:cubicBezTo>
                      <a:cubicBezTo>
                        <a:pt x="296" y="285"/>
                        <a:pt x="295" y="295"/>
                        <a:pt x="273" y="297"/>
                      </a:cubicBezTo>
                      <a:cubicBezTo>
                        <a:pt x="256" y="295"/>
                        <a:pt x="260" y="289"/>
                        <a:pt x="249" y="278"/>
                      </a:cubicBezTo>
                      <a:cubicBezTo>
                        <a:pt x="244" y="276"/>
                        <a:pt x="240" y="273"/>
                        <a:pt x="236" y="270"/>
                      </a:cubicBezTo>
                      <a:cubicBezTo>
                        <a:pt x="230" y="258"/>
                        <a:pt x="219" y="242"/>
                        <a:pt x="204" y="239"/>
                      </a:cubicBezTo>
                      <a:cubicBezTo>
                        <a:pt x="192" y="233"/>
                        <a:pt x="183" y="243"/>
                        <a:pt x="171" y="243"/>
                      </a:cubicBezTo>
                      <a:cubicBezTo>
                        <a:pt x="168" y="244"/>
                        <a:pt x="158" y="247"/>
                        <a:pt x="155" y="249"/>
                      </a:cubicBezTo>
                      <a:cubicBezTo>
                        <a:pt x="149" y="253"/>
                        <a:pt x="146" y="251"/>
                        <a:pt x="138" y="254"/>
                      </a:cubicBezTo>
                      <a:cubicBezTo>
                        <a:pt x="136" y="267"/>
                        <a:pt x="137" y="272"/>
                        <a:pt x="122" y="273"/>
                      </a:cubicBezTo>
                      <a:cubicBezTo>
                        <a:pt x="93" y="271"/>
                        <a:pt x="66" y="258"/>
                        <a:pt x="35" y="257"/>
                      </a:cubicBezTo>
                      <a:cubicBezTo>
                        <a:pt x="24" y="255"/>
                        <a:pt x="11" y="252"/>
                        <a:pt x="0" y="252"/>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7" name="Freeform 30">
                  <a:extLst>
                    <a:ext uri="{FF2B5EF4-FFF2-40B4-BE49-F238E27FC236}">
                      <a16:creationId xmlns:a16="http://schemas.microsoft.com/office/drawing/2014/main" id="{2AD1D005-9669-85FF-0681-0F298BC230DE}"/>
                    </a:ext>
                  </a:extLst>
                </p:cNvPr>
                <p:cNvSpPr>
                  <a:spLocks/>
                </p:cNvSpPr>
                <p:nvPr/>
              </p:nvSpPr>
              <p:spPr bwMode="auto">
                <a:xfrm>
                  <a:off x="7110498" y="1798875"/>
                  <a:ext cx="1151351" cy="1286771"/>
                </a:xfrm>
                <a:custGeom>
                  <a:avLst/>
                  <a:gdLst>
                    <a:gd name="T0" fmla="*/ 41 w 714"/>
                    <a:gd name="T1" fmla="*/ 223 h 798"/>
                    <a:gd name="T2" fmla="*/ 89 w 714"/>
                    <a:gd name="T3" fmla="*/ 211 h 798"/>
                    <a:gd name="T4" fmla="*/ 132 w 714"/>
                    <a:gd name="T5" fmla="*/ 205 h 798"/>
                    <a:gd name="T6" fmla="*/ 170 w 714"/>
                    <a:gd name="T7" fmla="*/ 211 h 798"/>
                    <a:gd name="T8" fmla="*/ 221 w 714"/>
                    <a:gd name="T9" fmla="*/ 189 h 798"/>
                    <a:gd name="T10" fmla="*/ 237 w 714"/>
                    <a:gd name="T11" fmla="*/ 69 h 798"/>
                    <a:gd name="T12" fmla="*/ 257 w 714"/>
                    <a:gd name="T13" fmla="*/ 27 h 798"/>
                    <a:gd name="T14" fmla="*/ 266 w 714"/>
                    <a:gd name="T15" fmla="*/ 0 h 798"/>
                    <a:gd name="T16" fmla="*/ 285 w 714"/>
                    <a:gd name="T17" fmla="*/ 73 h 798"/>
                    <a:gd name="T18" fmla="*/ 320 w 714"/>
                    <a:gd name="T19" fmla="*/ 151 h 798"/>
                    <a:gd name="T20" fmla="*/ 362 w 714"/>
                    <a:gd name="T21" fmla="*/ 142 h 798"/>
                    <a:gd name="T22" fmla="*/ 386 w 714"/>
                    <a:gd name="T23" fmla="*/ 106 h 798"/>
                    <a:gd name="T24" fmla="*/ 450 w 714"/>
                    <a:gd name="T25" fmla="*/ 75 h 798"/>
                    <a:gd name="T26" fmla="*/ 489 w 714"/>
                    <a:gd name="T27" fmla="*/ 40 h 798"/>
                    <a:gd name="T28" fmla="*/ 477 w 714"/>
                    <a:gd name="T29" fmla="*/ 75 h 798"/>
                    <a:gd name="T30" fmla="*/ 521 w 714"/>
                    <a:gd name="T31" fmla="*/ 94 h 798"/>
                    <a:gd name="T32" fmla="*/ 575 w 714"/>
                    <a:gd name="T33" fmla="*/ 118 h 798"/>
                    <a:gd name="T34" fmla="*/ 606 w 714"/>
                    <a:gd name="T35" fmla="*/ 139 h 798"/>
                    <a:gd name="T36" fmla="*/ 630 w 714"/>
                    <a:gd name="T37" fmla="*/ 201 h 798"/>
                    <a:gd name="T38" fmla="*/ 657 w 714"/>
                    <a:gd name="T39" fmla="*/ 231 h 798"/>
                    <a:gd name="T40" fmla="*/ 714 w 714"/>
                    <a:gd name="T41" fmla="*/ 288 h 798"/>
                    <a:gd name="T42" fmla="*/ 672 w 714"/>
                    <a:gd name="T43" fmla="*/ 376 h 798"/>
                    <a:gd name="T44" fmla="*/ 689 w 714"/>
                    <a:gd name="T45" fmla="*/ 427 h 798"/>
                    <a:gd name="T46" fmla="*/ 648 w 714"/>
                    <a:gd name="T47" fmla="*/ 523 h 798"/>
                    <a:gd name="T48" fmla="*/ 615 w 714"/>
                    <a:gd name="T49" fmla="*/ 507 h 798"/>
                    <a:gd name="T50" fmla="*/ 599 w 714"/>
                    <a:gd name="T51" fmla="*/ 490 h 798"/>
                    <a:gd name="T52" fmla="*/ 581 w 714"/>
                    <a:gd name="T53" fmla="*/ 526 h 798"/>
                    <a:gd name="T54" fmla="*/ 593 w 714"/>
                    <a:gd name="T55" fmla="*/ 559 h 798"/>
                    <a:gd name="T56" fmla="*/ 570 w 714"/>
                    <a:gd name="T57" fmla="*/ 616 h 798"/>
                    <a:gd name="T58" fmla="*/ 552 w 714"/>
                    <a:gd name="T59" fmla="*/ 664 h 798"/>
                    <a:gd name="T60" fmla="*/ 536 w 714"/>
                    <a:gd name="T61" fmla="*/ 700 h 798"/>
                    <a:gd name="T62" fmla="*/ 483 w 714"/>
                    <a:gd name="T63" fmla="*/ 712 h 798"/>
                    <a:gd name="T64" fmla="*/ 468 w 714"/>
                    <a:gd name="T65" fmla="*/ 727 h 798"/>
                    <a:gd name="T66" fmla="*/ 425 w 714"/>
                    <a:gd name="T67" fmla="*/ 774 h 798"/>
                    <a:gd name="T68" fmla="*/ 384 w 714"/>
                    <a:gd name="T69" fmla="*/ 787 h 798"/>
                    <a:gd name="T70" fmla="*/ 372 w 714"/>
                    <a:gd name="T71" fmla="*/ 793 h 798"/>
                    <a:gd name="T72" fmla="*/ 348 w 714"/>
                    <a:gd name="T73" fmla="*/ 759 h 798"/>
                    <a:gd name="T74" fmla="*/ 324 w 714"/>
                    <a:gd name="T75" fmla="*/ 735 h 798"/>
                    <a:gd name="T76" fmla="*/ 297 w 714"/>
                    <a:gd name="T77" fmla="*/ 709 h 798"/>
                    <a:gd name="T78" fmla="*/ 284 w 714"/>
                    <a:gd name="T79" fmla="*/ 682 h 798"/>
                    <a:gd name="T80" fmla="*/ 224 w 714"/>
                    <a:gd name="T81" fmla="*/ 697 h 798"/>
                    <a:gd name="T82" fmla="*/ 222 w 714"/>
                    <a:gd name="T83" fmla="*/ 666 h 798"/>
                    <a:gd name="T84" fmla="*/ 227 w 714"/>
                    <a:gd name="T85" fmla="*/ 606 h 798"/>
                    <a:gd name="T86" fmla="*/ 225 w 714"/>
                    <a:gd name="T87" fmla="*/ 565 h 798"/>
                    <a:gd name="T88" fmla="*/ 191 w 714"/>
                    <a:gd name="T89" fmla="*/ 555 h 798"/>
                    <a:gd name="T90" fmla="*/ 150 w 714"/>
                    <a:gd name="T91" fmla="*/ 486 h 798"/>
                    <a:gd name="T92" fmla="*/ 125 w 714"/>
                    <a:gd name="T93" fmla="*/ 442 h 798"/>
                    <a:gd name="T94" fmla="*/ 93 w 714"/>
                    <a:gd name="T95" fmla="*/ 418 h 798"/>
                    <a:gd name="T96" fmla="*/ 62 w 714"/>
                    <a:gd name="T97" fmla="*/ 375 h 798"/>
                    <a:gd name="T98" fmla="*/ 44 w 714"/>
                    <a:gd name="T99" fmla="*/ 345 h 798"/>
                    <a:gd name="T100" fmla="*/ 3 w 714"/>
                    <a:gd name="T101" fmla="*/ 282 h 798"/>
                    <a:gd name="T102" fmla="*/ 12 w 714"/>
                    <a:gd name="T103" fmla="*/ 214 h 79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14"/>
                    <a:gd name="T157" fmla="*/ 0 h 798"/>
                    <a:gd name="T158" fmla="*/ 714 w 714"/>
                    <a:gd name="T159" fmla="*/ 798 h 79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14" h="798">
                      <a:moveTo>
                        <a:pt x="12" y="214"/>
                      </a:moveTo>
                      <a:cubicBezTo>
                        <a:pt x="21" y="218"/>
                        <a:pt x="31" y="221"/>
                        <a:pt x="41" y="223"/>
                      </a:cubicBezTo>
                      <a:cubicBezTo>
                        <a:pt x="51" y="222"/>
                        <a:pt x="61" y="221"/>
                        <a:pt x="71" y="219"/>
                      </a:cubicBezTo>
                      <a:cubicBezTo>
                        <a:pt x="77" y="216"/>
                        <a:pt x="83" y="215"/>
                        <a:pt x="89" y="211"/>
                      </a:cubicBezTo>
                      <a:cubicBezTo>
                        <a:pt x="91" y="208"/>
                        <a:pt x="90" y="202"/>
                        <a:pt x="93" y="202"/>
                      </a:cubicBezTo>
                      <a:cubicBezTo>
                        <a:pt x="106" y="200"/>
                        <a:pt x="119" y="204"/>
                        <a:pt x="132" y="205"/>
                      </a:cubicBezTo>
                      <a:cubicBezTo>
                        <a:pt x="147" y="209"/>
                        <a:pt x="138" y="207"/>
                        <a:pt x="162" y="210"/>
                      </a:cubicBezTo>
                      <a:cubicBezTo>
                        <a:pt x="165" y="210"/>
                        <a:pt x="170" y="211"/>
                        <a:pt x="170" y="211"/>
                      </a:cubicBezTo>
                      <a:cubicBezTo>
                        <a:pt x="187" y="219"/>
                        <a:pt x="163" y="218"/>
                        <a:pt x="201" y="216"/>
                      </a:cubicBezTo>
                      <a:cubicBezTo>
                        <a:pt x="207" y="205"/>
                        <a:pt x="217" y="202"/>
                        <a:pt x="221" y="189"/>
                      </a:cubicBezTo>
                      <a:cubicBezTo>
                        <a:pt x="218" y="156"/>
                        <a:pt x="209" y="118"/>
                        <a:pt x="224" y="87"/>
                      </a:cubicBezTo>
                      <a:cubicBezTo>
                        <a:pt x="225" y="80"/>
                        <a:pt x="237" y="69"/>
                        <a:pt x="237" y="69"/>
                      </a:cubicBezTo>
                      <a:cubicBezTo>
                        <a:pt x="240" y="61"/>
                        <a:pt x="241" y="53"/>
                        <a:pt x="245" y="46"/>
                      </a:cubicBezTo>
                      <a:cubicBezTo>
                        <a:pt x="246" y="37"/>
                        <a:pt x="252" y="34"/>
                        <a:pt x="257" y="27"/>
                      </a:cubicBezTo>
                      <a:cubicBezTo>
                        <a:pt x="260" y="11"/>
                        <a:pt x="254" y="33"/>
                        <a:pt x="263" y="19"/>
                      </a:cubicBezTo>
                      <a:cubicBezTo>
                        <a:pt x="266" y="14"/>
                        <a:pt x="265" y="6"/>
                        <a:pt x="266" y="0"/>
                      </a:cubicBezTo>
                      <a:cubicBezTo>
                        <a:pt x="278" y="15"/>
                        <a:pt x="267" y="38"/>
                        <a:pt x="275" y="55"/>
                      </a:cubicBezTo>
                      <a:cubicBezTo>
                        <a:pt x="276" y="62"/>
                        <a:pt x="280" y="68"/>
                        <a:pt x="285" y="73"/>
                      </a:cubicBezTo>
                      <a:cubicBezTo>
                        <a:pt x="288" y="80"/>
                        <a:pt x="290" y="86"/>
                        <a:pt x="293" y="93"/>
                      </a:cubicBezTo>
                      <a:cubicBezTo>
                        <a:pt x="296" y="112"/>
                        <a:pt x="297" y="147"/>
                        <a:pt x="320" y="151"/>
                      </a:cubicBezTo>
                      <a:cubicBezTo>
                        <a:pt x="322" y="159"/>
                        <a:pt x="326" y="161"/>
                        <a:pt x="333" y="165"/>
                      </a:cubicBezTo>
                      <a:cubicBezTo>
                        <a:pt x="350" y="161"/>
                        <a:pt x="353" y="157"/>
                        <a:pt x="362" y="142"/>
                      </a:cubicBezTo>
                      <a:cubicBezTo>
                        <a:pt x="364" y="132"/>
                        <a:pt x="367" y="123"/>
                        <a:pt x="375" y="117"/>
                      </a:cubicBezTo>
                      <a:cubicBezTo>
                        <a:pt x="378" y="111"/>
                        <a:pt x="380" y="109"/>
                        <a:pt x="386" y="106"/>
                      </a:cubicBezTo>
                      <a:cubicBezTo>
                        <a:pt x="392" y="98"/>
                        <a:pt x="394" y="92"/>
                        <a:pt x="404" y="90"/>
                      </a:cubicBezTo>
                      <a:cubicBezTo>
                        <a:pt x="411" y="78"/>
                        <a:pt x="436" y="77"/>
                        <a:pt x="450" y="75"/>
                      </a:cubicBezTo>
                      <a:cubicBezTo>
                        <a:pt x="457" y="71"/>
                        <a:pt x="460" y="65"/>
                        <a:pt x="467" y="61"/>
                      </a:cubicBezTo>
                      <a:cubicBezTo>
                        <a:pt x="475" y="50"/>
                        <a:pt x="476" y="46"/>
                        <a:pt x="489" y="40"/>
                      </a:cubicBezTo>
                      <a:cubicBezTo>
                        <a:pt x="488" y="47"/>
                        <a:pt x="486" y="55"/>
                        <a:pt x="483" y="61"/>
                      </a:cubicBezTo>
                      <a:cubicBezTo>
                        <a:pt x="482" y="67"/>
                        <a:pt x="479" y="70"/>
                        <a:pt x="477" y="75"/>
                      </a:cubicBezTo>
                      <a:cubicBezTo>
                        <a:pt x="481" y="86"/>
                        <a:pt x="490" y="86"/>
                        <a:pt x="500" y="88"/>
                      </a:cubicBezTo>
                      <a:cubicBezTo>
                        <a:pt x="506" y="91"/>
                        <a:pt x="514" y="93"/>
                        <a:pt x="521" y="94"/>
                      </a:cubicBezTo>
                      <a:cubicBezTo>
                        <a:pt x="530" y="99"/>
                        <a:pt x="541" y="107"/>
                        <a:pt x="551" y="109"/>
                      </a:cubicBezTo>
                      <a:cubicBezTo>
                        <a:pt x="558" y="112"/>
                        <a:pt x="568" y="117"/>
                        <a:pt x="575" y="118"/>
                      </a:cubicBezTo>
                      <a:cubicBezTo>
                        <a:pt x="579" y="124"/>
                        <a:pt x="592" y="129"/>
                        <a:pt x="599" y="130"/>
                      </a:cubicBezTo>
                      <a:cubicBezTo>
                        <a:pt x="614" y="128"/>
                        <a:pt x="591" y="128"/>
                        <a:pt x="606" y="139"/>
                      </a:cubicBezTo>
                      <a:cubicBezTo>
                        <a:pt x="610" y="149"/>
                        <a:pt x="611" y="146"/>
                        <a:pt x="609" y="159"/>
                      </a:cubicBezTo>
                      <a:cubicBezTo>
                        <a:pt x="611" y="178"/>
                        <a:pt x="613" y="192"/>
                        <a:pt x="630" y="201"/>
                      </a:cubicBezTo>
                      <a:cubicBezTo>
                        <a:pt x="635" y="208"/>
                        <a:pt x="642" y="213"/>
                        <a:pt x="647" y="220"/>
                      </a:cubicBezTo>
                      <a:cubicBezTo>
                        <a:pt x="648" y="227"/>
                        <a:pt x="651" y="228"/>
                        <a:pt x="657" y="231"/>
                      </a:cubicBezTo>
                      <a:cubicBezTo>
                        <a:pt x="664" y="245"/>
                        <a:pt x="680" y="250"/>
                        <a:pt x="689" y="262"/>
                      </a:cubicBezTo>
                      <a:cubicBezTo>
                        <a:pt x="692" y="276"/>
                        <a:pt x="704" y="280"/>
                        <a:pt x="714" y="288"/>
                      </a:cubicBezTo>
                      <a:cubicBezTo>
                        <a:pt x="712" y="317"/>
                        <a:pt x="700" y="328"/>
                        <a:pt x="684" y="349"/>
                      </a:cubicBezTo>
                      <a:cubicBezTo>
                        <a:pt x="683" y="366"/>
                        <a:pt x="685" y="368"/>
                        <a:pt x="672" y="376"/>
                      </a:cubicBezTo>
                      <a:cubicBezTo>
                        <a:pt x="669" y="381"/>
                        <a:pt x="666" y="385"/>
                        <a:pt x="663" y="390"/>
                      </a:cubicBezTo>
                      <a:cubicBezTo>
                        <a:pt x="665" y="413"/>
                        <a:pt x="665" y="422"/>
                        <a:pt x="689" y="427"/>
                      </a:cubicBezTo>
                      <a:cubicBezTo>
                        <a:pt x="682" y="430"/>
                        <a:pt x="674" y="428"/>
                        <a:pt x="668" y="433"/>
                      </a:cubicBezTo>
                      <a:cubicBezTo>
                        <a:pt x="652" y="460"/>
                        <a:pt x="684" y="516"/>
                        <a:pt x="648" y="523"/>
                      </a:cubicBezTo>
                      <a:cubicBezTo>
                        <a:pt x="640" y="527"/>
                        <a:pt x="631" y="526"/>
                        <a:pt x="626" y="519"/>
                      </a:cubicBezTo>
                      <a:cubicBezTo>
                        <a:pt x="624" y="510"/>
                        <a:pt x="624" y="509"/>
                        <a:pt x="615" y="507"/>
                      </a:cubicBezTo>
                      <a:cubicBezTo>
                        <a:pt x="612" y="493"/>
                        <a:pt x="620" y="475"/>
                        <a:pt x="608" y="466"/>
                      </a:cubicBezTo>
                      <a:cubicBezTo>
                        <a:pt x="595" y="470"/>
                        <a:pt x="601" y="475"/>
                        <a:pt x="599" y="490"/>
                      </a:cubicBezTo>
                      <a:cubicBezTo>
                        <a:pt x="598" y="498"/>
                        <a:pt x="591" y="500"/>
                        <a:pt x="585" y="504"/>
                      </a:cubicBezTo>
                      <a:cubicBezTo>
                        <a:pt x="579" y="512"/>
                        <a:pt x="575" y="515"/>
                        <a:pt x="581" y="526"/>
                      </a:cubicBezTo>
                      <a:cubicBezTo>
                        <a:pt x="582" y="532"/>
                        <a:pt x="584" y="535"/>
                        <a:pt x="587" y="540"/>
                      </a:cubicBezTo>
                      <a:cubicBezTo>
                        <a:pt x="588" y="546"/>
                        <a:pt x="590" y="553"/>
                        <a:pt x="593" y="559"/>
                      </a:cubicBezTo>
                      <a:cubicBezTo>
                        <a:pt x="596" y="575"/>
                        <a:pt x="602" y="596"/>
                        <a:pt x="585" y="603"/>
                      </a:cubicBezTo>
                      <a:cubicBezTo>
                        <a:pt x="581" y="608"/>
                        <a:pt x="575" y="613"/>
                        <a:pt x="570" y="616"/>
                      </a:cubicBezTo>
                      <a:cubicBezTo>
                        <a:pt x="569" y="623"/>
                        <a:pt x="565" y="623"/>
                        <a:pt x="561" y="628"/>
                      </a:cubicBezTo>
                      <a:cubicBezTo>
                        <a:pt x="559" y="640"/>
                        <a:pt x="556" y="652"/>
                        <a:pt x="552" y="664"/>
                      </a:cubicBezTo>
                      <a:cubicBezTo>
                        <a:pt x="551" y="672"/>
                        <a:pt x="552" y="676"/>
                        <a:pt x="545" y="681"/>
                      </a:cubicBezTo>
                      <a:cubicBezTo>
                        <a:pt x="542" y="689"/>
                        <a:pt x="543" y="695"/>
                        <a:pt x="536" y="700"/>
                      </a:cubicBezTo>
                      <a:cubicBezTo>
                        <a:pt x="524" y="699"/>
                        <a:pt x="510" y="697"/>
                        <a:pt x="498" y="702"/>
                      </a:cubicBezTo>
                      <a:cubicBezTo>
                        <a:pt x="490" y="706"/>
                        <a:pt x="492" y="705"/>
                        <a:pt x="483" y="712"/>
                      </a:cubicBezTo>
                      <a:cubicBezTo>
                        <a:pt x="482" y="713"/>
                        <a:pt x="479" y="715"/>
                        <a:pt x="479" y="715"/>
                      </a:cubicBezTo>
                      <a:cubicBezTo>
                        <a:pt x="476" y="720"/>
                        <a:pt x="472" y="722"/>
                        <a:pt x="468" y="727"/>
                      </a:cubicBezTo>
                      <a:cubicBezTo>
                        <a:pt x="465" y="740"/>
                        <a:pt x="452" y="763"/>
                        <a:pt x="438" y="766"/>
                      </a:cubicBezTo>
                      <a:cubicBezTo>
                        <a:pt x="433" y="768"/>
                        <a:pt x="430" y="772"/>
                        <a:pt x="425" y="774"/>
                      </a:cubicBezTo>
                      <a:cubicBezTo>
                        <a:pt x="421" y="782"/>
                        <a:pt x="424" y="794"/>
                        <a:pt x="416" y="798"/>
                      </a:cubicBezTo>
                      <a:cubicBezTo>
                        <a:pt x="405" y="794"/>
                        <a:pt x="395" y="791"/>
                        <a:pt x="384" y="787"/>
                      </a:cubicBezTo>
                      <a:cubicBezTo>
                        <a:pt x="381" y="788"/>
                        <a:pt x="378" y="788"/>
                        <a:pt x="375" y="789"/>
                      </a:cubicBezTo>
                      <a:cubicBezTo>
                        <a:pt x="374" y="790"/>
                        <a:pt x="373" y="794"/>
                        <a:pt x="372" y="793"/>
                      </a:cubicBezTo>
                      <a:cubicBezTo>
                        <a:pt x="366" y="790"/>
                        <a:pt x="361" y="776"/>
                        <a:pt x="357" y="771"/>
                      </a:cubicBezTo>
                      <a:cubicBezTo>
                        <a:pt x="356" y="764"/>
                        <a:pt x="356" y="761"/>
                        <a:pt x="348" y="759"/>
                      </a:cubicBezTo>
                      <a:cubicBezTo>
                        <a:pt x="343" y="756"/>
                        <a:pt x="339" y="754"/>
                        <a:pt x="333" y="753"/>
                      </a:cubicBezTo>
                      <a:cubicBezTo>
                        <a:pt x="326" y="748"/>
                        <a:pt x="327" y="742"/>
                        <a:pt x="324" y="735"/>
                      </a:cubicBezTo>
                      <a:cubicBezTo>
                        <a:pt x="322" y="725"/>
                        <a:pt x="320" y="704"/>
                        <a:pt x="309" y="702"/>
                      </a:cubicBezTo>
                      <a:cubicBezTo>
                        <a:pt x="305" y="707"/>
                        <a:pt x="303" y="708"/>
                        <a:pt x="297" y="709"/>
                      </a:cubicBezTo>
                      <a:cubicBezTo>
                        <a:pt x="294" y="705"/>
                        <a:pt x="293" y="701"/>
                        <a:pt x="291" y="696"/>
                      </a:cubicBezTo>
                      <a:cubicBezTo>
                        <a:pt x="290" y="690"/>
                        <a:pt x="290" y="685"/>
                        <a:pt x="284" y="682"/>
                      </a:cubicBezTo>
                      <a:cubicBezTo>
                        <a:pt x="236" y="685"/>
                        <a:pt x="259" y="681"/>
                        <a:pt x="237" y="694"/>
                      </a:cubicBezTo>
                      <a:cubicBezTo>
                        <a:pt x="233" y="701"/>
                        <a:pt x="230" y="702"/>
                        <a:pt x="224" y="697"/>
                      </a:cubicBezTo>
                      <a:cubicBezTo>
                        <a:pt x="221" y="691"/>
                        <a:pt x="224" y="688"/>
                        <a:pt x="227" y="682"/>
                      </a:cubicBezTo>
                      <a:cubicBezTo>
                        <a:pt x="228" y="675"/>
                        <a:pt x="226" y="672"/>
                        <a:pt x="222" y="666"/>
                      </a:cubicBezTo>
                      <a:cubicBezTo>
                        <a:pt x="220" y="656"/>
                        <a:pt x="218" y="647"/>
                        <a:pt x="216" y="637"/>
                      </a:cubicBezTo>
                      <a:cubicBezTo>
                        <a:pt x="217" y="623"/>
                        <a:pt x="215" y="613"/>
                        <a:pt x="227" y="606"/>
                      </a:cubicBezTo>
                      <a:cubicBezTo>
                        <a:pt x="230" y="601"/>
                        <a:pt x="233" y="598"/>
                        <a:pt x="234" y="592"/>
                      </a:cubicBezTo>
                      <a:cubicBezTo>
                        <a:pt x="233" y="577"/>
                        <a:pt x="238" y="570"/>
                        <a:pt x="225" y="565"/>
                      </a:cubicBezTo>
                      <a:cubicBezTo>
                        <a:pt x="220" y="560"/>
                        <a:pt x="217" y="559"/>
                        <a:pt x="209" y="558"/>
                      </a:cubicBezTo>
                      <a:cubicBezTo>
                        <a:pt x="203" y="557"/>
                        <a:pt x="191" y="555"/>
                        <a:pt x="191" y="555"/>
                      </a:cubicBezTo>
                      <a:cubicBezTo>
                        <a:pt x="184" y="544"/>
                        <a:pt x="176" y="522"/>
                        <a:pt x="162" y="519"/>
                      </a:cubicBezTo>
                      <a:cubicBezTo>
                        <a:pt x="159" y="505"/>
                        <a:pt x="158" y="497"/>
                        <a:pt x="150" y="486"/>
                      </a:cubicBezTo>
                      <a:cubicBezTo>
                        <a:pt x="148" y="475"/>
                        <a:pt x="143" y="461"/>
                        <a:pt x="132" y="457"/>
                      </a:cubicBezTo>
                      <a:cubicBezTo>
                        <a:pt x="131" y="450"/>
                        <a:pt x="131" y="446"/>
                        <a:pt x="125" y="442"/>
                      </a:cubicBezTo>
                      <a:cubicBezTo>
                        <a:pt x="121" y="440"/>
                        <a:pt x="114" y="435"/>
                        <a:pt x="114" y="435"/>
                      </a:cubicBezTo>
                      <a:cubicBezTo>
                        <a:pt x="109" y="429"/>
                        <a:pt x="100" y="421"/>
                        <a:pt x="93" y="418"/>
                      </a:cubicBezTo>
                      <a:cubicBezTo>
                        <a:pt x="88" y="408"/>
                        <a:pt x="83" y="397"/>
                        <a:pt x="74" y="390"/>
                      </a:cubicBezTo>
                      <a:cubicBezTo>
                        <a:pt x="72" y="384"/>
                        <a:pt x="67" y="379"/>
                        <a:pt x="62" y="375"/>
                      </a:cubicBezTo>
                      <a:cubicBezTo>
                        <a:pt x="59" y="368"/>
                        <a:pt x="55" y="363"/>
                        <a:pt x="51" y="357"/>
                      </a:cubicBezTo>
                      <a:cubicBezTo>
                        <a:pt x="50" y="351"/>
                        <a:pt x="49" y="349"/>
                        <a:pt x="44" y="345"/>
                      </a:cubicBezTo>
                      <a:cubicBezTo>
                        <a:pt x="41" y="337"/>
                        <a:pt x="34" y="332"/>
                        <a:pt x="29" y="324"/>
                      </a:cubicBezTo>
                      <a:cubicBezTo>
                        <a:pt x="21" y="310"/>
                        <a:pt x="13" y="295"/>
                        <a:pt x="3" y="282"/>
                      </a:cubicBezTo>
                      <a:cubicBezTo>
                        <a:pt x="0" y="266"/>
                        <a:pt x="6" y="264"/>
                        <a:pt x="14" y="250"/>
                      </a:cubicBezTo>
                      <a:cubicBezTo>
                        <a:pt x="15" y="238"/>
                        <a:pt x="19" y="224"/>
                        <a:pt x="12" y="214"/>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8" name="Freeform 31">
                  <a:extLst>
                    <a:ext uri="{FF2B5EF4-FFF2-40B4-BE49-F238E27FC236}">
                      <a16:creationId xmlns:a16="http://schemas.microsoft.com/office/drawing/2014/main" id="{D29C1975-18A9-0CAE-8D29-C440AC74F2D2}"/>
                    </a:ext>
                  </a:extLst>
                </p:cNvPr>
                <p:cNvSpPr>
                  <a:spLocks/>
                </p:cNvSpPr>
                <p:nvPr/>
              </p:nvSpPr>
              <p:spPr bwMode="auto">
                <a:xfrm>
                  <a:off x="7881290" y="1548938"/>
                  <a:ext cx="1185214" cy="998134"/>
                </a:xfrm>
                <a:custGeom>
                  <a:avLst/>
                  <a:gdLst>
                    <a:gd name="T0" fmla="*/ 25 w 735"/>
                    <a:gd name="T1" fmla="*/ 185 h 619"/>
                    <a:gd name="T2" fmla="*/ 64 w 735"/>
                    <a:gd name="T3" fmla="*/ 173 h 619"/>
                    <a:gd name="T4" fmla="*/ 98 w 735"/>
                    <a:gd name="T5" fmla="*/ 131 h 619"/>
                    <a:gd name="T6" fmla="*/ 101 w 735"/>
                    <a:gd name="T7" fmla="*/ 57 h 619"/>
                    <a:gd name="T8" fmla="*/ 103 w 735"/>
                    <a:gd name="T9" fmla="*/ 5 h 619"/>
                    <a:gd name="T10" fmla="*/ 157 w 735"/>
                    <a:gd name="T11" fmla="*/ 54 h 619"/>
                    <a:gd name="T12" fmla="*/ 202 w 735"/>
                    <a:gd name="T13" fmla="*/ 69 h 619"/>
                    <a:gd name="T14" fmla="*/ 256 w 735"/>
                    <a:gd name="T15" fmla="*/ 54 h 619"/>
                    <a:gd name="T16" fmla="*/ 301 w 735"/>
                    <a:gd name="T17" fmla="*/ 51 h 619"/>
                    <a:gd name="T18" fmla="*/ 361 w 735"/>
                    <a:gd name="T19" fmla="*/ 83 h 619"/>
                    <a:gd name="T20" fmla="*/ 535 w 735"/>
                    <a:gd name="T21" fmla="*/ 105 h 619"/>
                    <a:gd name="T22" fmla="*/ 619 w 735"/>
                    <a:gd name="T23" fmla="*/ 110 h 619"/>
                    <a:gd name="T24" fmla="*/ 704 w 735"/>
                    <a:gd name="T25" fmla="*/ 171 h 619"/>
                    <a:gd name="T26" fmla="*/ 715 w 735"/>
                    <a:gd name="T27" fmla="*/ 233 h 619"/>
                    <a:gd name="T28" fmla="*/ 725 w 735"/>
                    <a:gd name="T29" fmla="*/ 269 h 619"/>
                    <a:gd name="T30" fmla="*/ 704 w 735"/>
                    <a:gd name="T31" fmla="*/ 326 h 619"/>
                    <a:gd name="T32" fmla="*/ 683 w 735"/>
                    <a:gd name="T33" fmla="*/ 351 h 619"/>
                    <a:gd name="T34" fmla="*/ 665 w 735"/>
                    <a:gd name="T35" fmla="*/ 441 h 619"/>
                    <a:gd name="T36" fmla="*/ 638 w 735"/>
                    <a:gd name="T37" fmla="*/ 537 h 619"/>
                    <a:gd name="T38" fmla="*/ 631 w 735"/>
                    <a:gd name="T39" fmla="*/ 606 h 619"/>
                    <a:gd name="T40" fmla="*/ 614 w 735"/>
                    <a:gd name="T41" fmla="*/ 614 h 619"/>
                    <a:gd name="T42" fmla="*/ 578 w 735"/>
                    <a:gd name="T43" fmla="*/ 603 h 619"/>
                    <a:gd name="T44" fmla="*/ 346 w 735"/>
                    <a:gd name="T45" fmla="*/ 596 h 619"/>
                    <a:gd name="T46" fmla="*/ 251 w 735"/>
                    <a:gd name="T47" fmla="*/ 584 h 619"/>
                    <a:gd name="T48" fmla="*/ 188 w 735"/>
                    <a:gd name="T49" fmla="*/ 570 h 619"/>
                    <a:gd name="T50" fmla="*/ 205 w 735"/>
                    <a:gd name="T51" fmla="*/ 524 h 619"/>
                    <a:gd name="T52" fmla="*/ 208 w 735"/>
                    <a:gd name="T53" fmla="*/ 495 h 619"/>
                    <a:gd name="T54" fmla="*/ 227 w 735"/>
                    <a:gd name="T55" fmla="*/ 441 h 619"/>
                    <a:gd name="T56" fmla="*/ 205 w 735"/>
                    <a:gd name="T57" fmla="*/ 407 h 619"/>
                    <a:gd name="T58" fmla="*/ 160 w 735"/>
                    <a:gd name="T59" fmla="*/ 365 h 619"/>
                    <a:gd name="T60" fmla="*/ 134 w 735"/>
                    <a:gd name="T61" fmla="*/ 326 h 619"/>
                    <a:gd name="T62" fmla="*/ 74 w 735"/>
                    <a:gd name="T63" fmla="*/ 269 h 619"/>
                    <a:gd name="T64" fmla="*/ 17 w 735"/>
                    <a:gd name="T65" fmla="*/ 245 h 619"/>
                    <a:gd name="T66" fmla="*/ 7 w 735"/>
                    <a:gd name="T67" fmla="*/ 212 h 6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35"/>
                    <a:gd name="T103" fmla="*/ 0 h 619"/>
                    <a:gd name="T104" fmla="*/ 735 w 735"/>
                    <a:gd name="T105" fmla="*/ 619 h 6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35" h="619">
                      <a:moveTo>
                        <a:pt x="11" y="191"/>
                      </a:moveTo>
                      <a:cubicBezTo>
                        <a:pt x="16" y="188"/>
                        <a:pt x="19" y="186"/>
                        <a:pt x="25" y="185"/>
                      </a:cubicBezTo>
                      <a:cubicBezTo>
                        <a:pt x="32" y="182"/>
                        <a:pt x="39" y="180"/>
                        <a:pt x="46" y="179"/>
                      </a:cubicBezTo>
                      <a:cubicBezTo>
                        <a:pt x="52" y="176"/>
                        <a:pt x="58" y="174"/>
                        <a:pt x="64" y="173"/>
                      </a:cubicBezTo>
                      <a:cubicBezTo>
                        <a:pt x="69" y="169"/>
                        <a:pt x="71" y="165"/>
                        <a:pt x="76" y="162"/>
                      </a:cubicBezTo>
                      <a:cubicBezTo>
                        <a:pt x="84" y="152"/>
                        <a:pt x="92" y="142"/>
                        <a:pt x="98" y="131"/>
                      </a:cubicBezTo>
                      <a:cubicBezTo>
                        <a:pt x="102" y="111"/>
                        <a:pt x="103" y="98"/>
                        <a:pt x="113" y="81"/>
                      </a:cubicBezTo>
                      <a:cubicBezTo>
                        <a:pt x="112" y="70"/>
                        <a:pt x="110" y="62"/>
                        <a:pt x="101" y="57"/>
                      </a:cubicBezTo>
                      <a:cubicBezTo>
                        <a:pt x="98" y="41"/>
                        <a:pt x="96" y="25"/>
                        <a:pt x="94" y="8"/>
                      </a:cubicBezTo>
                      <a:cubicBezTo>
                        <a:pt x="95" y="2"/>
                        <a:pt x="94" y="0"/>
                        <a:pt x="103" y="5"/>
                      </a:cubicBezTo>
                      <a:cubicBezTo>
                        <a:pt x="106" y="7"/>
                        <a:pt x="112" y="12"/>
                        <a:pt x="112" y="12"/>
                      </a:cubicBezTo>
                      <a:cubicBezTo>
                        <a:pt x="124" y="32"/>
                        <a:pt x="133" y="49"/>
                        <a:pt x="157" y="54"/>
                      </a:cubicBezTo>
                      <a:cubicBezTo>
                        <a:pt x="164" y="58"/>
                        <a:pt x="171" y="60"/>
                        <a:pt x="179" y="62"/>
                      </a:cubicBezTo>
                      <a:cubicBezTo>
                        <a:pt x="186" y="66"/>
                        <a:pt x="194" y="67"/>
                        <a:pt x="202" y="69"/>
                      </a:cubicBezTo>
                      <a:cubicBezTo>
                        <a:pt x="212" y="68"/>
                        <a:pt x="214" y="63"/>
                        <a:pt x="223" y="60"/>
                      </a:cubicBezTo>
                      <a:cubicBezTo>
                        <a:pt x="232" y="53"/>
                        <a:pt x="244" y="55"/>
                        <a:pt x="256" y="54"/>
                      </a:cubicBezTo>
                      <a:cubicBezTo>
                        <a:pt x="265" y="51"/>
                        <a:pt x="274" y="49"/>
                        <a:pt x="283" y="47"/>
                      </a:cubicBezTo>
                      <a:cubicBezTo>
                        <a:pt x="290" y="48"/>
                        <a:pt x="294" y="50"/>
                        <a:pt x="301" y="51"/>
                      </a:cubicBezTo>
                      <a:cubicBezTo>
                        <a:pt x="308" y="57"/>
                        <a:pt x="318" y="67"/>
                        <a:pt x="326" y="72"/>
                      </a:cubicBezTo>
                      <a:cubicBezTo>
                        <a:pt x="336" y="78"/>
                        <a:pt x="350" y="79"/>
                        <a:pt x="361" y="83"/>
                      </a:cubicBezTo>
                      <a:cubicBezTo>
                        <a:pt x="383" y="81"/>
                        <a:pt x="403" y="82"/>
                        <a:pt x="425" y="84"/>
                      </a:cubicBezTo>
                      <a:cubicBezTo>
                        <a:pt x="474" y="108"/>
                        <a:pt x="456" y="104"/>
                        <a:pt x="535" y="105"/>
                      </a:cubicBezTo>
                      <a:cubicBezTo>
                        <a:pt x="548" y="111"/>
                        <a:pt x="564" y="110"/>
                        <a:pt x="578" y="111"/>
                      </a:cubicBezTo>
                      <a:cubicBezTo>
                        <a:pt x="592" y="113"/>
                        <a:pt x="605" y="112"/>
                        <a:pt x="619" y="110"/>
                      </a:cubicBezTo>
                      <a:cubicBezTo>
                        <a:pt x="655" y="111"/>
                        <a:pt x="689" y="117"/>
                        <a:pt x="725" y="119"/>
                      </a:cubicBezTo>
                      <a:cubicBezTo>
                        <a:pt x="735" y="139"/>
                        <a:pt x="712" y="155"/>
                        <a:pt x="704" y="171"/>
                      </a:cubicBezTo>
                      <a:cubicBezTo>
                        <a:pt x="703" y="177"/>
                        <a:pt x="701" y="181"/>
                        <a:pt x="698" y="186"/>
                      </a:cubicBezTo>
                      <a:cubicBezTo>
                        <a:pt x="701" y="219"/>
                        <a:pt x="703" y="209"/>
                        <a:pt x="715" y="233"/>
                      </a:cubicBezTo>
                      <a:cubicBezTo>
                        <a:pt x="716" y="239"/>
                        <a:pt x="718" y="242"/>
                        <a:pt x="721" y="248"/>
                      </a:cubicBezTo>
                      <a:cubicBezTo>
                        <a:pt x="722" y="255"/>
                        <a:pt x="724" y="261"/>
                        <a:pt x="725" y="269"/>
                      </a:cubicBezTo>
                      <a:cubicBezTo>
                        <a:pt x="724" y="281"/>
                        <a:pt x="723" y="304"/>
                        <a:pt x="713" y="312"/>
                      </a:cubicBezTo>
                      <a:cubicBezTo>
                        <a:pt x="711" y="316"/>
                        <a:pt x="707" y="323"/>
                        <a:pt x="704" y="326"/>
                      </a:cubicBezTo>
                      <a:cubicBezTo>
                        <a:pt x="701" y="329"/>
                        <a:pt x="695" y="333"/>
                        <a:pt x="695" y="333"/>
                      </a:cubicBezTo>
                      <a:cubicBezTo>
                        <a:pt x="691" y="339"/>
                        <a:pt x="687" y="345"/>
                        <a:pt x="683" y="351"/>
                      </a:cubicBezTo>
                      <a:cubicBezTo>
                        <a:pt x="681" y="360"/>
                        <a:pt x="682" y="368"/>
                        <a:pt x="688" y="375"/>
                      </a:cubicBezTo>
                      <a:cubicBezTo>
                        <a:pt x="660" y="404"/>
                        <a:pt x="675" y="410"/>
                        <a:pt x="665" y="441"/>
                      </a:cubicBezTo>
                      <a:cubicBezTo>
                        <a:pt x="663" y="454"/>
                        <a:pt x="663" y="466"/>
                        <a:pt x="674" y="474"/>
                      </a:cubicBezTo>
                      <a:cubicBezTo>
                        <a:pt x="672" y="504"/>
                        <a:pt x="672" y="530"/>
                        <a:pt x="638" y="537"/>
                      </a:cubicBezTo>
                      <a:cubicBezTo>
                        <a:pt x="632" y="541"/>
                        <a:pt x="629" y="547"/>
                        <a:pt x="626" y="554"/>
                      </a:cubicBezTo>
                      <a:cubicBezTo>
                        <a:pt x="623" y="573"/>
                        <a:pt x="623" y="590"/>
                        <a:pt x="631" y="606"/>
                      </a:cubicBezTo>
                      <a:cubicBezTo>
                        <a:pt x="630" y="610"/>
                        <a:pt x="632" y="615"/>
                        <a:pt x="629" y="617"/>
                      </a:cubicBezTo>
                      <a:cubicBezTo>
                        <a:pt x="624" y="619"/>
                        <a:pt x="614" y="614"/>
                        <a:pt x="614" y="614"/>
                      </a:cubicBezTo>
                      <a:cubicBezTo>
                        <a:pt x="609" y="610"/>
                        <a:pt x="605" y="609"/>
                        <a:pt x="598" y="608"/>
                      </a:cubicBezTo>
                      <a:cubicBezTo>
                        <a:pt x="592" y="605"/>
                        <a:pt x="585" y="605"/>
                        <a:pt x="578" y="603"/>
                      </a:cubicBezTo>
                      <a:cubicBezTo>
                        <a:pt x="557" y="588"/>
                        <a:pt x="500" y="594"/>
                        <a:pt x="491" y="594"/>
                      </a:cubicBezTo>
                      <a:cubicBezTo>
                        <a:pt x="443" y="590"/>
                        <a:pt x="394" y="595"/>
                        <a:pt x="346" y="596"/>
                      </a:cubicBezTo>
                      <a:cubicBezTo>
                        <a:pt x="325" y="599"/>
                        <a:pt x="305" y="596"/>
                        <a:pt x="284" y="593"/>
                      </a:cubicBezTo>
                      <a:cubicBezTo>
                        <a:pt x="275" y="588"/>
                        <a:pt x="261" y="586"/>
                        <a:pt x="251" y="584"/>
                      </a:cubicBezTo>
                      <a:cubicBezTo>
                        <a:pt x="239" y="578"/>
                        <a:pt x="222" y="579"/>
                        <a:pt x="209" y="578"/>
                      </a:cubicBezTo>
                      <a:cubicBezTo>
                        <a:pt x="202" y="574"/>
                        <a:pt x="195" y="574"/>
                        <a:pt x="188" y="570"/>
                      </a:cubicBezTo>
                      <a:cubicBezTo>
                        <a:pt x="181" y="561"/>
                        <a:pt x="181" y="542"/>
                        <a:pt x="190" y="534"/>
                      </a:cubicBezTo>
                      <a:cubicBezTo>
                        <a:pt x="194" y="530"/>
                        <a:pt x="205" y="524"/>
                        <a:pt x="205" y="524"/>
                      </a:cubicBezTo>
                      <a:cubicBezTo>
                        <a:pt x="205" y="522"/>
                        <a:pt x="206" y="521"/>
                        <a:pt x="206" y="519"/>
                      </a:cubicBezTo>
                      <a:cubicBezTo>
                        <a:pt x="207" y="511"/>
                        <a:pt x="207" y="503"/>
                        <a:pt x="208" y="495"/>
                      </a:cubicBezTo>
                      <a:cubicBezTo>
                        <a:pt x="209" y="489"/>
                        <a:pt x="230" y="462"/>
                        <a:pt x="235" y="455"/>
                      </a:cubicBezTo>
                      <a:cubicBezTo>
                        <a:pt x="236" y="445"/>
                        <a:pt x="235" y="446"/>
                        <a:pt x="227" y="441"/>
                      </a:cubicBezTo>
                      <a:cubicBezTo>
                        <a:pt x="223" y="433"/>
                        <a:pt x="220" y="425"/>
                        <a:pt x="215" y="417"/>
                      </a:cubicBezTo>
                      <a:cubicBezTo>
                        <a:pt x="214" y="408"/>
                        <a:pt x="211" y="412"/>
                        <a:pt x="205" y="407"/>
                      </a:cubicBezTo>
                      <a:cubicBezTo>
                        <a:pt x="202" y="401"/>
                        <a:pt x="194" y="396"/>
                        <a:pt x="188" y="393"/>
                      </a:cubicBezTo>
                      <a:cubicBezTo>
                        <a:pt x="181" y="383"/>
                        <a:pt x="170" y="372"/>
                        <a:pt x="160" y="365"/>
                      </a:cubicBezTo>
                      <a:cubicBezTo>
                        <a:pt x="155" y="357"/>
                        <a:pt x="148" y="350"/>
                        <a:pt x="140" y="345"/>
                      </a:cubicBezTo>
                      <a:cubicBezTo>
                        <a:pt x="139" y="339"/>
                        <a:pt x="137" y="332"/>
                        <a:pt x="134" y="326"/>
                      </a:cubicBezTo>
                      <a:cubicBezTo>
                        <a:pt x="129" y="300"/>
                        <a:pt x="130" y="287"/>
                        <a:pt x="101" y="281"/>
                      </a:cubicBezTo>
                      <a:cubicBezTo>
                        <a:pt x="93" y="277"/>
                        <a:pt x="83" y="271"/>
                        <a:pt x="74" y="269"/>
                      </a:cubicBezTo>
                      <a:cubicBezTo>
                        <a:pt x="65" y="264"/>
                        <a:pt x="54" y="259"/>
                        <a:pt x="44" y="257"/>
                      </a:cubicBezTo>
                      <a:cubicBezTo>
                        <a:pt x="36" y="251"/>
                        <a:pt x="27" y="247"/>
                        <a:pt x="17" y="245"/>
                      </a:cubicBezTo>
                      <a:cubicBezTo>
                        <a:pt x="12" y="243"/>
                        <a:pt x="8" y="240"/>
                        <a:pt x="4" y="237"/>
                      </a:cubicBezTo>
                      <a:cubicBezTo>
                        <a:pt x="0" y="229"/>
                        <a:pt x="3" y="220"/>
                        <a:pt x="7" y="212"/>
                      </a:cubicBezTo>
                      <a:cubicBezTo>
                        <a:pt x="9" y="204"/>
                        <a:pt x="10" y="200"/>
                        <a:pt x="11" y="191"/>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69" name="Freeform 32">
                  <a:extLst>
                    <a:ext uri="{FF2B5EF4-FFF2-40B4-BE49-F238E27FC236}">
                      <a16:creationId xmlns:a16="http://schemas.microsoft.com/office/drawing/2014/main" id="{23C8D371-0653-894D-CEF1-0D51805BD1B5}"/>
                    </a:ext>
                  </a:extLst>
                </p:cNvPr>
                <p:cNvSpPr>
                  <a:spLocks/>
                </p:cNvSpPr>
                <p:nvPr/>
              </p:nvSpPr>
              <p:spPr bwMode="auto">
                <a:xfrm>
                  <a:off x="8731097" y="2126211"/>
                  <a:ext cx="557937" cy="1014259"/>
                </a:xfrm>
                <a:custGeom>
                  <a:avLst/>
                  <a:gdLst>
                    <a:gd name="T0" fmla="*/ 165 w 346"/>
                    <a:gd name="T1" fmla="*/ 17 h 629"/>
                    <a:gd name="T2" fmla="*/ 180 w 346"/>
                    <a:gd name="T3" fmla="*/ 22 h 629"/>
                    <a:gd name="T4" fmla="*/ 197 w 346"/>
                    <a:gd name="T5" fmla="*/ 20 h 629"/>
                    <a:gd name="T6" fmla="*/ 209 w 346"/>
                    <a:gd name="T7" fmla="*/ 1 h 629"/>
                    <a:gd name="T8" fmla="*/ 243 w 346"/>
                    <a:gd name="T9" fmla="*/ 2 h 629"/>
                    <a:gd name="T10" fmla="*/ 248 w 346"/>
                    <a:gd name="T11" fmla="*/ 16 h 629"/>
                    <a:gd name="T12" fmla="*/ 263 w 346"/>
                    <a:gd name="T13" fmla="*/ 23 h 629"/>
                    <a:gd name="T14" fmla="*/ 278 w 346"/>
                    <a:gd name="T15" fmla="*/ 17 h 629"/>
                    <a:gd name="T16" fmla="*/ 299 w 346"/>
                    <a:gd name="T17" fmla="*/ 28 h 629"/>
                    <a:gd name="T18" fmla="*/ 327 w 346"/>
                    <a:gd name="T19" fmla="*/ 23 h 629"/>
                    <a:gd name="T20" fmla="*/ 341 w 346"/>
                    <a:gd name="T21" fmla="*/ 38 h 629"/>
                    <a:gd name="T22" fmla="*/ 333 w 346"/>
                    <a:gd name="T23" fmla="*/ 73 h 629"/>
                    <a:gd name="T24" fmla="*/ 339 w 346"/>
                    <a:gd name="T25" fmla="*/ 97 h 629"/>
                    <a:gd name="T26" fmla="*/ 338 w 346"/>
                    <a:gd name="T27" fmla="*/ 115 h 629"/>
                    <a:gd name="T28" fmla="*/ 330 w 346"/>
                    <a:gd name="T29" fmla="*/ 128 h 629"/>
                    <a:gd name="T30" fmla="*/ 317 w 346"/>
                    <a:gd name="T31" fmla="*/ 148 h 629"/>
                    <a:gd name="T32" fmla="*/ 294 w 346"/>
                    <a:gd name="T33" fmla="*/ 172 h 629"/>
                    <a:gd name="T34" fmla="*/ 305 w 346"/>
                    <a:gd name="T35" fmla="*/ 179 h 629"/>
                    <a:gd name="T36" fmla="*/ 335 w 346"/>
                    <a:gd name="T37" fmla="*/ 221 h 629"/>
                    <a:gd name="T38" fmla="*/ 329 w 346"/>
                    <a:gd name="T39" fmla="*/ 265 h 629"/>
                    <a:gd name="T40" fmla="*/ 308 w 346"/>
                    <a:gd name="T41" fmla="*/ 295 h 629"/>
                    <a:gd name="T42" fmla="*/ 303 w 346"/>
                    <a:gd name="T43" fmla="*/ 328 h 629"/>
                    <a:gd name="T44" fmla="*/ 318 w 346"/>
                    <a:gd name="T45" fmla="*/ 419 h 629"/>
                    <a:gd name="T46" fmla="*/ 323 w 346"/>
                    <a:gd name="T47" fmla="*/ 436 h 629"/>
                    <a:gd name="T48" fmla="*/ 329 w 346"/>
                    <a:gd name="T49" fmla="*/ 479 h 629"/>
                    <a:gd name="T50" fmla="*/ 324 w 346"/>
                    <a:gd name="T51" fmla="*/ 533 h 629"/>
                    <a:gd name="T52" fmla="*/ 341 w 346"/>
                    <a:gd name="T53" fmla="*/ 581 h 629"/>
                    <a:gd name="T54" fmla="*/ 338 w 346"/>
                    <a:gd name="T55" fmla="*/ 593 h 629"/>
                    <a:gd name="T56" fmla="*/ 324 w 346"/>
                    <a:gd name="T57" fmla="*/ 596 h 629"/>
                    <a:gd name="T58" fmla="*/ 288 w 346"/>
                    <a:gd name="T59" fmla="*/ 601 h 629"/>
                    <a:gd name="T60" fmla="*/ 252 w 346"/>
                    <a:gd name="T61" fmla="*/ 608 h 629"/>
                    <a:gd name="T62" fmla="*/ 234 w 346"/>
                    <a:gd name="T63" fmla="*/ 619 h 629"/>
                    <a:gd name="T64" fmla="*/ 204 w 346"/>
                    <a:gd name="T65" fmla="*/ 614 h 629"/>
                    <a:gd name="T66" fmla="*/ 189 w 346"/>
                    <a:gd name="T67" fmla="*/ 610 h 629"/>
                    <a:gd name="T68" fmla="*/ 179 w 346"/>
                    <a:gd name="T69" fmla="*/ 602 h 629"/>
                    <a:gd name="T70" fmla="*/ 156 w 346"/>
                    <a:gd name="T71" fmla="*/ 578 h 629"/>
                    <a:gd name="T72" fmla="*/ 141 w 346"/>
                    <a:gd name="T73" fmla="*/ 565 h 629"/>
                    <a:gd name="T74" fmla="*/ 99 w 346"/>
                    <a:gd name="T75" fmla="*/ 553 h 629"/>
                    <a:gd name="T76" fmla="*/ 75 w 346"/>
                    <a:gd name="T77" fmla="*/ 545 h 629"/>
                    <a:gd name="T78" fmla="*/ 59 w 346"/>
                    <a:gd name="T79" fmla="*/ 529 h 629"/>
                    <a:gd name="T80" fmla="*/ 42 w 346"/>
                    <a:gd name="T81" fmla="*/ 502 h 629"/>
                    <a:gd name="T82" fmla="*/ 17 w 346"/>
                    <a:gd name="T83" fmla="*/ 457 h 629"/>
                    <a:gd name="T84" fmla="*/ 6 w 346"/>
                    <a:gd name="T85" fmla="*/ 445 h 629"/>
                    <a:gd name="T86" fmla="*/ 15 w 346"/>
                    <a:gd name="T87" fmla="*/ 412 h 629"/>
                    <a:gd name="T88" fmla="*/ 26 w 346"/>
                    <a:gd name="T89" fmla="*/ 400 h 629"/>
                    <a:gd name="T90" fmla="*/ 35 w 346"/>
                    <a:gd name="T91" fmla="*/ 383 h 629"/>
                    <a:gd name="T92" fmla="*/ 65 w 346"/>
                    <a:gd name="T93" fmla="*/ 323 h 629"/>
                    <a:gd name="T94" fmla="*/ 83 w 346"/>
                    <a:gd name="T95" fmla="*/ 287 h 629"/>
                    <a:gd name="T96" fmla="*/ 101 w 346"/>
                    <a:gd name="T97" fmla="*/ 272 h 629"/>
                    <a:gd name="T98" fmla="*/ 110 w 346"/>
                    <a:gd name="T99" fmla="*/ 253 h 629"/>
                    <a:gd name="T100" fmla="*/ 96 w 346"/>
                    <a:gd name="T101" fmla="*/ 215 h 629"/>
                    <a:gd name="T102" fmla="*/ 116 w 346"/>
                    <a:gd name="T103" fmla="*/ 178 h 629"/>
                    <a:gd name="T104" fmla="*/ 129 w 346"/>
                    <a:gd name="T105" fmla="*/ 169 h 629"/>
                    <a:gd name="T106" fmla="*/ 140 w 346"/>
                    <a:gd name="T107" fmla="*/ 157 h 629"/>
                    <a:gd name="T108" fmla="*/ 147 w 346"/>
                    <a:gd name="T109" fmla="*/ 143 h 629"/>
                    <a:gd name="T110" fmla="*/ 138 w 346"/>
                    <a:gd name="T111" fmla="*/ 104 h 629"/>
                    <a:gd name="T112" fmla="*/ 143 w 346"/>
                    <a:gd name="T113" fmla="*/ 61 h 629"/>
                    <a:gd name="T114" fmla="*/ 158 w 346"/>
                    <a:gd name="T115" fmla="*/ 25 h 629"/>
                    <a:gd name="T116" fmla="*/ 165 w 346"/>
                    <a:gd name="T117" fmla="*/ 17 h 62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46"/>
                    <a:gd name="T178" fmla="*/ 0 h 629"/>
                    <a:gd name="T179" fmla="*/ 346 w 346"/>
                    <a:gd name="T180" fmla="*/ 629 h 62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46" h="629">
                      <a:moveTo>
                        <a:pt x="165" y="17"/>
                      </a:moveTo>
                      <a:cubicBezTo>
                        <a:pt x="170" y="19"/>
                        <a:pt x="175" y="20"/>
                        <a:pt x="180" y="22"/>
                      </a:cubicBezTo>
                      <a:cubicBezTo>
                        <a:pt x="186" y="21"/>
                        <a:pt x="193" y="24"/>
                        <a:pt x="197" y="20"/>
                      </a:cubicBezTo>
                      <a:cubicBezTo>
                        <a:pt x="212" y="5"/>
                        <a:pt x="189" y="4"/>
                        <a:pt x="209" y="1"/>
                      </a:cubicBezTo>
                      <a:cubicBezTo>
                        <a:pt x="220" y="1"/>
                        <a:pt x="232" y="0"/>
                        <a:pt x="243" y="2"/>
                      </a:cubicBezTo>
                      <a:cubicBezTo>
                        <a:pt x="248" y="3"/>
                        <a:pt x="246" y="12"/>
                        <a:pt x="248" y="16"/>
                      </a:cubicBezTo>
                      <a:cubicBezTo>
                        <a:pt x="250" y="21"/>
                        <a:pt x="259" y="22"/>
                        <a:pt x="263" y="23"/>
                      </a:cubicBezTo>
                      <a:cubicBezTo>
                        <a:pt x="269" y="22"/>
                        <a:pt x="272" y="19"/>
                        <a:pt x="278" y="17"/>
                      </a:cubicBezTo>
                      <a:cubicBezTo>
                        <a:pt x="293" y="19"/>
                        <a:pt x="290" y="19"/>
                        <a:pt x="299" y="28"/>
                      </a:cubicBezTo>
                      <a:cubicBezTo>
                        <a:pt x="308" y="27"/>
                        <a:pt x="318" y="27"/>
                        <a:pt x="327" y="23"/>
                      </a:cubicBezTo>
                      <a:cubicBezTo>
                        <a:pt x="338" y="27"/>
                        <a:pt x="336" y="29"/>
                        <a:pt x="341" y="38"/>
                      </a:cubicBezTo>
                      <a:cubicBezTo>
                        <a:pt x="339" y="52"/>
                        <a:pt x="339" y="61"/>
                        <a:pt x="333" y="73"/>
                      </a:cubicBezTo>
                      <a:cubicBezTo>
                        <a:pt x="331" y="83"/>
                        <a:pt x="328" y="91"/>
                        <a:pt x="339" y="97"/>
                      </a:cubicBezTo>
                      <a:cubicBezTo>
                        <a:pt x="344" y="104"/>
                        <a:pt x="346" y="109"/>
                        <a:pt x="338" y="115"/>
                      </a:cubicBezTo>
                      <a:cubicBezTo>
                        <a:pt x="336" y="120"/>
                        <a:pt x="332" y="123"/>
                        <a:pt x="330" y="128"/>
                      </a:cubicBezTo>
                      <a:cubicBezTo>
                        <a:pt x="328" y="136"/>
                        <a:pt x="324" y="144"/>
                        <a:pt x="317" y="148"/>
                      </a:cubicBezTo>
                      <a:cubicBezTo>
                        <a:pt x="310" y="157"/>
                        <a:pt x="300" y="162"/>
                        <a:pt x="294" y="172"/>
                      </a:cubicBezTo>
                      <a:cubicBezTo>
                        <a:pt x="297" y="178"/>
                        <a:pt x="299" y="178"/>
                        <a:pt x="305" y="179"/>
                      </a:cubicBezTo>
                      <a:cubicBezTo>
                        <a:pt x="314" y="194"/>
                        <a:pt x="327" y="206"/>
                        <a:pt x="335" y="221"/>
                      </a:cubicBezTo>
                      <a:cubicBezTo>
                        <a:pt x="333" y="235"/>
                        <a:pt x="333" y="251"/>
                        <a:pt x="329" y="265"/>
                      </a:cubicBezTo>
                      <a:cubicBezTo>
                        <a:pt x="326" y="276"/>
                        <a:pt x="314" y="286"/>
                        <a:pt x="308" y="295"/>
                      </a:cubicBezTo>
                      <a:cubicBezTo>
                        <a:pt x="305" y="307"/>
                        <a:pt x="304" y="315"/>
                        <a:pt x="303" y="328"/>
                      </a:cubicBezTo>
                      <a:cubicBezTo>
                        <a:pt x="305" y="355"/>
                        <a:pt x="298" y="399"/>
                        <a:pt x="318" y="419"/>
                      </a:cubicBezTo>
                      <a:cubicBezTo>
                        <a:pt x="320" y="425"/>
                        <a:pt x="321" y="430"/>
                        <a:pt x="323" y="436"/>
                      </a:cubicBezTo>
                      <a:cubicBezTo>
                        <a:pt x="324" y="456"/>
                        <a:pt x="319" y="466"/>
                        <a:pt x="329" y="479"/>
                      </a:cubicBezTo>
                      <a:cubicBezTo>
                        <a:pt x="330" y="495"/>
                        <a:pt x="339" y="521"/>
                        <a:pt x="324" y="533"/>
                      </a:cubicBezTo>
                      <a:cubicBezTo>
                        <a:pt x="320" y="554"/>
                        <a:pt x="323" y="570"/>
                        <a:pt x="341" y="581"/>
                      </a:cubicBezTo>
                      <a:cubicBezTo>
                        <a:pt x="342" y="587"/>
                        <a:pt x="345" y="591"/>
                        <a:pt x="338" y="593"/>
                      </a:cubicBezTo>
                      <a:cubicBezTo>
                        <a:pt x="333" y="595"/>
                        <a:pt x="324" y="596"/>
                        <a:pt x="324" y="596"/>
                      </a:cubicBezTo>
                      <a:cubicBezTo>
                        <a:pt x="313" y="602"/>
                        <a:pt x="300" y="597"/>
                        <a:pt x="288" y="601"/>
                      </a:cubicBezTo>
                      <a:cubicBezTo>
                        <a:pt x="279" y="608"/>
                        <a:pt x="264" y="607"/>
                        <a:pt x="252" y="608"/>
                      </a:cubicBezTo>
                      <a:cubicBezTo>
                        <a:pt x="246" y="611"/>
                        <a:pt x="240" y="615"/>
                        <a:pt x="234" y="619"/>
                      </a:cubicBezTo>
                      <a:cubicBezTo>
                        <a:pt x="226" y="629"/>
                        <a:pt x="213" y="619"/>
                        <a:pt x="204" y="614"/>
                      </a:cubicBezTo>
                      <a:cubicBezTo>
                        <a:pt x="200" y="608"/>
                        <a:pt x="196" y="611"/>
                        <a:pt x="189" y="610"/>
                      </a:cubicBezTo>
                      <a:cubicBezTo>
                        <a:pt x="184" y="608"/>
                        <a:pt x="184" y="604"/>
                        <a:pt x="179" y="602"/>
                      </a:cubicBezTo>
                      <a:cubicBezTo>
                        <a:pt x="175" y="589"/>
                        <a:pt x="167" y="584"/>
                        <a:pt x="156" y="578"/>
                      </a:cubicBezTo>
                      <a:cubicBezTo>
                        <a:pt x="152" y="573"/>
                        <a:pt x="147" y="566"/>
                        <a:pt x="141" y="565"/>
                      </a:cubicBezTo>
                      <a:cubicBezTo>
                        <a:pt x="129" y="550"/>
                        <a:pt x="120" y="554"/>
                        <a:pt x="99" y="553"/>
                      </a:cubicBezTo>
                      <a:cubicBezTo>
                        <a:pt x="86" y="550"/>
                        <a:pt x="85" y="551"/>
                        <a:pt x="75" y="545"/>
                      </a:cubicBezTo>
                      <a:cubicBezTo>
                        <a:pt x="71" y="539"/>
                        <a:pt x="64" y="534"/>
                        <a:pt x="59" y="529"/>
                      </a:cubicBezTo>
                      <a:cubicBezTo>
                        <a:pt x="52" y="522"/>
                        <a:pt x="48" y="510"/>
                        <a:pt x="42" y="502"/>
                      </a:cubicBezTo>
                      <a:cubicBezTo>
                        <a:pt x="39" y="486"/>
                        <a:pt x="28" y="468"/>
                        <a:pt x="17" y="457"/>
                      </a:cubicBezTo>
                      <a:cubicBezTo>
                        <a:pt x="14" y="451"/>
                        <a:pt x="12" y="449"/>
                        <a:pt x="6" y="445"/>
                      </a:cubicBezTo>
                      <a:cubicBezTo>
                        <a:pt x="0" y="435"/>
                        <a:pt x="6" y="419"/>
                        <a:pt x="15" y="412"/>
                      </a:cubicBezTo>
                      <a:cubicBezTo>
                        <a:pt x="17" y="407"/>
                        <a:pt x="26" y="400"/>
                        <a:pt x="26" y="400"/>
                      </a:cubicBezTo>
                      <a:cubicBezTo>
                        <a:pt x="29" y="395"/>
                        <a:pt x="35" y="383"/>
                        <a:pt x="35" y="383"/>
                      </a:cubicBezTo>
                      <a:cubicBezTo>
                        <a:pt x="40" y="352"/>
                        <a:pt x="52" y="348"/>
                        <a:pt x="65" y="323"/>
                      </a:cubicBezTo>
                      <a:cubicBezTo>
                        <a:pt x="67" y="309"/>
                        <a:pt x="70" y="295"/>
                        <a:pt x="83" y="287"/>
                      </a:cubicBezTo>
                      <a:cubicBezTo>
                        <a:pt x="90" y="278"/>
                        <a:pt x="92" y="278"/>
                        <a:pt x="101" y="272"/>
                      </a:cubicBezTo>
                      <a:cubicBezTo>
                        <a:pt x="106" y="266"/>
                        <a:pt x="107" y="260"/>
                        <a:pt x="110" y="253"/>
                      </a:cubicBezTo>
                      <a:cubicBezTo>
                        <a:pt x="109" y="241"/>
                        <a:pt x="101" y="228"/>
                        <a:pt x="96" y="215"/>
                      </a:cubicBezTo>
                      <a:cubicBezTo>
                        <a:pt x="97" y="201"/>
                        <a:pt x="101" y="180"/>
                        <a:pt x="116" y="178"/>
                      </a:cubicBezTo>
                      <a:cubicBezTo>
                        <a:pt x="120" y="175"/>
                        <a:pt x="125" y="172"/>
                        <a:pt x="129" y="169"/>
                      </a:cubicBezTo>
                      <a:cubicBezTo>
                        <a:pt x="132" y="163"/>
                        <a:pt x="134" y="160"/>
                        <a:pt x="140" y="157"/>
                      </a:cubicBezTo>
                      <a:cubicBezTo>
                        <a:pt x="143" y="152"/>
                        <a:pt x="146" y="149"/>
                        <a:pt x="147" y="143"/>
                      </a:cubicBezTo>
                      <a:cubicBezTo>
                        <a:pt x="146" y="129"/>
                        <a:pt x="152" y="112"/>
                        <a:pt x="138" y="104"/>
                      </a:cubicBezTo>
                      <a:cubicBezTo>
                        <a:pt x="139" y="95"/>
                        <a:pt x="137" y="73"/>
                        <a:pt x="143" y="61"/>
                      </a:cubicBezTo>
                      <a:cubicBezTo>
                        <a:pt x="146" y="47"/>
                        <a:pt x="145" y="33"/>
                        <a:pt x="158" y="25"/>
                      </a:cubicBezTo>
                      <a:cubicBezTo>
                        <a:pt x="160" y="17"/>
                        <a:pt x="162" y="23"/>
                        <a:pt x="165" y="17"/>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70" name="Freeform 33">
                  <a:extLst>
                    <a:ext uri="{FF2B5EF4-FFF2-40B4-BE49-F238E27FC236}">
                      <a16:creationId xmlns:a16="http://schemas.microsoft.com/office/drawing/2014/main" id="{BB0422E8-0EDB-EC5D-C0C9-FA0E43C538E8}"/>
                    </a:ext>
                  </a:extLst>
                </p:cNvPr>
                <p:cNvSpPr>
                  <a:spLocks/>
                </p:cNvSpPr>
                <p:nvPr/>
              </p:nvSpPr>
              <p:spPr bwMode="auto">
                <a:xfrm>
                  <a:off x="9203570" y="2305198"/>
                  <a:ext cx="925596" cy="901385"/>
                </a:xfrm>
                <a:custGeom>
                  <a:avLst/>
                  <a:gdLst>
                    <a:gd name="T0" fmla="*/ 63 w 574"/>
                    <a:gd name="T1" fmla="*/ 16 h 559"/>
                    <a:gd name="T2" fmla="*/ 109 w 574"/>
                    <a:gd name="T3" fmla="*/ 62 h 559"/>
                    <a:gd name="T4" fmla="*/ 160 w 574"/>
                    <a:gd name="T5" fmla="*/ 97 h 559"/>
                    <a:gd name="T6" fmla="*/ 216 w 574"/>
                    <a:gd name="T7" fmla="*/ 139 h 559"/>
                    <a:gd name="T8" fmla="*/ 307 w 574"/>
                    <a:gd name="T9" fmla="*/ 152 h 559"/>
                    <a:gd name="T10" fmla="*/ 343 w 574"/>
                    <a:gd name="T11" fmla="*/ 128 h 559"/>
                    <a:gd name="T12" fmla="*/ 333 w 574"/>
                    <a:gd name="T13" fmla="*/ 95 h 559"/>
                    <a:gd name="T14" fmla="*/ 375 w 574"/>
                    <a:gd name="T15" fmla="*/ 88 h 559"/>
                    <a:gd name="T16" fmla="*/ 445 w 574"/>
                    <a:gd name="T17" fmla="*/ 67 h 559"/>
                    <a:gd name="T18" fmla="*/ 490 w 574"/>
                    <a:gd name="T19" fmla="*/ 41 h 559"/>
                    <a:gd name="T20" fmla="*/ 555 w 574"/>
                    <a:gd name="T21" fmla="*/ 86 h 559"/>
                    <a:gd name="T22" fmla="*/ 567 w 574"/>
                    <a:gd name="T23" fmla="*/ 175 h 559"/>
                    <a:gd name="T24" fmla="*/ 544 w 574"/>
                    <a:gd name="T25" fmla="*/ 197 h 559"/>
                    <a:gd name="T26" fmla="*/ 510 w 574"/>
                    <a:gd name="T27" fmla="*/ 229 h 559"/>
                    <a:gd name="T28" fmla="*/ 508 w 574"/>
                    <a:gd name="T29" fmla="*/ 292 h 559"/>
                    <a:gd name="T30" fmla="*/ 501 w 574"/>
                    <a:gd name="T31" fmla="*/ 374 h 559"/>
                    <a:gd name="T32" fmla="*/ 487 w 574"/>
                    <a:gd name="T33" fmla="*/ 398 h 559"/>
                    <a:gd name="T34" fmla="*/ 478 w 574"/>
                    <a:gd name="T35" fmla="*/ 457 h 559"/>
                    <a:gd name="T36" fmla="*/ 421 w 574"/>
                    <a:gd name="T37" fmla="*/ 511 h 559"/>
                    <a:gd name="T38" fmla="*/ 364 w 574"/>
                    <a:gd name="T39" fmla="*/ 530 h 559"/>
                    <a:gd name="T40" fmla="*/ 328 w 574"/>
                    <a:gd name="T41" fmla="*/ 533 h 559"/>
                    <a:gd name="T42" fmla="*/ 274 w 574"/>
                    <a:gd name="T43" fmla="*/ 554 h 559"/>
                    <a:gd name="T44" fmla="*/ 238 w 574"/>
                    <a:gd name="T45" fmla="*/ 533 h 559"/>
                    <a:gd name="T46" fmla="*/ 205 w 574"/>
                    <a:gd name="T47" fmla="*/ 469 h 559"/>
                    <a:gd name="T48" fmla="*/ 157 w 574"/>
                    <a:gd name="T49" fmla="*/ 432 h 559"/>
                    <a:gd name="T50" fmla="*/ 106 w 574"/>
                    <a:gd name="T51" fmla="*/ 449 h 559"/>
                    <a:gd name="T52" fmla="*/ 46 w 574"/>
                    <a:gd name="T53" fmla="*/ 478 h 559"/>
                    <a:gd name="T54" fmla="*/ 36 w 574"/>
                    <a:gd name="T55" fmla="*/ 416 h 559"/>
                    <a:gd name="T56" fmla="*/ 25 w 574"/>
                    <a:gd name="T57" fmla="*/ 319 h 559"/>
                    <a:gd name="T58" fmla="*/ 13 w 574"/>
                    <a:gd name="T59" fmla="*/ 283 h 559"/>
                    <a:gd name="T60" fmla="*/ 18 w 574"/>
                    <a:gd name="T61" fmla="*/ 187 h 559"/>
                    <a:gd name="T62" fmla="*/ 39 w 574"/>
                    <a:gd name="T63" fmla="*/ 152 h 559"/>
                    <a:gd name="T64" fmla="*/ 10 w 574"/>
                    <a:gd name="T65" fmla="*/ 76 h 559"/>
                    <a:gd name="T66" fmla="*/ 30 w 574"/>
                    <a:gd name="T67" fmla="*/ 31 h 559"/>
                    <a:gd name="T68" fmla="*/ 51 w 574"/>
                    <a:gd name="T69" fmla="*/ 4 h 55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74"/>
                    <a:gd name="T106" fmla="*/ 0 h 559"/>
                    <a:gd name="T107" fmla="*/ 574 w 574"/>
                    <a:gd name="T108" fmla="*/ 559 h 55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74" h="559">
                      <a:moveTo>
                        <a:pt x="51" y="4"/>
                      </a:moveTo>
                      <a:cubicBezTo>
                        <a:pt x="56" y="9"/>
                        <a:pt x="57" y="13"/>
                        <a:pt x="63" y="16"/>
                      </a:cubicBezTo>
                      <a:cubicBezTo>
                        <a:pt x="66" y="34"/>
                        <a:pt x="78" y="46"/>
                        <a:pt x="96" y="50"/>
                      </a:cubicBezTo>
                      <a:cubicBezTo>
                        <a:pt x="100" y="55"/>
                        <a:pt x="109" y="62"/>
                        <a:pt x="109" y="62"/>
                      </a:cubicBezTo>
                      <a:cubicBezTo>
                        <a:pt x="114" y="73"/>
                        <a:pt x="122" y="86"/>
                        <a:pt x="135" y="89"/>
                      </a:cubicBezTo>
                      <a:cubicBezTo>
                        <a:pt x="143" y="93"/>
                        <a:pt x="152" y="93"/>
                        <a:pt x="160" y="97"/>
                      </a:cubicBezTo>
                      <a:cubicBezTo>
                        <a:pt x="165" y="100"/>
                        <a:pt x="175" y="107"/>
                        <a:pt x="175" y="107"/>
                      </a:cubicBezTo>
                      <a:cubicBezTo>
                        <a:pt x="188" y="129"/>
                        <a:pt x="192" y="131"/>
                        <a:pt x="216" y="139"/>
                      </a:cubicBezTo>
                      <a:cubicBezTo>
                        <a:pt x="247" y="137"/>
                        <a:pt x="264" y="139"/>
                        <a:pt x="294" y="140"/>
                      </a:cubicBezTo>
                      <a:cubicBezTo>
                        <a:pt x="298" y="146"/>
                        <a:pt x="301" y="148"/>
                        <a:pt x="307" y="152"/>
                      </a:cubicBezTo>
                      <a:cubicBezTo>
                        <a:pt x="325" y="151"/>
                        <a:pt x="325" y="154"/>
                        <a:pt x="336" y="145"/>
                      </a:cubicBezTo>
                      <a:cubicBezTo>
                        <a:pt x="339" y="139"/>
                        <a:pt x="342" y="135"/>
                        <a:pt x="343" y="128"/>
                      </a:cubicBezTo>
                      <a:cubicBezTo>
                        <a:pt x="342" y="120"/>
                        <a:pt x="342" y="115"/>
                        <a:pt x="337" y="109"/>
                      </a:cubicBezTo>
                      <a:cubicBezTo>
                        <a:pt x="336" y="104"/>
                        <a:pt x="334" y="100"/>
                        <a:pt x="333" y="95"/>
                      </a:cubicBezTo>
                      <a:cubicBezTo>
                        <a:pt x="334" y="86"/>
                        <a:pt x="334" y="86"/>
                        <a:pt x="343" y="83"/>
                      </a:cubicBezTo>
                      <a:cubicBezTo>
                        <a:pt x="355" y="76"/>
                        <a:pt x="363" y="84"/>
                        <a:pt x="375" y="88"/>
                      </a:cubicBezTo>
                      <a:cubicBezTo>
                        <a:pt x="387" y="87"/>
                        <a:pt x="400" y="89"/>
                        <a:pt x="412" y="85"/>
                      </a:cubicBezTo>
                      <a:cubicBezTo>
                        <a:pt x="423" y="81"/>
                        <a:pt x="434" y="69"/>
                        <a:pt x="445" y="67"/>
                      </a:cubicBezTo>
                      <a:cubicBezTo>
                        <a:pt x="453" y="63"/>
                        <a:pt x="460" y="62"/>
                        <a:pt x="469" y="61"/>
                      </a:cubicBezTo>
                      <a:cubicBezTo>
                        <a:pt x="475" y="55"/>
                        <a:pt x="482" y="45"/>
                        <a:pt x="490" y="41"/>
                      </a:cubicBezTo>
                      <a:cubicBezTo>
                        <a:pt x="494" y="34"/>
                        <a:pt x="503" y="29"/>
                        <a:pt x="510" y="26"/>
                      </a:cubicBezTo>
                      <a:cubicBezTo>
                        <a:pt x="529" y="40"/>
                        <a:pt x="534" y="73"/>
                        <a:pt x="555" y="86"/>
                      </a:cubicBezTo>
                      <a:cubicBezTo>
                        <a:pt x="556" y="92"/>
                        <a:pt x="564" y="101"/>
                        <a:pt x="567" y="109"/>
                      </a:cubicBezTo>
                      <a:cubicBezTo>
                        <a:pt x="570" y="128"/>
                        <a:pt x="574" y="157"/>
                        <a:pt x="567" y="175"/>
                      </a:cubicBezTo>
                      <a:cubicBezTo>
                        <a:pt x="564" y="183"/>
                        <a:pt x="559" y="185"/>
                        <a:pt x="553" y="190"/>
                      </a:cubicBezTo>
                      <a:cubicBezTo>
                        <a:pt x="550" y="192"/>
                        <a:pt x="544" y="197"/>
                        <a:pt x="544" y="197"/>
                      </a:cubicBezTo>
                      <a:cubicBezTo>
                        <a:pt x="541" y="203"/>
                        <a:pt x="538" y="206"/>
                        <a:pt x="532" y="209"/>
                      </a:cubicBezTo>
                      <a:cubicBezTo>
                        <a:pt x="526" y="218"/>
                        <a:pt x="518" y="223"/>
                        <a:pt x="510" y="229"/>
                      </a:cubicBezTo>
                      <a:cubicBezTo>
                        <a:pt x="506" y="237"/>
                        <a:pt x="500" y="242"/>
                        <a:pt x="495" y="250"/>
                      </a:cubicBezTo>
                      <a:cubicBezTo>
                        <a:pt x="498" y="266"/>
                        <a:pt x="500" y="278"/>
                        <a:pt x="508" y="292"/>
                      </a:cubicBezTo>
                      <a:cubicBezTo>
                        <a:pt x="507" y="317"/>
                        <a:pt x="508" y="330"/>
                        <a:pt x="487" y="344"/>
                      </a:cubicBezTo>
                      <a:cubicBezTo>
                        <a:pt x="488" y="358"/>
                        <a:pt x="486" y="371"/>
                        <a:pt x="501" y="374"/>
                      </a:cubicBezTo>
                      <a:cubicBezTo>
                        <a:pt x="506" y="383"/>
                        <a:pt x="500" y="385"/>
                        <a:pt x="493" y="389"/>
                      </a:cubicBezTo>
                      <a:cubicBezTo>
                        <a:pt x="490" y="406"/>
                        <a:pt x="496" y="380"/>
                        <a:pt x="487" y="398"/>
                      </a:cubicBezTo>
                      <a:cubicBezTo>
                        <a:pt x="484" y="403"/>
                        <a:pt x="485" y="409"/>
                        <a:pt x="484" y="415"/>
                      </a:cubicBezTo>
                      <a:cubicBezTo>
                        <a:pt x="483" y="429"/>
                        <a:pt x="480" y="443"/>
                        <a:pt x="478" y="457"/>
                      </a:cubicBezTo>
                      <a:cubicBezTo>
                        <a:pt x="477" y="504"/>
                        <a:pt x="473" y="507"/>
                        <a:pt x="427" y="509"/>
                      </a:cubicBezTo>
                      <a:cubicBezTo>
                        <a:pt x="425" y="510"/>
                        <a:pt x="423" y="511"/>
                        <a:pt x="421" y="511"/>
                      </a:cubicBezTo>
                      <a:cubicBezTo>
                        <a:pt x="410" y="512"/>
                        <a:pt x="398" y="510"/>
                        <a:pt x="387" y="512"/>
                      </a:cubicBezTo>
                      <a:cubicBezTo>
                        <a:pt x="386" y="512"/>
                        <a:pt x="375" y="528"/>
                        <a:pt x="364" y="530"/>
                      </a:cubicBezTo>
                      <a:cubicBezTo>
                        <a:pt x="354" y="529"/>
                        <a:pt x="356" y="528"/>
                        <a:pt x="345" y="530"/>
                      </a:cubicBezTo>
                      <a:cubicBezTo>
                        <a:pt x="339" y="531"/>
                        <a:pt x="328" y="533"/>
                        <a:pt x="328" y="533"/>
                      </a:cubicBezTo>
                      <a:cubicBezTo>
                        <a:pt x="322" y="536"/>
                        <a:pt x="316" y="538"/>
                        <a:pt x="310" y="539"/>
                      </a:cubicBezTo>
                      <a:cubicBezTo>
                        <a:pt x="299" y="545"/>
                        <a:pt x="286" y="553"/>
                        <a:pt x="274" y="554"/>
                      </a:cubicBezTo>
                      <a:cubicBezTo>
                        <a:pt x="263" y="554"/>
                        <a:pt x="250" y="559"/>
                        <a:pt x="240" y="553"/>
                      </a:cubicBezTo>
                      <a:cubicBezTo>
                        <a:pt x="234" y="550"/>
                        <a:pt x="239" y="540"/>
                        <a:pt x="238" y="533"/>
                      </a:cubicBezTo>
                      <a:cubicBezTo>
                        <a:pt x="237" y="523"/>
                        <a:pt x="240" y="481"/>
                        <a:pt x="226" y="478"/>
                      </a:cubicBezTo>
                      <a:cubicBezTo>
                        <a:pt x="219" y="473"/>
                        <a:pt x="213" y="470"/>
                        <a:pt x="205" y="469"/>
                      </a:cubicBezTo>
                      <a:cubicBezTo>
                        <a:pt x="200" y="467"/>
                        <a:pt x="186" y="462"/>
                        <a:pt x="186" y="462"/>
                      </a:cubicBezTo>
                      <a:cubicBezTo>
                        <a:pt x="177" y="446"/>
                        <a:pt x="179" y="435"/>
                        <a:pt x="157" y="432"/>
                      </a:cubicBezTo>
                      <a:cubicBezTo>
                        <a:pt x="141" y="433"/>
                        <a:pt x="137" y="427"/>
                        <a:pt x="124" y="437"/>
                      </a:cubicBezTo>
                      <a:cubicBezTo>
                        <a:pt x="121" y="442"/>
                        <a:pt x="108" y="444"/>
                        <a:pt x="106" y="449"/>
                      </a:cubicBezTo>
                      <a:cubicBezTo>
                        <a:pt x="104" y="488"/>
                        <a:pt x="106" y="476"/>
                        <a:pt x="61" y="478"/>
                      </a:cubicBezTo>
                      <a:cubicBezTo>
                        <a:pt x="56" y="484"/>
                        <a:pt x="52" y="482"/>
                        <a:pt x="46" y="478"/>
                      </a:cubicBezTo>
                      <a:cubicBezTo>
                        <a:pt x="42" y="471"/>
                        <a:pt x="34" y="462"/>
                        <a:pt x="28" y="457"/>
                      </a:cubicBezTo>
                      <a:cubicBezTo>
                        <a:pt x="18" y="440"/>
                        <a:pt x="28" y="430"/>
                        <a:pt x="36" y="416"/>
                      </a:cubicBezTo>
                      <a:cubicBezTo>
                        <a:pt x="39" y="397"/>
                        <a:pt x="40" y="375"/>
                        <a:pt x="31" y="358"/>
                      </a:cubicBezTo>
                      <a:cubicBezTo>
                        <a:pt x="28" y="345"/>
                        <a:pt x="33" y="330"/>
                        <a:pt x="25" y="319"/>
                      </a:cubicBezTo>
                      <a:cubicBezTo>
                        <a:pt x="24" y="313"/>
                        <a:pt x="22" y="307"/>
                        <a:pt x="19" y="301"/>
                      </a:cubicBezTo>
                      <a:cubicBezTo>
                        <a:pt x="18" y="295"/>
                        <a:pt x="16" y="289"/>
                        <a:pt x="13" y="283"/>
                      </a:cubicBezTo>
                      <a:cubicBezTo>
                        <a:pt x="8" y="257"/>
                        <a:pt x="10" y="273"/>
                        <a:pt x="9" y="233"/>
                      </a:cubicBezTo>
                      <a:cubicBezTo>
                        <a:pt x="10" y="219"/>
                        <a:pt x="9" y="199"/>
                        <a:pt x="18" y="187"/>
                      </a:cubicBezTo>
                      <a:cubicBezTo>
                        <a:pt x="19" y="181"/>
                        <a:pt x="28" y="170"/>
                        <a:pt x="34" y="167"/>
                      </a:cubicBezTo>
                      <a:cubicBezTo>
                        <a:pt x="36" y="162"/>
                        <a:pt x="37" y="157"/>
                        <a:pt x="39" y="152"/>
                      </a:cubicBezTo>
                      <a:cubicBezTo>
                        <a:pt x="38" y="129"/>
                        <a:pt x="46" y="102"/>
                        <a:pt x="25" y="89"/>
                      </a:cubicBezTo>
                      <a:cubicBezTo>
                        <a:pt x="21" y="84"/>
                        <a:pt x="16" y="77"/>
                        <a:pt x="10" y="76"/>
                      </a:cubicBezTo>
                      <a:cubicBezTo>
                        <a:pt x="5" y="73"/>
                        <a:pt x="3" y="69"/>
                        <a:pt x="0" y="64"/>
                      </a:cubicBezTo>
                      <a:cubicBezTo>
                        <a:pt x="2" y="47"/>
                        <a:pt x="16" y="40"/>
                        <a:pt x="30" y="31"/>
                      </a:cubicBezTo>
                      <a:cubicBezTo>
                        <a:pt x="31" y="25"/>
                        <a:pt x="33" y="19"/>
                        <a:pt x="36" y="13"/>
                      </a:cubicBezTo>
                      <a:cubicBezTo>
                        <a:pt x="38" y="4"/>
                        <a:pt x="42" y="0"/>
                        <a:pt x="51" y="4"/>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71" name="Freeform 34">
                  <a:extLst>
                    <a:ext uri="{FF2B5EF4-FFF2-40B4-BE49-F238E27FC236}">
                      <a16:creationId xmlns:a16="http://schemas.microsoft.com/office/drawing/2014/main" id="{E4B1429E-33AB-3E56-2F6A-1A27B6DECF37}"/>
                    </a:ext>
                  </a:extLst>
                </p:cNvPr>
                <p:cNvSpPr>
                  <a:spLocks/>
                </p:cNvSpPr>
                <p:nvPr/>
              </p:nvSpPr>
              <p:spPr bwMode="auto">
                <a:xfrm>
                  <a:off x="9021353" y="3000184"/>
                  <a:ext cx="751442" cy="685310"/>
                </a:xfrm>
                <a:custGeom>
                  <a:avLst/>
                  <a:gdLst>
                    <a:gd name="T0" fmla="*/ 11 w 466"/>
                    <a:gd name="T1" fmla="*/ 71 h 425"/>
                    <a:gd name="T2" fmla="*/ 41 w 466"/>
                    <a:gd name="T3" fmla="*/ 83 h 425"/>
                    <a:gd name="T4" fmla="*/ 59 w 466"/>
                    <a:gd name="T5" fmla="*/ 80 h 425"/>
                    <a:gd name="T6" fmla="*/ 63 w 466"/>
                    <a:gd name="T7" fmla="*/ 71 h 425"/>
                    <a:gd name="T8" fmla="*/ 93 w 466"/>
                    <a:gd name="T9" fmla="*/ 65 h 425"/>
                    <a:gd name="T10" fmla="*/ 110 w 466"/>
                    <a:gd name="T11" fmla="*/ 59 h 425"/>
                    <a:gd name="T12" fmla="*/ 210 w 466"/>
                    <a:gd name="T13" fmla="*/ 50 h 425"/>
                    <a:gd name="T14" fmla="*/ 221 w 466"/>
                    <a:gd name="T15" fmla="*/ 38 h 425"/>
                    <a:gd name="T16" fmla="*/ 230 w 466"/>
                    <a:gd name="T17" fmla="*/ 14 h 425"/>
                    <a:gd name="T18" fmla="*/ 245 w 466"/>
                    <a:gd name="T19" fmla="*/ 5 h 425"/>
                    <a:gd name="T20" fmla="*/ 258 w 466"/>
                    <a:gd name="T21" fmla="*/ 0 h 425"/>
                    <a:gd name="T22" fmla="*/ 288 w 466"/>
                    <a:gd name="T23" fmla="*/ 12 h 425"/>
                    <a:gd name="T24" fmla="*/ 315 w 466"/>
                    <a:gd name="T25" fmla="*/ 42 h 425"/>
                    <a:gd name="T26" fmla="*/ 341 w 466"/>
                    <a:gd name="T27" fmla="*/ 48 h 425"/>
                    <a:gd name="T28" fmla="*/ 350 w 466"/>
                    <a:gd name="T29" fmla="*/ 68 h 425"/>
                    <a:gd name="T30" fmla="*/ 351 w 466"/>
                    <a:gd name="T31" fmla="*/ 155 h 425"/>
                    <a:gd name="T32" fmla="*/ 356 w 466"/>
                    <a:gd name="T33" fmla="*/ 182 h 425"/>
                    <a:gd name="T34" fmla="*/ 377 w 466"/>
                    <a:gd name="T35" fmla="*/ 213 h 425"/>
                    <a:gd name="T36" fmla="*/ 407 w 466"/>
                    <a:gd name="T37" fmla="*/ 234 h 425"/>
                    <a:gd name="T38" fmla="*/ 419 w 466"/>
                    <a:gd name="T39" fmla="*/ 243 h 425"/>
                    <a:gd name="T40" fmla="*/ 428 w 466"/>
                    <a:gd name="T41" fmla="*/ 258 h 425"/>
                    <a:gd name="T42" fmla="*/ 449 w 466"/>
                    <a:gd name="T43" fmla="*/ 251 h 425"/>
                    <a:gd name="T44" fmla="*/ 461 w 466"/>
                    <a:gd name="T45" fmla="*/ 294 h 425"/>
                    <a:gd name="T46" fmla="*/ 447 w 466"/>
                    <a:gd name="T47" fmla="*/ 332 h 425"/>
                    <a:gd name="T48" fmla="*/ 435 w 466"/>
                    <a:gd name="T49" fmla="*/ 339 h 425"/>
                    <a:gd name="T50" fmla="*/ 417 w 466"/>
                    <a:gd name="T51" fmla="*/ 350 h 425"/>
                    <a:gd name="T52" fmla="*/ 408 w 466"/>
                    <a:gd name="T53" fmla="*/ 363 h 425"/>
                    <a:gd name="T54" fmla="*/ 392 w 466"/>
                    <a:gd name="T55" fmla="*/ 390 h 425"/>
                    <a:gd name="T56" fmla="*/ 357 w 466"/>
                    <a:gd name="T57" fmla="*/ 420 h 425"/>
                    <a:gd name="T58" fmla="*/ 344 w 466"/>
                    <a:gd name="T59" fmla="*/ 425 h 425"/>
                    <a:gd name="T60" fmla="*/ 252 w 466"/>
                    <a:gd name="T61" fmla="*/ 413 h 425"/>
                    <a:gd name="T62" fmla="*/ 212 w 466"/>
                    <a:gd name="T63" fmla="*/ 417 h 425"/>
                    <a:gd name="T64" fmla="*/ 188 w 466"/>
                    <a:gd name="T65" fmla="*/ 423 h 425"/>
                    <a:gd name="T66" fmla="*/ 159 w 466"/>
                    <a:gd name="T67" fmla="*/ 417 h 425"/>
                    <a:gd name="T68" fmla="*/ 147 w 466"/>
                    <a:gd name="T69" fmla="*/ 408 h 425"/>
                    <a:gd name="T70" fmla="*/ 129 w 466"/>
                    <a:gd name="T71" fmla="*/ 396 h 425"/>
                    <a:gd name="T72" fmla="*/ 117 w 466"/>
                    <a:gd name="T73" fmla="*/ 380 h 425"/>
                    <a:gd name="T74" fmla="*/ 111 w 466"/>
                    <a:gd name="T75" fmla="*/ 353 h 425"/>
                    <a:gd name="T76" fmla="*/ 92 w 466"/>
                    <a:gd name="T77" fmla="*/ 327 h 425"/>
                    <a:gd name="T78" fmla="*/ 69 w 466"/>
                    <a:gd name="T79" fmla="*/ 308 h 425"/>
                    <a:gd name="T80" fmla="*/ 51 w 466"/>
                    <a:gd name="T81" fmla="*/ 290 h 425"/>
                    <a:gd name="T82" fmla="*/ 21 w 466"/>
                    <a:gd name="T83" fmla="*/ 221 h 425"/>
                    <a:gd name="T84" fmla="*/ 9 w 466"/>
                    <a:gd name="T85" fmla="*/ 191 h 425"/>
                    <a:gd name="T86" fmla="*/ 0 w 466"/>
                    <a:gd name="T87" fmla="*/ 177 h 425"/>
                    <a:gd name="T88" fmla="*/ 11 w 466"/>
                    <a:gd name="T89" fmla="*/ 122 h 425"/>
                    <a:gd name="T90" fmla="*/ 12 w 466"/>
                    <a:gd name="T91" fmla="*/ 101 h 425"/>
                    <a:gd name="T92" fmla="*/ 11 w 466"/>
                    <a:gd name="T93" fmla="*/ 71 h 42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66"/>
                    <a:gd name="T142" fmla="*/ 0 h 425"/>
                    <a:gd name="T143" fmla="*/ 466 w 466"/>
                    <a:gd name="T144" fmla="*/ 425 h 42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66" h="425">
                      <a:moveTo>
                        <a:pt x="11" y="71"/>
                      </a:moveTo>
                      <a:cubicBezTo>
                        <a:pt x="26" y="72"/>
                        <a:pt x="28" y="78"/>
                        <a:pt x="41" y="83"/>
                      </a:cubicBezTo>
                      <a:cubicBezTo>
                        <a:pt x="47" y="82"/>
                        <a:pt x="58" y="86"/>
                        <a:pt x="59" y="80"/>
                      </a:cubicBezTo>
                      <a:cubicBezTo>
                        <a:pt x="60" y="76"/>
                        <a:pt x="60" y="74"/>
                        <a:pt x="63" y="71"/>
                      </a:cubicBezTo>
                      <a:cubicBezTo>
                        <a:pt x="70" y="66"/>
                        <a:pt x="86" y="66"/>
                        <a:pt x="93" y="65"/>
                      </a:cubicBezTo>
                      <a:cubicBezTo>
                        <a:pt x="99" y="63"/>
                        <a:pt x="104" y="60"/>
                        <a:pt x="110" y="59"/>
                      </a:cubicBezTo>
                      <a:cubicBezTo>
                        <a:pt x="114" y="57"/>
                        <a:pt x="200" y="50"/>
                        <a:pt x="210" y="50"/>
                      </a:cubicBezTo>
                      <a:cubicBezTo>
                        <a:pt x="216" y="47"/>
                        <a:pt x="217" y="43"/>
                        <a:pt x="221" y="38"/>
                      </a:cubicBezTo>
                      <a:cubicBezTo>
                        <a:pt x="222" y="30"/>
                        <a:pt x="221" y="16"/>
                        <a:pt x="230" y="14"/>
                      </a:cubicBezTo>
                      <a:cubicBezTo>
                        <a:pt x="235" y="8"/>
                        <a:pt x="237" y="6"/>
                        <a:pt x="245" y="5"/>
                      </a:cubicBezTo>
                      <a:cubicBezTo>
                        <a:pt x="249" y="3"/>
                        <a:pt x="254" y="2"/>
                        <a:pt x="258" y="0"/>
                      </a:cubicBezTo>
                      <a:cubicBezTo>
                        <a:pt x="277" y="2"/>
                        <a:pt x="276" y="3"/>
                        <a:pt x="288" y="12"/>
                      </a:cubicBezTo>
                      <a:cubicBezTo>
                        <a:pt x="293" y="27"/>
                        <a:pt x="298" y="39"/>
                        <a:pt x="315" y="42"/>
                      </a:cubicBezTo>
                      <a:cubicBezTo>
                        <a:pt x="323" y="45"/>
                        <a:pt x="332" y="47"/>
                        <a:pt x="341" y="48"/>
                      </a:cubicBezTo>
                      <a:cubicBezTo>
                        <a:pt x="345" y="55"/>
                        <a:pt x="347" y="60"/>
                        <a:pt x="350" y="68"/>
                      </a:cubicBezTo>
                      <a:cubicBezTo>
                        <a:pt x="350" y="88"/>
                        <a:pt x="356" y="130"/>
                        <a:pt x="351" y="155"/>
                      </a:cubicBezTo>
                      <a:cubicBezTo>
                        <a:pt x="352" y="165"/>
                        <a:pt x="352" y="173"/>
                        <a:pt x="356" y="182"/>
                      </a:cubicBezTo>
                      <a:cubicBezTo>
                        <a:pt x="358" y="194"/>
                        <a:pt x="364" y="210"/>
                        <a:pt x="377" y="213"/>
                      </a:cubicBezTo>
                      <a:cubicBezTo>
                        <a:pt x="387" y="221"/>
                        <a:pt x="394" y="231"/>
                        <a:pt x="407" y="234"/>
                      </a:cubicBezTo>
                      <a:cubicBezTo>
                        <a:pt x="412" y="236"/>
                        <a:pt x="414" y="240"/>
                        <a:pt x="419" y="243"/>
                      </a:cubicBezTo>
                      <a:cubicBezTo>
                        <a:pt x="420" y="251"/>
                        <a:pt x="422" y="253"/>
                        <a:pt x="428" y="258"/>
                      </a:cubicBezTo>
                      <a:cubicBezTo>
                        <a:pt x="436" y="257"/>
                        <a:pt x="441" y="253"/>
                        <a:pt x="449" y="251"/>
                      </a:cubicBezTo>
                      <a:cubicBezTo>
                        <a:pt x="463" y="253"/>
                        <a:pt x="457" y="281"/>
                        <a:pt x="461" y="294"/>
                      </a:cubicBezTo>
                      <a:cubicBezTo>
                        <a:pt x="463" y="318"/>
                        <a:pt x="466" y="321"/>
                        <a:pt x="447" y="332"/>
                      </a:cubicBezTo>
                      <a:cubicBezTo>
                        <a:pt x="443" y="337"/>
                        <a:pt x="441" y="338"/>
                        <a:pt x="435" y="339"/>
                      </a:cubicBezTo>
                      <a:cubicBezTo>
                        <a:pt x="429" y="343"/>
                        <a:pt x="423" y="346"/>
                        <a:pt x="417" y="350"/>
                      </a:cubicBezTo>
                      <a:cubicBezTo>
                        <a:pt x="414" y="354"/>
                        <a:pt x="411" y="359"/>
                        <a:pt x="408" y="363"/>
                      </a:cubicBezTo>
                      <a:cubicBezTo>
                        <a:pt x="406" y="372"/>
                        <a:pt x="398" y="384"/>
                        <a:pt x="392" y="390"/>
                      </a:cubicBezTo>
                      <a:cubicBezTo>
                        <a:pt x="386" y="405"/>
                        <a:pt x="374" y="417"/>
                        <a:pt x="357" y="420"/>
                      </a:cubicBezTo>
                      <a:cubicBezTo>
                        <a:pt x="353" y="422"/>
                        <a:pt x="348" y="423"/>
                        <a:pt x="344" y="425"/>
                      </a:cubicBezTo>
                      <a:cubicBezTo>
                        <a:pt x="312" y="423"/>
                        <a:pt x="284" y="415"/>
                        <a:pt x="252" y="413"/>
                      </a:cubicBezTo>
                      <a:cubicBezTo>
                        <a:pt x="239" y="414"/>
                        <a:pt x="225" y="416"/>
                        <a:pt x="212" y="417"/>
                      </a:cubicBezTo>
                      <a:cubicBezTo>
                        <a:pt x="204" y="420"/>
                        <a:pt x="196" y="422"/>
                        <a:pt x="188" y="423"/>
                      </a:cubicBezTo>
                      <a:cubicBezTo>
                        <a:pt x="175" y="422"/>
                        <a:pt x="169" y="423"/>
                        <a:pt x="159" y="417"/>
                      </a:cubicBezTo>
                      <a:cubicBezTo>
                        <a:pt x="155" y="412"/>
                        <a:pt x="153" y="410"/>
                        <a:pt x="147" y="408"/>
                      </a:cubicBezTo>
                      <a:cubicBezTo>
                        <a:pt x="142" y="403"/>
                        <a:pt x="135" y="400"/>
                        <a:pt x="129" y="396"/>
                      </a:cubicBezTo>
                      <a:cubicBezTo>
                        <a:pt x="125" y="390"/>
                        <a:pt x="121" y="386"/>
                        <a:pt x="117" y="380"/>
                      </a:cubicBezTo>
                      <a:cubicBezTo>
                        <a:pt x="115" y="371"/>
                        <a:pt x="115" y="361"/>
                        <a:pt x="111" y="353"/>
                      </a:cubicBezTo>
                      <a:cubicBezTo>
                        <a:pt x="109" y="343"/>
                        <a:pt x="100" y="333"/>
                        <a:pt x="92" y="327"/>
                      </a:cubicBezTo>
                      <a:cubicBezTo>
                        <a:pt x="88" y="318"/>
                        <a:pt x="79" y="310"/>
                        <a:pt x="69" y="308"/>
                      </a:cubicBezTo>
                      <a:cubicBezTo>
                        <a:pt x="61" y="302"/>
                        <a:pt x="57" y="298"/>
                        <a:pt x="51" y="290"/>
                      </a:cubicBezTo>
                      <a:cubicBezTo>
                        <a:pt x="48" y="267"/>
                        <a:pt x="42" y="234"/>
                        <a:pt x="21" y="221"/>
                      </a:cubicBezTo>
                      <a:cubicBezTo>
                        <a:pt x="19" y="210"/>
                        <a:pt x="21" y="193"/>
                        <a:pt x="9" y="191"/>
                      </a:cubicBezTo>
                      <a:cubicBezTo>
                        <a:pt x="6" y="186"/>
                        <a:pt x="3" y="182"/>
                        <a:pt x="0" y="177"/>
                      </a:cubicBezTo>
                      <a:cubicBezTo>
                        <a:pt x="2" y="143"/>
                        <a:pt x="0" y="144"/>
                        <a:pt x="11" y="122"/>
                      </a:cubicBezTo>
                      <a:cubicBezTo>
                        <a:pt x="13" y="112"/>
                        <a:pt x="14" y="114"/>
                        <a:pt x="12" y="101"/>
                      </a:cubicBezTo>
                      <a:cubicBezTo>
                        <a:pt x="12" y="100"/>
                        <a:pt x="8" y="76"/>
                        <a:pt x="11" y="71"/>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72" name="Freeform 35">
                  <a:extLst>
                    <a:ext uri="{FF2B5EF4-FFF2-40B4-BE49-F238E27FC236}">
                      <a16:creationId xmlns:a16="http://schemas.microsoft.com/office/drawing/2014/main" id="{78BFFAEF-3CA7-E306-9AAC-6C2F19EACC29}"/>
                    </a:ext>
                  </a:extLst>
                </p:cNvPr>
                <p:cNvSpPr>
                  <a:spLocks/>
                </p:cNvSpPr>
                <p:nvPr/>
              </p:nvSpPr>
              <p:spPr bwMode="auto">
                <a:xfrm>
                  <a:off x="9579290" y="2613185"/>
                  <a:ext cx="824006" cy="932022"/>
                </a:xfrm>
                <a:custGeom>
                  <a:avLst/>
                  <a:gdLst>
                    <a:gd name="T0" fmla="*/ 325 w 511"/>
                    <a:gd name="T1" fmla="*/ 3 h 578"/>
                    <a:gd name="T2" fmla="*/ 329 w 511"/>
                    <a:gd name="T3" fmla="*/ 20 h 578"/>
                    <a:gd name="T4" fmla="*/ 317 w 511"/>
                    <a:gd name="T5" fmla="*/ 44 h 578"/>
                    <a:gd name="T6" fmla="*/ 331 w 511"/>
                    <a:gd name="T7" fmla="*/ 75 h 578"/>
                    <a:gd name="T8" fmla="*/ 317 w 511"/>
                    <a:gd name="T9" fmla="*/ 93 h 578"/>
                    <a:gd name="T10" fmla="*/ 316 w 511"/>
                    <a:gd name="T11" fmla="*/ 126 h 578"/>
                    <a:gd name="T12" fmla="*/ 328 w 511"/>
                    <a:gd name="T13" fmla="*/ 135 h 578"/>
                    <a:gd name="T14" fmla="*/ 337 w 511"/>
                    <a:gd name="T15" fmla="*/ 155 h 578"/>
                    <a:gd name="T16" fmla="*/ 358 w 511"/>
                    <a:gd name="T17" fmla="*/ 197 h 578"/>
                    <a:gd name="T18" fmla="*/ 383 w 511"/>
                    <a:gd name="T19" fmla="*/ 224 h 578"/>
                    <a:gd name="T20" fmla="*/ 398 w 511"/>
                    <a:gd name="T21" fmla="*/ 237 h 578"/>
                    <a:gd name="T22" fmla="*/ 433 w 511"/>
                    <a:gd name="T23" fmla="*/ 222 h 578"/>
                    <a:gd name="T24" fmla="*/ 482 w 511"/>
                    <a:gd name="T25" fmla="*/ 227 h 578"/>
                    <a:gd name="T26" fmla="*/ 502 w 511"/>
                    <a:gd name="T27" fmla="*/ 281 h 578"/>
                    <a:gd name="T28" fmla="*/ 511 w 511"/>
                    <a:gd name="T29" fmla="*/ 294 h 578"/>
                    <a:gd name="T30" fmla="*/ 497 w 511"/>
                    <a:gd name="T31" fmla="*/ 318 h 578"/>
                    <a:gd name="T32" fmla="*/ 485 w 511"/>
                    <a:gd name="T33" fmla="*/ 336 h 578"/>
                    <a:gd name="T34" fmla="*/ 479 w 511"/>
                    <a:gd name="T35" fmla="*/ 350 h 578"/>
                    <a:gd name="T36" fmla="*/ 461 w 511"/>
                    <a:gd name="T37" fmla="*/ 395 h 578"/>
                    <a:gd name="T38" fmla="*/ 449 w 511"/>
                    <a:gd name="T39" fmla="*/ 417 h 578"/>
                    <a:gd name="T40" fmla="*/ 434 w 511"/>
                    <a:gd name="T41" fmla="*/ 446 h 578"/>
                    <a:gd name="T42" fmla="*/ 416 w 511"/>
                    <a:gd name="T43" fmla="*/ 481 h 578"/>
                    <a:gd name="T44" fmla="*/ 395 w 511"/>
                    <a:gd name="T45" fmla="*/ 524 h 578"/>
                    <a:gd name="T46" fmla="*/ 389 w 511"/>
                    <a:gd name="T47" fmla="*/ 548 h 578"/>
                    <a:gd name="T48" fmla="*/ 379 w 511"/>
                    <a:gd name="T49" fmla="*/ 578 h 578"/>
                    <a:gd name="T50" fmla="*/ 353 w 511"/>
                    <a:gd name="T51" fmla="*/ 572 h 578"/>
                    <a:gd name="T52" fmla="*/ 332 w 511"/>
                    <a:gd name="T53" fmla="*/ 563 h 578"/>
                    <a:gd name="T54" fmla="*/ 314 w 511"/>
                    <a:gd name="T55" fmla="*/ 551 h 578"/>
                    <a:gd name="T56" fmla="*/ 296 w 511"/>
                    <a:gd name="T57" fmla="*/ 542 h 578"/>
                    <a:gd name="T58" fmla="*/ 278 w 511"/>
                    <a:gd name="T59" fmla="*/ 536 h 578"/>
                    <a:gd name="T60" fmla="*/ 257 w 511"/>
                    <a:gd name="T61" fmla="*/ 527 h 578"/>
                    <a:gd name="T62" fmla="*/ 212 w 511"/>
                    <a:gd name="T63" fmla="*/ 546 h 578"/>
                    <a:gd name="T64" fmla="*/ 155 w 511"/>
                    <a:gd name="T65" fmla="*/ 566 h 578"/>
                    <a:gd name="T66" fmla="*/ 125 w 511"/>
                    <a:gd name="T67" fmla="*/ 554 h 578"/>
                    <a:gd name="T68" fmla="*/ 113 w 511"/>
                    <a:gd name="T69" fmla="*/ 524 h 578"/>
                    <a:gd name="T70" fmla="*/ 106 w 511"/>
                    <a:gd name="T71" fmla="*/ 494 h 578"/>
                    <a:gd name="T72" fmla="*/ 79 w 511"/>
                    <a:gd name="T73" fmla="*/ 495 h 578"/>
                    <a:gd name="T74" fmla="*/ 65 w 511"/>
                    <a:gd name="T75" fmla="*/ 476 h 578"/>
                    <a:gd name="T76" fmla="*/ 52 w 511"/>
                    <a:gd name="T77" fmla="*/ 470 h 578"/>
                    <a:gd name="T78" fmla="*/ 43 w 511"/>
                    <a:gd name="T79" fmla="*/ 464 h 578"/>
                    <a:gd name="T80" fmla="*/ 37 w 511"/>
                    <a:gd name="T81" fmla="*/ 455 h 578"/>
                    <a:gd name="T82" fmla="*/ 19 w 511"/>
                    <a:gd name="T83" fmla="*/ 444 h 578"/>
                    <a:gd name="T84" fmla="*/ 11 w 511"/>
                    <a:gd name="T85" fmla="*/ 431 h 578"/>
                    <a:gd name="T86" fmla="*/ 5 w 511"/>
                    <a:gd name="T87" fmla="*/ 413 h 578"/>
                    <a:gd name="T88" fmla="*/ 4 w 511"/>
                    <a:gd name="T89" fmla="*/ 368 h 578"/>
                    <a:gd name="T90" fmla="*/ 22 w 511"/>
                    <a:gd name="T91" fmla="*/ 365 h 578"/>
                    <a:gd name="T92" fmla="*/ 64 w 511"/>
                    <a:gd name="T93" fmla="*/ 359 h 578"/>
                    <a:gd name="T94" fmla="*/ 88 w 511"/>
                    <a:gd name="T95" fmla="*/ 350 h 578"/>
                    <a:gd name="T96" fmla="*/ 121 w 511"/>
                    <a:gd name="T97" fmla="*/ 338 h 578"/>
                    <a:gd name="T98" fmla="*/ 149 w 511"/>
                    <a:gd name="T99" fmla="*/ 330 h 578"/>
                    <a:gd name="T100" fmla="*/ 190 w 511"/>
                    <a:gd name="T101" fmla="*/ 320 h 578"/>
                    <a:gd name="T102" fmla="*/ 220 w 511"/>
                    <a:gd name="T103" fmla="*/ 314 h 578"/>
                    <a:gd name="T104" fmla="*/ 241 w 511"/>
                    <a:gd name="T105" fmla="*/ 293 h 578"/>
                    <a:gd name="T106" fmla="*/ 247 w 511"/>
                    <a:gd name="T107" fmla="*/ 230 h 578"/>
                    <a:gd name="T108" fmla="*/ 268 w 511"/>
                    <a:gd name="T109" fmla="*/ 198 h 578"/>
                    <a:gd name="T110" fmla="*/ 260 w 511"/>
                    <a:gd name="T111" fmla="*/ 177 h 578"/>
                    <a:gd name="T112" fmla="*/ 251 w 511"/>
                    <a:gd name="T113" fmla="*/ 165 h 578"/>
                    <a:gd name="T114" fmla="*/ 265 w 511"/>
                    <a:gd name="T115" fmla="*/ 144 h 578"/>
                    <a:gd name="T116" fmla="*/ 271 w 511"/>
                    <a:gd name="T117" fmla="*/ 131 h 578"/>
                    <a:gd name="T118" fmla="*/ 263 w 511"/>
                    <a:gd name="T119" fmla="*/ 63 h 578"/>
                    <a:gd name="T120" fmla="*/ 277 w 511"/>
                    <a:gd name="T121" fmla="*/ 41 h 578"/>
                    <a:gd name="T122" fmla="*/ 320 w 511"/>
                    <a:gd name="T123" fmla="*/ 0 h 578"/>
                    <a:gd name="T124" fmla="*/ 325 w 511"/>
                    <a:gd name="T125" fmla="*/ 3 h 57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11"/>
                    <a:gd name="T190" fmla="*/ 0 h 578"/>
                    <a:gd name="T191" fmla="*/ 511 w 511"/>
                    <a:gd name="T192" fmla="*/ 578 h 57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11" h="578">
                      <a:moveTo>
                        <a:pt x="325" y="3"/>
                      </a:moveTo>
                      <a:cubicBezTo>
                        <a:pt x="326" y="9"/>
                        <a:pt x="328" y="14"/>
                        <a:pt x="329" y="20"/>
                      </a:cubicBezTo>
                      <a:cubicBezTo>
                        <a:pt x="328" y="32"/>
                        <a:pt x="323" y="35"/>
                        <a:pt x="317" y="44"/>
                      </a:cubicBezTo>
                      <a:cubicBezTo>
                        <a:pt x="315" y="58"/>
                        <a:pt x="319" y="68"/>
                        <a:pt x="331" y="75"/>
                      </a:cubicBezTo>
                      <a:cubicBezTo>
                        <a:pt x="333" y="84"/>
                        <a:pt x="326" y="91"/>
                        <a:pt x="317" y="93"/>
                      </a:cubicBezTo>
                      <a:cubicBezTo>
                        <a:pt x="315" y="104"/>
                        <a:pt x="310" y="113"/>
                        <a:pt x="316" y="126"/>
                      </a:cubicBezTo>
                      <a:cubicBezTo>
                        <a:pt x="317" y="133"/>
                        <a:pt x="321" y="134"/>
                        <a:pt x="328" y="135"/>
                      </a:cubicBezTo>
                      <a:cubicBezTo>
                        <a:pt x="337" y="140"/>
                        <a:pt x="335" y="144"/>
                        <a:pt x="337" y="155"/>
                      </a:cubicBezTo>
                      <a:cubicBezTo>
                        <a:pt x="338" y="185"/>
                        <a:pt x="336" y="184"/>
                        <a:pt x="358" y="197"/>
                      </a:cubicBezTo>
                      <a:cubicBezTo>
                        <a:pt x="360" y="211"/>
                        <a:pt x="371" y="218"/>
                        <a:pt x="383" y="224"/>
                      </a:cubicBezTo>
                      <a:cubicBezTo>
                        <a:pt x="387" y="229"/>
                        <a:pt x="393" y="233"/>
                        <a:pt x="398" y="237"/>
                      </a:cubicBezTo>
                      <a:cubicBezTo>
                        <a:pt x="415" y="236"/>
                        <a:pt x="410" y="225"/>
                        <a:pt x="433" y="222"/>
                      </a:cubicBezTo>
                      <a:cubicBezTo>
                        <a:pt x="447" y="223"/>
                        <a:pt x="468" y="220"/>
                        <a:pt x="482" y="227"/>
                      </a:cubicBezTo>
                      <a:cubicBezTo>
                        <a:pt x="495" y="244"/>
                        <a:pt x="481" y="268"/>
                        <a:pt x="502" y="281"/>
                      </a:cubicBezTo>
                      <a:cubicBezTo>
                        <a:pt x="505" y="285"/>
                        <a:pt x="508" y="290"/>
                        <a:pt x="511" y="294"/>
                      </a:cubicBezTo>
                      <a:cubicBezTo>
                        <a:pt x="509" y="309"/>
                        <a:pt x="509" y="311"/>
                        <a:pt x="497" y="318"/>
                      </a:cubicBezTo>
                      <a:cubicBezTo>
                        <a:pt x="493" y="324"/>
                        <a:pt x="489" y="330"/>
                        <a:pt x="485" y="336"/>
                      </a:cubicBezTo>
                      <a:cubicBezTo>
                        <a:pt x="484" y="342"/>
                        <a:pt x="482" y="345"/>
                        <a:pt x="479" y="350"/>
                      </a:cubicBezTo>
                      <a:cubicBezTo>
                        <a:pt x="476" y="366"/>
                        <a:pt x="468" y="381"/>
                        <a:pt x="461" y="395"/>
                      </a:cubicBezTo>
                      <a:cubicBezTo>
                        <a:pt x="457" y="402"/>
                        <a:pt x="449" y="417"/>
                        <a:pt x="449" y="417"/>
                      </a:cubicBezTo>
                      <a:cubicBezTo>
                        <a:pt x="448" y="428"/>
                        <a:pt x="445" y="441"/>
                        <a:pt x="434" y="446"/>
                      </a:cubicBezTo>
                      <a:cubicBezTo>
                        <a:pt x="428" y="454"/>
                        <a:pt x="421" y="463"/>
                        <a:pt x="416" y="481"/>
                      </a:cubicBezTo>
                      <a:cubicBezTo>
                        <a:pt x="413" y="498"/>
                        <a:pt x="402" y="507"/>
                        <a:pt x="395" y="524"/>
                      </a:cubicBezTo>
                      <a:cubicBezTo>
                        <a:pt x="394" y="532"/>
                        <a:pt x="392" y="540"/>
                        <a:pt x="389" y="548"/>
                      </a:cubicBezTo>
                      <a:cubicBezTo>
                        <a:pt x="388" y="557"/>
                        <a:pt x="388" y="573"/>
                        <a:pt x="379" y="578"/>
                      </a:cubicBezTo>
                      <a:cubicBezTo>
                        <a:pt x="370" y="576"/>
                        <a:pt x="362" y="573"/>
                        <a:pt x="353" y="572"/>
                      </a:cubicBezTo>
                      <a:cubicBezTo>
                        <a:pt x="346" y="567"/>
                        <a:pt x="341" y="564"/>
                        <a:pt x="332" y="563"/>
                      </a:cubicBezTo>
                      <a:cubicBezTo>
                        <a:pt x="326" y="559"/>
                        <a:pt x="321" y="552"/>
                        <a:pt x="314" y="551"/>
                      </a:cubicBezTo>
                      <a:cubicBezTo>
                        <a:pt x="308" y="548"/>
                        <a:pt x="303" y="543"/>
                        <a:pt x="296" y="542"/>
                      </a:cubicBezTo>
                      <a:cubicBezTo>
                        <a:pt x="290" y="539"/>
                        <a:pt x="284" y="537"/>
                        <a:pt x="278" y="536"/>
                      </a:cubicBezTo>
                      <a:cubicBezTo>
                        <a:pt x="270" y="532"/>
                        <a:pt x="266" y="528"/>
                        <a:pt x="257" y="527"/>
                      </a:cubicBezTo>
                      <a:cubicBezTo>
                        <a:pt x="233" y="528"/>
                        <a:pt x="230" y="535"/>
                        <a:pt x="212" y="546"/>
                      </a:cubicBezTo>
                      <a:cubicBezTo>
                        <a:pt x="200" y="561"/>
                        <a:pt x="173" y="563"/>
                        <a:pt x="155" y="566"/>
                      </a:cubicBezTo>
                      <a:cubicBezTo>
                        <a:pt x="146" y="562"/>
                        <a:pt x="135" y="556"/>
                        <a:pt x="125" y="554"/>
                      </a:cubicBezTo>
                      <a:cubicBezTo>
                        <a:pt x="109" y="546"/>
                        <a:pt x="118" y="541"/>
                        <a:pt x="113" y="524"/>
                      </a:cubicBezTo>
                      <a:cubicBezTo>
                        <a:pt x="112" y="512"/>
                        <a:pt x="116" y="501"/>
                        <a:pt x="106" y="494"/>
                      </a:cubicBezTo>
                      <a:cubicBezTo>
                        <a:pt x="97" y="495"/>
                        <a:pt x="87" y="498"/>
                        <a:pt x="79" y="495"/>
                      </a:cubicBezTo>
                      <a:cubicBezTo>
                        <a:pt x="75" y="487"/>
                        <a:pt x="76" y="478"/>
                        <a:pt x="65" y="476"/>
                      </a:cubicBezTo>
                      <a:cubicBezTo>
                        <a:pt x="60" y="474"/>
                        <a:pt x="56" y="473"/>
                        <a:pt x="52" y="470"/>
                      </a:cubicBezTo>
                      <a:cubicBezTo>
                        <a:pt x="44" y="457"/>
                        <a:pt x="55" y="472"/>
                        <a:pt x="43" y="464"/>
                      </a:cubicBezTo>
                      <a:cubicBezTo>
                        <a:pt x="40" y="462"/>
                        <a:pt x="40" y="457"/>
                        <a:pt x="37" y="455"/>
                      </a:cubicBezTo>
                      <a:cubicBezTo>
                        <a:pt x="32" y="451"/>
                        <a:pt x="25" y="448"/>
                        <a:pt x="19" y="444"/>
                      </a:cubicBezTo>
                      <a:cubicBezTo>
                        <a:pt x="17" y="439"/>
                        <a:pt x="14" y="435"/>
                        <a:pt x="11" y="431"/>
                      </a:cubicBezTo>
                      <a:cubicBezTo>
                        <a:pt x="10" y="425"/>
                        <a:pt x="8" y="419"/>
                        <a:pt x="5" y="413"/>
                      </a:cubicBezTo>
                      <a:cubicBezTo>
                        <a:pt x="5" y="411"/>
                        <a:pt x="0" y="376"/>
                        <a:pt x="4" y="368"/>
                      </a:cubicBezTo>
                      <a:cubicBezTo>
                        <a:pt x="7" y="363"/>
                        <a:pt x="16" y="366"/>
                        <a:pt x="22" y="365"/>
                      </a:cubicBezTo>
                      <a:cubicBezTo>
                        <a:pt x="36" y="364"/>
                        <a:pt x="50" y="362"/>
                        <a:pt x="64" y="359"/>
                      </a:cubicBezTo>
                      <a:cubicBezTo>
                        <a:pt x="71" y="355"/>
                        <a:pt x="80" y="351"/>
                        <a:pt x="88" y="350"/>
                      </a:cubicBezTo>
                      <a:cubicBezTo>
                        <a:pt x="96" y="340"/>
                        <a:pt x="109" y="339"/>
                        <a:pt x="121" y="338"/>
                      </a:cubicBezTo>
                      <a:cubicBezTo>
                        <a:pt x="134" y="339"/>
                        <a:pt x="138" y="336"/>
                        <a:pt x="149" y="330"/>
                      </a:cubicBezTo>
                      <a:cubicBezTo>
                        <a:pt x="161" y="313"/>
                        <a:pt x="157" y="321"/>
                        <a:pt x="190" y="320"/>
                      </a:cubicBezTo>
                      <a:cubicBezTo>
                        <a:pt x="200" y="318"/>
                        <a:pt x="210" y="316"/>
                        <a:pt x="220" y="314"/>
                      </a:cubicBezTo>
                      <a:cubicBezTo>
                        <a:pt x="230" y="307"/>
                        <a:pt x="235" y="304"/>
                        <a:pt x="241" y="293"/>
                      </a:cubicBezTo>
                      <a:cubicBezTo>
                        <a:pt x="245" y="272"/>
                        <a:pt x="237" y="250"/>
                        <a:pt x="247" y="230"/>
                      </a:cubicBezTo>
                      <a:cubicBezTo>
                        <a:pt x="250" y="215"/>
                        <a:pt x="255" y="206"/>
                        <a:pt x="268" y="198"/>
                      </a:cubicBezTo>
                      <a:cubicBezTo>
                        <a:pt x="270" y="188"/>
                        <a:pt x="270" y="181"/>
                        <a:pt x="260" y="177"/>
                      </a:cubicBezTo>
                      <a:cubicBezTo>
                        <a:pt x="258" y="168"/>
                        <a:pt x="256" y="173"/>
                        <a:pt x="251" y="165"/>
                      </a:cubicBezTo>
                      <a:cubicBezTo>
                        <a:pt x="249" y="154"/>
                        <a:pt x="255" y="148"/>
                        <a:pt x="265" y="144"/>
                      </a:cubicBezTo>
                      <a:cubicBezTo>
                        <a:pt x="268" y="140"/>
                        <a:pt x="269" y="136"/>
                        <a:pt x="271" y="131"/>
                      </a:cubicBezTo>
                      <a:cubicBezTo>
                        <a:pt x="272" y="105"/>
                        <a:pt x="272" y="86"/>
                        <a:pt x="263" y="63"/>
                      </a:cubicBezTo>
                      <a:cubicBezTo>
                        <a:pt x="265" y="53"/>
                        <a:pt x="266" y="43"/>
                        <a:pt x="277" y="41"/>
                      </a:cubicBezTo>
                      <a:cubicBezTo>
                        <a:pt x="285" y="31"/>
                        <a:pt x="309" y="6"/>
                        <a:pt x="320" y="0"/>
                      </a:cubicBezTo>
                      <a:cubicBezTo>
                        <a:pt x="323" y="6"/>
                        <a:pt x="322" y="6"/>
                        <a:pt x="325" y="3"/>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73" name="Freeform 36">
                  <a:extLst>
                    <a:ext uri="{FF2B5EF4-FFF2-40B4-BE49-F238E27FC236}">
                      <a16:creationId xmlns:a16="http://schemas.microsoft.com/office/drawing/2014/main" id="{DB6539BE-82CF-3AAB-D14A-CB02D50AFB83}"/>
                    </a:ext>
                  </a:extLst>
                </p:cNvPr>
                <p:cNvSpPr>
                  <a:spLocks/>
                </p:cNvSpPr>
                <p:nvPr/>
              </p:nvSpPr>
              <p:spPr bwMode="auto">
                <a:xfrm>
                  <a:off x="10037251" y="2229411"/>
                  <a:ext cx="1341630" cy="1573795"/>
                </a:xfrm>
                <a:custGeom>
                  <a:avLst/>
                  <a:gdLst>
                    <a:gd name="T0" fmla="*/ 27 w 832"/>
                    <a:gd name="T1" fmla="*/ 67 h 976"/>
                    <a:gd name="T2" fmla="*/ 153 w 832"/>
                    <a:gd name="T3" fmla="*/ 82 h 976"/>
                    <a:gd name="T4" fmla="*/ 192 w 832"/>
                    <a:gd name="T5" fmla="*/ 53 h 976"/>
                    <a:gd name="T6" fmla="*/ 314 w 832"/>
                    <a:gd name="T7" fmla="*/ 41 h 976"/>
                    <a:gd name="T8" fmla="*/ 360 w 832"/>
                    <a:gd name="T9" fmla="*/ 17 h 976"/>
                    <a:gd name="T10" fmla="*/ 386 w 832"/>
                    <a:gd name="T11" fmla="*/ 0 h 976"/>
                    <a:gd name="T12" fmla="*/ 429 w 832"/>
                    <a:gd name="T13" fmla="*/ 85 h 976"/>
                    <a:gd name="T14" fmla="*/ 485 w 832"/>
                    <a:gd name="T15" fmla="*/ 109 h 976"/>
                    <a:gd name="T16" fmla="*/ 506 w 832"/>
                    <a:gd name="T17" fmla="*/ 180 h 976"/>
                    <a:gd name="T18" fmla="*/ 523 w 832"/>
                    <a:gd name="T19" fmla="*/ 229 h 976"/>
                    <a:gd name="T20" fmla="*/ 562 w 832"/>
                    <a:gd name="T21" fmla="*/ 229 h 976"/>
                    <a:gd name="T22" fmla="*/ 564 w 832"/>
                    <a:gd name="T23" fmla="*/ 279 h 976"/>
                    <a:gd name="T24" fmla="*/ 581 w 832"/>
                    <a:gd name="T25" fmla="*/ 313 h 976"/>
                    <a:gd name="T26" fmla="*/ 631 w 832"/>
                    <a:gd name="T27" fmla="*/ 324 h 976"/>
                    <a:gd name="T28" fmla="*/ 665 w 832"/>
                    <a:gd name="T29" fmla="*/ 341 h 976"/>
                    <a:gd name="T30" fmla="*/ 708 w 832"/>
                    <a:gd name="T31" fmla="*/ 379 h 976"/>
                    <a:gd name="T32" fmla="*/ 727 w 832"/>
                    <a:gd name="T33" fmla="*/ 406 h 976"/>
                    <a:gd name="T34" fmla="*/ 758 w 832"/>
                    <a:gd name="T35" fmla="*/ 526 h 976"/>
                    <a:gd name="T36" fmla="*/ 789 w 832"/>
                    <a:gd name="T37" fmla="*/ 569 h 976"/>
                    <a:gd name="T38" fmla="*/ 816 w 832"/>
                    <a:gd name="T39" fmla="*/ 603 h 976"/>
                    <a:gd name="T40" fmla="*/ 711 w 832"/>
                    <a:gd name="T41" fmla="*/ 632 h 976"/>
                    <a:gd name="T42" fmla="*/ 663 w 832"/>
                    <a:gd name="T43" fmla="*/ 648 h 976"/>
                    <a:gd name="T44" fmla="*/ 636 w 832"/>
                    <a:gd name="T45" fmla="*/ 663 h 976"/>
                    <a:gd name="T46" fmla="*/ 585 w 832"/>
                    <a:gd name="T47" fmla="*/ 667 h 976"/>
                    <a:gd name="T48" fmla="*/ 550 w 832"/>
                    <a:gd name="T49" fmla="*/ 682 h 976"/>
                    <a:gd name="T50" fmla="*/ 530 w 832"/>
                    <a:gd name="T51" fmla="*/ 761 h 976"/>
                    <a:gd name="T52" fmla="*/ 494 w 832"/>
                    <a:gd name="T53" fmla="*/ 757 h 976"/>
                    <a:gd name="T54" fmla="*/ 451 w 832"/>
                    <a:gd name="T55" fmla="*/ 742 h 976"/>
                    <a:gd name="T56" fmla="*/ 432 w 832"/>
                    <a:gd name="T57" fmla="*/ 795 h 976"/>
                    <a:gd name="T58" fmla="*/ 446 w 832"/>
                    <a:gd name="T59" fmla="*/ 831 h 976"/>
                    <a:gd name="T60" fmla="*/ 377 w 832"/>
                    <a:gd name="T61" fmla="*/ 855 h 976"/>
                    <a:gd name="T62" fmla="*/ 405 w 832"/>
                    <a:gd name="T63" fmla="*/ 884 h 976"/>
                    <a:gd name="T64" fmla="*/ 348 w 832"/>
                    <a:gd name="T65" fmla="*/ 910 h 976"/>
                    <a:gd name="T66" fmla="*/ 322 w 832"/>
                    <a:gd name="T67" fmla="*/ 929 h 976"/>
                    <a:gd name="T68" fmla="*/ 223 w 832"/>
                    <a:gd name="T69" fmla="*/ 968 h 976"/>
                    <a:gd name="T70" fmla="*/ 183 w 832"/>
                    <a:gd name="T71" fmla="*/ 869 h 976"/>
                    <a:gd name="T72" fmla="*/ 141 w 832"/>
                    <a:gd name="T73" fmla="*/ 828 h 976"/>
                    <a:gd name="T74" fmla="*/ 105 w 832"/>
                    <a:gd name="T75" fmla="*/ 812 h 976"/>
                    <a:gd name="T76" fmla="*/ 110 w 832"/>
                    <a:gd name="T77" fmla="*/ 769 h 976"/>
                    <a:gd name="T78" fmla="*/ 135 w 832"/>
                    <a:gd name="T79" fmla="*/ 718 h 976"/>
                    <a:gd name="T80" fmla="*/ 153 w 832"/>
                    <a:gd name="T81" fmla="*/ 679 h 976"/>
                    <a:gd name="T82" fmla="*/ 170 w 832"/>
                    <a:gd name="T83" fmla="*/ 648 h 976"/>
                    <a:gd name="T84" fmla="*/ 201 w 832"/>
                    <a:gd name="T85" fmla="*/ 591 h 976"/>
                    <a:gd name="T86" fmla="*/ 218 w 832"/>
                    <a:gd name="T87" fmla="*/ 553 h 976"/>
                    <a:gd name="T88" fmla="*/ 216 w 832"/>
                    <a:gd name="T89" fmla="*/ 523 h 976"/>
                    <a:gd name="T90" fmla="*/ 202 w 832"/>
                    <a:gd name="T91" fmla="*/ 473 h 976"/>
                    <a:gd name="T92" fmla="*/ 130 w 832"/>
                    <a:gd name="T93" fmla="*/ 463 h 976"/>
                    <a:gd name="T94" fmla="*/ 120 w 832"/>
                    <a:gd name="T95" fmla="*/ 469 h 976"/>
                    <a:gd name="T96" fmla="*/ 94 w 832"/>
                    <a:gd name="T97" fmla="*/ 461 h 976"/>
                    <a:gd name="T98" fmla="*/ 74 w 832"/>
                    <a:gd name="T99" fmla="*/ 440 h 976"/>
                    <a:gd name="T100" fmla="*/ 55 w 832"/>
                    <a:gd name="T101" fmla="*/ 423 h 976"/>
                    <a:gd name="T102" fmla="*/ 27 w 832"/>
                    <a:gd name="T103" fmla="*/ 363 h 976"/>
                    <a:gd name="T104" fmla="*/ 36 w 832"/>
                    <a:gd name="T105" fmla="*/ 303 h 976"/>
                    <a:gd name="T106" fmla="*/ 39 w 832"/>
                    <a:gd name="T107" fmla="*/ 240 h 976"/>
                    <a:gd name="T108" fmla="*/ 27 w 832"/>
                    <a:gd name="T109" fmla="*/ 132 h 976"/>
                    <a:gd name="T110" fmla="*/ 0 w 832"/>
                    <a:gd name="T111" fmla="*/ 73 h 9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32"/>
                    <a:gd name="T169" fmla="*/ 0 h 976"/>
                    <a:gd name="T170" fmla="*/ 832 w 832"/>
                    <a:gd name="T171" fmla="*/ 976 h 9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32" h="976">
                      <a:moveTo>
                        <a:pt x="0" y="73"/>
                      </a:moveTo>
                      <a:cubicBezTo>
                        <a:pt x="10" y="71"/>
                        <a:pt x="16" y="68"/>
                        <a:pt x="27" y="67"/>
                      </a:cubicBezTo>
                      <a:cubicBezTo>
                        <a:pt x="57" y="68"/>
                        <a:pt x="81" y="76"/>
                        <a:pt x="110" y="84"/>
                      </a:cubicBezTo>
                      <a:cubicBezTo>
                        <a:pt x="124" y="83"/>
                        <a:pt x="139" y="83"/>
                        <a:pt x="153" y="82"/>
                      </a:cubicBezTo>
                      <a:cubicBezTo>
                        <a:pt x="163" y="81"/>
                        <a:pt x="167" y="65"/>
                        <a:pt x="175" y="60"/>
                      </a:cubicBezTo>
                      <a:cubicBezTo>
                        <a:pt x="178" y="55"/>
                        <a:pt x="192" y="53"/>
                        <a:pt x="192" y="53"/>
                      </a:cubicBezTo>
                      <a:cubicBezTo>
                        <a:pt x="212" y="56"/>
                        <a:pt x="232" y="58"/>
                        <a:pt x="252" y="61"/>
                      </a:cubicBezTo>
                      <a:cubicBezTo>
                        <a:pt x="301" y="60"/>
                        <a:pt x="283" y="60"/>
                        <a:pt x="314" y="41"/>
                      </a:cubicBezTo>
                      <a:cubicBezTo>
                        <a:pt x="321" y="32"/>
                        <a:pt x="335" y="26"/>
                        <a:pt x="346" y="24"/>
                      </a:cubicBezTo>
                      <a:cubicBezTo>
                        <a:pt x="351" y="19"/>
                        <a:pt x="354" y="19"/>
                        <a:pt x="360" y="17"/>
                      </a:cubicBezTo>
                      <a:cubicBezTo>
                        <a:pt x="367" y="7"/>
                        <a:pt x="358" y="18"/>
                        <a:pt x="369" y="12"/>
                      </a:cubicBezTo>
                      <a:cubicBezTo>
                        <a:pt x="378" y="7"/>
                        <a:pt x="371" y="2"/>
                        <a:pt x="386" y="0"/>
                      </a:cubicBezTo>
                      <a:cubicBezTo>
                        <a:pt x="397" y="2"/>
                        <a:pt x="406" y="8"/>
                        <a:pt x="415" y="13"/>
                      </a:cubicBezTo>
                      <a:cubicBezTo>
                        <a:pt x="429" y="40"/>
                        <a:pt x="400" y="72"/>
                        <a:pt x="429" y="85"/>
                      </a:cubicBezTo>
                      <a:cubicBezTo>
                        <a:pt x="433" y="90"/>
                        <a:pt x="436" y="91"/>
                        <a:pt x="442" y="92"/>
                      </a:cubicBezTo>
                      <a:cubicBezTo>
                        <a:pt x="456" y="99"/>
                        <a:pt x="470" y="106"/>
                        <a:pt x="485" y="109"/>
                      </a:cubicBezTo>
                      <a:cubicBezTo>
                        <a:pt x="488" y="116"/>
                        <a:pt x="489" y="123"/>
                        <a:pt x="492" y="130"/>
                      </a:cubicBezTo>
                      <a:cubicBezTo>
                        <a:pt x="491" y="150"/>
                        <a:pt x="485" y="157"/>
                        <a:pt x="506" y="180"/>
                      </a:cubicBezTo>
                      <a:cubicBezTo>
                        <a:pt x="508" y="192"/>
                        <a:pt x="496" y="197"/>
                        <a:pt x="507" y="205"/>
                      </a:cubicBezTo>
                      <a:cubicBezTo>
                        <a:pt x="512" y="218"/>
                        <a:pt x="509" y="228"/>
                        <a:pt x="523" y="229"/>
                      </a:cubicBezTo>
                      <a:cubicBezTo>
                        <a:pt x="541" y="228"/>
                        <a:pt x="534" y="228"/>
                        <a:pt x="545" y="221"/>
                      </a:cubicBezTo>
                      <a:cubicBezTo>
                        <a:pt x="552" y="224"/>
                        <a:pt x="556" y="228"/>
                        <a:pt x="562" y="229"/>
                      </a:cubicBezTo>
                      <a:cubicBezTo>
                        <a:pt x="588" y="240"/>
                        <a:pt x="570" y="236"/>
                        <a:pt x="583" y="243"/>
                      </a:cubicBezTo>
                      <a:cubicBezTo>
                        <a:pt x="593" y="262"/>
                        <a:pt x="578" y="270"/>
                        <a:pt x="564" y="279"/>
                      </a:cubicBezTo>
                      <a:cubicBezTo>
                        <a:pt x="560" y="286"/>
                        <a:pt x="556" y="299"/>
                        <a:pt x="567" y="301"/>
                      </a:cubicBezTo>
                      <a:cubicBezTo>
                        <a:pt x="570" y="307"/>
                        <a:pt x="575" y="312"/>
                        <a:pt x="581" y="313"/>
                      </a:cubicBezTo>
                      <a:cubicBezTo>
                        <a:pt x="587" y="316"/>
                        <a:pt x="589" y="312"/>
                        <a:pt x="595" y="310"/>
                      </a:cubicBezTo>
                      <a:cubicBezTo>
                        <a:pt x="626" y="312"/>
                        <a:pt x="619" y="307"/>
                        <a:pt x="631" y="324"/>
                      </a:cubicBezTo>
                      <a:cubicBezTo>
                        <a:pt x="635" y="330"/>
                        <a:pt x="650" y="332"/>
                        <a:pt x="650" y="332"/>
                      </a:cubicBezTo>
                      <a:cubicBezTo>
                        <a:pt x="652" y="341"/>
                        <a:pt x="656" y="339"/>
                        <a:pt x="665" y="341"/>
                      </a:cubicBezTo>
                      <a:cubicBezTo>
                        <a:pt x="674" y="340"/>
                        <a:pt x="696" y="333"/>
                        <a:pt x="699" y="346"/>
                      </a:cubicBezTo>
                      <a:cubicBezTo>
                        <a:pt x="700" y="359"/>
                        <a:pt x="695" y="374"/>
                        <a:pt x="708" y="379"/>
                      </a:cubicBezTo>
                      <a:cubicBezTo>
                        <a:pt x="713" y="384"/>
                        <a:pt x="714" y="388"/>
                        <a:pt x="720" y="392"/>
                      </a:cubicBezTo>
                      <a:cubicBezTo>
                        <a:pt x="722" y="397"/>
                        <a:pt x="725" y="401"/>
                        <a:pt x="727" y="406"/>
                      </a:cubicBezTo>
                      <a:cubicBezTo>
                        <a:pt x="725" y="417"/>
                        <a:pt x="724" y="426"/>
                        <a:pt x="729" y="437"/>
                      </a:cubicBezTo>
                      <a:cubicBezTo>
                        <a:pt x="735" y="467"/>
                        <a:pt x="720" y="517"/>
                        <a:pt x="758" y="526"/>
                      </a:cubicBezTo>
                      <a:cubicBezTo>
                        <a:pt x="761" y="532"/>
                        <a:pt x="769" y="537"/>
                        <a:pt x="775" y="540"/>
                      </a:cubicBezTo>
                      <a:cubicBezTo>
                        <a:pt x="783" y="548"/>
                        <a:pt x="781" y="562"/>
                        <a:pt x="789" y="569"/>
                      </a:cubicBezTo>
                      <a:cubicBezTo>
                        <a:pt x="801" y="579"/>
                        <a:pt x="817" y="583"/>
                        <a:pt x="830" y="591"/>
                      </a:cubicBezTo>
                      <a:cubicBezTo>
                        <a:pt x="832" y="599"/>
                        <a:pt x="823" y="600"/>
                        <a:pt x="816" y="603"/>
                      </a:cubicBezTo>
                      <a:cubicBezTo>
                        <a:pt x="798" y="626"/>
                        <a:pt x="751" y="621"/>
                        <a:pt x="730" y="622"/>
                      </a:cubicBezTo>
                      <a:cubicBezTo>
                        <a:pt x="722" y="627"/>
                        <a:pt x="721" y="631"/>
                        <a:pt x="711" y="632"/>
                      </a:cubicBezTo>
                      <a:cubicBezTo>
                        <a:pt x="698" y="631"/>
                        <a:pt x="685" y="629"/>
                        <a:pt x="672" y="634"/>
                      </a:cubicBezTo>
                      <a:cubicBezTo>
                        <a:pt x="668" y="641"/>
                        <a:pt x="665" y="640"/>
                        <a:pt x="663" y="648"/>
                      </a:cubicBezTo>
                      <a:cubicBezTo>
                        <a:pt x="662" y="657"/>
                        <a:pt x="655" y="663"/>
                        <a:pt x="655" y="663"/>
                      </a:cubicBezTo>
                      <a:cubicBezTo>
                        <a:pt x="654" y="670"/>
                        <a:pt x="639" y="656"/>
                        <a:pt x="636" y="663"/>
                      </a:cubicBezTo>
                      <a:cubicBezTo>
                        <a:pt x="629" y="660"/>
                        <a:pt x="622" y="671"/>
                        <a:pt x="615" y="667"/>
                      </a:cubicBezTo>
                      <a:cubicBezTo>
                        <a:pt x="607" y="656"/>
                        <a:pt x="585" y="667"/>
                        <a:pt x="585" y="667"/>
                      </a:cubicBezTo>
                      <a:cubicBezTo>
                        <a:pt x="576" y="663"/>
                        <a:pt x="570" y="663"/>
                        <a:pt x="561" y="665"/>
                      </a:cubicBezTo>
                      <a:cubicBezTo>
                        <a:pt x="554" y="668"/>
                        <a:pt x="555" y="676"/>
                        <a:pt x="550" y="682"/>
                      </a:cubicBezTo>
                      <a:cubicBezTo>
                        <a:pt x="547" y="699"/>
                        <a:pt x="538" y="723"/>
                        <a:pt x="554" y="735"/>
                      </a:cubicBezTo>
                      <a:cubicBezTo>
                        <a:pt x="551" y="749"/>
                        <a:pt x="543" y="755"/>
                        <a:pt x="530" y="761"/>
                      </a:cubicBezTo>
                      <a:cubicBezTo>
                        <a:pt x="525" y="763"/>
                        <a:pt x="514" y="768"/>
                        <a:pt x="514" y="768"/>
                      </a:cubicBezTo>
                      <a:cubicBezTo>
                        <a:pt x="497" y="765"/>
                        <a:pt x="504" y="769"/>
                        <a:pt x="494" y="757"/>
                      </a:cubicBezTo>
                      <a:cubicBezTo>
                        <a:pt x="486" y="747"/>
                        <a:pt x="491" y="723"/>
                        <a:pt x="475" y="720"/>
                      </a:cubicBezTo>
                      <a:cubicBezTo>
                        <a:pt x="466" y="727"/>
                        <a:pt x="460" y="736"/>
                        <a:pt x="451" y="742"/>
                      </a:cubicBezTo>
                      <a:cubicBezTo>
                        <a:pt x="446" y="748"/>
                        <a:pt x="442" y="758"/>
                        <a:pt x="439" y="766"/>
                      </a:cubicBezTo>
                      <a:cubicBezTo>
                        <a:pt x="438" y="776"/>
                        <a:pt x="436" y="785"/>
                        <a:pt x="432" y="795"/>
                      </a:cubicBezTo>
                      <a:cubicBezTo>
                        <a:pt x="434" y="804"/>
                        <a:pt x="433" y="810"/>
                        <a:pt x="439" y="816"/>
                      </a:cubicBezTo>
                      <a:cubicBezTo>
                        <a:pt x="441" y="821"/>
                        <a:pt x="444" y="826"/>
                        <a:pt x="446" y="831"/>
                      </a:cubicBezTo>
                      <a:cubicBezTo>
                        <a:pt x="438" y="847"/>
                        <a:pt x="427" y="843"/>
                        <a:pt x="408" y="845"/>
                      </a:cubicBezTo>
                      <a:cubicBezTo>
                        <a:pt x="397" y="848"/>
                        <a:pt x="387" y="849"/>
                        <a:pt x="377" y="855"/>
                      </a:cubicBezTo>
                      <a:cubicBezTo>
                        <a:pt x="371" y="863"/>
                        <a:pt x="375" y="870"/>
                        <a:pt x="384" y="872"/>
                      </a:cubicBezTo>
                      <a:cubicBezTo>
                        <a:pt x="389" y="879"/>
                        <a:pt x="397" y="883"/>
                        <a:pt x="405" y="884"/>
                      </a:cubicBezTo>
                      <a:cubicBezTo>
                        <a:pt x="414" y="896"/>
                        <a:pt x="383" y="900"/>
                        <a:pt x="375" y="901"/>
                      </a:cubicBezTo>
                      <a:cubicBezTo>
                        <a:pt x="366" y="904"/>
                        <a:pt x="357" y="908"/>
                        <a:pt x="348" y="910"/>
                      </a:cubicBezTo>
                      <a:cubicBezTo>
                        <a:pt x="343" y="911"/>
                        <a:pt x="333" y="913"/>
                        <a:pt x="333" y="913"/>
                      </a:cubicBezTo>
                      <a:cubicBezTo>
                        <a:pt x="326" y="916"/>
                        <a:pt x="327" y="923"/>
                        <a:pt x="322" y="929"/>
                      </a:cubicBezTo>
                      <a:cubicBezTo>
                        <a:pt x="321" y="976"/>
                        <a:pt x="328" y="964"/>
                        <a:pt x="300" y="975"/>
                      </a:cubicBezTo>
                      <a:cubicBezTo>
                        <a:pt x="274" y="970"/>
                        <a:pt x="249" y="969"/>
                        <a:pt x="223" y="968"/>
                      </a:cubicBezTo>
                      <a:cubicBezTo>
                        <a:pt x="208" y="965"/>
                        <a:pt x="218" y="919"/>
                        <a:pt x="202" y="907"/>
                      </a:cubicBezTo>
                      <a:cubicBezTo>
                        <a:pt x="201" y="901"/>
                        <a:pt x="189" y="873"/>
                        <a:pt x="183" y="869"/>
                      </a:cubicBezTo>
                      <a:cubicBezTo>
                        <a:pt x="179" y="859"/>
                        <a:pt x="166" y="842"/>
                        <a:pt x="156" y="840"/>
                      </a:cubicBezTo>
                      <a:cubicBezTo>
                        <a:pt x="153" y="834"/>
                        <a:pt x="147" y="829"/>
                        <a:pt x="141" y="828"/>
                      </a:cubicBezTo>
                      <a:cubicBezTo>
                        <a:pt x="136" y="826"/>
                        <a:pt x="132" y="823"/>
                        <a:pt x="127" y="821"/>
                      </a:cubicBezTo>
                      <a:cubicBezTo>
                        <a:pt x="121" y="815"/>
                        <a:pt x="113" y="814"/>
                        <a:pt x="105" y="812"/>
                      </a:cubicBezTo>
                      <a:cubicBezTo>
                        <a:pt x="110" y="807"/>
                        <a:pt x="105" y="794"/>
                        <a:pt x="108" y="788"/>
                      </a:cubicBezTo>
                      <a:cubicBezTo>
                        <a:pt x="110" y="785"/>
                        <a:pt x="110" y="769"/>
                        <a:pt x="110" y="769"/>
                      </a:cubicBezTo>
                      <a:cubicBezTo>
                        <a:pt x="108" y="749"/>
                        <a:pt x="115" y="755"/>
                        <a:pt x="127" y="737"/>
                      </a:cubicBezTo>
                      <a:cubicBezTo>
                        <a:pt x="131" y="731"/>
                        <a:pt x="133" y="725"/>
                        <a:pt x="135" y="718"/>
                      </a:cubicBezTo>
                      <a:cubicBezTo>
                        <a:pt x="136" y="715"/>
                        <a:pt x="139" y="708"/>
                        <a:pt x="139" y="708"/>
                      </a:cubicBezTo>
                      <a:cubicBezTo>
                        <a:pt x="141" y="698"/>
                        <a:pt x="144" y="686"/>
                        <a:pt x="153" y="679"/>
                      </a:cubicBezTo>
                      <a:cubicBezTo>
                        <a:pt x="156" y="673"/>
                        <a:pt x="159" y="669"/>
                        <a:pt x="165" y="665"/>
                      </a:cubicBezTo>
                      <a:cubicBezTo>
                        <a:pt x="166" y="659"/>
                        <a:pt x="168" y="654"/>
                        <a:pt x="170" y="648"/>
                      </a:cubicBezTo>
                      <a:cubicBezTo>
                        <a:pt x="171" y="635"/>
                        <a:pt x="174" y="619"/>
                        <a:pt x="187" y="613"/>
                      </a:cubicBezTo>
                      <a:cubicBezTo>
                        <a:pt x="192" y="605"/>
                        <a:pt x="197" y="599"/>
                        <a:pt x="201" y="591"/>
                      </a:cubicBezTo>
                      <a:cubicBezTo>
                        <a:pt x="202" y="586"/>
                        <a:pt x="206" y="576"/>
                        <a:pt x="206" y="576"/>
                      </a:cubicBezTo>
                      <a:cubicBezTo>
                        <a:pt x="207" y="568"/>
                        <a:pt x="214" y="561"/>
                        <a:pt x="218" y="553"/>
                      </a:cubicBezTo>
                      <a:cubicBezTo>
                        <a:pt x="219" y="547"/>
                        <a:pt x="220" y="544"/>
                        <a:pt x="225" y="540"/>
                      </a:cubicBezTo>
                      <a:cubicBezTo>
                        <a:pt x="227" y="530"/>
                        <a:pt x="224" y="528"/>
                        <a:pt x="216" y="523"/>
                      </a:cubicBezTo>
                      <a:cubicBezTo>
                        <a:pt x="212" y="517"/>
                        <a:pt x="210" y="511"/>
                        <a:pt x="207" y="505"/>
                      </a:cubicBezTo>
                      <a:cubicBezTo>
                        <a:pt x="205" y="494"/>
                        <a:pt x="205" y="484"/>
                        <a:pt x="202" y="473"/>
                      </a:cubicBezTo>
                      <a:cubicBezTo>
                        <a:pt x="201" y="467"/>
                        <a:pt x="165" y="458"/>
                        <a:pt x="159" y="457"/>
                      </a:cubicBezTo>
                      <a:cubicBezTo>
                        <a:pt x="147" y="458"/>
                        <a:pt x="140" y="459"/>
                        <a:pt x="130" y="463"/>
                      </a:cubicBezTo>
                      <a:cubicBezTo>
                        <a:pt x="128" y="465"/>
                        <a:pt x="127" y="467"/>
                        <a:pt x="125" y="468"/>
                      </a:cubicBezTo>
                      <a:cubicBezTo>
                        <a:pt x="124" y="469"/>
                        <a:pt x="121" y="468"/>
                        <a:pt x="120" y="469"/>
                      </a:cubicBezTo>
                      <a:cubicBezTo>
                        <a:pt x="117" y="471"/>
                        <a:pt x="111" y="476"/>
                        <a:pt x="111" y="476"/>
                      </a:cubicBezTo>
                      <a:cubicBezTo>
                        <a:pt x="103" y="471"/>
                        <a:pt x="103" y="465"/>
                        <a:pt x="94" y="461"/>
                      </a:cubicBezTo>
                      <a:cubicBezTo>
                        <a:pt x="93" y="454"/>
                        <a:pt x="93" y="452"/>
                        <a:pt x="86" y="451"/>
                      </a:cubicBezTo>
                      <a:cubicBezTo>
                        <a:pt x="81" y="447"/>
                        <a:pt x="77" y="446"/>
                        <a:pt x="74" y="440"/>
                      </a:cubicBezTo>
                      <a:cubicBezTo>
                        <a:pt x="72" y="437"/>
                        <a:pt x="73" y="432"/>
                        <a:pt x="70" y="430"/>
                      </a:cubicBezTo>
                      <a:cubicBezTo>
                        <a:pt x="65" y="427"/>
                        <a:pt x="55" y="423"/>
                        <a:pt x="55" y="423"/>
                      </a:cubicBezTo>
                      <a:cubicBezTo>
                        <a:pt x="50" y="410"/>
                        <a:pt x="58" y="398"/>
                        <a:pt x="51" y="385"/>
                      </a:cubicBezTo>
                      <a:cubicBezTo>
                        <a:pt x="48" y="369"/>
                        <a:pt x="40" y="370"/>
                        <a:pt x="27" y="363"/>
                      </a:cubicBezTo>
                      <a:cubicBezTo>
                        <a:pt x="29" y="325"/>
                        <a:pt x="21" y="335"/>
                        <a:pt x="41" y="327"/>
                      </a:cubicBezTo>
                      <a:cubicBezTo>
                        <a:pt x="47" y="319"/>
                        <a:pt x="46" y="307"/>
                        <a:pt x="36" y="303"/>
                      </a:cubicBezTo>
                      <a:cubicBezTo>
                        <a:pt x="31" y="290"/>
                        <a:pt x="32" y="280"/>
                        <a:pt x="45" y="274"/>
                      </a:cubicBezTo>
                      <a:cubicBezTo>
                        <a:pt x="48" y="261"/>
                        <a:pt x="51" y="249"/>
                        <a:pt x="39" y="240"/>
                      </a:cubicBezTo>
                      <a:cubicBezTo>
                        <a:pt x="41" y="232"/>
                        <a:pt x="41" y="230"/>
                        <a:pt x="48" y="226"/>
                      </a:cubicBezTo>
                      <a:cubicBezTo>
                        <a:pt x="61" y="195"/>
                        <a:pt x="53" y="152"/>
                        <a:pt x="27" y="132"/>
                      </a:cubicBezTo>
                      <a:cubicBezTo>
                        <a:pt x="25" y="121"/>
                        <a:pt x="20" y="103"/>
                        <a:pt x="10" y="96"/>
                      </a:cubicBezTo>
                      <a:cubicBezTo>
                        <a:pt x="8" y="88"/>
                        <a:pt x="5" y="80"/>
                        <a:pt x="0" y="73"/>
                      </a:cubicBezTo>
                      <a:close/>
                    </a:path>
                  </a:pathLst>
                </a:custGeom>
                <a:grpFill/>
                <a:ln w="9525" cap="flat" cmpd="sng">
                  <a:solidFill>
                    <a:schemeClr val="bg1"/>
                  </a:solidFill>
                  <a:prstDash val="solid"/>
                  <a:round/>
                  <a:headEnd type="none" w="med" len="med"/>
                  <a:tailEnd type="none" w="med" len="med"/>
                </a:ln>
              </p:spPr>
              <p:txBody>
                <a:bodyPr lIns="0" tIns="0" rIns="0" bIns="0" anchor="ct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endParaRPr lang="en-GB" sz="600">
                    <a:latin typeface="+mn-lt"/>
                  </a:endParaRPr>
                </a:p>
              </p:txBody>
            </p:sp>
            <p:sp>
              <p:nvSpPr>
                <p:cNvPr id="74" name="Text Box 55">
                  <a:extLst>
                    <a:ext uri="{FF2B5EF4-FFF2-40B4-BE49-F238E27FC236}">
                      <a16:creationId xmlns:a16="http://schemas.microsoft.com/office/drawing/2014/main" id="{AD3D37A7-F14A-2491-0744-4E94D59CC245}"/>
                    </a:ext>
                  </a:extLst>
                </p:cNvPr>
                <p:cNvSpPr txBox="1">
                  <a:spLocks noChangeArrowheads="1"/>
                </p:cNvSpPr>
                <p:nvPr/>
              </p:nvSpPr>
              <p:spPr bwMode="auto">
                <a:xfrm>
                  <a:off x="8495665" y="3745156"/>
                  <a:ext cx="291869" cy="205909"/>
                </a:xfrm>
                <a:prstGeom prst="rect">
                  <a:avLst/>
                </a:prstGeom>
                <a:grpFill/>
                <a:ln>
                  <a:noFill/>
                </a:ln>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South- wark </a:t>
                  </a:r>
                </a:p>
              </p:txBody>
            </p:sp>
          </p:grpSp>
          <p:grpSp>
            <p:nvGrpSpPr>
              <p:cNvPr id="8" name="Group 7">
                <a:extLst>
                  <a:ext uri="{FF2B5EF4-FFF2-40B4-BE49-F238E27FC236}">
                    <a16:creationId xmlns:a16="http://schemas.microsoft.com/office/drawing/2014/main" id="{D6599B57-16E0-F2B7-394F-2704AD313CD4}"/>
                  </a:ext>
                </a:extLst>
              </p:cNvPr>
              <p:cNvGrpSpPr/>
              <p:nvPr/>
            </p:nvGrpSpPr>
            <p:grpSpPr>
              <a:xfrm>
                <a:off x="5555196" y="2133752"/>
                <a:ext cx="4397817" cy="2978824"/>
                <a:chOff x="6007523" y="1989149"/>
                <a:chExt cx="4903722" cy="3321495"/>
              </a:xfrm>
            </p:grpSpPr>
            <p:sp>
              <p:nvSpPr>
                <p:cNvPr id="9" name="Text Box 37">
                  <a:extLst>
                    <a:ext uri="{FF2B5EF4-FFF2-40B4-BE49-F238E27FC236}">
                      <a16:creationId xmlns:a16="http://schemas.microsoft.com/office/drawing/2014/main" id="{9D3D495A-84B8-5E23-B404-1E0504F4E929}"/>
                    </a:ext>
                  </a:extLst>
                </p:cNvPr>
                <p:cNvSpPr txBox="1">
                  <a:spLocks noChangeArrowheads="1"/>
                </p:cNvSpPr>
                <p:nvPr/>
              </p:nvSpPr>
              <p:spPr bwMode="auto">
                <a:xfrm>
                  <a:off x="6007523" y="3085646"/>
                  <a:ext cx="440222"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Hillingdon </a:t>
                  </a:r>
                </a:p>
              </p:txBody>
            </p:sp>
            <p:sp>
              <p:nvSpPr>
                <p:cNvPr id="10" name="Text Box 38">
                  <a:extLst>
                    <a:ext uri="{FF2B5EF4-FFF2-40B4-BE49-F238E27FC236}">
                      <a16:creationId xmlns:a16="http://schemas.microsoft.com/office/drawing/2014/main" id="{B3BDEEFD-5EC9-6B0E-AA61-58FB8EB7E747}"/>
                    </a:ext>
                  </a:extLst>
                </p:cNvPr>
                <p:cNvSpPr txBox="1">
                  <a:spLocks noChangeArrowheads="1"/>
                </p:cNvSpPr>
                <p:nvPr/>
              </p:nvSpPr>
              <p:spPr bwMode="auto">
                <a:xfrm>
                  <a:off x="6592874" y="2647047"/>
                  <a:ext cx="440222"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Harrow </a:t>
                  </a:r>
                </a:p>
              </p:txBody>
            </p:sp>
            <p:sp>
              <p:nvSpPr>
                <p:cNvPr id="11" name="Text Box 39">
                  <a:extLst>
                    <a:ext uri="{FF2B5EF4-FFF2-40B4-BE49-F238E27FC236}">
                      <a16:creationId xmlns:a16="http://schemas.microsoft.com/office/drawing/2014/main" id="{575CF6A5-935C-4BDF-F2B3-CC65043DC2F5}"/>
                    </a:ext>
                  </a:extLst>
                </p:cNvPr>
                <p:cNvSpPr txBox="1">
                  <a:spLocks noChangeArrowheads="1"/>
                </p:cNvSpPr>
                <p:nvPr/>
              </p:nvSpPr>
              <p:spPr bwMode="auto">
                <a:xfrm>
                  <a:off x="6812179" y="3451682"/>
                  <a:ext cx="440222"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Ealing </a:t>
                  </a:r>
                </a:p>
              </p:txBody>
            </p:sp>
            <p:sp>
              <p:nvSpPr>
                <p:cNvPr id="12" name="Text Box 40">
                  <a:extLst>
                    <a:ext uri="{FF2B5EF4-FFF2-40B4-BE49-F238E27FC236}">
                      <a16:creationId xmlns:a16="http://schemas.microsoft.com/office/drawing/2014/main" id="{5520FE55-371B-619A-1540-4AF735220F8D}"/>
                    </a:ext>
                  </a:extLst>
                </p:cNvPr>
                <p:cNvSpPr txBox="1">
                  <a:spLocks noChangeArrowheads="1"/>
                </p:cNvSpPr>
                <p:nvPr/>
              </p:nvSpPr>
              <p:spPr bwMode="auto">
                <a:xfrm>
                  <a:off x="7178226" y="3013083"/>
                  <a:ext cx="36604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Brent </a:t>
                  </a:r>
                </a:p>
              </p:txBody>
            </p:sp>
            <p:sp>
              <p:nvSpPr>
                <p:cNvPr id="13" name="Text Box 41">
                  <a:extLst>
                    <a:ext uri="{FF2B5EF4-FFF2-40B4-BE49-F238E27FC236}">
                      <a16:creationId xmlns:a16="http://schemas.microsoft.com/office/drawing/2014/main" id="{741FAC49-A989-CD0A-6D75-92E0D3FEC007}"/>
                    </a:ext>
                  </a:extLst>
                </p:cNvPr>
                <p:cNvSpPr txBox="1">
                  <a:spLocks noChangeArrowheads="1"/>
                </p:cNvSpPr>
                <p:nvPr/>
              </p:nvSpPr>
              <p:spPr bwMode="auto">
                <a:xfrm>
                  <a:off x="7544270" y="2355186"/>
                  <a:ext cx="36604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Barnet </a:t>
                  </a:r>
                </a:p>
              </p:txBody>
            </p:sp>
            <p:sp>
              <p:nvSpPr>
                <p:cNvPr id="14" name="Text Box 42">
                  <a:extLst>
                    <a:ext uri="{FF2B5EF4-FFF2-40B4-BE49-F238E27FC236}">
                      <a16:creationId xmlns:a16="http://schemas.microsoft.com/office/drawing/2014/main" id="{25AD6D30-711D-9A1B-AD03-DEF34B89955B}"/>
                    </a:ext>
                  </a:extLst>
                </p:cNvPr>
                <p:cNvSpPr txBox="1">
                  <a:spLocks noChangeArrowheads="1"/>
                </p:cNvSpPr>
                <p:nvPr/>
              </p:nvSpPr>
              <p:spPr bwMode="auto">
                <a:xfrm>
                  <a:off x="8348926" y="1989149"/>
                  <a:ext cx="36604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Enfield </a:t>
                  </a:r>
                </a:p>
              </p:txBody>
            </p:sp>
            <p:sp>
              <p:nvSpPr>
                <p:cNvPr id="15" name="Text Box 43">
                  <a:extLst>
                    <a:ext uri="{FF2B5EF4-FFF2-40B4-BE49-F238E27FC236}">
                      <a16:creationId xmlns:a16="http://schemas.microsoft.com/office/drawing/2014/main" id="{6C0C79FA-6456-9136-CBE6-1AB53C67F8B4}"/>
                    </a:ext>
                  </a:extLst>
                </p:cNvPr>
                <p:cNvSpPr txBox="1">
                  <a:spLocks noChangeArrowheads="1"/>
                </p:cNvSpPr>
                <p:nvPr/>
              </p:nvSpPr>
              <p:spPr bwMode="auto">
                <a:xfrm>
                  <a:off x="8202185" y="2647047"/>
                  <a:ext cx="36604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Haringey </a:t>
                  </a:r>
                </a:p>
              </p:txBody>
            </p:sp>
            <p:sp>
              <p:nvSpPr>
                <p:cNvPr id="16" name="Text Box 44">
                  <a:extLst>
                    <a:ext uri="{FF2B5EF4-FFF2-40B4-BE49-F238E27FC236}">
                      <a16:creationId xmlns:a16="http://schemas.microsoft.com/office/drawing/2014/main" id="{828FF8F6-4130-84E0-CDE2-95CBE932E9EE}"/>
                    </a:ext>
                  </a:extLst>
                </p:cNvPr>
                <p:cNvSpPr txBox="1">
                  <a:spLocks noChangeArrowheads="1"/>
                </p:cNvSpPr>
                <p:nvPr/>
              </p:nvSpPr>
              <p:spPr bwMode="auto">
                <a:xfrm>
                  <a:off x="7836139" y="3085646"/>
                  <a:ext cx="36604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Camden </a:t>
                  </a:r>
                </a:p>
              </p:txBody>
            </p:sp>
            <p:sp>
              <p:nvSpPr>
                <p:cNvPr id="17" name="Text Box 45">
                  <a:extLst>
                    <a:ext uri="{FF2B5EF4-FFF2-40B4-BE49-F238E27FC236}">
                      <a16:creationId xmlns:a16="http://schemas.microsoft.com/office/drawing/2014/main" id="{D8024619-9AEB-0430-9CD6-5ED0DFCA0F38}"/>
                    </a:ext>
                  </a:extLst>
                </p:cNvPr>
                <p:cNvSpPr txBox="1">
                  <a:spLocks noChangeArrowheads="1"/>
                </p:cNvSpPr>
                <p:nvPr/>
              </p:nvSpPr>
              <p:spPr bwMode="auto">
                <a:xfrm>
                  <a:off x="6371957" y="3964455"/>
                  <a:ext cx="516011"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Hounslow </a:t>
                  </a:r>
                </a:p>
              </p:txBody>
            </p:sp>
            <p:sp>
              <p:nvSpPr>
                <p:cNvPr id="18" name="Text Box 46">
                  <a:extLst>
                    <a:ext uri="{FF2B5EF4-FFF2-40B4-BE49-F238E27FC236}">
                      <a16:creationId xmlns:a16="http://schemas.microsoft.com/office/drawing/2014/main" id="{43E18478-137D-86D3-25DB-0910F29A320F}"/>
                    </a:ext>
                  </a:extLst>
                </p:cNvPr>
                <p:cNvSpPr txBox="1">
                  <a:spLocks noChangeArrowheads="1"/>
                </p:cNvSpPr>
                <p:nvPr/>
              </p:nvSpPr>
              <p:spPr bwMode="auto">
                <a:xfrm>
                  <a:off x="6812179" y="4256317"/>
                  <a:ext cx="51278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Richmond </a:t>
                  </a:r>
                </a:p>
              </p:txBody>
            </p:sp>
            <p:sp>
              <p:nvSpPr>
                <p:cNvPr id="19" name="Text Box 47">
                  <a:extLst>
                    <a:ext uri="{FF2B5EF4-FFF2-40B4-BE49-F238E27FC236}">
                      <a16:creationId xmlns:a16="http://schemas.microsoft.com/office/drawing/2014/main" id="{AF36D79C-5F8F-05F4-585E-20176D3B1145}"/>
                    </a:ext>
                  </a:extLst>
                </p:cNvPr>
                <p:cNvSpPr txBox="1">
                  <a:spLocks noChangeArrowheads="1"/>
                </p:cNvSpPr>
                <p:nvPr/>
              </p:nvSpPr>
              <p:spPr bwMode="auto">
                <a:xfrm>
                  <a:off x="7544270" y="4109580"/>
                  <a:ext cx="585351"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Wandsworth </a:t>
                  </a:r>
                </a:p>
              </p:txBody>
            </p:sp>
            <p:sp>
              <p:nvSpPr>
                <p:cNvPr id="20" name="Text Box 48">
                  <a:extLst>
                    <a:ext uri="{FF2B5EF4-FFF2-40B4-BE49-F238E27FC236}">
                      <a16:creationId xmlns:a16="http://schemas.microsoft.com/office/drawing/2014/main" id="{B274F47B-5A61-44E9-F621-2D70B6D79A72}"/>
                    </a:ext>
                  </a:extLst>
                </p:cNvPr>
                <p:cNvSpPr txBox="1">
                  <a:spLocks noChangeArrowheads="1"/>
                </p:cNvSpPr>
                <p:nvPr/>
              </p:nvSpPr>
              <p:spPr bwMode="auto">
                <a:xfrm>
                  <a:off x="7105660" y="4841652"/>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Kingston </a:t>
                  </a:r>
                </a:p>
              </p:txBody>
            </p:sp>
            <p:sp>
              <p:nvSpPr>
                <p:cNvPr id="21" name="Text Box 49">
                  <a:extLst>
                    <a:ext uri="{FF2B5EF4-FFF2-40B4-BE49-F238E27FC236}">
                      <a16:creationId xmlns:a16="http://schemas.microsoft.com/office/drawing/2014/main" id="{516A54CB-D43F-06E6-9A45-9CFF1344E14E}"/>
                    </a:ext>
                  </a:extLst>
                </p:cNvPr>
                <p:cNvSpPr txBox="1">
                  <a:spLocks noChangeArrowheads="1"/>
                </p:cNvSpPr>
                <p:nvPr/>
              </p:nvSpPr>
              <p:spPr bwMode="auto">
                <a:xfrm>
                  <a:off x="7616834" y="4622353"/>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Merton </a:t>
                  </a:r>
                </a:p>
              </p:txBody>
            </p:sp>
            <p:sp>
              <p:nvSpPr>
                <p:cNvPr id="22" name="Text Box 50">
                  <a:extLst>
                    <a:ext uri="{FF2B5EF4-FFF2-40B4-BE49-F238E27FC236}">
                      <a16:creationId xmlns:a16="http://schemas.microsoft.com/office/drawing/2014/main" id="{DAC88CD1-C585-A51D-F08F-9790396ECCF4}"/>
                    </a:ext>
                  </a:extLst>
                </p:cNvPr>
                <p:cNvSpPr txBox="1">
                  <a:spLocks noChangeArrowheads="1"/>
                </p:cNvSpPr>
                <p:nvPr/>
              </p:nvSpPr>
              <p:spPr bwMode="auto">
                <a:xfrm>
                  <a:off x="7763575" y="5133514"/>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Sutton </a:t>
                  </a:r>
                </a:p>
              </p:txBody>
            </p:sp>
            <p:sp>
              <p:nvSpPr>
                <p:cNvPr id="23" name="Text Box 51">
                  <a:extLst>
                    <a:ext uri="{FF2B5EF4-FFF2-40B4-BE49-F238E27FC236}">
                      <a16:creationId xmlns:a16="http://schemas.microsoft.com/office/drawing/2014/main" id="{1367C574-9682-FF85-6338-6B62523BB33F}"/>
                    </a:ext>
                  </a:extLst>
                </p:cNvPr>
                <p:cNvSpPr txBox="1">
                  <a:spLocks noChangeArrowheads="1"/>
                </p:cNvSpPr>
                <p:nvPr/>
              </p:nvSpPr>
              <p:spPr bwMode="auto">
                <a:xfrm>
                  <a:off x="8495666" y="5207689"/>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Croydon </a:t>
                  </a:r>
                </a:p>
              </p:txBody>
            </p:sp>
            <p:sp>
              <p:nvSpPr>
                <p:cNvPr id="24" name="Text Box 52">
                  <a:extLst>
                    <a:ext uri="{FF2B5EF4-FFF2-40B4-BE49-F238E27FC236}">
                      <a16:creationId xmlns:a16="http://schemas.microsoft.com/office/drawing/2014/main" id="{3D04065A-EB2C-C62E-7CE7-32FEE8CB396A}"/>
                    </a:ext>
                  </a:extLst>
                </p:cNvPr>
                <p:cNvSpPr txBox="1">
                  <a:spLocks noChangeArrowheads="1"/>
                </p:cNvSpPr>
                <p:nvPr/>
              </p:nvSpPr>
              <p:spPr bwMode="auto">
                <a:xfrm>
                  <a:off x="9372886" y="4914215"/>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Bromley </a:t>
                  </a:r>
                </a:p>
              </p:txBody>
            </p:sp>
            <p:sp>
              <p:nvSpPr>
                <p:cNvPr id="25" name="Text Box 53">
                  <a:extLst>
                    <a:ext uri="{FF2B5EF4-FFF2-40B4-BE49-F238E27FC236}">
                      <a16:creationId xmlns:a16="http://schemas.microsoft.com/office/drawing/2014/main" id="{E479A365-B3ED-831D-995A-7AF7DBC869FE}"/>
                    </a:ext>
                  </a:extLst>
                </p:cNvPr>
                <p:cNvSpPr txBox="1">
                  <a:spLocks noChangeArrowheads="1"/>
                </p:cNvSpPr>
                <p:nvPr/>
              </p:nvSpPr>
              <p:spPr bwMode="auto">
                <a:xfrm>
                  <a:off x="8832686" y="4280504"/>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Lewisham </a:t>
                  </a:r>
                </a:p>
              </p:txBody>
            </p:sp>
            <p:sp>
              <p:nvSpPr>
                <p:cNvPr id="26" name="Text Box 54">
                  <a:extLst>
                    <a:ext uri="{FF2B5EF4-FFF2-40B4-BE49-F238E27FC236}">
                      <a16:creationId xmlns:a16="http://schemas.microsoft.com/office/drawing/2014/main" id="{1BA07259-752B-C4FE-B6DE-D459820249C0}"/>
                    </a:ext>
                  </a:extLst>
                </p:cNvPr>
                <p:cNvSpPr txBox="1">
                  <a:spLocks noChangeArrowheads="1"/>
                </p:cNvSpPr>
                <p:nvPr/>
              </p:nvSpPr>
              <p:spPr bwMode="auto">
                <a:xfrm>
                  <a:off x="8129621" y="4037018"/>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Lambeth </a:t>
                  </a:r>
                </a:p>
              </p:txBody>
            </p:sp>
            <p:sp>
              <p:nvSpPr>
                <p:cNvPr id="27" name="Text Box 56">
                  <a:extLst>
                    <a:ext uri="{FF2B5EF4-FFF2-40B4-BE49-F238E27FC236}">
                      <a16:creationId xmlns:a16="http://schemas.microsoft.com/office/drawing/2014/main" id="{4E7EA284-C620-80AC-DCA0-1BC0885BAAE6}"/>
                    </a:ext>
                  </a:extLst>
                </p:cNvPr>
                <p:cNvSpPr txBox="1">
                  <a:spLocks noChangeArrowheads="1"/>
                </p:cNvSpPr>
                <p:nvPr/>
              </p:nvSpPr>
              <p:spPr bwMode="auto">
                <a:xfrm>
                  <a:off x="9226145" y="3817718"/>
                  <a:ext cx="51278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Greenwich</a:t>
                  </a:r>
                </a:p>
              </p:txBody>
            </p:sp>
            <p:sp>
              <p:nvSpPr>
                <p:cNvPr id="28" name="Text Box 57">
                  <a:extLst>
                    <a:ext uri="{FF2B5EF4-FFF2-40B4-BE49-F238E27FC236}">
                      <a16:creationId xmlns:a16="http://schemas.microsoft.com/office/drawing/2014/main" id="{F1838F2E-90F9-8326-A7D6-1A2454549D26}"/>
                    </a:ext>
                  </a:extLst>
                </p:cNvPr>
                <p:cNvSpPr txBox="1">
                  <a:spLocks noChangeArrowheads="1"/>
                </p:cNvSpPr>
                <p:nvPr/>
              </p:nvSpPr>
              <p:spPr bwMode="auto">
                <a:xfrm>
                  <a:off x="7836139" y="3450562"/>
                  <a:ext cx="512786"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Westminster</a:t>
                  </a:r>
                </a:p>
              </p:txBody>
            </p:sp>
            <p:sp>
              <p:nvSpPr>
                <p:cNvPr id="29" name="Text Box 58">
                  <a:extLst>
                    <a:ext uri="{FF2B5EF4-FFF2-40B4-BE49-F238E27FC236}">
                      <a16:creationId xmlns:a16="http://schemas.microsoft.com/office/drawing/2014/main" id="{91F1762E-BE53-4FEC-E7BB-15DFC6964FD0}"/>
                    </a:ext>
                  </a:extLst>
                </p:cNvPr>
                <p:cNvSpPr txBox="1">
                  <a:spLocks noChangeArrowheads="1"/>
                </p:cNvSpPr>
                <p:nvPr/>
              </p:nvSpPr>
              <p:spPr bwMode="auto">
                <a:xfrm>
                  <a:off x="7710361" y="3563436"/>
                  <a:ext cx="512786" cy="205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Ken. </a:t>
                  </a:r>
                  <a:br>
                    <a:rPr lang="en-GB" altLang="en-US" sz="600">
                      <a:solidFill>
                        <a:schemeClr val="tx1"/>
                      </a:solidFill>
                      <a:latin typeface="+mn-lt"/>
                    </a:rPr>
                  </a:br>
                  <a:r>
                    <a:rPr lang="en-GB" altLang="en-US" sz="600">
                      <a:solidFill>
                        <a:schemeClr val="tx1"/>
                      </a:solidFill>
                      <a:latin typeface="+mn-lt"/>
                    </a:rPr>
                    <a:t>&amp; </a:t>
                  </a:r>
                  <a:r>
                    <a:rPr lang="en-GB" altLang="en-US" sz="600" err="1">
                      <a:solidFill>
                        <a:schemeClr val="tx1"/>
                      </a:solidFill>
                      <a:latin typeface="+mn-lt"/>
                    </a:rPr>
                    <a:t>Chel</a:t>
                  </a:r>
                  <a:r>
                    <a:rPr lang="en-GB" altLang="en-US" sz="600">
                      <a:solidFill>
                        <a:schemeClr val="tx1"/>
                      </a:solidFill>
                      <a:latin typeface="+mn-lt"/>
                    </a:rPr>
                    <a:t>.</a:t>
                  </a:r>
                </a:p>
              </p:txBody>
            </p:sp>
            <p:sp>
              <p:nvSpPr>
                <p:cNvPr id="30" name="Text Box 59">
                  <a:extLst>
                    <a:ext uri="{FF2B5EF4-FFF2-40B4-BE49-F238E27FC236}">
                      <a16:creationId xmlns:a16="http://schemas.microsoft.com/office/drawing/2014/main" id="{BF4CF522-5D86-EF46-CED4-19E8354F4966}"/>
                    </a:ext>
                  </a:extLst>
                </p:cNvPr>
                <p:cNvSpPr txBox="1">
                  <a:spLocks noChangeArrowheads="1"/>
                </p:cNvSpPr>
                <p:nvPr/>
              </p:nvSpPr>
              <p:spPr bwMode="auto">
                <a:xfrm>
                  <a:off x="8421490" y="3451682"/>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City </a:t>
                  </a:r>
                </a:p>
              </p:txBody>
            </p:sp>
            <p:sp>
              <p:nvSpPr>
                <p:cNvPr id="31" name="Text Box 60">
                  <a:extLst>
                    <a:ext uri="{FF2B5EF4-FFF2-40B4-BE49-F238E27FC236}">
                      <a16:creationId xmlns:a16="http://schemas.microsoft.com/office/drawing/2014/main" id="{865C70EB-755C-FDBE-A85D-08E4C45FD3B0}"/>
                    </a:ext>
                  </a:extLst>
                </p:cNvPr>
                <p:cNvSpPr txBox="1">
                  <a:spLocks noChangeArrowheads="1"/>
                </p:cNvSpPr>
                <p:nvPr/>
              </p:nvSpPr>
              <p:spPr bwMode="auto">
                <a:xfrm>
                  <a:off x="8714971" y="3329132"/>
                  <a:ext cx="438610" cy="205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Tower</a:t>
                  </a:r>
                  <a:br>
                    <a:rPr lang="en-GB" altLang="en-US" sz="600">
                      <a:solidFill>
                        <a:schemeClr val="tx1"/>
                      </a:solidFill>
                      <a:latin typeface="+mn-lt"/>
                    </a:rPr>
                  </a:br>
                  <a:r>
                    <a:rPr lang="en-GB" altLang="en-US" sz="600">
                      <a:solidFill>
                        <a:schemeClr val="tx1"/>
                      </a:solidFill>
                      <a:latin typeface="+mn-lt"/>
                    </a:rPr>
                    <a:t>Hamlets </a:t>
                  </a:r>
                </a:p>
              </p:txBody>
            </p:sp>
            <p:sp>
              <p:nvSpPr>
                <p:cNvPr id="32" name="Text Box 61">
                  <a:extLst>
                    <a:ext uri="{FF2B5EF4-FFF2-40B4-BE49-F238E27FC236}">
                      <a16:creationId xmlns:a16="http://schemas.microsoft.com/office/drawing/2014/main" id="{90BA5AA9-AAD7-34B9-8A5C-D260F2443EB2}"/>
                    </a:ext>
                  </a:extLst>
                </p:cNvPr>
                <p:cNvSpPr txBox="1">
                  <a:spLocks noChangeArrowheads="1"/>
                </p:cNvSpPr>
                <p:nvPr/>
              </p:nvSpPr>
              <p:spPr bwMode="auto">
                <a:xfrm>
                  <a:off x="9153581" y="3304945"/>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Newham</a:t>
                  </a:r>
                </a:p>
              </p:txBody>
            </p:sp>
            <p:sp>
              <p:nvSpPr>
                <p:cNvPr id="33" name="Text Box 62">
                  <a:extLst>
                    <a:ext uri="{FF2B5EF4-FFF2-40B4-BE49-F238E27FC236}">
                      <a16:creationId xmlns:a16="http://schemas.microsoft.com/office/drawing/2014/main" id="{F1B8ED78-8EBE-BBF8-6302-B662C3A38018}"/>
                    </a:ext>
                  </a:extLst>
                </p:cNvPr>
                <p:cNvSpPr txBox="1">
                  <a:spLocks noChangeArrowheads="1"/>
                </p:cNvSpPr>
                <p:nvPr/>
              </p:nvSpPr>
              <p:spPr bwMode="auto">
                <a:xfrm>
                  <a:off x="8640795" y="3085646"/>
                  <a:ext cx="438610"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Hackney</a:t>
                  </a:r>
                </a:p>
              </p:txBody>
            </p:sp>
            <p:sp>
              <p:nvSpPr>
                <p:cNvPr id="34" name="Text Box 63">
                  <a:extLst>
                    <a:ext uri="{FF2B5EF4-FFF2-40B4-BE49-F238E27FC236}">
                      <a16:creationId xmlns:a16="http://schemas.microsoft.com/office/drawing/2014/main" id="{DD1081A6-E2CB-800F-1A42-9C588475D30E}"/>
                    </a:ext>
                  </a:extLst>
                </p:cNvPr>
                <p:cNvSpPr txBox="1">
                  <a:spLocks noChangeArrowheads="1"/>
                </p:cNvSpPr>
                <p:nvPr/>
              </p:nvSpPr>
              <p:spPr bwMode="auto">
                <a:xfrm>
                  <a:off x="8276362" y="3013083"/>
                  <a:ext cx="291869" cy="205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Isling-</a:t>
                  </a:r>
                  <a:br>
                    <a:rPr lang="en-GB" altLang="en-US" sz="600">
                      <a:solidFill>
                        <a:schemeClr val="tx1"/>
                      </a:solidFill>
                      <a:latin typeface="+mn-lt"/>
                    </a:rPr>
                  </a:br>
                  <a:r>
                    <a:rPr lang="en-GB" altLang="en-US" sz="600">
                      <a:solidFill>
                        <a:schemeClr val="tx1"/>
                      </a:solidFill>
                      <a:latin typeface="+mn-lt"/>
                    </a:rPr>
                    <a:t>ton</a:t>
                  </a:r>
                </a:p>
              </p:txBody>
            </p:sp>
            <p:sp>
              <p:nvSpPr>
                <p:cNvPr id="35" name="Text Box 64">
                  <a:extLst>
                    <a:ext uri="{FF2B5EF4-FFF2-40B4-BE49-F238E27FC236}">
                      <a16:creationId xmlns:a16="http://schemas.microsoft.com/office/drawing/2014/main" id="{1B8A084A-0532-1A39-C388-1192A853A2C8}"/>
                    </a:ext>
                  </a:extLst>
                </p:cNvPr>
                <p:cNvSpPr txBox="1">
                  <a:spLocks noChangeArrowheads="1"/>
                </p:cNvSpPr>
                <p:nvPr/>
              </p:nvSpPr>
              <p:spPr bwMode="auto">
                <a:xfrm>
                  <a:off x="8811724" y="2729284"/>
                  <a:ext cx="441835" cy="205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Waltham forest</a:t>
                  </a:r>
                </a:p>
              </p:txBody>
            </p:sp>
            <p:sp>
              <p:nvSpPr>
                <p:cNvPr id="36" name="Text Box 65">
                  <a:extLst>
                    <a:ext uri="{FF2B5EF4-FFF2-40B4-BE49-F238E27FC236}">
                      <a16:creationId xmlns:a16="http://schemas.microsoft.com/office/drawing/2014/main" id="{F7E6AA6F-C3AB-02D7-DFCE-6BD761E8EEF9}"/>
                    </a:ext>
                  </a:extLst>
                </p:cNvPr>
                <p:cNvSpPr txBox="1">
                  <a:spLocks noChangeArrowheads="1"/>
                </p:cNvSpPr>
                <p:nvPr/>
              </p:nvSpPr>
              <p:spPr bwMode="auto">
                <a:xfrm>
                  <a:off x="9372886" y="2719609"/>
                  <a:ext cx="441835"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Redbridge</a:t>
                  </a:r>
                </a:p>
              </p:txBody>
            </p:sp>
            <p:sp>
              <p:nvSpPr>
                <p:cNvPr id="37" name="Text Box 66">
                  <a:extLst>
                    <a:ext uri="{FF2B5EF4-FFF2-40B4-BE49-F238E27FC236}">
                      <a16:creationId xmlns:a16="http://schemas.microsoft.com/office/drawing/2014/main" id="{C35BC421-7082-845B-CC95-4C27A45904A3}"/>
                    </a:ext>
                  </a:extLst>
                </p:cNvPr>
                <p:cNvSpPr txBox="1">
                  <a:spLocks noChangeArrowheads="1"/>
                </p:cNvSpPr>
                <p:nvPr/>
              </p:nvSpPr>
              <p:spPr bwMode="auto">
                <a:xfrm>
                  <a:off x="10469410" y="2940521"/>
                  <a:ext cx="441835"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Havering</a:t>
                  </a:r>
                </a:p>
              </p:txBody>
            </p:sp>
            <p:sp>
              <p:nvSpPr>
                <p:cNvPr id="38" name="Text Box 67">
                  <a:extLst>
                    <a:ext uri="{FF2B5EF4-FFF2-40B4-BE49-F238E27FC236}">
                      <a16:creationId xmlns:a16="http://schemas.microsoft.com/office/drawing/2014/main" id="{907F48EC-B3B4-537C-A6A0-D94B7206F33C}"/>
                    </a:ext>
                  </a:extLst>
                </p:cNvPr>
                <p:cNvSpPr txBox="1">
                  <a:spLocks noChangeArrowheads="1"/>
                </p:cNvSpPr>
                <p:nvPr/>
              </p:nvSpPr>
              <p:spPr bwMode="auto">
                <a:xfrm>
                  <a:off x="9811496" y="3232383"/>
                  <a:ext cx="441835"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Barking</a:t>
                  </a:r>
                </a:p>
              </p:txBody>
            </p:sp>
            <p:sp>
              <p:nvSpPr>
                <p:cNvPr id="39" name="Text Box 68">
                  <a:extLst>
                    <a:ext uri="{FF2B5EF4-FFF2-40B4-BE49-F238E27FC236}">
                      <a16:creationId xmlns:a16="http://schemas.microsoft.com/office/drawing/2014/main" id="{69DA32B8-137D-241D-D73B-B0A0B4FF42D0}"/>
                    </a:ext>
                  </a:extLst>
                </p:cNvPr>
                <p:cNvSpPr txBox="1">
                  <a:spLocks noChangeArrowheads="1"/>
                </p:cNvSpPr>
                <p:nvPr/>
              </p:nvSpPr>
              <p:spPr bwMode="auto">
                <a:xfrm>
                  <a:off x="9884060" y="4109580"/>
                  <a:ext cx="441835"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Bexley</a:t>
                  </a:r>
                </a:p>
              </p:txBody>
            </p:sp>
            <p:sp>
              <p:nvSpPr>
                <p:cNvPr id="40" name="Text Box 85">
                  <a:extLst>
                    <a:ext uri="{FF2B5EF4-FFF2-40B4-BE49-F238E27FC236}">
                      <a16:creationId xmlns:a16="http://schemas.microsoft.com/office/drawing/2014/main" id="{FD62ED34-E23D-73C0-FBB2-C357246F9ED0}"/>
                    </a:ext>
                  </a:extLst>
                </p:cNvPr>
                <p:cNvSpPr txBox="1">
                  <a:spLocks noChangeArrowheads="1"/>
                </p:cNvSpPr>
                <p:nvPr/>
              </p:nvSpPr>
              <p:spPr bwMode="auto">
                <a:xfrm rot="3777919">
                  <a:off x="7313687" y="3707386"/>
                  <a:ext cx="732073" cy="10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defPPr>
                    <a:defRPr lang="en-GB"/>
                  </a:defPPr>
                  <a:lvl1pPr algn="l" rtl="0" fontAlgn="base">
                    <a:spcBef>
                      <a:spcPct val="0"/>
                    </a:spcBef>
                    <a:spcAft>
                      <a:spcPct val="0"/>
                    </a:spcAft>
                    <a:defRPr sz="1200" kern="1200">
                      <a:solidFill>
                        <a:schemeClr val="bg2"/>
                      </a:solidFill>
                      <a:latin typeface="Arial" panose="020B0604020202020204" pitchFamily="34" charset="0"/>
                      <a:ea typeface="+mn-ea"/>
                      <a:cs typeface="+mn-cs"/>
                    </a:defRPr>
                  </a:lvl1pPr>
                  <a:lvl2pPr marL="457200" algn="l" rtl="0" fontAlgn="base">
                    <a:spcBef>
                      <a:spcPct val="0"/>
                    </a:spcBef>
                    <a:spcAft>
                      <a:spcPct val="0"/>
                    </a:spcAft>
                    <a:defRPr sz="1200" kern="1200">
                      <a:solidFill>
                        <a:schemeClr val="bg2"/>
                      </a:solidFill>
                      <a:latin typeface="Arial" panose="020B0604020202020204" pitchFamily="34" charset="0"/>
                      <a:ea typeface="+mn-ea"/>
                      <a:cs typeface="+mn-cs"/>
                    </a:defRPr>
                  </a:lvl2pPr>
                  <a:lvl3pPr marL="914400" algn="l" rtl="0" fontAlgn="base">
                    <a:spcBef>
                      <a:spcPct val="0"/>
                    </a:spcBef>
                    <a:spcAft>
                      <a:spcPct val="0"/>
                    </a:spcAft>
                    <a:defRPr sz="1200" kern="1200">
                      <a:solidFill>
                        <a:schemeClr val="bg2"/>
                      </a:solidFill>
                      <a:latin typeface="Arial" panose="020B0604020202020204" pitchFamily="34" charset="0"/>
                      <a:ea typeface="+mn-ea"/>
                      <a:cs typeface="+mn-cs"/>
                    </a:defRPr>
                  </a:lvl3pPr>
                  <a:lvl4pPr marL="1371600" algn="l" rtl="0" fontAlgn="base">
                    <a:spcBef>
                      <a:spcPct val="0"/>
                    </a:spcBef>
                    <a:spcAft>
                      <a:spcPct val="0"/>
                    </a:spcAft>
                    <a:defRPr sz="1200" kern="1200">
                      <a:solidFill>
                        <a:schemeClr val="bg2"/>
                      </a:solidFill>
                      <a:latin typeface="Arial" panose="020B0604020202020204" pitchFamily="34" charset="0"/>
                      <a:ea typeface="+mn-ea"/>
                      <a:cs typeface="+mn-cs"/>
                    </a:defRPr>
                  </a:lvl4pPr>
                  <a:lvl5pPr marL="1828800" algn="l" rtl="0" fontAlgn="base">
                    <a:spcBef>
                      <a:spcPct val="0"/>
                    </a:spcBef>
                    <a:spcAft>
                      <a:spcPct val="0"/>
                    </a:spcAft>
                    <a:defRPr sz="1200" kern="1200">
                      <a:solidFill>
                        <a:schemeClr val="bg2"/>
                      </a:solidFill>
                      <a:latin typeface="Arial" panose="020B0604020202020204" pitchFamily="34" charset="0"/>
                      <a:ea typeface="+mn-ea"/>
                      <a:cs typeface="+mn-cs"/>
                    </a:defRPr>
                  </a:lvl5pPr>
                  <a:lvl6pPr marL="2286000" algn="l" defTabSz="914400" rtl="0" eaLnBrk="1" latinLnBrk="0" hangingPunct="1">
                    <a:defRPr sz="1200" kern="1200">
                      <a:solidFill>
                        <a:schemeClr val="bg2"/>
                      </a:solidFill>
                      <a:latin typeface="Arial" panose="020B0604020202020204" pitchFamily="34" charset="0"/>
                      <a:ea typeface="+mn-ea"/>
                      <a:cs typeface="+mn-cs"/>
                    </a:defRPr>
                  </a:lvl6pPr>
                  <a:lvl7pPr marL="2743200" algn="l" defTabSz="914400" rtl="0" eaLnBrk="1" latinLnBrk="0" hangingPunct="1">
                    <a:defRPr sz="1200" kern="1200">
                      <a:solidFill>
                        <a:schemeClr val="bg2"/>
                      </a:solidFill>
                      <a:latin typeface="Arial" panose="020B0604020202020204" pitchFamily="34" charset="0"/>
                      <a:ea typeface="+mn-ea"/>
                      <a:cs typeface="+mn-cs"/>
                    </a:defRPr>
                  </a:lvl7pPr>
                  <a:lvl8pPr marL="3200400" algn="l" defTabSz="914400" rtl="0" eaLnBrk="1" latinLnBrk="0" hangingPunct="1">
                    <a:defRPr sz="1200" kern="1200">
                      <a:solidFill>
                        <a:schemeClr val="bg2"/>
                      </a:solidFill>
                      <a:latin typeface="Arial" panose="020B0604020202020204" pitchFamily="34" charset="0"/>
                      <a:ea typeface="+mn-ea"/>
                      <a:cs typeface="+mn-cs"/>
                    </a:defRPr>
                  </a:lvl8pPr>
                  <a:lvl9pPr marL="3657600" algn="l" defTabSz="914400" rtl="0" eaLnBrk="1" latinLnBrk="0" hangingPunct="1">
                    <a:defRPr sz="1200" kern="1200">
                      <a:solidFill>
                        <a:schemeClr val="bg2"/>
                      </a:solidFill>
                      <a:latin typeface="Arial" panose="020B0604020202020204" pitchFamily="34" charset="0"/>
                      <a:ea typeface="+mn-ea"/>
                      <a:cs typeface="+mn-cs"/>
                    </a:defRPr>
                  </a:lvl9pPr>
                </a:lstStyle>
                <a:p>
                  <a:pPr eaLnBrk="1" hangingPunct="1">
                    <a:spcBef>
                      <a:spcPct val="50000"/>
                    </a:spcBef>
                  </a:pPr>
                  <a:r>
                    <a:rPr lang="en-GB" altLang="en-US" sz="600">
                      <a:solidFill>
                        <a:schemeClr val="tx1"/>
                      </a:solidFill>
                      <a:latin typeface="+mn-lt"/>
                    </a:rPr>
                    <a:t>Hammersmith </a:t>
                  </a:r>
                </a:p>
              </p:txBody>
            </p:sp>
          </p:grpSp>
        </p:grpSp>
      </p:grpSp>
    </p:spTree>
    <p:extLst>
      <p:ext uri="{BB962C8B-B14F-4D97-AF65-F5344CB8AC3E}">
        <p14:creationId xmlns:p14="http://schemas.microsoft.com/office/powerpoint/2010/main" val="2272201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0250D968-F1C5-5556-F624-791D0F818545}"/>
              </a:ext>
            </a:extLst>
          </p:cNvPr>
          <p:cNvSpPr txBox="1">
            <a:spLocks/>
          </p:cNvSpPr>
          <p:nvPr/>
        </p:nvSpPr>
        <p:spPr>
          <a:xfrm>
            <a:off x="538163" y="2209109"/>
            <a:ext cx="7604351" cy="2585323"/>
          </a:xfrm>
          <a:prstGeom prst="rect">
            <a:avLst/>
          </a:prstGeom>
        </p:spPr>
        <p:txBody>
          <a:bodyPr wrap="square" lIns="0" tIns="0" rIns="0" bIns="0">
            <a:spAutoFit/>
          </a:bodyPr>
          <a:lstStyle>
            <a:lvl1pPr algn="l" defTabSz="802072" rtl="0" eaLnBrk="1" latinLnBrk="0" hangingPunct="1">
              <a:lnSpc>
                <a:spcPct val="100000"/>
              </a:lnSpc>
              <a:spcBef>
                <a:spcPct val="0"/>
              </a:spcBef>
              <a:buNone/>
              <a:defRPr sz="3400" b="1" i="0" kern="1200" spc="-13" baseline="0">
                <a:solidFill>
                  <a:schemeClr val="bg2"/>
                </a:solidFill>
                <a:latin typeface="+mj-lt"/>
                <a:ea typeface="+mj-ea"/>
                <a:cs typeface="+mj-cs"/>
              </a:defRPr>
            </a:lvl1pPr>
          </a:lstStyle>
          <a:p>
            <a:r>
              <a:rPr lang="en-GB" sz="5600" dirty="0">
                <a:solidFill>
                  <a:srgbClr val="FF9F00"/>
                </a:solidFill>
              </a:rPr>
              <a:t>Challenging tradition.</a:t>
            </a:r>
            <a:br>
              <a:rPr lang="en-GB" sz="5600" dirty="0">
                <a:solidFill>
                  <a:srgbClr val="FF9F00"/>
                </a:solidFill>
              </a:rPr>
            </a:br>
            <a:r>
              <a:rPr lang="en-GB" sz="5600" dirty="0">
                <a:solidFill>
                  <a:srgbClr val="FF9F00"/>
                </a:solidFill>
              </a:rPr>
              <a:t>Bold solutions.</a:t>
            </a:r>
            <a:br>
              <a:rPr lang="en-GB" sz="5600" dirty="0">
                <a:solidFill>
                  <a:srgbClr val="FF9F00"/>
                </a:solidFill>
              </a:rPr>
            </a:br>
            <a:r>
              <a:rPr lang="en-GB" sz="5600" dirty="0">
                <a:solidFill>
                  <a:srgbClr val="FF9F00"/>
                </a:solidFill>
              </a:rPr>
              <a:t>Shaking things up.</a:t>
            </a:r>
          </a:p>
        </p:txBody>
      </p:sp>
      <p:sp>
        <p:nvSpPr>
          <p:cNvPr id="6" name="Graphic 74">
            <a:extLst>
              <a:ext uri="{FF2B5EF4-FFF2-40B4-BE49-F238E27FC236}">
                <a16:creationId xmlns:a16="http://schemas.microsoft.com/office/drawing/2014/main" id="{2FCE216E-7357-2623-48C8-945434BA1E92}"/>
              </a:ext>
            </a:extLst>
          </p:cNvPr>
          <p:cNvSpPr/>
          <p:nvPr/>
        </p:nvSpPr>
        <p:spPr>
          <a:xfrm>
            <a:off x="537017" y="1371420"/>
            <a:ext cx="895174" cy="65936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rgbClr val="FF9F00"/>
          </a:solidFill>
          <a:ln w="9525" cap="flat">
            <a:noFill/>
            <a:prstDash val="solid"/>
            <a:miter/>
          </a:ln>
        </p:spPr>
        <p:txBody>
          <a:bodyPr rtlCol="0" anchor="ctr"/>
          <a:lstStyle/>
          <a:p>
            <a:endParaRPr lang="en-GB"/>
          </a:p>
        </p:txBody>
      </p:sp>
      <p:pic>
        <p:nvPicPr>
          <p:cNvPr id="7" name="Picture Placeholder 4">
            <a:extLst>
              <a:ext uri="{FF2B5EF4-FFF2-40B4-BE49-F238E27FC236}">
                <a16:creationId xmlns:a16="http://schemas.microsoft.com/office/drawing/2014/main" id="{58F67F3B-2358-C214-FFC2-2C6792A7858D}"/>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l="13004" r="13004"/>
          <a:stretch/>
        </p:blipFill>
        <p:spPr>
          <a:xfrm>
            <a:off x="9364663" y="1331913"/>
            <a:ext cx="3563937" cy="3563937"/>
          </a:xfrm>
          <a:prstGeom prst="ellipse">
            <a:avLst/>
          </a:prstGeom>
        </p:spPr>
      </p:pic>
    </p:spTree>
    <p:extLst>
      <p:ext uri="{BB962C8B-B14F-4D97-AF65-F5344CB8AC3E}">
        <p14:creationId xmlns:p14="http://schemas.microsoft.com/office/powerpoint/2010/main" val="3410802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5A115C-5967-1A06-8B3E-CADDAA69DC6A}"/>
              </a:ext>
            </a:extLst>
          </p:cNvPr>
          <p:cNvSpPr>
            <a:spLocks noGrp="1"/>
          </p:cNvSpPr>
          <p:nvPr>
            <p:ph type="title"/>
          </p:nvPr>
        </p:nvSpPr>
        <p:spPr/>
        <p:txBody>
          <a:bodyPr/>
          <a:lstStyle/>
          <a:p>
            <a:r>
              <a:rPr lang="en-GB" dirty="0"/>
              <a:t>Layout with graphic</a:t>
            </a:r>
          </a:p>
        </p:txBody>
      </p:sp>
      <p:sp>
        <p:nvSpPr>
          <p:cNvPr id="4" name="Subtitle 3">
            <a:extLst>
              <a:ext uri="{FF2B5EF4-FFF2-40B4-BE49-F238E27FC236}">
                <a16:creationId xmlns:a16="http://schemas.microsoft.com/office/drawing/2014/main" id="{D76792A7-B9B2-961E-15B9-95BEB8C7D68D}"/>
              </a:ext>
            </a:extLst>
          </p:cNvPr>
          <p:cNvSpPr>
            <a:spLocks noGrp="1"/>
          </p:cNvSpPr>
          <p:nvPr>
            <p:ph type="subTitle" idx="13"/>
          </p:nvPr>
        </p:nvSpPr>
        <p:spPr>
          <a:xfrm>
            <a:off x="539749" y="286056"/>
            <a:ext cx="12384088" cy="646331"/>
          </a:xfrm>
        </p:spPr>
        <p:txBody>
          <a:bodyPr/>
          <a:lstStyle/>
          <a:p>
            <a:r>
              <a:rPr lang="en-GB" dirty="0"/>
              <a:t>Subheading to go here</a:t>
            </a:r>
          </a:p>
          <a:p>
            <a:endParaRPr lang="en-GB" dirty="0"/>
          </a:p>
        </p:txBody>
      </p:sp>
      <p:sp>
        <p:nvSpPr>
          <p:cNvPr id="5" name="Text Placeholder 4">
            <a:extLst>
              <a:ext uri="{FF2B5EF4-FFF2-40B4-BE49-F238E27FC236}">
                <a16:creationId xmlns:a16="http://schemas.microsoft.com/office/drawing/2014/main" id="{2F4FC8EA-40F7-971F-073F-1CE2012B140B}"/>
              </a:ext>
            </a:extLst>
          </p:cNvPr>
          <p:cNvSpPr>
            <a:spLocks noGrp="1"/>
          </p:cNvSpPr>
          <p:nvPr>
            <p:ph type="body" sz="quarter" idx="17"/>
          </p:nvPr>
        </p:nvSpPr>
        <p:spPr>
          <a:solidFill>
            <a:srgbClr val="FFF6EB"/>
          </a:solidFill>
        </p:spPr>
        <p:txBody>
          <a:bodyPr lIns="108000" tIns="108000" rIns="108000" bIns="108000"/>
          <a:lstStyle/>
          <a:p>
            <a:r>
              <a:rPr lang="en-GB" dirty="0">
                <a:solidFill>
                  <a:schemeClr val="accent4"/>
                </a:solidFill>
              </a:rPr>
              <a:t>Lorem ipsum </a:t>
            </a:r>
            <a:r>
              <a:rPr lang="en-GB" dirty="0" err="1">
                <a:solidFill>
                  <a:schemeClr val="accent4"/>
                </a:solidFill>
              </a:rPr>
              <a:t>dolor</a:t>
            </a:r>
            <a:r>
              <a:rPr lang="en-GB" dirty="0">
                <a:solidFill>
                  <a:schemeClr val="accent4"/>
                </a:solidFill>
              </a:rPr>
              <a:t> sit </a:t>
            </a:r>
            <a:r>
              <a:rPr lang="en-GB" dirty="0" err="1">
                <a:solidFill>
                  <a:schemeClr val="accent4"/>
                </a:solidFill>
              </a:rPr>
              <a:t>amet</a:t>
            </a:r>
            <a:r>
              <a:rPr lang="en-GB" dirty="0">
                <a:solidFill>
                  <a:schemeClr val="accent4"/>
                </a:solidFill>
              </a:rPr>
              <a:t>, </a:t>
            </a:r>
            <a:r>
              <a:rPr lang="en-GB" dirty="0" err="1">
                <a:solidFill>
                  <a:schemeClr val="accent4"/>
                </a:solidFill>
              </a:rPr>
              <a:t>consectetur</a:t>
            </a:r>
            <a:r>
              <a:rPr lang="en-GB" dirty="0">
                <a:solidFill>
                  <a:schemeClr val="accent4"/>
                </a:solidFill>
              </a:rPr>
              <a:t> </a:t>
            </a:r>
            <a:r>
              <a:rPr lang="en-GB" dirty="0" err="1">
                <a:solidFill>
                  <a:schemeClr val="accent4"/>
                </a:solidFill>
              </a:rPr>
              <a:t>adipiscing</a:t>
            </a:r>
            <a:r>
              <a:rPr lang="en-GB" dirty="0">
                <a:solidFill>
                  <a:schemeClr val="accent4"/>
                </a:solidFill>
              </a:rPr>
              <a:t> </a:t>
            </a:r>
            <a:r>
              <a:rPr lang="en-GB" dirty="0" err="1">
                <a:solidFill>
                  <a:schemeClr val="accent4"/>
                </a:solidFill>
              </a:rPr>
              <a:t>elit</a:t>
            </a:r>
            <a:r>
              <a:rPr lang="en-GB" dirty="0">
                <a:solidFill>
                  <a:schemeClr val="accent4"/>
                </a:solidFill>
              </a:rPr>
              <a:t> Ut </a:t>
            </a:r>
            <a:r>
              <a:rPr lang="en-GB" dirty="0" err="1">
                <a:solidFill>
                  <a:schemeClr val="accent4"/>
                </a:solidFill>
              </a:rPr>
              <a:t>quis</a:t>
            </a:r>
            <a:r>
              <a:rPr lang="en-GB" dirty="0">
                <a:solidFill>
                  <a:schemeClr val="accent4"/>
                </a:solidFill>
              </a:rPr>
              <a:t> </a:t>
            </a:r>
            <a:br>
              <a:rPr lang="en-GB" dirty="0">
                <a:solidFill>
                  <a:schemeClr val="accent4"/>
                </a:solidFill>
              </a:rPr>
            </a:br>
            <a:r>
              <a:rPr lang="en-GB" dirty="0" err="1">
                <a:solidFill>
                  <a:schemeClr val="accent4"/>
                </a:solidFill>
              </a:rPr>
              <a:t>erat</a:t>
            </a:r>
            <a:r>
              <a:rPr lang="en-GB" dirty="0">
                <a:solidFill>
                  <a:schemeClr val="accent4"/>
                </a:solidFill>
              </a:rPr>
              <a:t> sit </a:t>
            </a:r>
            <a:r>
              <a:rPr lang="en-GB" dirty="0" err="1">
                <a:solidFill>
                  <a:schemeClr val="accent4"/>
                </a:solidFill>
              </a:rPr>
              <a:t>amet</a:t>
            </a:r>
            <a:r>
              <a:rPr lang="en-GB" dirty="0">
                <a:solidFill>
                  <a:schemeClr val="accent4"/>
                </a:solidFill>
              </a:rPr>
              <a:t> </a:t>
            </a:r>
            <a:r>
              <a:rPr lang="en-GB" dirty="0" err="1">
                <a:solidFill>
                  <a:schemeClr val="accent4"/>
                </a:solidFill>
              </a:rPr>
              <a:t>enim</a:t>
            </a:r>
            <a:r>
              <a:rPr lang="en-GB" dirty="0">
                <a:solidFill>
                  <a:schemeClr val="accent4"/>
                </a:solidFill>
              </a:rPr>
              <a:t> </a:t>
            </a:r>
            <a:r>
              <a:rPr lang="en-GB" dirty="0" err="1">
                <a:solidFill>
                  <a:schemeClr val="accent4"/>
                </a:solidFill>
              </a:rPr>
              <a:t>aliquet</a:t>
            </a:r>
            <a:r>
              <a:rPr lang="en-GB" dirty="0">
                <a:solidFill>
                  <a:schemeClr val="accent4"/>
                </a:solidFill>
              </a:rPr>
              <a:t> semper at </a:t>
            </a:r>
            <a:r>
              <a:rPr lang="en-GB" dirty="0" err="1">
                <a:solidFill>
                  <a:schemeClr val="accent4"/>
                </a:solidFill>
              </a:rPr>
              <a:t>nec</a:t>
            </a:r>
            <a:r>
              <a:rPr lang="en-GB" dirty="0">
                <a:solidFill>
                  <a:schemeClr val="accent4"/>
                </a:solidFill>
              </a:rPr>
              <a:t> </a:t>
            </a:r>
            <a:r>
              <a:rPr lang="en-GB" dirty="0" err="1">
                <a:solidFill>
                  <a:schemeClr val="accent4"/>
                </a:solidFill>
              </a:rPr>
              <a:t>nisl</a:t>
            </a:r>
            <a:r>
              <a:rPr lang="en-GB" dirty="0">
                <a:solidFill>
                  <a:schemeClr val="accent4"/>
                </a:solidFill>
              </a:rPr>
              <a:t>. </a:t>
            </a:r>
            <a:r>
              <a:rPr lang="en-GB" dirty="0" err="1">
                <a:solidFill>
                  <a:schemeClr val="accent4"/>
                </a:solidFill>
              </a:rPr>
              <a:t>Nulla</a:t>
            </a:r>
            <a:r>
              <a:rPr lang="en-GB" dirty="0">
                <a:solidFill>
                  <a:schemeClr val="accent4"/>
                </a:solidFill>
              </a:rPr>
              <a:t> </a:t>
            </a:r>
            <a:r>
              <a:rPr lang="en-GB" dirty="0" err="1">
                <a:solidFill>
                  <a:schemeClr val="accent4"/>
                </a:solidFill>
              </a:rPr>
              <a:t>tristique</a:t>
            </a:r>
            <a:r>
              <a:rPr lang="en-GB" dirty="0">
                <a:solidFill>
                  <a:schemeClr val="accent4"/>
                </a:solidFill>
              </a:rPr>
              <a:t> </a:t>
            </a:r>
            <a:r>
              <a:rPr lang="en-GB" dirty="0" err="1">
                <a:solidFill>
                  <a:schemeClr val="accent4"/>
                </a:solidFill>
              </a:rPr>
              <a:t>elit</a:t>
            </a:r>
            <a:r>
              <a:rPr lang="en-GB" dirty="0">
                <a:solidFill>
                  <a:schemeClr val="accent4"/>
                </a:solidFill>
              </a:rPr>
              <a:t> a </a:t>
            </a:r>
            <a:r>
              <a:rPr lang="en-GB" dirty="0" err="1">
                <a:solidFill>
                  <a:schemeClr val="accent4"/>
                </a:solidFill>
              </a:rPr>
              <a:t>purus</a:t>
            </a:r>
            <a:r>
              <a:rPr lang="en-GB" dirty="0">
                <a:solidFill>
                  <a:schemeClr val="accent4"/>
                </a:solidFill>
              </a:rPr>
              <a:t> </a:t>
            </a:r>
            <a:r>
              <a:rPr lang="en-GB" dirty="0" err="1">
                <a:solidFill>
                  <a:schemeClr val="accent4"/>
                </a:solidFill>
              </a:rPr>
              <a:t>luctus</a:t>
            </a:r>
            <a:r>
              <a:rPr lang="en-GB" dirty="0">
                <a:solidFill>
                  <a:schemeClr val="accent4"/>
                </a:solidFill>
              </a:rPr>
              <a:t> lacinia. Cras </a:t>
            </a:r>
            <a:r>
              <a:rPr lang="en-GB" dirty="0" err="1">
                <a:solidFill>
                  <a:schemeClr val="accent4"/>
                </a:solidFill>
              </a:rPr>
              <a:t>dolor</a:t>
            </a:r>
            <a:r>
              <a:rPr lang="en-GB" dirty="0">
                <a:solidFill>
                  <a:schemeClr val="accent4"/>
                </a:solidFill>
              </a:rPr>
              <a:t> ex, pharetra </a:t>
            </a:r>
            <a:r>
              <a:rPr lang="en-GB" dirty="0" err="1">
                <a:solidFill>
                  <a:schemeClr val="accent4"/>
                </a:solidFill>
              </a:rPr>
              <a:t>nec</a:t>
            </a:r>
            <a:r>
              <a:rPr lang="en-GB" dirty="0">
                <a:solidFill>
                  <a:schemeClr val="accent4"/>
                </a:solidFill>
              </a:rPr>
              <a:t> pharetra, Lorem ipsum </a:t>
            </a:r>
            <a:r>
              <a:rPr lang="en-GB" dirty="0" err="1">
                <a:solidFill>
                  <a:schemeClr val="accent4"/>
                </a:solidFill>
              </a:rPr>
              <a:t>dolor</a:t>
            </a:r>
            <a:r>
              <a:rPr lang="en-GB" dirty="0">
                <a:solidFill>
                  <a:schemeClr val="accent4"/>
                </a:solidFill>
              </a:rPr>
              <a:t> sit </a:t>
            </a:r>
            <a:r>
              <a:rPr lang="en-GB" dirty="0" err="1">
                <a:solidFill>
                  <a:schemeClr val="accent4"/>
                </a:solidFill>
              </a:rPr>
              <a:t>amet</a:t>
            </a:r>
            <a:r>
              <a:rPr lang="en-GB" dirty="0">
                <a:solidFill>
                  <a:schemeClr val="accent4"/>
                </a:solidFill>
              </a:rPr>
              <a:t>, </a:t>
            </a:r>
            <a:r>
              <a:rPr lang="en-GB" dirty="0" err="1">
                <a:solidFill>
                  <a:schemeClr val="accent4"/>
                </a:solidFill>
              </a:rPr>
              <a:t>consectetur</a:t>
            </a:r>
            <a:r>
              <a:rPr lang="en-GB" dirty="0">
                <a:solidFill>
                  <a:schemeClr val="accent4"/>
                </a:solidFill>
              </a:rPr>
              <a:t> </a:t>
            </a:r>
            <a:r>
              <a:rPr lang="en-GB" dirty="0" err="1">
                <a:solidFill>
                  <a:schemeClr val="accent4"/>
                </a:solidFill>
              </a:rPr>
              <a:t>adipiscing</a:t>
            </a:r>
            <a:r>
              <a:rPr lang="en-GB" dirty="0">
                <a:solidFill>
                  <a:schemeClr val="accent4"/>
                </a:solidFill>
              </a:rPr>
              <a:t> </a:t>
            </a:r>
            <a:r>
              <a:rPr lang="en-GB" dirty="0" err="1">
                <a:solidFill>
                  <a:schemeClr val="accent4"/>
                </a:solidFill>
              </a:rPr>
              <a:t>elit</a:t>
            </a:r>
            <a:r>
              <a:rPr lang="en-GB" dirty="0">
                <a:solidFill>
                  <a:schemeClr val="accent4"/>
                </a:solidFill>
              </a:rPr>
              <a:t> Ut </a:t>
            </a:r>
            <a:r>
              <a:rPr lang="en-GB" dirty="0" err="1">
                <a:solidFill>
                  <a:schemeClr val="accent4"/>
                </a:solidFill>
              </a:rPr>
              <a:t>quis</a:t>
            </a:r>
            <a:r>
              <a:rPr lang="en-GB" dirty="0">
                <a:solidFill>
                  <a:schemeClr val="accent4"/>
                </a:solidFill>
              </a:rPr>
              <a:t> </a:t>
            </a:r>
            <a:r>
              <a:rPr lang="en-GB" dirty="0" err="1">
                <a:solidFill>
                  <a:schemeClr val="accent4"/>
                </a:solidFill>
              </a:rPr>
              <a:t>erat</a:t>
            </a:r>
            <a:r>
              <a:rPr lang="en-GB" dirty="0">
                <a:solidFill>
                  <a:schemeClr val="accent4"/>
                </a:solidFill>
              </a:rPr>
              <a:t> sit </a:t>
            </a:r>
            <a:r>
              <a:rPr lang="en-GB" dirty="0" err="1">
                <a:solidFill>
                  <a:schemeClr val="accent4"/>
                </a:solidFill>
              </a:rPr>
              <a:t>amet</a:t>
            </a:r>
            <a:r>
              <a:rPr lang="en-GB" dirty="0">
                <a:solidFill>
                  <a:schemeClr val="accent4"/>
                </a:solidFill>
              </a:rPr>
              <a:t> </a:t>
            </a:r>
            <a:r>
              <a:rPr lang="en-GB" dirty="0" err="1">
                <a:solidFill>
                  <a:schemeClr val="accent4"/>
                </a:solidFill>
              </a:rPr>
              <a:t>enim</a:t>
            </a:r>
            <a:r>
              <a:rPr lang="en-GB" dirty="0">
                <a:solidFill>
                  <a:schemeClr val="accent4"/>
                </a:solidFill>
              </a:rPr>
              <a:t> </a:t>
            </a:r>
            <a:r>
              <a:rPr lang="en-GB" dirty="0" err="1">
                <a:solidFill>
                  <a:schemeClr val="accent4"/>
                </a:solidFill>
              </a:rPr>
              <a:t>aliquet</a:t>
            </a:r>
            <a:r>
              <a:rPr lang="en-GB" dirty="0">
                <a:solidFill>
                  <a:schemeClr val="accent4"/>
                </a:solidFill>
              </a:rPr>
              <a:t> semper at </a:t>
            </a:r>
            <a:r>
              <a:rPr lang="en-GB" dirty="0" err="1">
                <a:solidFill>
                  <a:schemeClr val="accent4"/>
                </a:solidFill>
              </a:rPr>
              <a:t>nec</a:t>
            </a:r>
            <a:r>
              <a:rPr lang="en-GB" dirty="0">
                <a:solidFill>
                  <a:schemeClr val="accent4"/>
                </a:solidFill>
              </a:rPr>
              <a:t> </a:t>
            </a:r>
            <a:r>
              <a:rPr lang="en-GB" dirty="0" err="1">
                <a:solidFill>
                  <a:schemeClr val="accent4"/>
                </a:solidFill>
              </a:rPr>
              <a:t>nisl</a:t>
            </a:r>
            <a:r>
              <a:rPr lang="en-GB" dirty="0">
                <a:solidFill>
                  <a:schemeClr val="accent4"/>
                </a:solidFill>
              </a:rPr>
              <a:t>. </a:t>
            </a:r>
            <a:r>
              <a:rPr lang="en-GB" dirty="0" err="1">
                <a:solidFill>
                  <a:schemeClr val="accent4"/>
                </a:solidFill>
              </a:rPr>
              <a:t>Nulla</a:t>
            </a:r>
            <a:r>
              <a:rPr lang="en-GB" dirty="0">
                <a:solidFill>
                  <a:schemeClr val="accent4"/>
                </a:solidFill>
              </a:rPr>
              <a:t> </a:t>
            </a:r>
            <a:r>
              <a:rPr lang="en-GB" dirty="0" err="1">
                <a:solidFill>
                  <a:schemeClr val="accent4"/>
                </a:solidFill>
              </a:rPr>
              <a:t>tristique</a:t>
            </a:r>
            <a:r>
              <a:rPr lang="en-GB" dirty="0">
                <a:solidFill>
                  <a:schemeClr val="accent4"/>
                </a:solidFill>
              </a:rPr>
              <a:t> </a:t>
            </a:r>
            <a:r>
              <a:rPr lang="en-GB" dirty="0" err="1">
                <a:solidFill>
                  <a:schemeClr val="accent4"/>
                </a:solidFill>
              </a:rPr>
              <a:t>elit</a:t>
            </a:r>
            <a:r>
              <a:rPr lang="en-GB" dirty="0">
                <a:solidFill>
                  <a:schemeClr val="accent4"/>
                </a:solidFill>
              </a:rPr>
              <a:t> a </a:t>
            </a:r>
            <a:r>
              <a:rPr lang="en-GB" dirty="0" err="1">
                <a:solidFill>
                  <a:schemeClr val="accent4"/>
                </a:solidFill>
              </a:rPr>
              <a:t>purus</a:t>
            </a:r>
            <a:r>
              <a:rPr lang="en-GB" dirty="0">
                <a:solidFill>
                  <a:schemeClr val="accent4"/>
                </a:solidFill>
              </a:rPr>
              <a:t> </a:t>
            </a:r>
            <a:r>
              <a:rPr lang="en-GB" dirty="0" err="1">
                <a:solidFill>
                  <a:schemeClr val="accent4"/>
                </a:solidFill>
              </a:rPr>
              <a:t>luctus</a:t>
            </a:r>
            <a:r>
              <a:rPr lang="en-GB" dirty="0">
                <a:solidFill>
                  <a:schemeClr val="accent4"/>
                </a:solidFill>
              </a:rPr>
              <a:t> lacinia. Cras </a:t>
            </a:r>
            <a:r>
              <a:rPr lang="en-GB" dirty="0" err="1">
                <a:solidFill>
                  <a:schemeClr val="accent4"/>
                </a:solidFill>
              </a:rPr>
              <a:t>dolor</a:t>
            </a:r>
            <a:r>
              <a:rPr lang="en-GB" dirty="0">
                <a:solidFill>
                  <a:schemeClr val="accent4"/>
                </a:solidFill>
              </a:rPr>
              <a:t> ex, pharetra </a:t>
            </a:r>
            <a:r>
              <a:rPr lang="en-GB" dirty="0" err="1">
                <a:solidFill>
                  <a:schemeClr val="accent4"/>
                </a:solidFill>
              </a:rPr>
              <a:t>nec</a:t>
            </a:r>
            <a:r>
              <a:rPr lang="en-GB" dirty="0">
                <a:solidFill>
                  <a:schemeClr val="accent4"/>
                </a:solidFill>
              </a:rPr>
              <a:t> pharetra,</a:t>
            </a:r>
          </a:p>
          <a:p>
            <a:pPr lvl="2"/>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endParaRPr lang="en-GB" dirty="0"/>
          </a:p>
        </p:txBody>
      </p:sp>
      <p:sp>
        <p:nvSpPr>
          <p:cNvPr id="6" name="Text Placeholder 5">
            <a:extLst>
              <a:ext uri="{FF2B5EF4-FFF2-40B4-BE49-F238E27FC236}">
                <a16:creationId xmlns:a16="http://schemas.microsoft.com/office/drawing/2014/main" id="{79400F35-585D-F146-939F-4FB05981537E}"/>
              </a:ext>
            </a:extLst>
          </p:cNvPr>
          <p:cNvSpPr>
            <a:spLocks noGrp="1"/>
          </p:cNvSpPr>
          <p:nvPr>
            <p:ph type="body" sz="quarter" idx="18"/>
          </p:nvPr>
        </p:nvSpPr>
        <p:spPr>
          <a:xfrm>
            <a:off x="4752975" y="4180115"/>
            <a:ext cx="3951287" cy="2841150"/>
          </a:xfrm>
        </p:spPr>
        <p:txBody>
          <a:bodyPr/>
          <a:lstStyle/>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a:t>
            </a:r>
          </a:p>
          <a:p>
            <a:pPr lvl="2"/>
            <a:r>
              <a:rPr lang="en-GB" dirty="0"/>
              <a:t>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a:t>
            </a:r>
          </a:p>
          <a:p>
            <a:pPr lvl="2"/>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ac tempus </a:t>
            </a:r>
            <a:r>
              <a:rPr lang="en-GB" dirty="0" err="1"/>
              <a:t>mauris</a:t>
            </a:r>
            <a:endParaRPr lang="en-GB" dirty="0"/>
          </a:p>
          <a:p>
            <a:endParaRPr lang="en-GB" dirty="0"/>
          </a:p>
        </p:txBody>
      </p:sp>
      <p:sp>
        <p:nvSpPr>
          <p:cNvPr id="7" name="Text Placeholder 6">
            <a:extLst>
              <a:ext uri="{FF2B5EF4-FFF2-40B4-BE49-F238E27FC236}">
                <a16:creationId xmlns:a16="http://schemas.microsoft.com/office/drawing/2014/main" id="{39DA25F3-3943-BD81-D5C9-9C8FF77F8BD6}"/>
              </a:ext>
            </a:extLst>
          </p:cNvPr>
          <p:cNvSpPr>
            <a:spLocks noGrp="1"/>
          </p:cNvSpPr>
          <p:nvPr>
            <p:ph type="body" sz="quarter" idx="19"/>
          </p:nvPr>
        </p:nvSpPr>
        <p:spPr>
          <a:xfrm>
            <a:off x="8976036" y="4180114"/>
            <a:ext cx="3931811" cy="2841150"/>
          </a:xfrm>
        </p:spPr>
        <p:txBody>
          <a:bodyPr/>
          <a:lstStyle/>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a:t>
            </a:r>
          </a:p>
          <a:p>
            <a:pPr lvl="2"/>
            <a:r>
              <a:rPr lang="en-GB" dirty="0"/>
              <a:t>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a:t>
            </a:r>
          </a:p>
          <a:p>
            <a:pPr lvl="2"/>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ac tempus </a:t>
            </a:r>
            <a:r>
              <a:rPr lang="en-GB" dirty="0" err="1"/>
              <a:t>mauris</a:t>
            </a:r>
            <a:r>
              <a:rPr lang="en-GB" dirty="0"/>
              <a:t>.</a:t>
            </a:r>
          </a:p>
        </p:txBody>
      </p:sp>
      <p:grpSp>
        <p:nvGrpSpPr>
          <p:cNvPr id="8" name="Group 7">
            <a:extLst>
              <a:ext uri="{FF2B5EF4-FFF2-40B4-BE49-F238E27FC236}">
                <a16:creationId xmlns:a16="http://schemas.microsoft.com/office/drawing/2014/main" id="{EB35F108-FF4B-3B6E-5782-182D7E11025D}"/>
              </a:ext>
            </a:extLst>
          </p:cNvPr>
          <p:cNvGrpSpPr/>
          <p:nvPr/>
        </p:nvGrpSpPr>
        <p:grpSpPr>
          <a:xfrm>
            <a:off x="4771606" y="1800227"/>
            <a:ext cx="8152232" cy="2005479"/>
            <a:chOff x="3902214" y="1800225"/>
            <a:chExt cx="6170335" cy="1517925"/>
          </a:xfrm>
        </p:grpSpPr>
        <p:sp>
          <p:nvSpPr>
            <p:cNvPr id="9" name="Arc 8">
              <a:extLst>
                <a:ext uri="{FF2B5EF4-FFF2-40B4-BE49-F238E27FC236}">
                  <a16:creationId xmlns:a16="http://schemas.microsoft.com/office/drawing/2014/main" id="{0001F674-5A46-6A36-015D-EC4CE40C0E9A}"/>
                </a:ext>
              </a:extLst>
            </p:cNvPr>
            <p:cNvSpPr/>
            <p:nvPr/>
          </p:nvSpPr>
          <p:spPr>
            <a:xfrm>
              <a:off x="3938467" y="1800226"/>
              <a:ext cx="1517924" cy="1517924"/>
            </a:xfrm>
            <a:prstGeom prst="arc">
              <a:avLst>
                <a:gd name="adj1" fmla="val 10827481"/>
                <a:gd name="adj2" fmla="val 0"/>
              </a:avLst>
            </a:prstGeom>
            <a:ln w="12700" cap="rnd">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13">
                <a:latin typeface="Arial" panose="020B0604020202020204" pitchFamily="34" charset="0"/>
              </a:endParaRPr>
            </a:p>
          </p:txBody>
        </p:sp>
        <p:sp>
          <p:nvSpPr>
            <p:cNvPr id="10" name="Arc 9">
              <a:extLst>
                <a:ext uri="{FF2B5EF4-FFF2-40B4-BE49-F238E27FC236}">
                  <a16:creationId xmlns:a16="http://schemas.microsoft.com/office/drawing/2014/main" id="{9D7AD138-1CD3-29F7-5B3C-8EBC38724CFB}"/>
                </a:ext>
              </a:extLst>
            </p:cNvPr>
            <p:cNvSpPr/>
            <p:nvPr/>
          </p:nvSpPr>
          <p:spPr>
            <a:xfrm>
              <a:off x="5461830" y="1800225"/>
              <a:ext cx="1517924" cy="1517924"/>
            </a:xfrm>
            <a:prstGeom prst="arc">
              <a:avLst>
                <a:gd name="adj1" fmla="val 21580352"/>
                <a:gd name="adj2" fmla="val 10800000"/>
              </a:avLst>
            </a:prstGeom>
            <a:ln w="12700" cap="rnd">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13">
                <a:latin typeface="Arial" panose="020B0604020202020204" pitchFamily="34" charset="0"/>
              </a:endParaRPr>
            </a:p>
          </p:txBody>
        </p:sp>
        <p:sp>
          <p:nvSpPr>
            <p:cNvPr id="11" name="Arc 10">
              <a:extLst>
                <a:ext uri="{FF2B5EF4-FFF2-40B4-BE49-F238E27FC236}">
                  <a16:creationId xmlns:a16="http://schemas.microsoft.com/office/drawing/2014/main" id="{2691025C-FD5C-81C1-1B40-DA41E1C0D451}"/>
                </a:ext>
              </a:extLst>
            </p:cNvPr>
            <p:cNvSpPr/>
            <p:nvPr/>
          </p:nvSpPr>
          <p:spPr>
            <a:xfrm>
              <a:off x="6982479" y="1800225"/>
              <a:ext cx="1517924" cy="1517924"/>
            </a:xfrm>
            <a:prstGeom prst="arc">
              <a:avLst>
                <a:gd name="adj1" fmla="val 10802603"/>
                <a:gd name="adj2" fmla="val 0"/>
              </a:avLst>
            </a:prstGeom>
            <a:ln w="12700" cap="rnd">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13">
                <a:latin typeface="Arial" panose="020B0604020202020204" pitchFamily="34" charset="0"/>
              </a:endParaRPr>
            </a:p>
          </p:txBody>
        </p:sp>
        <p:sp>
          <p:nvSpPr>
            <p:cNvPr id="12" name="Arc 11">
              <a:extLst>
                <a:ext uri="{FF2B5EF4-FFF2-40B4-BE49-F238E27FC236}">
                  <a16:creationId xmlns:a16="http://schemas.microsoft.com/office/drawing/2014/main" id="{C482A752-3B96-ADAF-1577-C43439D1E212}"/>
                </a:ext>
              </a:extLst>
            </p:cNvPr>
            <p:cNvSpPr/>
            <p:nvPr/>
          </p:nvSpPr>
          <p:spPr>
            <a:xfrm>
              <a:off x="8504031" y="1800225"/>
              <a:ext cx="1517924" cy="1517924"/>
            </a:xfrm>
            <a:prstGeom prst="arc">
              <a:avLst>
                <a:gd name="adj1" fmla="val 21598355"/>
                <a:gd name="adj2" fmla="val 10824570"/>
              </a:avLst>
            </a:prstGeom>
            <a:ln w="12700" cap="rnd">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13">
                <a:latin typeface="Arial" panose="020B0604020202020204" pitchFamily="34" charset="0"/>
              </a:endParaRPr>
            </a:p>
          </p:txBody>
        </p:sp>
        <p:sp>
          <p:nvSpPr>
            <p:cNvPr id="13" name="Freeform: Shape 12">
              <a:extLst>
                <a:ext uri="{FF2B5EF4-FFF2-40B4-BE49-F238E27FC236}">
                  <a16:creationId xmlns:a16="http://schemas.microsoft.com/office/drawing/2014/main" id="{5A481B67-427B-39BC-3989-9CA106288BE0}"/>
                </a:ext>
              </a:extLst>
            </p:cNvPr>
            <p:cNvSpPr/>
            <p:nvPr/>
          </p:nvSpPr>
          <p:spPr>
            <a:xfrm>
              <a:off x="3902214" y="2522484"/>
              <a:ext cx="72498" cy="72498"/>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chemeClr val="bg2"/>
            </a:solidFill>
            <a:ln w="9525" cap="flat">
              <a:noFill/>
              <a:prstDash val="solid"/>
              <a:miter/>
            </a:ln>
          </p:spPr>
          <p:txBody>
            <a:bodyPr rtlCol="0" anchor="ctr"/>
            <a:lstStyle/>
            <a:p>
              <a:endParaRPr lang="en-US" sz="1513">
                <a:latin typeface="Arial" panose="020B0604020202020204" pitchFamily="34" charset="0"/>
              </a:endParaRPr>
            </a:p>
          </p:txBody>
        </p:sp>
        <p:sp>
          <p:nvSpPr>
            <p:cNvPr id="14" name="Freeform: Shape 13">
              <a:extLst>
                <a:ext uri="{FF2B5EF4-FFF2-40B4-BE49-F238E27FC236}">
                  <a16:creationId xmlns:a16="http://schemas.microsoft.com/office/drawing/2014/main" id="{47ADCB07-2FE1-1E1C-4638-96E770731F67}"/>
                </a:ext>
              </a:extLst>
            </p:cNvPr>
            <p:cNvSpPr/>
            <p:nvPr/>
          </p:nvSpPr>
          <p:spPr>
            <a:xfrm rot="19350082">
              <a:off x="6934451" y="2519629"/>
              <a:ext cx="84220" cy="83927"/>
            </a:xfrm>
            <a:custGeom>
              <a:avLst/>
              <a:gdLst>
                <a:gd name="connsiteX0" fmla="*/ 80470 w 88520"/>
                <a:gd name="connsiteY0" fmla="*/ 123 h 88213"/>
                <a:gd name="connsiteX1" fmla="*/ 7127 w 88520"/>
                <a:gd name="connsiteY1" fmla="*/ 9648 h 88213"/>
                <a:gd name="connsiteX2" fmla="*/ 2365 w 88520"/>
                <a:gd name="connsiteY2" fmla="*/ 22983 h 88213"/>
                <a:gd name="connsiteX3" fmla="*/ 65230 w 88520"/>
                <a:gd name="connsiteY3" fmla="*/ 85848 h 88213"/>
                <a:gd name="connsiteX4" fmla="*/ 78565 w 88520"/>
                <a:gd name="connsiteY4" fmla="*/ 81086 h 88213"/>
                <a:gd name="connsiteX5" fmla="*/ 88090 w 88520"/>
                <a:gd name="connsiteY5" fmla="*/ 7743 h 88213"/>
                <a:gd name="connsiteX6" fmla="*/ 80470 w 88520"/>
                <a:gd name="connsiteY6" fmla="*/ 123 h 8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20" h="88213">
                  <a:moveTo>
                    <a:pt x="80470" y="123"/>
                  </a:moveTo>
                  <a:lnTo>
                    <a:pt x="7127" y="9648"/>
                  </a:lnTo>
                  <a:cubicBezTo>
                    <a:pt x="460" y="10601"/>
                    <a:pt x="-2398" y="18221"/>
                    <a:pt x="2365" y="22983"/>
                  </a:cubicBezTo>
                  <a:lnTo>
                    <a:pt x="65230" y="85848"/>
                  </a:lnTo>
                  <a:cubicBezTo>
                    <a:pt x="69992" y="90611"/>
                    <a:pt x="77613" y="87753"/>
                    <a:pt x="78565" y="81086"/>
                  </a:cubicBezTo>
                  <a:lnTo>
                    <a:pt x="88090" y="7743"/>
                  </a:lnTo>
                  <a:cubicBezTo>
                    <a:pt x="89995" y="3933"/>
                    <a:pt x="85233" y="-829"/>
                    <a:pt x="80470" y="123"/>
                  </a:cubicBezTo>
                  <a:close/>
                </a:path>
              </a:pathLst>
            </a:custGeom>
            <a:solidFill>
              <a:schemeClr val="bg2"/>
            </a:solidFill>
            <a:ln w="9525" cap="flat">
              <a:noFill/>
              <a:prstDash val="solid"/>
              <a:miter/>
            </a:ln>
          </p:spPr>
          <p:txBody>
            <a:bodyPr rtlCol="0" anchor="ctr"/>
            <a:lstStyle/>
            <a:p>
              <a:endParaRPr lang="en-US" sz="1513">
                <a:latin typeface="Arial" panose="020B0604020202020204" pitchFamily="34" charset="0"/>
              </a:endParaRPr>
            </a:p>
          </p:txBody>
        </p:sp>
        <p:sp>
          <p:nvSpPr>
            <p:cNvPr id="15" name="Freeform: Shape 14">
              <a:extLst>
                <a:ext uri="{FF2B5EF4-FFF2-40B4-BE49-F238E27FC236}">
                  <a16:creationId xmlns:a16="http://schemas.microsoft.com/office/drawing/2014/main" id="{442E9E5F-3480-D808-0040-019638FFC390}"/>
                </a:ext>
              </a:extLst>
            </p:cNvPr>
            <p:cNvSpPr/>
            <p:nvPr/>
          </p:nvSpPr>
          <p:spPr>
            <a:xfrm>
              <a:off x="9971797" y="2522484"/>
              <a:ext cx="100752" cy="71365"/>
            </a:xfrm>
            <a:custGeom>
              <a:avLst/>
              <a:gdLst>
                <a:gd name="connsiteX0" fmla="*/ 46281 w 105897"/>
                <a:gd name="connsiteY0" fmla="*/ 3572 h 75009"/>
                <a:gd name="connsiteX1" fmla="*/ 1513 w 105897"/>
                <a:gd name="connsiteY1" fmla="*/ 61674 h 75009"/>
                <a:gd name="connsiteX2" fmla="*/ 8181 w 105897"/>
                <a:gd name="connsiteY2" fmla="*/ 75009 h 75009"/>
                <a:gd name="connsiteX3" fmla="*/ 97716 w 105897"/>
                <a:gd name="connsiteY3" fmla="*/ 75009 h 75009"/>
                <a:gd name="connsiteX4" fmla="*/ 104384 w 105897"/>
                <a:gd name="connsiteY4" fmla="*/ 61674 h 75009"/>
                <a:gd name="connsiteX5" fmla="*/ 59616 w 105897"/>
                <a:gd name="connsiteY5" fmla="*/ 3572 h 75009"/>
                <a:gd name="connsiteX6" fmla="*/ 46281 w 105897"/>
                <a:gd name="connsiteY6" fmla="*/ 3572 h 75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97" h="75009">
                  <a:moveTo>
                    <a:pt x="46281" y="3572"/>
                  </a:moveTo>
                  <a:lnTo>
                    <a:pt x="1513" y="61674"/>
                  </a:lnTo>
                  <a:cubicBezTo>
                    <a:pt x="-2296" y="67389"/>
                    <a:pt x="1513" y="75009"/>
                    <a:pt x="8181" y="75009"/>
                  </a:cubicBezTo>
                  <a:lnTo>
                    <a:pt x="97716" y="75009"/>
                  </a:lnTo>
                  <a:cubicBezTo>
                    <a:pt x="104384" y="75009"/>
                    <a:pt x="108194" y="67389"/>
                    <a:pt x="104384" y="61674"/>
                  </a:cubicBezTo>
                  <a:lnTo>
                    <a:pt x="59616" y="3572"/>
                  </a:lnTo>
                  <a:cubicBezTo>
                    <a:pt x="54854" y="-1191"/>
                    <a:pt x="49138" y="-1191"/>
                    <a:pt x="46281" y="3572"/>
                  </a:cubicBezTo>
                  <a:close/>
                </a:path>
              </a:pathLst>
            </a:custGeom>
            <a:solidFill>
              <a:schemeClr val="bg2"/>
            </a:solidFill>
            <a:ln w="9525" cap="flat">
              <a:noFill/>
              <a:prstDash val="solid"/>
              <a:miter/>
            </a:ln>
          </p:spPr>
          <p:txBody>
            <a:bodyPr rtlCol="0" anchor="ctr"/>
            <a:lstStyle/>
            <a:p>
              <a:endParaRPr lang="en-US" sz="1513">
                <a:latin typeface="Arial" panose="020B0604020202020204" pitchFamily="34" charset="0"/>
              </a:endParaRPr>
            </a:p>
          </p:txBody>
        </p:sp>
        <p:sp>
          <p:nvSpPr>
            <p:cNvPr id="16" name="Rectangle 15">
              <a:extLst>
                <a:ext uri="{FF2B5EF4-FFF2-40B4-BE49-F238E27FC236}">
                  <a16:creationId xmlns:a16="http://schemas.microsoft.com/office/drawing/2014/main" id="{08DC55F1-4C98-490A-B08E-9C4BE906EB23}"/>
                </a:ext>
              </a:extLst>
            </p:cNvPr>
            <p:cNvSpPr/>
            <p:nvPr/>
          </p:nvSpPr>
          <p:spPr>
            <a:xfrm>
              <a:off x="4527342" y="2390008"/>
              <a:ext cx="339264" cy="339264"/>
            </a:xfrm>
            <a:prstGeom prst="rect">
              <a:avLst/>
            </a:prstGeom>
            <a:blipFill>
              <a:blip r:embed="rId2">
                <a:extLst>
                  <a:ext uri="{96DAC541-7B7A-43D3-8B79-37D633B846F1}">
                    <asvg:svgBlip xmlns:asvg="http://schemas.microsoft.com/office/drawing/2016/SVG/main" r:embed="rId3"/>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a:latin typeface="Arial" panose="020B0604020202020204" pitchFamily="34" charset="0"/>
              </a:endParaRPr>
            </a:p>
          </p:txBody>
        </p:sp>
        <p:sp>
          <p:nvSpPr>
            <p:cNvPr id="17" name="Freeform: Shape 16">
              <a:extLst>
                <a:ext uri="{FF2B5EF4-FFF2-40B4-BE49-F238E27FC236}">
                  <a16:creationId xmlns:a16="http://schemas.microsoft.com/office/drawing/2014/main" id="{33C57521-61B0-C502-99CA-5CAE5C876C44}"/>
                </a:ext>
              </a:extLst>
            </p:cNvPr>
            <p:cNvSpPr/>
            <p:nvPr/>
          </p:nvSpPr>
          <p:spPr>
            <a:xfrm rot="7840542">
              <a:off x="5417000" y="2510084"/>
              <a:ext cx="84220" cy="83927"/>
            </a:xfrm>
            <a:custGeom>
              <a:avLst/>
              <a:gdLst>
                <a:gd name="connsiteX0" fmla="*/ 80470 w 88520"/>
                <a:gd name="connsiteY0" fmla="*/ 123 h 88213"/>
                <a:gd name="connsiteX1" fmla="*/ 7127 w 88520"/>
                <a:gd name="connsiteY1" fmla="*/ 9648 h 88213"/>
                <a:gd name="connsiteX2" fmla="*/ 2365 w 88520"/>
                <a:gd name="connsiteY2" fmla="*/ 22983 h 88213"/>
                <a:gd name="connsiteX3" fmla="*/ 65230 w 88520"/>
                <a:gd name="connsiteY3" fmla="*/ 85848 h 88213"/>
                <a:gd name="connsiteX4" fmla="*/ 78565 w 88520"/>
                <a:gd name="connsiteY4" fmla="*/ 81086 h 88213"/>
                <a:gd name="connsiteX5" fmla="*/ 88090 w 88520"/>
                <a:gd name="connsiteY5" fmla="*/ 7743 h 88213"/>
                <a:gd name="connsiteX6" fmla="*/ 80470 w 88520"/>
                <a:gd name="connsiteY6" fmla="*/ 123 h 8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20" h="88213">
                  <a:moveTo>
                    <a:pt x="80470" y="123"/>
                  </a:moveTo>
                  <a:lnTo>
                    <a:pt x="7127" y="9648"/>
                  </a:lnTo>
                  <a:cubicBezTo>
                    <a:pt x="460" y="10601"/>
                    <a:pt x="-2398" y="18221"/>
                    <a:pt x="2365" y="22983"/>
                  </a:cubicBezTo>
                  <a:lnTo>
                    <a:pt x="65230" y="85848"/>
                  </a:lnTo>
                  <a:cubicBezTo>
                    <a:pt x="69992" y="90611"/>
                    <a:pt x="77613" y="87753"/>
                    <a:pt x="78565" y="81086"/>
                  </a:cubicBezTo>
                  <a:lnTo>
                    <a:pt x="88090" y="7743"/>
                  </a:lnTo>
                  <a:cubicBezTo>
                    <a:pt x="89995" y="3933"/>
                    <a:pt x="85233" y="-829"/>
                    <a:pt x="80470" y="123"/>
                  </a:cubicBezTo>
                  <a:close/>
                </a:path>
              </a:pathLst>
            </a:custGeom>
            <a:solidFill>
              <a:schemeClr val="bg2"/>
            </a:solidFill>
            <a:ln w="9525" cap="flat">
              <a:noFill/>
              <a:prstDash val="solid"/>
              <a:miter/>
            </a:ln>
          </p:spPr>
          <p:txBody>
            <a:bodyPr rtlCol="0" anchor="ctr"/>
            <a:lstStyle/>
            <a:p>
              <a:endParaRPr lang="en-US" sz="1513">
                <a:latin typeface="Arial" panose="020B0604020202020204" pitchFamily="34" charset="0"/>
              </a:endParaRPr>
            </a:p>
          </p:txBody>
        </p:sp>
        <p:sp>
          <p:nvSpPr>
            <p:cNvPr id="18" name="Freeform: Shape 17">
              <a:extLst>
                <a:ext uri="{FF2B5EF4-FFF2-40B4-BE49-F238E27FC236}">
                  <a16:creationId xmlns:a16="http://schemas.microsoft.com/office/drawing/2014/main" id="{3383119C-314E-8F29-21B9-B6A6855E164B}"/>
                </a:ext>
              </a:extLst>
            </p:cNvPr>
            <p:cNvSpPr/>
            <p:nvPr/>
          </p:nvSpPr>
          <p:spPr>
            <a:xfrm rot="7840542">
              <a:off x="8460106" y="2510083"/>
              <a:ext cx="84220" cy="83927"/>
            </a:xfrm>
            <a:custGeom>
              <a:avLst/>
              <a:gdLst>
                <a:gd name="connsiteX0" fmla="*/ 80470 w 88520"/>
                <a:gd name="connsiteY0" fmla="*/ 123 h 88213"/>
                <a:gd name="connsiteX1" fmla="*/ 7127 w 88520"/>
                <a:gd name="connsiteY1" fmla="*/ 9648 h 88213"/>
                <a:gd name="connsiteX2" fmla="*/ 2365 w 88520"/>
                <a:gd name="connsiteY2" fmla="*/ 22983 h 88213"/>
                <a:gd name="connsiteX3" fmla="*/ 65230 w 88520"/>
                <a:gd name="connsiteY3" fmla="*/ 85848 h 88213"/>
                <a:gd name="connsiteX4" fmla="*/ 78565 w 88520"/>
                <a:gd name="connsiteY4" fmla="*/ 81086 h 88213"/>
                <a:gd name="connsiteX5" fmla="*/ 88090 w 88520"/>
                <a:gd name="connsiteY5" fmla="*/ 7743 h 88213"/>
                <a:gd name="connsiteX6" fmla="*/ 80470 w 88520"/>
                <a:gd name="connsiteY6" fmla="*/ 123 h 8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20" h="88213">
                  <a:moveTo>
                    <a:pt x="80470" y="123"/>
                  </a:moveTo>
                  <a:lnTo>
                    <a:pt x="7127" y="9648"/>
                  </a:lnTo>
                  <a:cubicBezTo>
                    <a:pt x="460" y="10601"/>
                    <a:pt x="-2398" y="18221"/>
                    <a:pt x="2365" y="22983"/>
                  </a:cubicBezTo>
                  <a:lnTo>
                    <a:pt x="65230" y="85848"/>
                  </a:lnTo>
                  <a:cubicBezTo>
                    <a:pt x="69992" y="90611"/>
                    <a:pt x="77613" y="87753"/>
                    <a:pt x="78565" y="81086"/>
                  </a:cubicBezTo>
                  <a:lnTo>
                    <a:pt x="88090" y="7743"/>
                  </a:lnTo>
                  <a:cubicBezTo>
                    <a:pt x="89995" y="3933"/>
                    <a:pt x="85233" y="-829"/>
                    <a:pt x="80470" y="123"/>
                  </a:cubicBezTo>
                  <a:close/>
                </a:path>
              </a:pathLst>
            </a:custGeom>
            <a:solidFill>
              <a:schemeClr val="bg2"/>
            </a:solidFill>
            <a:ln w="9525" cap="flat">
              <a:noFill/>
              <a:prstDash val="solid"/>
              <a:miter/>
            </a:ln>
          </p:spPr>
          <p:txBody>
            <a:bodyPr rtlCol="0" anchor="ctr"/>
            <a:lstStyle/>
            <a:p>
              <a:endParaRPr lang="en-US" sz="1513">
                <a:latin typeface="Arial" panose="020B0604020202020204" pitchFamily="34" charset="0"/>
              </a:endParaRPr>
            </a:p>
          </p:txBody>
        </p:sp>
        <p:sp>
          <p:nvSpPr>
            <p:cNvPr id="19" name="Oval 18">
              <a:extLst>
                <a:ext uri="{FF2B5EF4-FFF2-40B4-BE49-F238E27FC236}">
                  <a16:creationId xmlns:a16="http://schemas.microsoft.com/office/drawing/2014/main" id="{C6924F36-BB01-4ABD-CF52-E711B58C811F}"/>
                </a:ext>
              </a:extLst>
            </p:cNvPr>
            <p:cNvSpPr/>
            <p:nvPr/>
          </p:nvSpPr>
          <p:spPr>
            <a:xfrm>
              <a:off x="4251320" y="2113986"/>
              <a:ext cx="891308" cy="891309"/>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0" name="Graphic 19">
              <a:extLst>
                <a:ext uri="{FF2B5EF4-FFF2-40B4-BE49-F238E27FC236}">
                  <a16:creationId xmlns:a16="http://schemas.microsoft.com/office/drawing/2014/main" id="{C558B87A-9BAB-508E-511D-1120005C26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38108" y="2392140"/>
              <a:ext cx="517732" cy="335002"/>
            </a:xfrm>
            <a:prstGeom prst="rect">
              <a:avLst/>
            </a:prstGeom>
          </p:spPr>
        </p:pic>
        <p:sp>
          <p:nvSpPr>
            <p:cNvPr id="21" name="Oval 20">
              <a:extLst>
                <a:ext uri="{FF2B5EF4-FFF2-40B4-BE49-F238E27FC236}">
                  <a16:creationId xmlns:a16="http://schemas.microsoft.com/office/drawing/2014/main" id="{2A4F8A04-3626-535B-BADB-139879F02C14}"/>
                </a:ext>
              </a:extLst>
            </p:cNvPr>
            <p:cNvSpPr/>
            <p:nvPr/>
          </p:nvSpPr>
          <p:spPr>
            <a:xfrm>
              <a:off x="5774685" y="2113080"/>
              <a:ext cx="891308" cy="891309"/>
            </a:xfrm>
            <a:prstGeom prst="ellipse">
              <a:avLst/>
            </a:prstGeom>
            <a:solidFill>
              <a:srgbClr val="F8C1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2" name="Graphic 21">
              <a:extLst>
                <a:ext uri="{FF2B5EF4-FFF2-40B4-BE49-F238E27FC236}">
                  <a16:creationId xmlns:a16="http://schemas.microsoft.com/office/drawing/2014/main" id="{C7C1131E-0C57-8228-9261-BF7EAB6D98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61472" y="2391233"/>
              <a:ext cx="517732" cy="335002"/>
            </a:xfrm>
            <a:prstGeom prst="rect">
              <a:avLst/>
            </a:prstGeom>
          </p:spPr>
        </p:pic>
        <p:sp>
          <p:nvSpPr>
            <p:cNvPr id="23" name="Oval 22">
              <a:extLst>
                <a:ext uri="{FF2B5EF4-FFF2-40B4-BE49-F238E27FC236}">
                  <a16:creationId xmlns:a16="http://schemas.microsoft.com/office/drawing/2014/main" id="{7828B1BA-9A87-FB0D-A3E8-B582D20CEE2D}"/>
                </a:ext>
              </a:extLst>
            </p:cNvPr>
            <p:cNvSpPr/>
            <p:nvPr/>
          </p:nvSpPr>
          <p:spPr>
            <a:xfrm>
              <a:off x="7295331" y="2113080"/>
              <a:ext cx="891308" cy="891309"/>
            </a:xfrm>
            <a:prstGeom prst="ellipse">
              <a:avLst/>
            </a:prstGeom>
            <a:solidFill>
              <a:srgbClr val="E4ABC7"/>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4" name="Graphic 23">
              <a:extLst>
                <a:ext uri="{FF2B5EF4-FFF2-40B4-BE49-F238E27FC236}">
                  <a16:creationId xmlns:a16="http://schemas.microsoft.com/office/drawing/2014/main" id="{09FDC94C-BEB5-5109-DBAA-124F9C2339D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82119" y="2391233"/>
              <a:ext cx="517732" cy="335002"/>
            </a:xfrm>
            <a:prstGeom prst="rect">
              <a:avLst/>
            </a:prstGeom>
          </p:spPr>
        </p:pic>
        <p:sp>
          <p:nvSpPr>
            <p:cNvPr id="25" name="Oval 24">
              <a:extLst>
                <a:ext uri="{FF2B5EF4-FFF2-40B4-BE49-F238E27FC236}">
                  <a16:creationId xmlns:a16="http://schemas.microsoft.com/office/drawing/2014/main" id="{BAE4E655-7172-0AEF-CD84-C68FB89DEB87}"/>
                </a:ext>
              </a:extLst>
            </p:cNvPr>
            <p:cNvSpPr/>
            <p:nvPr/>
          </p:nvSpPr>
          <p:spPr>
            <a:xfrm>
              <a:off x="8816885" y="2113080"/>
              <a:ext cx="891308" cy="891309"/>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6" name="Graphic 25">
              <a:extLst>
                <a:ext uri="{FF2B5EF4-FFF2-40B4-BE49-F238E27FC236}">
                  <a16:creationId xmlns:a16="http://schemas.microsoft.com/office/drawing/2014/main" id="{F573C975-5804-C114-33ED-E4DAF2E572C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003672" y="2391233"/>
              <a:ext cx="517732" cy="335002"/>
            </a:xfrm>
            <a:prstGeom prst="rect">
              <a:avLst/>
            </a:prstGeom>
          </p:spPr>
        </p:pic>
      </p:grpSp>
    </p:spTree>
    <p:extLst>
      <p:ext uri="{BB962C8B-B14F-4D97-AF65-F5344CB8AC3E}">
        <p14:creationId xmlns:p14="http://schemas.microsoft.com/office/powerpoint/2010/main" val="166128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4E34-5757-F85C-B04C-3036B1BF6C62}"/>
              </a:ext>
            </a:extLst>
          </p:cNvPr>
          <p:cNvSpPr>
            <a:spLocks noGrp="1"/>
          </p:cNvSpPr>
          <p:nvPr>
            <p:ph type="title"/>
          </p:nvPr>
        </p:nvSpPr>
        <p:spPr/>
        <p:txBody>
          <a:bodyPr/>
          <a:lstStyle/>
          <a:p>
            <a:r>
              <a:rPr lang="en-GB" dirty="0"/>
              <a:t>Comparing and showing options </a:t>
            </a:r>
          </a:p>
        </p:txBody>
      </p:sp>
      <p:sp>
        <p:nvSpPr>
          <p:cNvPr id="3" name="Text Placeholder 2">
            <a:extLst>
              <a:ext uri="{FF2B5EF4-FFF2-40B4-BE49-F238E27FC236}">
                <a16:creationId xmlns:a16="http://schemas.microsoft.com/office/drawing/2014/main" id="{78C83F94-791E-E533-167B-32AD1DED0A4C}"/>
              </a:ext>
            </a:extLst>
          </p:cNvPr>
          <p:cNvSpPr>
            <a:spLocks noGrp="1"/>
          </p:cNvSpPr>
          <p:nvPr>
            <p:ph type="body" sz="quarter" idx="17"/>
          </p:nvPr>
        </p:nvSpPr>
        <p:spPr>
          <a:xfrm>
            <a:off x="539750" y="1800228"/>
            <a:ext cx="8164513" cy="4751044"/>
          </a:xfrm>
          <a:solidFill>
            <a:srgbClr val="EEEEEE"/>
          </a:solidFill>
        </p:spPr>
        <p:txBody>
          <a:bodyPr lIns="72000" tIns="72000" rIns="72000" bIns="72000"/>
          <a:lstStyle/>
          <a:p>
            <a:r>
              <a:rPr lang="en-GB" dirty="0"/>
              <a:t>Our suggestion: focus on option in this range</a:t>
            </a:r>
          </a:p>
        </p:txBody>
      </p:sp>
      <p:sp>
        <p:nvSpPr>
          <p:cNvPr id="6" name="Subtitle 5">
            <a:extLst>
              <a:ext uri="{FF2B5EF4-FFF2-40B4-BE49-F238E27FC236}">
                <a16:creationId xmlns:a16="http://schemas.microsoft.com/office/drawing/2014/main" id="{4976AD7F-DCAA-E164-73F7-051416397BDD}"/>
              </a:ext>
            </a:extLst>
          </p:cNvPr>
          <p:cNvSpPr>
            <a:spLocks noGrp="1"/>
          </p:cNvSpPr>
          <p:nvPr>
            <p:ph type="subTitle" idx="13"/>
          </p:nvPr>
        </p:nvSpPr>
        <p:spPr/>
        <p:txBody>
          <a:bodyPr/>
          <a:lstStyle/>
          <a:p>
            <a:endParaRPr lang="en-GB" dirty="0"/>
          </a:p>
        </p:txBody>
      </p:sp>
      <p:sp>
        <p:nvSpPr>
          <p:cNvPr id="7" name="Rectangle 6">
            <a:extLst>
              <a:ext uri="{FF2B5EF4-FFF2-40B4-BE49-F238E27FC236}">
                <a16:creationId xmlns:a16="http://schemas.microsoft.com/office/drawing/2014/main" id="{671BA917-D262-8E0D-3AD0-DDB1540B66C8}"/>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dirty="0">
                <a:solidFill>
                  <a:srgbClr val="00BA8D"/>
                </a:solidFill>
                <a:latin typeface="TT Hoves Light" panose="02000503020000020004" pitchFamily="50" charset="0"/>
              </a:rPr>
              <a:t>Key summary theme: We would consider all of the above in setting up the mandate </a:t>
            </a:r>
          </a:p>
        </p:txBody>
      </p:sp>
      <p:sp>
        <p:nvSpPr>
          <p:cNvPr id="8" name="Oval 7">
            <a:extLst>
              <a:ext uri="{FF2B5EF4-FFF2-40B4-BE49-F238E27FC236}">
                <a16:creationId xmlns:a16="http://schemas.microsoft.com/office/drawing/2014/main" id="{C8B104ED-B158-1EE6-90D7-EA2909D7FA59}"/>
              </a:ext>
            </a:extLst>
          </p:cNvPr>
          <p:cNvSpPr/>
          <p:nvPr/>
        </p:nvSpPr>
        <p:spPr>
          <a:xfrm>
            <a:off x="1547041" y="2481205"/>
            <a:ext cx="1883032" cy="1883032"/>
          </a:xfrm>
          <a:prstGeom prst="ellipse">
            <a:avLst/>
          </a:prstGeom>
          <a:solidFill>
            <a:srgbClr val="66D6BB"/>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spcAft>
                <a:spcPts val="600"/>
              </a:spcAft>
            </a:pPr>
            <a:r>
              <a:rPr lang="en-GB" sz="1600" dirty="0">
                <a:solidFill>
                  <a:schemeClr val="bg1"/>
                </a:solidFill>
                <a:latin typeface="+mj-lt"/>
              </a:rPr>
              <a:t>Synthesise in future when need to </a:t>
            </a:r>
          </a:p>
        </p:txBody>
      </p:sp>
      <p:sp>
        <p:nvSpPr>
          <p:cNvPr id="10" name="Oval 9">
            <a:extLst>
              <a:ext uri="{FF2B5EF4-FFF2-40B4-BE49-F238E27FC236}">
                <a16:creationId xmlns:a16="http://schemas.microsoft.com/office/drawing/2014/main" id="{3BAE9E1F-E179-7D2F-6AE9-439C8395AF1A}"/>
              </a:ext>
            </a:extLst>
          </p:cNvPr>
          <p:cNvSpPr/>
          <p:nvPr/>
        </p:nvSpPr>
        <p:spPr>
          <a:xfrm>
            <a:off x="10000425" y="2481205"/>
            <a:ext cx="1883032" cy="1883032"/>
          </a:xfrm>
          <a:prstGeom prst="ellipse">
            <a:avLst/>
          </a:prstGeom>
          <a:solidFill>
            <a:srgbClr val="8985B4"/>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spcAft>
                <a:spcPts val="600"/>
              </a:spcAft>
            </a:pPr>
            <a:r>
              <a:rPr lang="en-GB" sz="1600" dirty="0">
                <a:solidFill>
                  <a:schemeClr val="bg1"/>
                </a:solidFill>
                <a:latin typeface="+mj-lt"/>
              </a:rPr>
              <a:t>Synthesise 100% of equity</a:t>
            </a:r>
          </a:p>
        </p:txBody>
      </p:sp>
      <p:sp>
        <p:nvSpPr>
          <p:cNvPr id="11" name="Text Placeholder 4">
            <a:extLst>
              <a:ext uri="{FF2B5EF4-FFF2-40B4-BE49-F238E27FC236}">
                <a16:creationId xmlns:a16="http://schemas.microsoft.com/office/drawing/2014/main" id="{83AF7445-4A11-AADC-C2C0-6240E2000F07}"/>
              </a:ext>
            </a:extLst>
          </p:cNvPr>
          <p:cNvSpPr txBox="1">
            <a:spLocks/>
          </p:cNvSpPr>
          <p:nvPr/>
        </p:nvSpPr>
        <p:spPr>
          <a:xfrm>
            <a:off x="539750" y="4709809"/>
            <a:ext cx="3931811" cy="1735587"/>
          </a:xfrm>
          <a:prstGeom prst="rect">
            <a:avLst/>
          </a:prstGeom>
        </p:spPr>
        <p:txBody>
          <a:bodyPr vert="horz" lIns="72000" tIns="72000" rIns="72000" bIns="7200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3"/>
            <a:r>
              <a:rPr lang="en-GB" dirty="0"/>
              <a:t>Get mandate “ready to go” </a:t>
            </a:r>
          </a:p>
          <a:p>
            <a:pPr lvl="3"/>
            <a:r>
              <a:rPr lang="en-GB" dirty="0"/>
              <a:t>If LDI collateral falls below a pre-agreed level (e.g. 275bps), synthesise some developed market equity to release cash &amp; boost collateral headroom </a:t>
            </a:r>
          </a:p>
        </p:txBody>
      </p:sp>
      <p:sp>
        <p:nvSpPr>
          <p:cNvPr id="12" name="Text Placeholder 4">
            <a:extLst>
              <a:ext uri="{FF2B5EF4-FFF2-40B4-BE49-F238E27FC236}">
                <a16:creationId xmlns:a16="http://schemas.microsoft.com/office/drawing/2014/main" id="{9EE3F098-64D5-3C98-01F4-1409B70DC3F1}"/>
              </a:ext>
            </a:extLst>
          </p:cNvPr>
          <p:cNvSpPr txBox="1">
            <a:spLocks/>
          </p:cNvSpPr>
          <p:nvPr/>
        </p:nvSpPr>
        <p:spPr>
          <a:xfrm>
            <a:off x="8976036" y="4709809"/>
            <a:ext cx="3931811" cy="1735587"/>
          </a:xfrm>
          <a:prstGeom prst="rect">
            <a:avLst/>
          </a:prstGeom>
        </p:spPr>
        <p:txBody>
          <a:bodyPr vert="horz" lIns="72000" tIns="72000" rIns="72000" bIns="7200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3"/>
            <a:r>
              <a:rPr lang="en-GB" dirty="0"/>
              <a:t>Boost liquidity &amp; diversify leverage</a:t>
            </a:r>
          </a:p>
          <a:p>
            <a:pPr lvl="3"/>
            <a:r>
              <a:rPr lang="en-GB" dirty="0"/>
              <a:t>Highlight initial and ongoing costs </a:t>
            </a:r>
          </a:p>
          <a:p>
            <a:pPr lvl="3"/>
            <a:r>
              <a:rPr lang="en-GB" dirty="0"/>
              <a:t>Least complex once in place</a:t>
            </a:r>
          </a:p>
          <a:p>
            <a:pPr lvl="3"/>
            <a:r>
              <a:rPr lang="en-GB" dirty="0"/>
              <a:t>Lose relative benefits of physical equity (e.g. can build a more bespoke mandate, including ESG) </a:t>
            </a:r>
          </a:p>
        </p:txBody>
      </p:sp>
      <p:sp>
        <p:nvSpPr>
          <p:cNvPr id="9" name="Oval 8">
            <a:extLst>
              <a:ext uri="{FF2B5EF4-FFF2-40B4-BE49-F238E27FC236}">
                <a16:creationId xmlns:a16="http://schemas.microsoft.com/office/drawing/2014/main" id="{941F0AB0-585D-CBF8-D76F-74DF63DB70D5}"/>
              </a:ext>
            </a:extLst>
          </p:cNvPr>
          <p:cNvSpPr/>
          <p:nvPr/>
        </p:nvSpPr>
        <p:spPr>
          <a:xfrm>
            <a:off x="5790277" y="2481205"/>
            <a:ext cx="1883032" cy="1883032"/>
          </a:xfrm>
          <a:prstGeom prst="ellipse">
            <a:avLst/>
          </a:prstGeom>
          <a:solidFill>
            <a:srgbClr val="959898"/>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spcAft>
                <a:spcPts val="600"/>
              </a:spcAft>
            </a:pPr>
            <a:r>
              <a:rPr lang="en-GB" sz="1600" dirty="0">
                <a:solidFill>
                  <a:schemeClr val="bg1"/>
                </a:solidFill>
                <a:latin typeface="+mj-lt"/>
              </a:rPr>
              <a:t>Synthesise 50% of </a:t>
            </a:r>
            <a:br>
              <a:rPr lang="en-GB" sz="1600" dirty="0">
                <a:solidFill>
                  <a:schemeClr val="bg1"/>
                </a:solidFill>
                <a:latin typeface="+mj-lt"/>
              </a:rPr>
            </a:br>
            <a:r>
              <a:rPr lang="en-GB" sz="1600" dirty="0">
                <a:solidFill>
                  <a:schemeClr val="bg1"/>
                </a:solidFill>
                <a:latin typeface="+mj-lt"/>
              </a:rPr>
              <a:t>equity</a:t>
            </a:r>
          </a:p>
        </p:txBody>
      </p:sp>
      <p:cxnSp>
        <p:nvCxnSpPr>
          <p:cNvPr id="22" name="Straight Connector 21">
            <a:extLst>
              <a:ext uri="{FF2B5EF4-FFF2-40B4-BE49-F238E27FC236}">
                <a16:creationId xmlns:a16="http://schemas.microsoft.com/office/drawing/2014/main" id="{6F53284F-1FAE-0D7D-A793-856926331692}"/>
              </a:ext>
            </a:extLst>
          </p:cNvPr>
          <p:cNvCxnSpPr>
            <a:cxnSpLocks/>
          </p:cNvCxnSpPr>
          <p:nvPr/>
        </p:nvCxnSpPr>
        <p:spPr>
          <a:xfrm>
            <a:off x="3601062" y="3422721"/>
            <a:ext cx="2018227" cy="0"/>
          </a:xfrm>
          <a:prstGeom prst="line">
            <a:avLst/>
          </a:prstGeom>
          <a:ln w="57150">
            <a:solidFill>
              <a:schemeClr val="bg2"/>
            </a:solidFill>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1F28FB-A8CC-5C8C-2EF3-3DE7ADBB1840}"/>
              </a:ext>
            </a:extLst>
          </p:cNvPr>
          <p:cNvCxnSpPr>
            <a:cxnSpLocks/>
          </p:cNvCxnSpPr>
          <p:nvPr/>
        </p:nvCxnSpPr>
        <p:spPr>
          <a:xfrm>
            <a:off x="7827753" y="3422721"/>
            <a:ext cx="2018227" cy="0"/>
          </a:xfrm>
          <a:prstGeom prst="line">
            <a:avLst/>
          </a:prstGeom>
          <a:ln w="57150">
            <a:solidFill>
              <a:schemeClr val="bg2"/>
            </a:solidFill>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021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4E34-5757-F85C-B04C-3036B1BF6C62}"/>
              </a:ext>
            </a:extLst>
          </p:cNvPr>
          <p:cNvSpPr>
            <a:spLocks noGrp="1"/>
          </p:cNvSpPr>
          <p:nvPr>
            <p:ph type="title"/>
          </p:nvPr>
        </p:nvSpPr>
        <p:spPr/>
        <p:txBody>
          <a:bodyPr/>
          <a:lstStyle/>
          <a:p>
            <a:r>
              <a:rPr lang="en-GB" dirty="0"/>
              <a:t>Comparing two portfolios</a:t>
            </a:r>
          </a:p>
        </p:txBody>
      </p:sp>
      <p:sp>
        <p:nvSpPr>
          <p:cNvPr id="3" name="Text Placeholder 2">
            <a:extLst>
              <a:ext uri="{FF2B5EF4-FFF2-40B4-BE49-F238E27FC236}">
                <a16:creationId xmlns:a16="http://schemas.microsoft.com/office/drawing/2014/main" id="{78C83F94-791E-E533-167B-32AD1DED0A4C}"/>
              </a:ext>
            </a:extLst>
          </p:cNvPr>
          <p:cNvSpPr>
            <a:spLocks noGrp="1"/>
          </p:cNvSpPr>
          <p:nvPr>
            <p:ph type="body" sz="quarter" idx="17"/>
          </p:nvPr>
        </p:nvSpPr>
        <p:spPr>
          <a:xfrm>
            <a:off x="539750" y="1800228"/>
            <a:ext cx="12384088" cy="4751044"/>
          </a:xfrm>
          <a:solidFill>
            <a:srgbClr val="EEEEEE"/>
          </a:solidFill>
        </p:spPr>
        <p:txBody>
          <a:bodyPr lIns="72000" tIns="72000" rIns="72000" bIns="72000"/>
          <a:lstStyle/>
          <a:p>
            <a:r>
              <a:rPr lang="en-GB" dirty="0"/>
              <a:t>Current</a:t>
            </a:r>
          </a:p>
        </p:txBody>
      </p:sp>
      <p:sp>
        <p:nvSpPr>
          <p:cNvPr id="6" name="Subtitle 5">
            <a:extLst>
              <a:ext uri="{FF2B5EF4-FFF2-40B4-BE49-F238E27FC236}">
                <a16:creationId xmlns:a16="http://schemas.microsoft.com/office/drawing/2014/main" id="{4976AD7F-DCAA-E164-73F7-051416397BDD}"/>
              </a:ext>
            </a:extLst>
          </p:cNvPr>
          <p:cNvSpPr>
            <a:spLocks noGrp="1"/>
          </p:cNvSpPr>
          <p:nvPr>
            <p:ph type="subTitle" idx="13"/>
          </p:nvPr>
        </p:nvSpPr>
        <p:spPr/>
        <p:txBody>
          <a:bodyPr/>
          <a:lstStyle/>
          <a:p>
            <a:endParaRPr lang="en-GB" dirty="0"/>
          </a:p>
        </p:txBody>
      </p:sp>
      <p:sp>
        <p:nvSpPr>
          <p:cNvPr id="7" name="Rectangle 6">
            <a:extLst>
              <a:ext uri="{FF2B5EF4-FFF2-40B4-BE49-F238E27FC236}">
                <a16:creationId xmlns:a16="http://schemas.microsoft.com/office/drawing/2014/main" id="{671BA917-D262-8E0D-3AD0-DDB1540B66C8}"/>
              </a:ext>
            </a:extLst>
          </p:cNvPr>
          <p:cNvSpPr/>
          <p:nvPr/>
        </p:nvSpPr>
        <p:spPr>
          <a:xfrm>
            <a:off x="539748" y="6661513"/>
            <a:ext cx="2880000"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spcAft>
                <a:spcPts val="600"/>
              </a:spcAft>
            </a:pPr>
            <a:r>
              <a:rPr lang="en-GB" sz="1600" b="1" dirty="0">
                <a:solidFill>
                  <a:srgbClr val="00BA8D"/>
                </a:solidFill>
                <a:latin typeface="TT Hoves DemiBold" panose="02000503030000020004" pitchFamily="50" charset="0"/>
              </a:rPr>
              <a:t>25% lower risk </a:t>
            </a:r>
          </a:p>
        </p:txBody>
      </p:sp>
      <p:sp>
        <p:nvSpPr>
          <p:cNvPr id="4" name="Text Placeholder 2">
            <a:extLst>
              <a:ext uri="{FF2B5EF4-FFF2-40B4-BE49-F238E27FC236}">
                <a16:creationId xmlns:a16="http://schemas.microsoft.com/office/drawing/2014/main" id="{E613BC87-C56F-E58F-FA92-CC49684CA2CB}"/>
              </a:ext>
            </a:extLst>
          </p:cNvPr>
          <p:cNvSpPr txBox="1">
            <a:spLocks/>
          </p:cNvSpPr>
          <p:nvPr/>
        </p:nvSpPr>
        <p:spPr>
          <a:xfrm>
            <a:off x="6862763" y="1800228"/>
            <a:ext cx="6061074" cy="4751044"/>
          </a:xfrm>
          <a:prstGeom prst="rect">
            <a:avLst/>
          </a:prstGeom>
          <a:noFill/>
        </p:spPr>
        <p:txBody>
          <a:bodyPr vert="horz" lIns="72000" tIns="72000" rIns="72000" bIns="7200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Strawman </a:t>
            </a:r>
          </a:p>
        </p:txBody>
      </p:sp>
      <p:graphicFrame>
        <p:nvGraphicFramePr>
          <p:cNvPr id="5" name="Chart 4">
            <a:extLst>
              <a:ext uri="{FF2B5EF4-FFF2-40B4-BE49-F238E27FC236}">
                <a16:creationId xmlns:a16="http://schemas.microsoft.com/office/drawing/2014/main" id="{442DDB33-48D3-7F08-A962-47B7164C21C2}"/>
              </a:ext>
            </a:extLst>
          </p:cNvPr>
          <p:cNvGraphicFramePr/>
          <p:nvPr>
            <p:extLst>
              <p:ext uri="{D42A27DB-BD31-4B8C-83A1-F6EECF244321}">
                <p14:modId xmlns:p14="http://schemas.microsoft.com/office/powerpoint/2010/main" val="1094620759"/>
              </p:ext>
            </p:extLst>
          </p:nvPr>
        </p:nvGraphicFramePr>
        <p:xfrm>
          <a:off x="539750" y="2374900"/>
          <a:ext cx="6061770" cy="417637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a:extLst>
              <a:ext uri="{FF2B5EF4-FFF2-40B4-BE49-F238E27FC236}">
                <a16:creationId xmlns:a16="http://schemas.microsoft.com/office/drawing/2014/main" id="{91D8E7EB-9D11-0995-9E23-21B557C0EC10}"/>
              </a:ext>
            </a:extLst>
          </p:cNvPr>
          <p:cNvGraphicFramePr/>
          <p:nvPr>
            <p:extLst>
              <p:ext uri="{D42A27DB-BD31-4B8C-83A1-F6EECF244321}">
                <p14:modId xmlns:p14="http://schemas.microsoft.com/office/powerpoint/2010/main" val="1365480614"/>
              </p:ext>
            </p:extLst>
          </p:nvPr>
        </p:nvGraphicFramePr>
        <p:xfrm>
          <a:off x="6862067" y="2374900"/>
          <a:ext cx="6061770" cy="4176372"/>
        </p:xfrm>
        <a:graphic>
          <a:graphicData uri="http://schemas.openxmlformats.org/drawingml/2006/chart">
            <c:chart xmlns:c="http://schemas.openxmlformats.org/drawingml/2006/chart" xmlns:r="http://schemas.openxmlformats.org/officeDocument/2006/relationships" r:id="rId3"/>
          </a:graphicData>
        </a:graphic>
      </p:graphicFrame>
      <p:sp>
        <p:nvSpPr>
          <p:cNvPr id="29" name="Arrow: Right 28">
            <a:extLst>
              <a:ext uri="{FF2B5EF4-FFF2-40B4-BE49-F238E27FC236}">
                <a16:creationId xmlns:a16="http://schemas.microsoft.com/office/drawing/2014/main" id="{70D9E31A-4AF4-86A3-BE43-6DFB808D0513}"/>
              </a:ext>
            </a:extLst>
          </p:cNvPr>
          <p:cNvSpPr/>
          <p:nvPr/>
        </p:nvSpPr>
        <p:spPr>
          <a:xfrm>
            <a:off x="6060033" y="3625474"/>
            <a:ext cx="1343521" cy="7493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dirty="0" err="1">
              <a:solidFill>
                <a:schemeClr val="tx1"/>
              </a:solidFill>
            </a:endParaRPr>
          </a:p>
        </p:txBody>
      </p:sp>
      <p:sp>
        <p:nvSpPr>
          <p:cNvPr id="30" name="TextBox 29">
            <a:extLst>
              <a:ext uri="{FF2B5EF4-FFF2-40B4-BE49-F238E27FC236}">
                <a16:creationId xmlns:a16="http://schemas.microsoft.com/office/drawing/2014/main" id="{18555D7F-278A-1E36-58B2-ABD13CC181D9}"/>
              </a:ext>
            </a:extLst>
          </p:cNvPr>
          <p:cNvSpPr txBox="1"/>
          <p:nvPr/>
        </p:nvSpPr>
        <p:spPr>
          <a:xfrm>
            <a:off x="2052321" y="2119491"/>
            <a:ext cx="3027680" cy="215444"/>
          </a:xfrm>
          <a:prstGeom prst="rect">
            <a:avLst/>
          </a:prstGeom>
          <a:noFill/>
        </p:spPr>
        <p:txBody>
          <a:bodyPr wrap="square" lIns="0" tIns="0" rIns="0" bIns="0" rtlCol="0">
            <a:spAutoFit/>
          </a:bodyPr>
          <a:lstStyle/>
          <a:p>
            <a:pPr marL="0" algn="ctr">
              <a:spcAft>
                <a:spcPts val="600"/>
              </a:spcAft>
            </a:pPr>
            <a:r>
              <a:rPr lang="en-GB" sz="1400" b="1" dirty="0">
                <a:latin typeface="+mj-lt"/>
              </a:rPr>
              <a:t>Hedge Ratio: 100% of assets</a:t>
            </a:r>
          </a:p>
        </p:txBody>
      </p:sp>
      <p:sp>
        <p:nvSpPr>
          <p:cNvPr id="31" name="TextBox 30">
            <a:extLst>
              <a:ext uri="{FF2B5EF4-FFF2-40B4-BE49-F238E27FC236}">
                <a16:creationId xmlns:a16="http://schemas.microsoft.com/office/drawing/2014/main" id="{891CC7F0-83C5-F35C-2BF7-BD44B0D4A7F9}"/>
              </a:ext>
            </a:extLst>
          </p:cNvPr>
          <p:cNvSpPr txBox="1"/>
          <p:nvPr/>
        </p:nvSpPr>
        <p:spPr>
          <a:xfrm>
            <a:off x="8319813" y="2119491"/>
            <a:ext cx="3027680" cy="215444"/>
          </a:xfrm>
          <a:prstGeom prst="rect">
            <a:avLst/>
          </a:prstGeom>
          <a:noFill/>
        </p:spPr>
        <p:txBody>
          <a:bodyPr wrap="square" lIns="0" tIns="0" rIns="0" bIns="0" rtlCol="0">
            <a:spAutoFit/>
          </a:bodyPr>
          <a:lstStyle/>
          <a:p>
            <a:pPr marL="0" algn="ctr">
              <a:spcAft>
                <a:spcPts val="600"/>
              </a:spcAft>
            </a:pPr>
            <a:r>
              <a:rPr lang="en-GB" sz="1400" b="1" dirty="0">
                <a:latin typeface="+mj-lt"/>
              </a:rPr>
              <a:t>Hedge Ratio: 100% of assets</a:t>
            </a:r>
          </a:p>
        </p:txBody>
      </p:sp>
      <p:sp>
        <p:nvSpPr>
          <p:cNvPr id="32" name="TextBox 31">
            <a:extLst>
              <a:ext uri="{FF2B5EF4-FFF2-40B4-BE49-F238E27FC236}">
                <a16:creationId xmlns:a16="http://schemas.microsoft.com/office/drawing/2014/main" id="{CFDF0718-0F25-668C-41F6-70AF613A48D3}"/>
              </a:ext>
            </a:extLst>
          </p:cNvPr>
          <p:cNvSpPr txBox="1"/>
          <p:nvPr/>
        </p:nvSpPr>
        <p:spPr>
          <a:xfrm>
            <a:off x="2841171" y="3784681"/>
            <a:ext cx="1449980" cy="430887"/>
          </a:xfrm>
          <a:prstGeom prst="rect">
            <a:avLst/>
          </a:prstGeom>
          <a:noFill/>
        </p:spPr>
        <p:txBody>
          <a:bodyPr wrap="square" lIns="0" tIns="0" rIns="0" bIns="0" rtlCol="0">
            <a:spAutoFit/>
          </a:bodyPr>
          <a:lstStyle/>
          <a:p>
            <a:pPr marL="0" algn="ctr">
              <a:spcAft>
                <a:spcPts val="600"/>
              </a:spcAft>
            </a:pPr>
            <a:r>
              <a:rPr lang="en-GB" sz="1400" b="1" dirty="0">
                <a:latin typeface="+mj-lt"/>
              </a:rPr>
              <a:t>Gilts + 2.0 </a:t>
            </a:r>
            <a:br>
              <a:rPr lang="en-GB" sz="1400" b="1" dirty="0">
                <a:latin typeface="+mj-lt"/>
              </a:rPr>
            </a:br>
            <a:r>
              <a:rPr lang="en-GB" sz="1400" b="1" dirty="0" err="1">
                <a:latin typeface="+mj-lt"/>
              </a:rPr>
              <a:t>VaR</a:t>
            </a:r>
            <a:r>
              <a:rPr lang="en-GB" sz="1400" b="1" dirty="0">
                <a:latin typeface="+mj-lt"/>
              </a:rPr>
              <a:t>: £800m</a:t>
            </a:r>
          </a:p>
        </p:txBody>
      </p:sp>
      <p:sp>
        <p:nvSpPr>
          <p:cNvPr id="33" name="TextBox 32">
            <a:extLst>
              <a:ext uri="{FF2B5EF4-FFF2-40B4-BE49-F238E27FC236}">
                <a16:creationId xmlns:a16="http://schemas.microsoft.com/office/drawing/2014/main" id="{A9C31239-8AAF-A969-C41C-5031FB6FC25C}"/>
              </a:ext>
            </a:extLst>
          </p:cNvPr>
          <p:cNvSpPr txBox="1"/>
          <p:nvPr/>
        </p:nvSpPr>
        <p:spPr>
          <a:xfrm>
            <a:off x="9164184" y="3676959"/>
            <a:ext cx="1449980" cy="646331"/>
          </a:xfrm>
          <a:prstGeom prst="rect">
            <a:avLst/>
          </a:prstGeom>
          <a:noFill/>
        </p:spPr>
        <p:txBody>
          <a:bodyPr wrap="square" lIns="0" tIns="0" rIns="0" bIns="0" rtlCol="0">
            <a:spAutoFit/>
          </a:bodyPr>
          <a:lstStyle/>
          <a:p>
            <a:pPr marL="0" algn="ctr">
              <a:spcAft>
                <a:spcPts val="600"/>
              </a:spcAft>
            </a:pPr>
            <a:r>
              <a:rPr lang="en-GB" sz="1400" b="1" dirty="0">
                <a:latin typeface="+mj-lt"/>
              </a:rPr>
              <a:t>Gilts + </a:t>
            </a:r>
            <a:br>
              <a:rPr lang="en-GB" sz="1400" b="1" dirty="0">
                <a:latin typeface="+mj-lt"/>
              </a:rPr>
            </a:br>
            <a:r>
              <a:rPr lang="en-GB" sz="1400" b="1" dirty="0">
                <a:latin typeface="+mj-lt"/>
              </a:rPr>
              <a:t>2.0% – 2.5%</a:t>
            </a:r>
            <a:br>
              <a:rPr lang="en-GB" sz="1400" b="1" dirty="0">
                <a:latin typeface="+mj-lt"/>
              </a:rPr>
            </a:br>
            <a:r>
              <a:rPr lang="en-GB" sz="1400" b="1" dirty="0" err="1">
                <a:latin typeface="+mj-lt"/>
              </a:rPr>
              <a:t>VaR</a:t>
            </a:r>
            <a:r>
              <a:rPr lang="en-GB" sz="1400" b="1" dirty="0">
                <a:latin typeface="+mj-lt"/>
              </a:rPr>
              <a:t>: £600m</a:t>
            </a:r>
          </a:p>
        </p:txBody>
      </p:sp>
      <p:sp>
        <p:nvSpPr>
          <p:cNvPr id="34" name="Rectangle 33">
            <a:extLst>
              <a:ext uri="{FF2B5EF4-FFF2-40B4-BE49-F238E27FC236}">
                <a16:creationId xmlns:a16="http://schemas.microsoft.com/office/drawing/2014/main" id="{E160EC84-32D3-172C-A021-763981360F4B}"/>
              </a:ext>
            </a:extLst>
          </p:cNvPr>
          <p:cNvSpPr/>
          <p:nvPr/>
        </p:nvSpPr>
        <p:spPr>
          <a:xfrm>
            <a:off x="3707778" y="6661513"/>
            <a:ext cx="2880000"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spcAft>
                <a:spcPts val="600"/>
              </a:spcAft>
            </a:pPr>
            <a:r>
              <a:rPr lang="en-GB" sz="1600" b="1" dirty="0">
                <a:solidFill>
                  <a:srgbClr val="00BA8D"/>
                </a:solidFill>
                <a:latin typeface="TT Hoves DemiBold" panose="02000503030000020004" pitchFamily="50" charset="0"/>
              </a:rPr>
              <a:t>Clear collateral waterfall</a:t>
            </a:r>
          </a:p>
        </p:txBody>
      </p:sp>
      <p:sp>
        <p:nvSpPr>
          <p:cNvPr id="35" name="Rectangle 34">
            <a:extLst>
              <a:ext uri="{FF2B5EF4-FFF2-40B4-BE49-F238E27FC236}">
                <a16:creationId xmlns:a16="http://schemas.microsoft.com/office/drawing/2014/main" id="{4B8DFB02-B024-543F-51A0-C2B9E08CD84E}"/>
              </a:ext>
            </a:extLst>
          </p:cNvPr>
          <p:cNvSpPr/>
          <p:nvPr/>
        </p:nvSpPr>
        <p:spPr>
          <a:xfrm>
            <a:off x="6875808" y="6661513"/>
            <a:ext cx="2880000"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spcAft>
                <a:spcPts val="600"/>
              </a:spcAft>
            </a:pPr>
            <a:r>
              <a:rPr lang="en-GB" sz="1600" b="1" dirty="0">
                <a:solidFill>
                  <a:srgbClr val="00BA8D"/>
                </a:solidFill>
                <a:latin typeface="TT Hoves DemiBold" panose="02000503030000020004" pitchFamily="50" charset="0"/>
              </a:rPr>
              <a:t>Capture opportunities</a:t>
            </a:r>
          </a:p>
        </p:txBody>
      </p:sp>
      <p:sp>
        <p:nvSpPr>
          <p:cNvPr id="36" name="Rectangle 35">
            <a:extLst>
              <a:ext uri="{FF2B5EF4-FFF2-40B4-BE49-F238E27FC236}">
                <a16:creationId xmlns:a16="http://schemas.microsoft.com/office/drawing/2014/main" id="{E310560F-0DC0-827C-3A64-CD885AD5D0D4}"/>
              </a:ext>
            </a:extLst>
          </p:cNvPr>
          <p:cNvSpPr/>
          <p:nvPr/>
        </p:nvSpPr>
        <p:spPr>
          <a:xfrm>
            <a:off x="10043837" y="6661513"/>
            <a:ext cx="2880000"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lstStyle/>
          <a:p>
            <a:pPr algn="ctr">
              <a:spcAft>
                <a:spcPts val="600"/>
              </a:spcAft>
            </a:pPr>
            <a:r>
              <a:rPr lang="en-GB" sz="1600" b="1" dirty="0">
                <a:solidFill>
                  <a:srgbClr val="00BA8D"/>
                </a:solidFill>
                <a:latin typeface="TT Hoves DemiBold" panose="02000503030000020004" pitchFamily="50" charset="0"/>
              </a:rPr>
              <a:t>ESG Tilt</a:t>
            </a:r>
          </a:p>
        </p:txBody>
      </p:sp>
    </p:spTree>
    <p:extLst>
      <p:ext uri="{BB962C8B-B14F-4D97-AF65-F5344CB8AC3E}">
        <p14:creationId xmlns:p14="http://schemas.microsoft.com/office/powerpoint/2010/main" val="1122422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4E34-5757-F85C-B04C-3036B1BF6C62}"/>
              </a:ext>
            </a:extLst>
          </p:cNvPr>
          <p:cNvSpPr>
            <a:spLocks noGrp="1"/>
          </p:cNvSpPr>
          <p:nvPr>
            <p:ph type="title"/>
          </p:nvPr>
        </p:nvSpPr>
        <p:spPr/>
        <p:txBody>
          <a:bodyPr/>
          <a:lstStyle/>
          <a:p>
            <a:r>
              <a:rPr lang="en-GB" dirty="0"/>
              <a:t>Three key points and chart</a:t>
            </a:r>
          </a:p>
        </p:txBody>
      </p:sp>
      <p:sp>
        <p:nvSpPr>
          <p:cNvPr id="3" name="Text Placeholder 2">
            <a:extLst>
              <a:ext uri="{FF2B5EF4-FFF2-40B4-BE49-F238E27FC236}">
                <a16:creationId xmlns:a16="http://schemas.microsoft.com/office/drawing/2014/main" id="{78C83F94-791E-E533-167B-32AD1DED0A4C}"/>
              </a:ext>
            </a:extLst>
          </p:cNvPr>
          <p:cNvSpPr>
            <a:spLocks noGrp="1"/>
          </p:cNvSpPr>
          <p:nvPr>
            <p:ph type="body" sz="quarter" idx="17"/>
          </p:nvPr>
        </p:nvSpPr>
        <p:spPr>
          <a:xfrm>
            <a:off x="539750" y="1800228"/>
            <a:ext cx="12384088" cy="4751044"/>
          </a:xfrm>
          <a:solidFill>
            <a:srgbClr val="EEEEEE"/>
          </a:solidFill>
        </p:spPr>
        <p:txBody>
          <a:bodyPr lIns="72000" tIns="72000" rIns="72000" bIns="72000"/>
          <a:lstStyle/>
          <a:p>
            <a:r>
              <a:rPr lang="en-GB" dirty="0"/>
              <a:t>Chart title </a:t>
            </a:r>
          </a:p>
        </p:txBody>
      </p:sp>
      <p:sp>
        <p:nvSpPr>
          <p:cNvPr id="6" name="Subtitle 5">
            <a:extLst>
              <a:ext uri="{FF2B5EF4-FFF2-40B4-BE49-F238E27FC236}">
                <a16:creationId xmlns:a16="http://schemas.microsoft.com/office/drawing/2014/main" id="{4976AD7F-DCAA-E164-73F7-051416397BDD}"/>
              </a:ext>
            </a:extLst>
          </p:cNvPr>
          <p:cNvSpPr>
            <a:spLocks noGrp="1"/>
          </p:cNvSpPr>
          <p:nvPr>
            <p:ph type="subTitle" idx="13"/>
          </p:nvPr>
        </p:nvSpPr>
        <p:spPr/>
        <p:txBody>
          <a:bodyPr/>
          <a:lstStyle/>
          <a:p>
            <a:endParaRPr lang="en-GB" dirty="0"/>
          </a:p>
        </p:txBody>
      </p:sp>
      <p:graphicFrame>
        <p:nvGraphicFramePr>
          <p:cNvPr id="5" name="Chart 4">
            <a:extLst>
              <a:ext uri="{FF2B5EF4-FFF2-40B4-BE49-F238E27FC236}">
                <a16:creationId xmlns:a16="http://schemas.microsoft.com/office/drawing/2014/main" id="{442DDB33-48D3-7F08-A962-47B7164C21C2}"/>
              </a:ext>
            </a:extLst>
          </p:cNvPr>
          <p:cNvGraphicFramePr/>
          <p:nvPr/>
        </p:nvGraphicFramePr>
        <p:xfrm>
          <a:off x="539750" y="2374900"/>
          <a:ext cx="6061770" cy="4176372"/>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a:extLst>
              <a:ext uri="{FF2B5EF4-FFF2-40B4-BE49-F238E27FC236}">
                <a16:creationId xmlns:a16="http://schemas.microsoft.com/office/drawing/2014/main" id="{CFDF0718-0F25-668C-41F6-70AF613A48D3}"/>
              </a:ext>
            </a:extLst>
          </p:cNvPr>
          <p:cNvSpPr txBox="1"/>
          <p:nvPr/>
        </p:nvSpPr>
        <p:spPr>
          <a:xfrm>
            <a:off x="2841171" y="3784681"/>
            <a:ext cx="1449980" cy="430887"/>
          </a:xfrm>
          <a:prstGeom prst="rect">
            <a:avLst/>
          </a:prstGeom>
          <a:noFill/>
        </p:spPr>
        <p:txBody>
          <a:bodyPr wrap="square" lIns="0" tIns="0" rIns="0" bIns="0" rtlCol="0">
            <a:spAutoFit/>
          </a:bodyPr>
          <a:lstStyle/>
          <a:p>
            <a:pPr marL="0" algn="ctr">
              <a:spcAft>
                <a:spcPts val="600"/>
              </a:spcAft>
            </a:pPr>
            <a:r>
              <a:rPr lang="en-GB" sz="1400" b="1" dirty="0">
                <a:latin typeface="+mj-lt"/>
              </a:rPr>
              <a:t>Gilts + 2.0 </a:t>
            </a:r>
            <a:br>
              <a:rPr lang="en-GB" sz="1400" b="1" dirty="0">
                <a:latin typeface="+mj-lt"/>
              </a:rPr>
            </a:br>
            <a:r>
              <a:rPr lang="en-GB" sz="1400" b="1" dirty="0" err="1">
                <a:latin typeface="+mj-lt"/>
              </a:rPr>
              <a:t>VaR</a:t>
            </a:r>
            <a:r>
              <a:rPr lang="en-GB" sz="1400" b="1" dirty="0">
                <a:latin typeface="+mj-lt"/>
              </a:rPr>
              <a:t>: £800m</a:t>
            </a:r>
          </a:p>
        </p:txBody>
      </p:sp>
      <p:sp>
        <p:nvSpPr>
          <p:cNvPr id="33" name="TextBox 32">
            <a:extLst>
              <a:ext uri="{FF2B5EF4-FFF2-40B4-BE49-F238E27FC236}">
                <a16:creationId xmlns:a16="http://schemas.microsoft.com/office/drawing/2014/main" id="{A9C31239-8AAF-A969-C41C-5031FB6FC25C}"/>
              </a:ext>
            </a:extLst>
          </p:cNvPr>
          <p:cNvSpPr txBox="1"/>
          <p:nvPr/>
        </p:nvSpPr>
        <p:spPr>
          <a:xfrm>
            <a:off x="8005120" y="2497660"/>
            <a:ext cx="3540139" cy="569387"/>
          </a:xfrm>
          <a:prstGeom prst="rect">
            <a:avLst/>
          </a:prstGeom>
          <a:noFill/>
        </p:spPr>
        <p:txBody>
          <a:bodyPr wrap="square" lIns="0" tIns="0" rIns="0" bIns="0" rtlCol="0">
            <a:spAutoFit/>
          </a:bodyPr>
          <a:lstStyle/>
          <a:p>
            <a:pPr marL="0">
              <a:spcAft>
                <a:spcPts val="600"/>
              </a:spcAft>
            </a:pPr>
            <a:r>
              <a:rPr lang="en-GB" sz="1600" b="1" dirty="0">
                <a:solidFill>
                  <a:schemeClr val="bg2"/>
                </a:solidFill>
                <a:latin typeface="+mj-lt"/>
              </a:rPr>
              <a:t>Equities </a:t>
            </a:r>
            <a:r>
              <a:rPr lang="en-GB" sz="1600" b="1" dirty="0">
                <a:solidFill>
                  <a:schemeClr val="bg2"/>
                </a:solidFill>
                <a:latin typeface="+mj-lt"/>
                <a:sym typeface="Wingdings" panose="05000000000000000000" pitchFamily="2" charset="2"/>
              </a:rPr>
              <a:t> Multi-asset credit </a:t>
            </a:r>
          </a:p>
          <a:p>
            <a:pPr marL="0">
              <a:spcAft>
                <a:spcPts val="600"/>
              </a:spcAft>
            </a:pPr>
            <a:r>
              <a:rPr lang="en-GB" sz="1600" dirty="0">
                <a:sym typeface="Wingdings" panose="05000000000000000000" pitchFamily="2" charset="2"/>
              </a:rPr>
              <a:t>(info required) </a:t>
            </a:r>
            <a:endParaRPr lang="en-GB" sz="1600" dirty="0"/>
          </a:p>
        </p:txBody>
      </p:sp>
      <p:sp>
        <p:nvSpPr>
          <p:cNvPr id="8" name="Oval 7">
            <a:extLst>
              <a:ext uri="{FF2B5EF4-FFF2-40B4-BE49-F238E27FC236}">
                <a16:creationId xmlns:a16="http://schemas.microsoft.com/office/drawing/2014/main" id="{238D345A-57BF-C5EA-1A00-FFF8A1D3A8EF}"/>
              </a:ext>
            </a:extLst>
          </p:cNvPr>
          <p:cNvSpPr/>
          <p:nvPr/>
        </p:nvSpPr>
        <p:spPr>
          <a:xfrm>
            <a:off x="6875808" y="2354841"/>
            <a:ext cx="855024" cy="855024"/>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ctr">
              <a:spcAft>
                <a:spcPts val="600"/>
              </a:spcAft>
            </a:pPr>
            <a:r>
              <a:rPr lang="en-GB" sz="3200" b="1" dirty="0">
                <a:solidFill>
                  <a:schemeClr val="bg1"/>
                </a:solidFill>
                <a:latin typeface="+mj-lt"/>
              </a:rPr>
              <a:t>1</a:t>
            </a:r>
          </a:p>
        </p:txBody>
      </p:sp>
      <p:sp>
        <p:nvSpPr>
          <p:cNvPr id="9" name="Oval 8">
            <a:extLst>
              <a:ext uri="{FF2B5EF4-FFF2-40B4-BE49-F238E27FC236}">
                <a16:creationId xmlns:a16="http://schemas.microsoft.com/office/drawing/2014/main" id="{4DAEC278-9ECD-8715-8615-49399B387A1E}"/>
              </a:ext>
            </a:extLst>
          </p:cNvPr>
          <p:cNvSpPr/>
          <p:nvPr/>
        </p:nvSpPr>
        <p:spPr>
          <a:xfrm>
            <a:off x="6875808" y="3748238"/>
            <a:ext cx="855024" cy="855024"/>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ctr">
              <a:spcAft>
                <a:spcPts val="600"/>
              </a:spcAft>
            </a:pPr>
            <a:r>
              <a:rPr lang="en-GB" sz="3200" b="1" dirty="0">
                <a:solidFill>
                  <a:schemeClr val="bg1"/>
                </a:solidFill>
                <a:latin typeface="+mj-lt"/>
              </a:rPr>
              <a:t>2</a:t>
            </a:r>
          </a:p>
        </p:txBody>
      </p:sp>
      <p:sp>
        <p:nvSpPr>
          <p:cNvPr id="10" name="Oval 9">
            <a:extLst>
              <a:ext uri="{FF2B5EF4-FFF2-40B4-BE49-F238E27FC236}">
                <a16:creationId xmlns:a16="http://schemas.microsoft.com/office/drawing/2014/main" id="{DE49F2E9-6F0A-B3E2-ECA2-F456761DD100}"/>
              </a:ext>
            </a:extLst>
          </p:cNvPr>
          <p:cNvSpPr/>
          <p:nvPr/>
        </p:nvSpPr>
        <p:spPr>
          <a:xfrm>
            <a:off x="6875808" y="5141635"/>
            <a:ext cx="855024" cy="855024"/>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ctr">
              <a:spcAft>
                <a:spcPts val="600"/>
              </a:spcAft>
            </a:pPr>
            <a:r>
              <a:rPr lang="en-GB" sz="3200" b="1" dirty="0">
                <a:solidFill>
                  <a:schemeClr val="bg1"/>
                </a:solidFill>
                <a:latin typeface="+mj-lt"/>
              </a:rPr>
              <a:t>3</a:t>
            </a:r>
          </a:p>
        </p:txBody>
      </p:sp>
      <p:sp>
        <p:nvSpPr>
          <p:cNvPr id="12" name="TextBox 11">
            <a:extLst>
              <a:ext uri="{FF2B5EF4-FFF2-40B4-BE49-F238E27FC236}">
                <a16:creationId xmlns:a16="http://schemas.microsoft.com/office/drawing/2014/main" id="{61BE78B0-16B4-BE3B-8B42-A5CBF91AF0D6}"/>
              </a:ext>
            </a:extLst>
          </p:cNvPr>
          <p:cNvSpPr txBox="1"/>
          <p:nvPr/>
        </p:nvSpPr>
        <p:spPr>
          <a:xfrm>
            <a:off x="8005120" y="3891057"/>
            <a:ext cx="3540139" cy="569387"/>
          </a:xfrm>
          <a:prstGeom prst="rect">
            <a:avLst/>
          </a:prstGeom>
          <a:noFill/>
        </p:spPr>
        <p:txBody>
          <a:bodyPr wrap="square" lIns="0" tIns="0" rIns="0" bIns="0" rtlCol="0">
            <a:spAutoFit/>
          </a:bodyPr>
          <a:lstStyle/>
          <a:p>
            <a:pPr marL="0">
              <a:spcAft>
                <a:spcPts val="600"/>
              </a:spcAft>
            </a:pPr>
            <a:r>
              <a:rPr lang="en-GB" sz="1600" b="1" dirty="0">
                <a:solidFill>
                  <a:schemeClr val="bg2"/>
                </a:solidFill>
                <a:latin typeface="+mj-lt"/>
              </a:rPr>
              <a:t>Matching portfolio review</a:t>
            </a:r>
            <a:endParaRPr lang="en-GB" sz="1600" b="1" dirty="0">
              <a:solidFill>
                <a:schemeClr val="bg2"/>
              </a:solidFill>
              <a:latin typeface="+mj-lt"/>
              <a:sym typeface="Wingdings" panose="05000000000000000000" pitchFamily="2" charset="2"/>
            </a:endParaRPr>
          </a:p>
          <a:p>
            <a:pPr marL="0">
              <a:spcAft>
                <a:spcPts val="600"/>
              </a:spcAft>
            </a:pPr>
            <a:r>
              <a:rPr lang="en-GB" sz="1600" dirty="0">
                <a:sym typeface="Wingdings" panose="05000000000000000000" pitchFamily="2" charset="2"/>
              </a:rPr>
              <a:t>(LDI and corporate bonds) </a:t>
            </a:r>
            <a:endParaRPr lang="en-GB" sz="1600" dirty="0"/>
          </a:p>
        </p:txBody>
      </p:sp>
      <p:sp>
        <p:nvSpPr>
          <p:cNvPr id="13" name="TextBox 12">
            <a:extLst>
              <a:ext uri="{FF2B5EF4-FFF2-40B4-BE49-F238E27FC236}">
                <a16:creationId xmlns:a16="http://schemas.microsoft.com/office/drawing/2014/main" id="{C3A38750-C968-2A80-B7F3-871FA6A6ADF2}"/>
              </a:ext>
            </a:extLst>
          </p:cNvPr>
          <p:cNvSpPr txBox="1"/>
          <p:nvPr/>
        </p:nvSpPr>
        <p:spPr>
          <a:xfrm>
            <a:off x="8005120" y="5284454"/>
            <a:ext cx="3540139" cy="569387"/>
          </a:xfrm>
          <a:prstGeom prst="rect">
            <a:avLst/>
          </a:prstGeom>
          <a:noFill/>
        </p:spPr>
        <p:txBody>
          <a:bodyPr wrap="square" lIns="0" tIns="0" rIns="0" bIns="0" rtlCol="0">
            <a:spAutoFit/>
          </a:bodyPr>
          <a:lstStyle/>
          <a:p>
            <a:pPr marL="0">
              <a:spcAft>
                <a:spcPts val="600"/>
              </a:spcAft>
            </a:pPr>
            <a:r>
              <a:rPr lang="en-GB" sz="1600" b="1" dirty="0">
                <a:solidFill>
                  <a:schemeClr val="bg2"/>
                </a:solidFill>
                <a:latin typeface="+mj-lt"/>
              </a:rPr>
              <a:t>Longer term simplification </a:t>
            </a:r>
            <a:endParaRPr lang="en-GB" sz="1600" b="1" dirty="0">
              <a:solidFill>
                <a:schemeClr val="bg2"/>
              </a:solidFill>
              <a:latin typeface="+mj-lt"/>
              <a:sym typeface="Wingdings" panose="05000000000000000000" pitchFamily="2" charset="2"/>
            </a:endParaRPr>
          </a:p>
          <a:p>
            <a:pPr marL="0">
              <a:spcAft>
                <a:spcPts val="600"/>
              </a:spcAft>
            </a:pPr>
            <a:r>
              <a:rPr lang="en-GB" sz="1600" dirty="0">
                <a:sym typeface="Wingdings" panose="05000000000000000000" pitchFamily="2" charset="2"/>
              </a:rPr>
              <a:t>(as less liquid assets run-off) </a:t>
            </a:r>
            <a:endParaRPr lang="en-GB" sz="1600" dirty="0"/>
          </a:p>
        </p:txBody>
      </p:sp>
      <p:sp>
        <p:nvSpPr>
          <p:cNvPr id="14" name="Rectangle 13">
            <a:extLst>
              <a:ext uri="{FF2B5EF4-FFF2-40B4-BE49-F238E27FC236}">
                <a16:creationId xmlns:a16="http://schemas.microsoft.com/office/drawing/2014/main" id="{7235CAA7-7971-3750-C1C3-CCB17A015C08}"/>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dirty="0">
                <a:solidFill>
                  <a:srgbClr val="00BA8D"/>
                </a:solidFill>
                <a:latin typeface="TT Hoves Light" panose="02000503020000020004" pitchFamily="50" charset="0"/>
              </a:rPr>
              <a:t>Key summary theme: We would consider all of the above in setting up the mandate </a:t>
            </a:r>
          </a:p>
        </p:txBody>
      </p:sp>
    </p:spTree>
    <p:extLst>
      <p:ext uri="{BB962C8B-B14F-4D97-AF65-F5344CB8AC3E}">
        <p14:creationId xmlns:p14="http://schemas.microsoft.com/office/powerpoint/2010/main" val="2638273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4E34-5757-F85C-B04C-3036B1BF6C62}"/>
              </a:ext>
            </a:extLst>
          </p:cNvPr>
          <p:cNvSpPr>
            <a:spLocks noGrp="1"/>
          </p:cNvSpPr>
          <p:nvPr>
            <p:ph type="title"/>
          </p:nvPr>
        </p:nvSpPr>
        <p:spPr/>
        <p:txBody>
          <a:bodyPr/>
          <a:lstStyle/>
          <a:p>
            <a:r>
              <a:rPr lang="en-GB" dirty="0"/>
              <a:t>Comments on specific part of portfolio</a:t>
            </a:r>
          </a:p>
        </p:txBody>
      </p:sp>
      <p:sp>
        <p:nvSpPr>
          <p:cNvPr id="3" name="Text Placeholder 2">
            <a:extLst>
              <a:ext uri="{FF2B5EF4-FFF2-40B4-BE49-F238E27FC236}">
                <a16:creationId xmlns:a16="http://schemas.microsoft.com/office/drawing/2014/main" id="{78C83F94-791E-E533-167B-32AD1DED0A4C}"/>
              </a:ext>
            </a:extLst>
          </p:cNvPr>
          <p:cNvSpPr>
            <a:spLocks noGrp="1"/>
          </p:cNvSpPr>
          <p:nvPr>
            <p:ph type="body" sz="quarter" idx="17"/>
          </p:nvPr>
        </p:nvSpPr>
        <p:spPr>
          <a:xfrm>
            <a:off x="539750" y="1800228"/>
            <a:ext cx="12384088" cy="4751044"/>
          </a:xfrm>
          <a:solidFill>
            <a:srgbClr val="EEEEEE"/>
          </a:solidFill>
        </p:spPr>
        <p:txBody>
          <a:bodyPr lIns="72000" tIns="72000" rIns="72000" bIns="72000"/>
          <a:lstStyle/>
          <a:p>
            <a:r>
              <a:rPr lang="en-GB" dirty="0"/>
              <a:t>Chart title </a:t>
            </a:r>
          </a:p>
        </p:txBody>
      </p:sp>
      <p:sp>
        <p:nvSpPr>
          <p:cNvPr id="6" name="Subtitle 5">
            <a:extLst>
              <a:ext uri="{FF2B5EF4-FFF2-40B4-BE49-F238E27FC236}">
                <a16:creationId xmlns:a16="http://schemas.microsoft.com/office/drawing/2014/main" id="{4976AD7F-DCAA-E164-73F7-051416397BDD}"/>
              </a:ext>
            </a:extLst>
          </p:cNvPr>
          <p:cNvSpPr>
            <a:spLocks noGrp="1"/>
          </p:cNvSpPr>
          <p:nvPr>
            <p:ph type="subTitle" idx="13"/>
          </p:nvPr>
        </p:nvSpPr>
        <p:spPr/>
        <p:txBody>
          <a:bodyPr/>
          <a:lstStyle/>
          <a:p>
            <a:endParaRPr lang="en-GB" dirty="0"/>
          </a:p>
        </p:txBody>
      </p:sp>
      <p:graphicFrame>
        <p:nvGraphicFramePr>
          <p:cNvPr id="5" name="Chart 4">
            <a:extLst>
              <a:ext uri="{FF2B5EF4-FFF2-40B4-BE49-F238E27FC236}">
                <a16:creationId xmlns:a16="http://schemas.microsoft.com/office/drawing/2014/main" id="{442DDB33-48D3-7F08-A962-47B7164C21C2}"/>
              </a:ext>
            </a:extLst>
          </p:cNvPr>
          <p:cNvGraphicFramePr/>
          <p:nvPr>
            <p:extLst>
              <p:ext uri="{D42A27DB-BD31-4B8C-83A1-F6EECF244321}">
                <p14:modId xmlns:p14="http://schemas.microsoft.com/office/powerpoint/2010/main" val="1503192197"/>
              </p:ext>
            </p:extLst>
          </p:nvPr>
        </p:nvGraphicFramePr>
        <p:xfrm>
          <a:off x="539750" y="2374900"/>
          <a:ext cx="6061770" cy="4176372"/>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a:extLst>
              <a:ext uri="{FF2B5EF4-FFF2-40B4-BE49-F238E27FC236}">
                <a16:creationId xmlns:a16="http://schemas.microsoft.com/office/drawing/2014/main" id="{CFDF0718-0F25-668C-41F6-70AF613A48D3}"/>
              </a:ext>
            </a:extLst>
          </p:cNvPr>
          <p:cNvSpPr txBox="1"/>
          <p:nvPr/>
        </p:nvSpPr>
        <p:spPr>
          <a:xfrm>
            <a:off x="2841171" y="3784681"/>
            <a:ext cx="1449980" cy="430887"/>
          </a:xfrm>
          <a:prstGeom prst="rect">
            <a:avLst/>
          </a:prstGeom>
          <a:noFill/>
        </p:spPr>
        <p:txBody>
          <a:bodyPr wrap="square" lIns="0" tIns="0" rIns="0" bIns="0" rtlCol="0">
            <a:spAutoFit/>
          </a:bodyPr>
          <a:lstStyle/>
          <a:p>
            <a:pPr marL="0" algn="ctr">
              <a:spcAft>
                <a:spcPts val="600"/>
              </a:spcAft>
            </a:pPr>
            <a:r>
              <a:rPr lang="en-GB" sz="1400" b="1" dirty="0">
                <a:latin typeface="+mj-lt"/>
              </a:rPr>
              <a:t>Gilts + 2.0 </a:t>
            </a:r>
            <a:br>
              <a:rPr lang="en-GB" sz="1400" b="1" dirty="0">
                <a:latin typeface="+mj-lt"/>
              </a:rPr>
            </a:br>
            <a:r>
              <a:rPr lang="en-GB" sz="1400" b="1" dirty="0" err="1">
                <a:latin typeface="+mj-lt"/>
              </a:rPr>
              <a:t>VaR</a:t>
            </a:r>
            <a:r>
              <a:rPr lang="en-GB" sz="1400" b="1" dirty="0">
                <a:latin typeface="+mj-lt"/>
              </a:rPr>
              <a:t>: £800m</a:t>
            </a:r>
          </a:p>
        </p:txBody>
      </p:sp>
      <p:sp>
        <p:nvSpPr>
          <p:cNvPr id="33" name="TextBox 32">
            <a:extLst>
              <a:ext uri="{FF2B5EF4-FFF2-40B4-BE49-F238E27FC236}">
                <a16:creationId xmlns:a16="http://schemas.microsoft.com/office/drawing/2014/main" id="{A9C31239-8AAF-A969-C41C-5031FB6FC25C}"/>
              </a:ext>
            </a:extLst>
          </p:cNvPr>
          <p:cNvSpPr txBox="1"/>
          <p:nvPr/>
        </p:nvSpPr>
        <p:spPr>
          <a:xfrm>
            <a:off x="8005119" y="2465063"/>
            <a:ext cx="4539626" cy="246221"/>
          </a:xfrm>
          <a:prstGeom prst="rect">
            <a:avLst/>
          </a:prstGeom>
          <a:noFill/>
        </p:spPr>
        <p:txBody>
          <a:bodyPr wrap="square" lIns="0" tIns="0" rIns="0" bIns="0" rtlCol="0">
            <a:spAutoFit/>
          </a:bodyPr>
          <a:lstStyle/>
          <a:p>
            <a:pPr marL="0">
              <a:spcAft>
                <a:spcPts val="600"/>
              </a:spcAft>
            </a:pPr>
            <a:r>
              <a:rPr lang="en-GB" sz="1600" b="1" dirty="0">
                <a:latin typeface="+mj-lt"/>
              </a:rPr>
              <a:t>Passive exposure globally via LGIM </a:t>
            </a:r>
            <a:endParaRPr lang="en-GB" sz="1600" dirty="0"/>
          </a:p>
        </p:txBody>
      </p:sp>
      <p:sp>
        <p:nvSpPr>
          <p:cNvPr id="8" name="Oval 7">
            <a:extLst>
              <a:ext uri="{FF2B5EF4-FFF2-40B4-BE49-F238E27FC236}">
                <a16:creationId xmlns:a16="http://schemas.microsoft.com/office/drawing/2014/main" id="{238D345A-57BF-C5EA-1A00-FFF8A1D3A8EF}"/>
              </a:ext>
            </a:extLst>
          </p:cNvPr>
          <p:cNvSpPr/>
          <p:nvPr/>
        </p:nvSpPr>
        <p:spPr>
          <a:xfrm>
            <a:off x="6875808" y="2160661"/>
            <a:ext cx="855024" cy="855024"/>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ctr">
              <a:spcAft>
                <a:spcPts val="600"/>
              </a:spcAft>
            </a:pPr>
            <a:r>
              <a:rPr lang="en-GB" sz="3200" b="1" dirty="0">
                <a:solidFill>
                  <a:schemeClr val="bg1"/>
                </a:solidFill>
                <a:latin typeface="+mj-lt"/>
              </a:rPr>
              <a:t>1</a:t>
            </a:r>
          </a:p>
        </p:txBody>
      </p:sp>
      <p:sp>
        <p:nvSpPr>
          <p:cNvPr id="9" name="Oval 8">
            <a:extLst>
              <a:ext uri="{FF2B5EF4-FFF2-40B4-BE49-F238E27FC236}">
                <a16:creationId xmlns:a16="http://schemas.microsoft.com/office/drawing/2014/main" id="{4DAEC278-9ECD-8715-8615-49399B387A1E}"/>
              </a:ext>
            </a:extLst>
          </p:cNvPr>
          <p:cNvSpPr/>
          <p:nvPr/>
        </p:nvSpPr>
        <p:spPr>
          <a:xfrm>
            <a:off x="6875808" y="4291239"/>
            <a:ext cx="855024" cy="855024"/>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ctr">
              <a:spcAft>
                <a:spcPts val="600"/>
              </a:spcAft>
            </a:pPr>
            <a:r>
              <a:rPr lang="en-GB" sz="3200" b="1" dirty="0">
                <a:solidFill>
                  <a:schemeClr val="bg1"/>
                </a:solidFill>
                <a:latin typeface="+mj-lt"/>
              </a:rPr>
              <a:t>3</a:t>
            </a:r>
          </a:p>
        </p:txBody>
      </p:sp>
      <p:sp>
        <p:nvSpPr>
          <p:cNvPr id="10" name="Oval 9">
            <a:extLst>
              <a:ext uri="{FF2B5EF4-FFF2-40B4-BE49-F238E27FC236}">
                <a16:creationId xmlns:a16="http://schemas.microsoft.com/office/drawing/2014/main" id="{DE49F2E9-6F0A-B3E2-ECA2-F456761DD100}"/>
              </a:ext>
            </a:extLst>
          </p:cNvPr>
          <p:cNvSpPr/>
          <p:nvPr/>
        </p:nvSpPr>
        <p:spPr>
          <a:xfrm>
            <a:off x="6875808" y="5356529"/>
            <a:ext cx="855024" cy="855024"/>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ctr">
              <a:spcAft>
                <a:spcPts val="600"/>
              </a:spcAft>
            </a:pPr>
            <a:r>
              <a:rPr lang="en-GB" sz="3200" b="1" dirty="0">
                <a:solidFill>
                  <a:schemeClr val="bg1"/>
                </a:solidFill>
                <a:latin typeface="+mj-lt"/>
              </a:rPr>
              <a:t>4</a:t>
            </a:r>
          </a:p>
        </p:txBody>
      </p:sp>
      <p:sp>
        <p:nvSpPr>
          <p:cNvPr id="12" name="TextBox 11">
            <a:extLst>
              <a:ext uri="{FF2B5EF4-FFF2-40B4-BE49-F238E27FC236}">
                <a16:creationId xmlns:a16="http://schemas.microsoft.com/office/drawing/2014/main" id="{61BE78B0-16B4-BE3B-8B42-A5CBF91AF0D6}"/>
              </a:ext>
            </a:extLst>
          </p:cNvPr>
          <p:cNvSpPr txBox="1"/>
          <p:nvPr/>
        </p:nvSpPr>
        <p:spPr>
          <a:xfrm>
            <a:off x="8005120" y="3530352"/>
            <a:ext cx="4539626" cy="246221"/>
          </a:xfrm>
          <a:prstGeom prst="rect">
            <a:avLst/>
          </a:prstGeom>
          <a:noFill/>
        </p:spPr>
        <p:txBody>
          <a:bodyPr wrap="square" lIns="0" tIns="0" rIns="0" bIns="0" rtlCol="0">
            <a:spAutoFit/>
          </a:bodyPr>
          <a:lstStyle/>
          <a:p>
            <a:pPr marL="0">
              <a:spcAft>
                <a:spcPts val="600"/>
              </a:spcAft>
            </a:pPr>
            <a:r>
              <a:rPr lang="en-GB" sz="1600" b="1" dirty="0">
                <a:latin typeface="+mj-lt"/>
              </a:rPr>
              <a:t>Currency hedge in developed markets</a:t>
            </a:r>
            <a:endParaRPr lang="en-GB" sz="1600" dirty="0"/>
          </a:p>
        </p:txBody>
      </p:sp>
      <p:sp>
        <p:nvSpPr>
          <p:cNvPr id="13" name="TextBox 12">
            <a:extLst>
              <a:ext uri="{FF2B5EF4-FFF2-40B4-BE49-F238E27FC236}">
                <a16:creationId xmlns:a16="http://schemas.microsoft.com/office/drawing/2014/main" id="{C3A38750-C968-2A80-B7F3-871FA6A6ADF2}"/>
              </a:ext>
            </a:extLst>
          </p:cNvPr>
          <p:cNvSpPr txBox="1"/>
          <p:nvPr/>
        </p:nvSpPr>
        <p:spPr>
          <a:xfrm>
            <a:off x="8005119" y="4595641"/>
            <a:ext cx="4539626" cy="246221"/>
          </a:xfrm>
          <a:prstGeom prst="rect">
            <a:avLst/>
          </a:prstGeom>
          <a:noFill/>
        </p:spPr>
        <p:txBody>
          <a:bodyPr wrap="square" lIns="0" tIns="0" rIns="0" bIns="0" rtlCol="0">
            <a:spAutoFit/>
          </a:bodyPr>
          <a:lstStyle/>
          <a:p>
            <a:pPr marL="0">
              <a:spcAft>
                <a:spcPts val="600"/>
              </a:spcAft>
            </a:pPr>
            <a:r>
              <a:rPr lang="en-GB" sz="1600" b="1" dirty="0">
                <a:latin typeface="+mj-lt"/>
              </a:rPr>
              <a:t>Range of indices (e.g. ESG/climate)</a:t>
            </a:r>
            <a:endParaRPr lang="en-GB" sz="1600" dirty="0"/>
          </a:p>
        </p:txBody>
      </p:sp>
      <p:sp>
        <p:nvSpPr>
          <p:cNvPr id="14" name="Rectangle 13">
            <a:extLst>
              <a:ext uri="{FF2B5EF4-FFF2-40B4-BE49-F238E27FC236}">
                <a16:creationId xmlns:a16="http://schemas.microsoft.com/office/drawing/2014/main" id="{7235CAA7-7971-3750-C1C3-CCB17A015C08}"/>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dirty="0">
                <a:solidFill>
                  <a:srgbClr val="00BA8D"/>
                </a:solidFill>
                <a:latin typeface="TT Hoves Light" panose="02000503020000020004" pitchFamily="50" charset="0"/>
              </a:rPr>
              <a:t>Key summary theme: We would consider all of the above in setting up the mandate </a:t>
            </a:r>
          </a:p>
        </p:txBody>
      </p:sp>
      <p:sp>
        <p:nvSpPr>
          <p:cNvPr id="4" name="Oval 3">
            <a:extLst>
              <a:ext uri="{FF2B5EF4-FFF2-40B4-BE49-F238E27FC236}">
                <a16:creationId xmlns:a16="http://schemas.microsoft.com/office/drawing/2014/main" id="{205EB608-CC62-19C1-608D-C394BDC2C1FB}"/>
              </a:ext>
            </a:extLst>
          </p:cNvPr>
          <p:cNvSpPr/>
          <p:nvPr/>
        </p:nvSpPr>
        <p:spPr>
          <a:xfrm>
            <a:off x="6875808" y="3225950"/>
            <a:ext cx="855024" cy="855024"/>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ctr">
              <a:spcAft>
                <a:spcPts val="600"/>
              </a:spcAft>
            </a:pPr>
            <a:r>
              <a:rPr lang="en-GB" sz="3200" b="1" dirty="0">
                <a:solidFill>
                  <a:schemeClr val="bg1"/>
                </a:solidFill>
                <a:latin typeface="+mj-lt"/>
              </a:rPr>
              <a:t>2</a:t>
            </a:r>
          </a:p>
        </p:txBody>
      </p:sp>
      <p:sp>
        <p:nvSpPr>
          <p:cNvPr id="7" name="TextBox 6">
            <a:extLst>
              <a:ext uri="{FF2B5EF4-FFF2-40B4-BE49-F238E27FC236}">
                <a16:creationId xmlns:a16="http://schemas.microsoft.com/office/drawing/2014/main" id="{9E6ABA80-A427-03F9-921A-D95281A48B17}"/>
              </a:ext>
            </a:extLst>
          </p:cNvPr>
          <p:cNvSpPr txBox="1"/>
          <p:nvPr/>
        </p:nvSpPr>
        <p:spPr>
          <a:xfrm>
            <a:off x="8005120" y="5660931"/>
            <a:ext cx="4539626" cy="246221"/>
          </a:xfrm>
          <a:prstGeom prst="rect">
            <a:avLst/>
          </a:prstGeom>
          <a:noFill/>
        </p:spPr>
        <p:txBody>
          <a:bodyPr wrap="square" lIns="0" tIns="0" rIns="0" bIns="0" rtlCol="0">
            <a:spAutoFit/>
          </a:bodyPr>
          <a:lstStyle/>
          <a:p>
            <a:pPr marL="0">
              <a:spcAft>
                <a:spcPts val="600"/>
              </a:spcAft>
            </a:pPr>
            <a:r>
              <a:rPr lang="en-GB" sz="1600" b="1" dirty="0">
                <a:latin typeface="+mj-lt"/>
              </a:rPr>
              <a:t>Currency hedge in developed markets </a:t>
            </a:r>
            <a:endParaRPr lang="en-GB" sz="1600" dirty="0"/>
          </a:p>
        </p:txBody>
      </p:sp>
    </p:spTree>
    <p:extLst>
      <p:ext uri="{BB962C8B-B14F-4D97-AF65-F5344CB8AC3E}">
        <p14:creationId xmlns:p14="http://schemas.microsoft.com/office/powerpoint/2010/main" val="2590945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4E34-5757-F85C-B04C-3036B1BF6C62}"/>
              </a:ext>
            </a:extLst>
          </p:cNvPr>
          <p:cNvSpPr>
            <a:spLocks noGrp="1"/>
          </p:cNvSpPr>
          <p:nvPr>
            <p:ph type="title"/>
          </p:nvPr>
        </p:nvSpPr>
        <p:spPr/>
        <p:txBody>
          <a:bodyPr/>
          <a:lstStyle/>
          <a:p>
            <a:r>
              <a:rPr lang="en-GB" dirty="0"/>
              <a:t>Comments on specific part of portfolio</a:t>
            </a:r>
          </a:p>
        </p:txBody>
      </p:sp>
      <p:sp>
        <p:nvSpPr>
          <p:cNvPr id="3" name="Text Placeholder 2">
            <a:extLst>
              <a:ext uri="{FF2B5EF4-FFF2-40B4-BE49-F238E27FC236}">
                <a16:creationId xmlns:a16="http://schemas.microsoft.com/office/drawing/2014/main" id="{78C83F94-791E-E533-167B-32AD1DED0A4C}"/>
              </a:ext>
            </a:extLst>
          </p:cNvPr>
          <p:cNvSpPr>
            <a:spLocks noGrp="1"/>
          </p:cNvSpPr>
          <p:nvPr>
            <p:ph type="body" sz="quarter" idx="17"/>
          </p:nvPr>
        </p:nvSpPr>
        <p:spPr>
          <a:xfrm>
            <a:off x="539750" y="1800228"/>
            <a:ext cx="12384087" cy="4751044"/>
          </a:xfrm>
          <a:solidFill>
            <a:srgbClr val="EEEEEE"/>
          </a:solidFill>
        </p:spPr>
        <p:txBody>
          <a:bodyPr lIns="72000" tIns="72000" rIns="72000" bIns="72000"/>
          <a:lstStyle/>
          <a:p>
            <a:r>
              <a:rPr lang="en-GB" dirty="0"/>
              <a:t>Chart title </a:t>
            </a:r>
          </a:p>
        </p:txBody>
      </p:sp>
      <p:sp>
        <p:nvSpPr>
          <p:cNvPr id="6" name="Subtitle 5">
            <a:extLst>
              <a:ext uri="{FF2B5EF4-FFF2-40B4-BE49-F238E27FC236}">
                <a16:creationId xmlns:a16="http://schemas.microsoft.com/office/drawing/2014/main" id="{4976AD7F-DCAA-E164-73F7-051416397BDD}"/>
              </a:ext>
            </a:extLst>
          </p:cNvPr>
          <p:cNvSpPr>
            <a:spLocks noGrp="1"/>
          </p:cNvSpPr>
          <p:nvPr>
            <p:ph type="subTitle" idx="13"/>
          </p:nvPr>
        </p:nvSpPr>
        <p:spPr/>
        <p:txBody>
          <a:bodyPr/>
          <a:lstStyle/>
          <a:p>
            <a:endParaRPr lang="en-GB" dirty="0"/>
          </a:p>
        </p:txBody>
      </p:sp>
      <p:graphicFrame>
        <p:nvGraphicFramePr>
          <p:cNvPr id="5" name="Chart 4">
            <a:extLst>
              <a:ext uri="{FF2B5EF4-FFF2-40B4-BE49-F238E27FC236}">
                <a16:creationId xmlns:a16="http://schemas.microsoft.com/office/drawing/2014/main" id="{442DDB33-48D3-7F08-A962-47B7164C21C2}"/>
              </a:ext>
            </a:extLst>
          </p:cNvPr>
          <p:cNvGraphicFramePr/>
          <p:nvPr/>
        </p:nvGraphicFramePr>
        <p:xfrm>
          <a:off x="539750" y="2374900"/>
          <a:ext cx="6061770" cy="4176372"/>
        </p:xfrm>
        <a:graphic>
          <a:graphicData uri="http://schemas.openxmlformats.org/drawingml/2006/chart">
            <c:chart xmlns:c="http://schemas.openxmlformats.org/drawingml/2006/chart" xmlns:r="http://schemas.openxmlformats.org/officeDocument/2006/relationships" r:id="rId3"/>
          </a:graphicData>
        </a:graphic>
      </p:graphicFrame>
      <p:sp>
        <p:nvSpPr>
          <p:cNvPr id="32" name="TextBox 31">
            <a:extLst>
              <a:ext uri="{FF2B5EF4-FFF2-40B4-BE49-F238E27FC236}">
                <a16:creationId xmlns:a16="http://schemas.microsoft.com/office/drawing/2014/main" id="{CFDF0718-0F25-668C-41F6-70AF613A48D3}"/>
              </a:ext>
            </a:extLst>
          </p:cNvPr>
          <p:cNvSpPr txBox="1"/>
          <p:nvPr/>
        </p:nvSpPr>
        <p:spPr>
          <a:xfrm>
            <a:off x="2841171" y="3784681"/>
            <a:ext cx="1449980" cy="430887"/>
          </a:xfrm>
          <a:prstGeom prst="rect">
            <a:avLst/>
          </a:prstGeom>
          <a:noFill/>
        </p:spPr>
        <p:txBody>
          <a:bodyPr wrap="square" lIns="0" tIns="0" rIns="0" bIns="0" rtlCol="0">
            <a:spAutoFit/>
          </a:bodyPr>
          <a:lstStyle/>
          <a:p>
            <a:pPr marL="0" algn="ctr">
              <a:spcAft>
                <a:spcPts val="600"/>
              </a:spcAft>
            </a:pPr>
            <a:r>
              <a:rPr lang="en-GB" sz="1400" b="1" dirty="0">
                <a:latin typeface="+mj-lt"/>
              </a:rPr>
              <a:t>Gilts + 2.0 </a:t>
            </a:r>
            <a:br>
              <a:rPr lang="en-GB" sz="1400" b="1" dirty="0">
                <a:latin typeface="+mj-lt"/>
              </a:rPr>
            </a:br>
            <a:r>
              <a:rPr lang="en-GB" sz="1400" b="1" dirty="0" err="1">
                <a:latin typeface="+mj-lt"/>
              </a:rPr>
              <a:t>VaR</a:t>
            </a:r>
            <a:r>
              <a:rPr lang="en-GB" sz="1400" b="1" dirty="0">
                <a:latin typeface="+mj-lt"/>
              </a:rPr>
              <a:t>: £800m</a:t>
            </a:r>
          </a:p>
        </p:txBody>
      </p:sp>
      <p:sp>
        <p:nvSpPr>
          <p:cNvPr id="14" name="Rectangle 13">
            <a:extLst>
              <a:ext uri="{FF2B5EF4-FFF2-40B4-BE49-F238E27FC236}">
                <a16:creationId xmlns:a16="http://schemas.microsoft.com/office/drawing/2014/main" id="{7235CAA7-7971-3750-C1C3-CCB17A015C08}"/>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dirty="0">
                <a:solidFill>
                  <a:srgbClr val="00BA8D"/>
                </a:solidFill>
                <a:latin typeface="TT Hoves Light" panose="02000503020000020004" pitchFamily="50" charset="0"/>
              </a:rPr>
              <a:t>Key summary theme: We would consider all of the above in setting up the mandate </a:t>
            </a:r>
          </a:p>
        </p:txBody>
      </p:sp>
      <p:grpSp>
        <p:nvGrpSpPr>
          <p:cNvPr id="18" name="Group 17">
            <a:extLst>
              <a:ext uri="{FF2B5EF4-FFF2-40B4-BE49-F238E27FC236}">
                <a16:creationId xmlns:a16="http://schemas.microsoft.com/office/drawing/2014/main" id="{852AF9FC-7620-B70C-F53F-662F8CE32961}"/>
              </a:ext>
            </a:extLst>
          </p:cNvPr>
          <p:cNvGrpSpPr/>
          <p:nvPr/>
        </p:nvGrpSpPr>
        <p:grpSpPr>
          <a:xfrm>
            <a:off x="7878978" y="2216718"/>
            <a:ext cx="4027947" cy="3918065"/>
            <a:chOff x="7535986" y="2191811"/>
            <a:chExt cx="4027947" cy="3918065"/>
          </a:xfrm>
        </p:grpSpPr>
        <p:sp>
          <p:nvSpPr>
            <p:cNvPr id="11" name="Oval 10">
              <a:extLst>
                <a:ext uri="{FF2B5EF4-FFF2-40B4-BE49-F238E27FC236}">
                  <a16:creationId xmlns:a16="http://schemas.microsoft.com/office/drawing/2014/main" id="{B9D8249A-A483-516A-FFAE-A040A40C0377}"/>
                </a:ext>
              </a:extLst>
            </p:cNvPr>
            <p:cNvSpPr/>
            <p:nvPr/>
          </p:nvSpPr>
          <p:spPr>
            <a:xfrm>
              <a:off x="7535986" y="2191811"/>
              <a:ext cx="1883032" cy="1883032"/>
            </a:xfrm>
            <a:prstGeom prst="ellipse">
              <a:avLst/>
            </a:prstGeom>
            <a:solidFill>
              <a:srgbClr val="66D6BB"/>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spcAft>
                  <a:spcPts val="600"/>
                </a:spcAft>
              </a:pPr>
              <a:r>
                <a:rPr lang="en-GB" sz="1600" dirty="0">
                  <a:solidFill>
                    <a:schemeClr val="bg1"/>
                  </a:solidFill>
                  <a:latin typeface="+mj-lt"/>
                </a:rPr>
                <a:t>Passive exposure globally via LGIM </a:t>
              </a:r>
            </a:p>
          </p:txBody>
        </p:sp>
        <p:sp>
          <p:nvSpPr>
            <p:cNvPr id="15" name="Oval 14">
              <a:extLst>
                <a:ext uri="{FF2B5EF4-FFF2-40B4-BE49-F238E27FC236}">
                  <a16:creationId xmlns:a16="http://schemas.microsoft.com/office/drawing/2014/main" id="{3CB1D51B-1F9A-F1DF-6F0F-7262969A9792}"/>
                </a:ext>
              </a:extLst>
            </p:cNvPr>
            <p:cNvSpPr/>
            <p:nvPr/>
          </p:nvSpPr>
          <p:spPr>
            <a:xfrm>
              <a:off x="9680901" y="2191811"/>
              <a:ext cx="1883032" cy="1883032"/>
            </a:xfrm>
            <a:prstGeom prst="ellipse">
              <a:avLst/>
            </a:prstGeom>
            <a:solidFill>
              <a:srgbClr val="959898"/>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spcAft>
                  <a:spcPts val="600"/>
                </a:spcAft>
              </a:pPr>
              <a:r>
                <a:rPr lang="en-GB" sz="1600" dirty="0">
                  <a:solidFill>
                    <a:schemeClr val="bg1"/>
                  </a:solidFill>
                  <a:latin typeface="+mj-lt"/>
                </a:rPr>
                <a:t>Currency hedge in developed markets</a:t>
              </a:r>
            </a:p>
          </p:txBody>
        </p:sp>
        <p:sp>
          <p:nvSpPr>
            <p:cNvPr id="16" name="Oval 15">
              <a:extLst>
                <a:ext uri="{FF2B5EF4-FFF2-40B4-BE49-F238E27FC236}">
                  <a16:creationId xmlns:a16="http://schemas.microsoft.com/office/drawing/2014/main" id="{1B5A0266-EB62-65C3-CB21-067E557ADEA1}"/>
                </a:ext>
              </a:extLst>
            </p:cNvPr>
            <p:cNvSpPr/>
            <p:nvPr/>
          </p:nvSpPr>
          <p:spPr>
            <a:xfrm>
              <a:off x="7535986" y="4226844"/>
              <a:ext cx="1883032" cy="1883032"/>
            </a:xfrm>
            <a:prstGeom prst="ellipse">
              <a:avLst/>
            </a:prstGeom>
            <a:solidFill>
              <a:srgbClr val="D17CA9"/>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spcAft>
                  <a:spcPts val="600"/>
                </a:spcAft>
              </a:pPr>
              <a:r>
                <a:rPr lang="en-GB" sz="1600" dirty="0">
                  <a:solidFill>
                    <a:schemeClr val="bg1"/>
                  </a:solidFill>
                  <a:latin typeface="+mj-lt"/>
                </a:rPr>
                <a:t>Range of indices (e.g. ESG/climate</a:t>
              </a:r>
            </a:p>
          </p:txBody>
        </p:sp>
        <p:sp>
          <p:nvSpPr>
            <p:cNvPr id="17" name="Oval 16">
              <a:extLst>
                <a:ext uri="{FF2B5EF4-FFF2-40B4-BE49-F238E27FC236}">
                  <a16:creationId xmlns:a16="http://schemas.microsoft.com/office/drawing/2014/main" id="{0A352DFF-2C85-88FF-8E77-E928E7AAE376}"/>
                </a:ext>
              </a:extLst>
            </p:cNvPr>
            <p:cNvSpPr/>
            <p:nvPr/>
          </p:nvSpPr>
          <p:spPr>
            <a:xfrm>
              <a:off x="9680901" y="4226844"/>
              <a:ext cx="1883032" cy="1883032"/>
            </a:xfrm>
            <a:prstGeom prst="ellipse">
              <a:avLst/>
            </a:prstGeom>
            <a:solidFill>
              <a:srgbClr val="8985B4"/>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spcAft>
                  <a:spcPts val="600"/>
                </a:spcAft>
              </a:pPr>
              <a:r>
                <a:rPr lang="en-GB" sz="1600" dirty="0" err="1">
                  <a:solidFill>
                    <a:schemeClr val="bg1"/>
                  </a:solidFill>
                  <a:latin typeface="+mj-lt"/>
                </a:rPr>
                <a:t>Sterwardship</a:t>
              </a:r>
              <a:r>
                <a:rPr lang="en-GB" sz="1600" dirty="0">
                  <a:solidFill>
                    <a:schemeClr val="bg1"/>
                  </a:solidFill>
                  <a:latin typeface="+mj-lt"/>
                </a:rPr>
                <a:t> (can vote &amp; engage)</a:t>
              </a:r>
            </a:p>
          </p:txBody>
        </p:sp>
      </p:grpSp>
    </p:spTree>
    <p:extLst>
      <p:ext uri="{BB962C8B-B14F-4D97-AF65-F5344CB8AC3E}">
        <p14:creationId xmlns:p14="http://schemas.microsoft.com/office/powerpoint/2010/main" val="1566284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30760-D5F5-DC6F-8987-C8153E1CDE0F}"/>
              </a:ext>
            </a:extLst>
          </p:cNvPr>
          <p:cNvSpPr>
            <a:spLocks noGrp="1"/>
          </p:cNvSpPr>
          <p:nvPr>
            <p:ph type="title"/>
          </p:nvPr>
        </p:nvSpPr>
        <p:spPr/>
        <p:txBody>
          <a:bodyPr/>
          <a:lstStyle/>
          <a:p>
            <a:r>
              <a:rPr lang="en-GB" dirty="0"/>
              <a:t>Team structure</a:t>
            </a:r>
          </a:p>
        </p:txBody>
      </p:sp>
      <p:sp>
        <p:nvSpPr>
          <p:cNvPr id="6" name="Subtitle 5">
            <a:extLst>
              <a:ext uri="{FF2B5EF4-FFF2-40B4-BE49-F238E27FC236}">
                <a16:creationId xmlns:a16="http://schemas.microsoft.com/office/drawing/2014/main" id="{50B9E69E-01AB-7E24-F8B4-5EC5037ABC4F}"/>
              </a:ext>
            </a:extLst>
          </p:cNvPr>
          <p:cNvSpPr>
            <a:spLocks noGrp="1"/>
          </p:cNvSpPr>
          <p:nvPr>
            <p:ph type="subTitle" idx="13"/>
          </p:nvPr>
        </p:nvSpPr>
        <p:spPr>
          <a:xfrm>
            <a:off x="539749" y="286056"/>
            <a:ext cx="12384088" cy="246221"/>
          </a:xfrm>
        </p:spPr>
        <p:txBody>
          <a:bodyPr/>
          <a:lstStyle/>
          <a:p>
            <a:r>
              <a:rPr lang="en-GB" dirty="0"/>
              <a:t>Subheading</a:t>
            </a:r>
          </a:p>
        </p:txBody>
      </p:sp>
      <p:grpSp>
        <p:nvGrpSpPr>
          <p:cNvPr id="7" name="Group 6">
            <a:extLst>
              <a:ext uri="{FF2B5EF4-FFF2-40B4-BE49-F238E27FC236}">
                <a16:creationId xmlns:a16="http://schemas.microsoft.com/office/drawing/2014/main" id="{EB0AD6BA-DC05-900D-84DC-79440220ADE0}"/>
              </a:ext>
            </a:extLst>
          </p:cNvPr>
          <p:cNvGrpSpPr/>
          <p:nvPr/>
        </p:nvGrpSpPr>
        <p:grpSpPr>
          <a:xfrm>
            <a:off x="3550024" y="1800224"/>
            <a:ext cx="9373813" cy="2359399"/>
            <a:chOff x="538163" y="4577292"/>
            <a:chExt cx="9615487" cy="1939942"/>
          </a:xfrm>
        </p:grpSpPr>
        <p:sp>
          <p:nvSpPr>
            <p:cNvPr id="8" name="Rectangle 7">
              <a:extLst>
                <a:ext uri="{FF2B5EF4-FFF2-40B4-BE49-F238E27FC236}">
                  <a16:creationId xmlns:a16="http://schemas.microsoft.com/office/drawing/2014/main" id="{3140604F-6DF8-F5AD-E3CB-DC0F9A148561}"/>
                </a:ext>
              </a:extLst>
            </p:cNvPr>
            <p:cNvSpPr/>
            <p:nvPr/>
          </p:nvSpPr>
          <p:spPr bwMode="auto">
            <a:xfrm>
              <a:off x="538164" y="4577292"/>
              <a:ext cx="9615486" cy="555203"/>
            </a:xfrm>
            <a:prstGeom prst="rect">
              <a:avLst/>
            </a:prstGeom>
            <a:solidFill>
              <a:srgbClr val="3B3482"/>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eaLnBrk="0" hangingPunct="0">
                <a:spcAft>
                  <a:spcPts val="300"/>
                </a:spcAft>
              </a:pPr>
              <a:r>
                <a:rPr lang="en-GB" sz="1400">
                  <a:solidFill>
                    <a:schemeClr val="bg1"/>
                  </a:solidFill>
                </a:rPr>
                <a:t>[Role]</a:t>
              </a:r>
            </a:p>
          </p:txBody>
        </p:sp>
        <p:sp>
          <p:nvSpPr>
            <p:cNvPr id="9" name="Rectangle 8">
              <a:extLst>
                <a:ext uri="{FF2B5EF4-FFF2-40B4-BE49-F238E27FC236}">
                  <a16:creationId xmlns:a16="http://schemas.microsoft.com/office/drawing/2014/main" id="{33D0A802-93DB-4836-8236-D266216A8D9B}"/>
                </a:ext>
              </a:extLst>
            </p:cNvPr>
            <p:cNvSpPr/>
            <p:nvPr/>
          </p:nvSpPr>
          <p:spPr bwMode="auto">
            <a:xfrm>
              <a:off x="538163" y="5269248"/>
              <a:ext cx="3021011" cy="555616"/>
            </a:xfrm>
            <a:prstGeom prst="rect">
              <a:avLst/>
            </a:prstGeom>
            <a:solidFill>
              <a:srgbClr val="4F5353"/>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a:spcAft>
                  <a:spcPts val="300"/>
                </a:spcAft>
              </a:pPr>
              <a:r>
                <a:rPr lang="en-GB" sz="1400">
                  <a:solidFill>
                    <a:schemeClr val="bg1"/>
                  </a:solidFill>
                </a:rPr>
                <a:t>[Role]</a:t>
              </a:r>
            </a:p>
          </p:txBody>
        </p:sp>
        <p:sp>
          <p:nvSpPr>
            <p:cNvPr id="10" name="Rectangle 9">
              <a:extLst>
                <a:ext uri="{FF2B5EF4-FFF2-40B4-BE49-F238E27FC236}">
                  <a16:creationId xmlns:a16="http://schemas.microsoft.com/office/drawing/2014/main" id="{E5D2DF39-6D30-2E18-70B7-5D205D0211B8}"/>
                </a:ext>
              </a:extLst>
            </p:cNvPr>
            <p:cNvSpPr/>
            <p:nvPr/>
          </p:nvSpPr>
          <p:spPr bwMode="auto">
            <a:xfrm>
              <a:off x="538163" y="5961618"/>
              <a:ext cx="3021011" cy="555616"/>
            </a:xfrm>
            <a:prstGeom prst="rect">
              <a:avLst/>
            </a:prstGeom>
            <a:solidFill>
              <a:srgbClr val="EDEBF4"/>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latin typeface="+mj-lt"/>
                </a:rPr>
                <a:t>[Name]</a:t>
              </a:r>
            </a:p>
            <a:p>
              <a:pPr eaLnBrk="0" hangingPunct="0">
                <a:spcAft>
                  <a:spcPts val="300"/>
                </a:spcAft>
              </a:pPr>
              <a:r>
                <a:rPr lang="en-GB" sz="1400"/>
                <a:t>[Role]</a:t>
              </a:r>
            </a:p>
          </p:txBody>
        </p:sp>
        <p:sp>
          <p:nvSpPr>
            <p:cNvPr id="11" name="Rectangle 10">
              <a:extLst>
                <a:ext uri="{FF2B5EF4-FFF2-40B4-BE49-F238E27FC236}">
                  <a16:creationId xmlns:a16="http://schemas.microsoft.com/office/drawing/2014/main" id="{5374CAE5-01FC-A586-8199-CD7EA3EA2C29}"/>
                </a:ext>
              </a:extLst>
            </p:cNvPr>
            <p:cNvSpPr/>
            <p:nvPr/>
          </p:nvSpPr>
          <p:spPr bwMode="auto">
            <a:xfrm>
              <a:off x="3832225" y="5961618"/>
              <a:ext cx="3021011" cy="555616"/>
            </a:xfrm>
            <a:prstGeom prst="rect">
              <a:avLst/>
            </a:prstGeom>
            <a:solidFill>
              <a:srgbClr val="EDEBF4"/>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latin typeface="+mj-lt"/>
                </a:rPr>
                <a:t>[Name]</a:t>
              </a:r>
            </a:p>
            <a:p>
              <a:pPr eaLnBrk="0" hangingPunct="0">
                <a:spcAft>
                  <a:spcPts val="300"/>
                </a:spcAft>
              </a:pPr>
              <a:r>
                <a:rPr lang="en-GB" sz="1400"/>
                <a:t>[Role]</a:t>
              </a:r>
            </a:p>
          </p:txBody>
        </p:sp>
        <p:sp>
          <p:nvSpPr>
            <p:cNvPr id="12" name="Rectangle 11">
              <a:extLst>
                <a:ext uri="{FF2B5EF4-FFF2-40B4-BE49-F238E27FC236}">
                  <a16:creationId xmlns:a16="http://schemas.microsoft.com/office/drawing/2014/main" id="{8960494E-F944-9A1D-85FA-F1A7A181ECEF}"/>
                </a:ext>
              </a:extLst>
            </p:cNvPr>
            <p:cNvSpPr/>
            <p:nvPr/>
          </p:nvSpPr>
          <p:spPr bwMode="auto">
            <a:xfrm>
              <a:off x="7121525" y="5269248"/>
              <a:ext cx="3021011" cy="555616"/>
            </a:xfrm>
            <a:prstGeom prst="rect">
              <a:avLst/>
            </a:prstGeom>
            <a:solidFill>
              <a:srgbClr val="4F5353"/>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a:spcAft>
                  <a:spcPts val="300"/>
                </a:spcAft>
              </a:pPr>
              <a:r>
                <a:rPr lang="en-GB" sz="1400">
                  <a:solidFill>
                    <a:schemeClr val="bg1"/>
                  </a:solidFill>
                </a:rPr>
                <a:t>[Role]</a:t>
              </a:r>
            </a:p>
          </p:txBody>
        </p:sp>
        <p:sp>
          <p:nvSpPr>
            <p:cNvPr id="13" name="Rectangle 12">
              <a:extLst>
                <a:ext uri="{FF2B5EF4-FFF2-40B4-BE49-F238E27FC236}">
                  <a16:creationId xmlns:a16="http://schemas.microsoft.com/office/drawing/2014/main" id="{6735FE79-CE0C-907E-0AE0-42A4E9DBBC17}"/>
                </a:ext>
              </a:extLst>
            </p:cNvPr>
            <p:cNvSpPr/>
            <p:nvPr/>
          </p:nvSpPr>
          <p:spPr bwMode="auto">
            <a:xfrm>
              <a:off x="7121525" y="5961618"/>
              <a:ext cx="3021011" cy="555616"/>
            </a:xfrm>
            <a:prstGeom prst="rect">
              <a:avLst/>
            </a:prstGeom>
            <a:solidFill>
              <a:srgbClr val="EDEBF4"/>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latin typeface="+mj-lt"/>
                </a:rPr>
                <a:t>[Name]</a:t>
              </a:r>
            </a:p>
            <a:p>
              <a:pPr eaLnBrk="0" hangingPunct="0">
                <a:spcAft>
                  <a:spcPts val="300"/>
                </a:spcAft>
              </a:pPr>
              <a:r>
                <a:rPr lang="en-GB" sz="1400"/>
                <a:t>[Role]</a:t>
              </a:r>
            </a:p>
          </p:txBody>
        </p:sp>
        <p:sp>
          <p:nvSpPr>
            <p:cNvPr id="14" name="Rectangle 13">
              <a:extLst>
                <a:ext uri="{FF2B5EF4-FFF2-40B4-BE49-F238E27FC236}">
                  <a16:creationId xmlns:a16="http://schemas.microsoft.com/office/drawing/2014/main" id="{AA509FE1-A7CE-1CFF-5941-8B85401E7F60}"/>
                </a:ext>
              </a:extLst>
            </p:cNvPr>
            <p:cNvSpPr/>
            <p:nvPr/>
          </p:nvSpPr>
          <p:spPr bwMode="auto">
            <a:xfrm>
              <a:off x="3832225" y="5269248"/>
              <a:ext cx="3021011" cy="555616"/>
            </a:xfrm>
            <a:prstGeom prst="rect">
              <a:avLst/>
            </a:prstGeom>
            <a:solidFill>
              <a:srgbClr val="4F5353"/>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a:spcAft>
                  <a:spcPts val="300"/>
                </a:spcAft>
              </a:pPr>
              <a:r>
                <a:rPr lang="en-GB" sz="1400">
                  <a:solidFill>
                    <a:schemeClr val="bg1"/>
                  </a:solidFill>
                </a:rPr>
                <a:t>[Role]</a:t>
              </a:r>
            </a:p>
          </p:txBody>
        </p:sp>
      </p:grpSp>
      <p:sp>
        <p:nvSpPr>
          <p:cNvPr id="15" name="Text Placeholder 31">
            <a:extLst>
              <a:ext uri="{FF2B5EF4-FFF2-40B4-BE49-F238E27FC236}">
                <a16:creationId xmlns:a16="http://schemas.microsoft.com/office/drawing/2014/main" id="{5E92B11E-4FD2-BE7E-50E5-9248E0EBF702}"/>
              </a:ext>
            </a:extLst>
          </p:cNvPr>
          <p:cNvSpPr txBox="1">
            <a:spLocks/>
          </p:cNvSpPr>
          <p:nvPr/>
        </p:nvSpPr>
        <p:spPr>
          <a:xfrm>
            <a:off x="0" y="1800224"/>
            <a:ext cx="3245224" cy="5221289"/>
          </a:xfrm>
          <a:prstGeom prst="rect">
            <a:avLst/>
          </a:prstGeom>
          <a:solidFill>
            <a:srgbClr val="EDEBF4"/>
          </a:solidFill>
        </p:spPr>
        <p:txBody>
          <a:bodyPr lIns="540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solidFill>
                  <a:srgbClr val="3B3482"/>
                </a:solidFill>
              </a:rPr>
              <a:t>Lorem ipsum </a:t>
            </a:r>
            <a:r>
              <a:rPr lang="en-GB" sz="1600" dirty="0" err="1">
                <a:solidFill>
                  <a:srgbClr val="3B3482"/>
                </a:solidFill>
              </a:rPr>
              <a:t>dolor</a:t>
            </a:r>
            <a:r>
              <a:rPr lang="en-GB" sz="1600" dirty="0">
                <a:solidFill>
                  <a:srgbClr val="3B3482"/>
                </a:solidFill>
              </a:rPr>
              <a:t> sit </a:t>
            </a:r>
            <a:r>
              <a:rPr lang="en-GB" sz="1600" dirty="0" err="1">
                <a:solidFill>
                  <a:srgbClr val="3B3482"/>
                </a:solidFill>
              </a:rPr>
              <a:t>amet</a:t>
            </a:r>
            <a:r>
              <a:rPr lang="en-GB" sz="1600" dirty="0">
                <a:solidFill>
                  <a:srgbClr val="3B3482"/>
                </a:solidFill>
              </a:rPr>
              <a:t>, </a:t>
            </a:r>
            <a:r>
              <a:rPr lang="en-GB" sz="1600" dirty="0" err="1">
                <a:solidFill>
                  <a:srgbClr val="3B3482"/>
                </a:solidFill>
              </a:rPr>
              <a:t>consectetur</a:t>
            </a:r>
            <a:r>
              <a:rPr lang="en-GB" sz="1600" dirty="0">
                <a:solidFill>
                  <a:srgbClr val="3B3482"/>
                </a:solidFill>
              </a:rPr>
              <a:t> </a:t>
            </a:r>
            <a:r>
              <a:rPr lang="en-GB" sz="1600" dirty="0" err="1">
                <a:solidFill>
                  <a:srgbClr val="3B3482"/>
                </a:solidFill>
              </a:rPr>
              <a:t>adipiscing</a:t>
            </a:r>
            <a:r>
              <a:rPr lang="en-GB" sz="1600" dirty="0">
                <a:solidFill>
                  <a:srgbClr val="3B3482"/>
                </a:solidFill>
              </a:rPr>
              <a:t> </a:t>
            </a:r>
            <a:r>
              <a:rPr lang="en-GB" sz="1600" dirty="0" err="1">
                <a:solidFill>
                  <a:srgbClr val="3B3482"/>
                </a:solidFill>
              </a:rPr>
              <a:t>elit</a:t>
            </a:r>
            <a:r>
              <a:rPr lang="en-GB" sz="1600" dirty="0">
                <a:solidFill>
                  <a:srgbClr val="3B3482"/>
                </a:solidFill>
              </a:rPr>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r>
              <a:rPr lang="en-GB" sz="1400" dirty="0" err="1"/>
              <a:t>molestie</a:t>
            </a:r>
            <a:r>
              <a:rPr lang="en-GB" sz="1400" dirty="0"/>
              <a:t>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tum id, </a:t>
            </a:r>
          </a:p>
          <a:p>
            <a:pPr lvl="5"/>
            <a:r>
              <a:rPr lang="en-GB" sz="1400" dirty="0"/>
              <a:t>ac tempus </a:t>
            </a:r>
            <a:r>
              <a:rPr lang="en-GB" sz="1400" dirty="0" err="1"/>
              <a:t>mauris</a:t>
            </a:r>
            <a:r>
              <a:rPr lang="en-GB" sz="1400" dirty="0"/>
              <a:t> </a:t>
            </a:r>
            <a:r>
              <a:rPr lang="en-GB" sz="1400" dirty="0" err="1"/>
              <a:t>ullamcorper</a:t>
            </a:r>
            <a:r>
              <a:rPr lang="en-GB" sz="1400" dirty="0"/>
              <a:t> id. tum</a:t>
            </a:r>
          </a:p>
        </p:txBody>
      </p:sp>
    </p:spTree>
    <p:extLst>
      <p:ext uri="{BB962C8B-B14F-4D97-AF65-F5344CB8AC3E}">
        <p14:creationId xmlns:p14="http://schemas.microsoft.com/office/powerpoint/2010/main" val="1321119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A9A99-A520-CB57-3E20-A9F11A9DFBE0}"/>
              </a:ext>
            </a:extLst>
          </p:cNvPr>
          <p:cNvSpPr>
            <a:spLocks noGrp="1"/>
          </p:cNvSpPr>
          <p:nvPr>
            <p:ph type="title"/>
          </p:nvPr>
        </p:nvSpPr>
        <p:spPr/>
        <p:txBody>
          <a:bodyPr/>
          <a:lstStyle/>
          <a:p>
            <a:r>
              <a:rPr lang="en-GB" dirty="0"/>
              <a:t>Team structure</a:t>
            </a:r>
          </a:p>
        </p:txBody>
      </p:sp>
      <p:sp>
        <p:nvSpPr>
          <p:cNvPr id="3" name="Text Placeholder 2">
            <a:extLst>
              <a:ext uri="{FF2B5EF4-FFF2-40B4-BE49-F238E27FC236}">
                <a16:creationId xmlns:a16="http://schemas.microsoft.com/office/drawing/2014/main" id="{6761FDB5-1849-9FED-08C3-09423FA92934}"/>
              </a:ext>
            </a:extLst>
          </p:cNvPr>
          <p:cNvSpPr>
            <a:spLocks noGrp="1"/>
          </p:cNvSpPr>
          <p:nvPr>
            <p:ph type="body" sz="quarter" idx="17"/>
          </p:nvPr>
        </p:nvSpPr>
        <p:spPr/>
        <p:txBody>
          <a:bodyPr/>
          <a:lstStyle/>
          <a:p>
            <a:r>
              <a:rPr lang="en-GB" dirty="0">
                <a:solidFill>
                  <a:schemeClr val="accent1"/>
                </a:solidFill>
              </a:rPr>
              <a:t>Lorem ipsum </a:t>
            </a:r>
            <a:r>
              <a:rPr lang="en-GB" dirty="0" err="1">
                <a:solidFill>
                  <a:schemeClr val="accent1"/>
                </a:solidFill>
              </a:rPr>
              <a:t>dolor</a:t>
            </a:r>
            <a:r>
              <a:rPr lang="en-GB" dirty="0">
                <a:solidFill>
                  <a:schemeClr val="accent1"/>
                </a:solidFill>
              </a:rPr>
              <a:t> sit </a:t>
            </a:r>
            <a:r>
              <a:rPr lang="en-GB" dirty="0" err="1">
                <a:solidFill>
                  <a:schemeClr val="accent1"/>
                </a:solidFill>
              </a:rPr>
              <a:t>amet</a:t>
            </a:r>
            <a:r>
              <a:rPr lang="en-GB" dirty="0">
                <a:solidFill>
                  <a:schemeClr val="accent1"/>
                </a:solidFill>
              </a:rPr>
              <a:t>, </a:t>
            </a:r>
            <a:r>
              <a:rPr lang="en-GB" dirty="0" err="1">
                <a:solidFill>
                  <a:schemeClr val="accent1"/>
                </a:solidFill>
              </a:rPr>
              <a:t>consectetur</a:t>
            </a:r>
            <a:r>
              <a:rPr lang="en-GB" dirty="0">
                <a:solidFill>
                  <a:schemeClr val="accent1"/>
                </a:solidFill>
              </a:rPr>
              <a:t> </a:t>
            </a:r>
            <a:r>
              <a:rPr lang="en-GB" dirty="0" err="1">
                <a:solidFill>
                  <a:schemeClr val="accent1"/>
                </a:solidFill>
              </a:rPr>
              <a:t>adipiscing</a:t>
            </a:r>
            <a:r>
              <a:rPr lang="en-GB" dirty="0">
                <a:solidFill>
                  <a:schemeClr val="accent1"/>
                </a:solidFill>
              </a:rPr>
              <a:t> </a:t>
            </a:r>
            <a:r>
              <a:rPr lang="en-GB" dirty="0" err="1">
                <a:solidFill>
                  <a:schemeClr val="accent1"/>
                </a:solidFill>
              </a:rPr>
              <a:t>elit</a:t>
            </a:r>
            <a:r>
              <a:rPr lang="en-GB" dirty="0">
                <a:solidFill>
                  <a:schemeClr val="accent1"/>
                </a:solidFill>
              </a:rPr>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pPr lvl="3"/>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p>
          <a:p>
            <a:pPr lvl="3"/>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t>
            </a:r>
          </a:p>
          <a:p>
            <a:pPr lvl="4"/>
            <a:r>
              <a:rPr lang="en-GB" dirty="0"/>
              <a:t>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p>
          <a:p>
            <a:endParaRPr lang="en-GB" dirty="0"/>
          </a:p>
        </p:txBody>
      </p:sp>
      <p:sp>
        <p:nvSpPr>
          <p:cNvPr id="6" name="Subtitle 5">
            <a:extLst>
              <a:ext uri="{FF2B5EF4-FFF2-40B4-BE49-F238E27FC236}">
                <a16:creationId xmlns:a16="http://schemas.microsoft.com/office/drawing/2014/main" id="{00C8745C-C3DD-122A-01F5-CAC39460EA70}"/>
              </a:ext>
            </a:extLst>
          </p:cNvPr>
          <p:cNvSpPr>
            <a:spLocks noGrp="1"/>
          </p:cNvSpPr>
          <p:nvPr>
            <p:ph type="subTitle" idx="13"/>
          </p:nvPr>
        </p:nvSpPr>
        <p:spPr>
          <a:xfrm>
            <a:off x="539749" y="286056"/>
            <a:ext cx="12384088" cy="246221"/>
          </a:xfrm>
        </p:spPr>
        <p:txBody>
          <a:bodyPr/>
          <a:lstStyle/>
          <a:p>
            <a:r>
              <a:rPr lang="en-GB" dirty="0"/>
              <a:t>Subheading</a:t>
            </a:r>
          </a:p>
        </p:txBody>
      </p:sp>
      <p:sp>
        <p:nvSpPr>
          <p:cNvPr id="7" name="Rectangle 6">
            <a:extLst>
              <a:ext uri="{FF2B5EF4-FFF2-40B4-BE49-F238E27FC236}">
                <a16:creationId xmlns:a16="http://schemas.microsoft.com/office/drawing/2014/main" id="{C7B06DC6-74F0-67A9-3648-F3CF9784D0F8}"/>
              </a:ext>
            </a:extLst>
          </p:cNvPr>
          <p:cNvSpPr/>
          <p:nvPr/>
        </p:nvSpPr>
        <p:spPr>
          <a:xfrm>
            <a:off x="4752975" y="1800226"/>
            <a:ext cx="8710613" cy="5221288"/>
          </a:xfrm>
          <a:prstGeom prst="rect">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 name="Text Placeholder 24">
            <a:extLst>
              <a:ext uri="{FF2B5EF4-FFF2-40B4-BE49-F238E27FC236}">
                <a16:creationId xmlns:a16="http://schemas.microsoft.com/office/drawing/2014/main" id="{46744D34-D6AB-0EF2-8B60-9BCAA6A7A95E}"/>
              </a:ext>
            </a:extLst>
          </p:cNvPr>
          <p:cNvSpPr txBox="1">
            <a:spLocks/>
          </p:cNvSpPr>
          <p:nvPr/>
        </p:nvSpPr>
        <p:spPr bwMode="gray">
          <a:xfrm>
            <a:off x="5163785" y="2093696"/>
            <a:ext cx="4934649" cy="391628"/>
          </a:xfrm>
          <a:prstGeom prst="rect">
            <a:avLst/>
          </a:prstGeom>
          <a:solidFill>
            <a:srgbClr val="E76151"/>
          </a:solidFill>
        </p:spPr>
        <p:txBody>
          <a:bodyPr wrap="square" lIns="72000" tIns="72000" rIns="72000" bIns="72000" anchor="ctr">
            <a:sp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[Team]</a:t>
            </a:r>
          </a:p>
        </p:txBody>
      </p:sp>
      <p:sp>
        <p:nvSpPr>
          <p:cNvPr id="10" name="Text Placeholder 24">
            <a:extLst>
              <a:ext uri="{FF2B5EF4-FFF2-40B4-BE49-F238E27FC236}">
                <a16:creationId xmlns:a16="http://schemas.microsoft.com/office/drawing/2014/main" id="{ECEFEAB2-07E8-C49C-5E5A-EF8919B86528}"/>
              </a:ext>
            </a:extLst>
          </p:cNvPr>
          <p:cNvSpPr txBox="1">
            <a:spLocks/>
          </p:cNvSpPr>
          <p:nvPr/>
        </p:nvSpPr>
        <p:spPr bwMode="gray">
          <a:xfrm>
            <a:off x="10410331" y="2080805"/>
            <a:ext cx="2432851" cy="391628"/>
          </a:xfrm>
          <a:prstGeom prst="rect">
            <a:avLst/>
          </a:prstGeom>
          <a:solidFill>
            <a:srgbClr val="E76151"/>
          </a:solidFill>
        </p:spPr>
        <p:txBody>
          <a:bodyPr wrap="square" lIns="72000" tIns="72000" rIns="72000" bIns="72000" anchor="ctr">
            <a:sp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[Team]</a:t>
            </a:r>
          </a:p>
        </p:txBody>
      </p:sp>
      <p:sp>
        <p:nvSpPr>
          <p:cNvPr id="11" name="Text Placeholder 24">
            <a:extLst>
              <a:ext uri="{FF2B5EF4-FFF2-40B4-BE49-F238E27FC236}">
                <a16:creationId xmlns:a16="http://schemas.microsoft.com/office/drawing/2014/main" id="{5F16F5B3-C8DE-FF9E-D752-05804F8807C2}"/>
              </a:ext>
            </a:extLst>
          </p:cNvPr>
          <p:cNvSpPr txBox="1">
            <a:spLocks/>
          </p:cNvSpPr>
          <p:nvPr/>
        </p:nvSpPr>
        <p:spPr bwMode="gray">
          <a:xfrm>
            <a:off x="5163754" y="4531242"/>
            <a:ext cx="4934649" cy="391628"/>
          </a:xfrm>
          <a:prstGeom prst="rect">
            <a:avLst/>
          </a:prstGeom>
          <a:solidFill>
            <a:srgbClr val="E76151"/>
          </a:solidFill>
        </p:spPr>
        <p:txBody>
          <a:bodyPr wrap="square" lIns="72000" tIns="72000" rIns="72000" bIns="72000" anchor="ctr">
            <a:sp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[Team]</a:t>
            </a:r>
          </a:p>
        </p:txBody>
      </p:sp>
      <p:sp>
        <p:nvSpPr>
          <p:cNvPr id="12" name="Content Placeholder 5">
            <a:extLst>
              <a:ext uri="{FF2B5EF4-FFF2-40B4-BE49-F238E27FC236}">
                <a16:creationId xmlns:a16="http://schemas.microsoft.com/office/drawing/2014/main" id="{3FFADA53-2E1D-A638-248C-0D803EFA3867}"/>
              </a:ext>
            </a:extLst>
          </p:cNvPr>
          <p:cNvSpPr txBox="1">
            <a:spLocks/>
          </p:cNvSpPr>
          <p:nvPr/>
        </p:nvSpPr>
        <p:spPr>
          <a:xfrm>
            <a:off x="11027185" y="3049424"/>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err="1"/>
              <a:t>Nulla</a:t>
            </a:r>
            <a:r>
              <a:rPr lang="en-GB" sz="1200"/>
              <a:t> </a:t>
            </a:r>
            <a:r>
              <a:rPr lang="en-GB" sz="1200" err="1"/>
              <a:t>tristique</a:t>
            </a:r>
            <a:r>
              <a:rPr lang="en-GB" sz="1200"/>
              <a:t> </a:t>
            </a:r>
            <a:r>
              <a:rPr lang="en-GB" sz="1200" err="1"/>
              <a:t>elit</a:t>
            </a:r>
            <a:r>
              <a:rPr lang="en-GB" sz="1200"/>
              <a:t> a </a:t>
            </a:r>
            <a:r>
              <a:rPr lang="en-GB" sz="1200" err="1"/>
              <a:t>purus</a:t>
            </a:r>
            <a:r>
              <a:rPr lang="en-GB" sz="1200"/>
              <a:t> </a:t>
            </a:r>
            <a:r>
              <a:rPr lang="en-GB" sz="1200" err="1"/>
              <a:t>luctus</a:t>
            </a:r>
            <a:r>
              <a:rPr lang="en-GB" sz="1200"/>
              <a:t> lacinia. Cras </a:t>
            </a:r>
            <a:r>
              <a:rPr lang="en-GB" sz="1200" err="1"/>
              <a:t>dolor</a:t>
            </a:r>
            <a:r>
              <a:rPr lang="en-GB" sz="1200"/>
              <a:t> ex, pharetra </a:t>
            </a:r>
            <a:r>
              <a:rPr lang="en-GB" sz="1200" err="1"/>
              <a:t>nec</a:t>
            </a:r>
            <a:r>
              <a:rPr lang="en-GB" sz="1200"/>
              <a:t> pharetra, 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nunc</a:t>
            </a:r>
            <a:r>
              <a:rPr lang="en-GB" sz="1200"/>
              <a:t> </a:t>
            </a:r>
            <a:r>
              <a:rPr lang="en-GB" sz="1200" err="1"/>
              <a:t>nisl</a:t>
            </a:r>
            <a:r>
              <a:rPr lang="en-GB" sz="1200"/>
              <a:t>, lacinia</a:t>
            </a:r>
          </a:p>
        </p:txBody>
      </p:sp>
      <p:sp>
        <p:nvSpPr>
          <p:cNvPr id="13" name="Content Placeholder 5">
            <a:extLst>
              <a:ext uri="{FF2B5EF4-FFF2-40B4-BE49-F238E27FC236}">
                <a16:creationId xmlns:a16="http://schemas.microsoft.com/office/drawing/2014/main" id="{52EF58A0-7497-118D-C755-36E1A3AD7279}"/>
              </a:ext>
            </a:extLst>
          </p:cNvPr>
          <p:cNvSpPr txBox="1">
            <a:spLocks/>
          </p:cNvSpPr>
          <p:nvPr/>
        </p:nvSpPr>
        <p:spPr>
          <a:xfrm>
            <a:off x="10410331" y="2596119"/>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sp>
        <p:nvSpPr>
          <p:cNvPr id="14" name="Content Placeholder 5">
            <a:extLst>
              <a:ext uri="{FF2B5EF4-FFF2-40B4-BE49-F238E27FC236}">
                <a16:creationId xmlns:a16="http://schemas.microsoft.com/office/drawing/2014/main" id="{3D359E40-5E7B-8A76-8061-ED2EE9450D12}"/>
              </a:ext>
            </a:extLst>
          </p:cNvPr>
          <p:cNvSpPr txBox="1">
            <a:spLocks/>
          </p:cNvSpPr>
          <p:nvPr/>
        </p:nvSpPr>
        <p:spPr>
          <a:xfrm>
            <a:off x="5798530" y="3049424"/>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a:t>
            </a:r>
            <a:r>
              <a:rPr lang="en-GB" sz="1200" dirty="0" err="1"/>
              <a:t>nunc</a:t>
            </a:r>
            <a:r>
              <a:rPr lang="en-GB" sz="1200" dirty="0"/>
              <a:t> </a:t>
            </a:r>
            <a:r>
              <a:rPr lang="en-GB" sz="1200" dirty="0" err="1"/>
              <a:t>nisl</a:t>
            </a:r>
            <a:r>
              <a:rPr lang="en-GB" sz="1200" dirty="0"/>
              <a:t>, lacinia</a:t>
            </a:r>
          </a:p>
        </p:txBody>
      </p:sp>
      <p:sp>
        <p:nvSpPr>
          <p:cNvPr id="15" name="Content Placeholder 5">
            <a:extLst>
              <a:ext uri="{FF2B5EF4-FFF2-40B4-BE49-F238E27FC236}">
                <a16:creationId xmlns:a16="http://schemas.microsoft.com/office/drawing/2014/main" id="{8256154B-E692-3814-29C9-BA2183CF21A2}"/>
              </a:ext>
            </a:extLst>
          </p:cNvPr>
          <p:cNvSpPr txBox="1">
            <a:spLocks/>
          </p:cNvSpPr>
          <p:nvPr/>
        </p:nvSpPr>
        <p:spPr>
          <a:xfrm>
            <a:off x="5181677" y="2596119"/>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t>[Name]</a:t>
            </a:r>
          </a:p>
        </p:txBody>
      </p:sp>
      <p:sp>
        <p:nvSpPr>
          <p:cNvPr id="16" name="Content Placeholder 5">
            <a:extLst>
              <a:ext uri="{FF2B5EF4-FFF2-40B4-BE49-F238E27FC236}">
                <a16:creationId xmlns:a16="http://schemas.microsoft.com/office/drawing/2014/main" id="{FE208856-7449-1618-A6F5-3BF2B70B3A26}"/>
              </a:ext>
            </a:extLst>
          </p:cNvPr>
          <p:cNvSpPr txBox="1">
            <a:spLocks/>
          </p:cNvSpPr>
          <p:nvPr/>
        </p:nvSpPr>
        <p:spPr>
          <a:xfrm>
            <a:off x="8282437" y="3049424"/>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a:t>
            </a:r>
            <a:r>
              <a:rPr lang="en-GB" sz="1200" dirty="0" err="1"/>
              <a:t>nunc</a:t>
            </a:r>
            <a:r>
              <a:rPr lang="en-GB" sz="1200" dirty="0"/>
              <a:t> </a:t>
            </a:r>
            <a:r>
              <a:rPr lang="en-GB" sz="1200" dirty="0" err="1"/>
              <a:t>nisl</a:t>
            </a:r>
            <a:r>
              <a:rPr lang="en-GB" sz="1200" dirty="0"/>
              <a:t>, lacinia</a:t>
            </a:r>
          </a:p>
        </p:txBody>
      </p:sp>
      <p:sp>
        <p:nvSpPr>
          <p:cNvPr id="17" name="Content Placeholder 5">
            <a:extLst>
              <a:ext uri="{FF2B5EF4-FFF2-40B4-BE49-F238E27FC236}">
                <a16:creationId xmlns:a16="http://schemas.microsoft.com/office/drawing/2014/main" id="{083BB171-C9B9-34D8-E026-7CABB7B129AB}"/>
              </a:ext>
            </a:extLst>
          </p:cNvPr>
          <p:cNvSpPr txBox="1">
            <a:spLocks/>
          </p:cNvSpPr>
          <p:nvPr/>
        </p:nvSpPr>
        <p:spPr>
          <a:xfrm>
            <a:off x="7665585" y="2596119"/>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sp>
        <p:nvSpPr>
          <p:cNvPr id="18" name="Content Placeholder 5">
            <a:extLst>
              <a:ext uri="{FF2B5EF4-FFF2-40B4-BE49-F238E27FC236}">
                <a16:creationId xmlns:a16="http://schemas.microsoft.com/office/drawing/2014/main" id="{9565620A-4763-1F59-A862-48E7F294691D}"/>
              </a:ext>
            </a:extLst>
          </p:cNvPr>
          <p:cNvSpPr txBox="1">
            <a:spLocks/>
          </p:cNvSpPr>
          <p:nvPr/>
        </p:nvSpPr>
        <p:spPr>
          <a:xfrm>
            <a:off x="5798530" y="5481678"/>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a:t>
            </a:r>
            <a:r>
              <a:rPr lang="en-GB" sz="1200" dirty="0" err="1"/>
              <a:t>nunc</a:t>
            </a:r>
            <a:r>
              <a:rPr lang="en-GB" sz="1200" dirty="0"/>
              <a:t> </a:t>
            </a:r>
            <a:r>
              <a:rPr lang="en-GB" sz="1200" dirty="0" err="1"/>
              <a:t>nisl</a:t>
            </a:r>
            <a:r>
              <a:rPr lang="en-GB" sz="1200" dirty="0"/>
              <a:t>, lacinia</a:t>
            </a:r>
          </a:p>
        </p:txBody>
      </p:sp>
      <p:sp>
        <p:nvSpPr>
          <p:cNvPr id="19" name="Content Placeholder 5">
            <a:extLst>
              <a:ext uri="{FF2B5EF4-FFF2-40B4-BE49-F238E27FC236}">
                <a16:creationId xmlns:a16="http://schemas.microsoft.com/office/drawing/2014/main" id="{D89145BA-8646-7943-ABBB-D259EF2C6706}"/>
              </a:ext>
            </a:extLst>
          </p:cNvPr>
          <p:cNvSpPr txBox="1">
            <a:spLocks/>
          </p:cNvSpPr>
          <p:nvPr/>
        </p:nvSpPr>
        <p:spPr>
          <a:xfrm>
            <a:off x="5181677" y="5028373"/>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sp>
        <p:nvSpPr>
          <p:cNvPr id="20" name="Content Placeholder 5">
            <a:extLst>
              <a:ext uri="{FF2B5EF4-FFF2-40B4-BE49-F238E27FC236}">
                <a16:creationId xmlns:a16="http://schemas.microsoft.com/office/drawing/2014/main" id="{AE325F4B-A984-AB4B-ACCC-281DB5DE8121}"/>
              </a:ext>
            </a:extLst>
          </p:cNvPr>
          <p:cNvSpPr txBox="1">
            <a:spLocks/>
          </p:cNvSpPr>
          <p:nvPr/>
        </p:nvSpPr>
        <p:spPr>
          <a:xfrm>
            <a:off x="8282437" y="5481678"/>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err="1"/>
              <a:t>Nulla</a:t>
            </a:r>
            <a:r>
              <a:rPr lang="en-GB" sz="1200"/>
              <a:t> </a:t>
            </a:r>
            <a:r>
              <a:rPr lang="en-GB" sz="1200" err="1"/>
              <a:t>tristique</a:t>
            </a:r>
            <a:r>
              <a:rPr lang="en-GB" sz="1200"/>
              <a:t> </a:t>
            </a:r>
            <a:r>
              <a:rPr lang="en-GB" sz="1200" err="1"/>
              <a:t>elit</a:t>
            </a:r>
            <a:r>
              <a:rPr lang="en-GB" sz="1200"/>
              <a:t> a </a:t>
            </a:r>
            <a:r>
              <a:rPr lang="en-GB" sz="1200" err="1"/>
              <a:t>purus</a:t>
            </a:r>
            <a:r>
              <a:rPr lang="en-GB" sz="1200"/>
              <a:t> </a:t>
            </a:r>
            <a:r>
              <a:rPr lang="en-GB" sz="1200" err="1"/>
              <a:t>luctus</a:t>
            </a:r>
            <a:r>
              <a:rPr lang="en-GB" sz="1200"/>
              <a:t> lacinia. Cras </a:t>
            </a:r>
            <a:r>
              <a:rPr lang="en-GB" sz="1200" err="1"/>
              <a:t>dolor</a:t>
            </a:r>
            <a:r>
              <a:rPr lang="en-GB" sz="1200"/>
              <a:t> ex, pharetra </a:t>
            </a:r>
            <a:r>
              <a:rPr lang="en-GB" sz="1200" err="1"/>
              <a:t>nec</a:t>
            </a:r>
            <a:r>
              <a:rPr lang="en-GB" sz="1200"/>
              <a:t> pharetra, 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nunc</a:t>
            </a:r>
            <a:r>
              <a:rPr lang="en-GB" sz="1200"/>
              <a:t> </a:t>
            </a:r>
            <a:r>
              <a:rPr lang="en-GB" sz="1200" err="1"/>
              <a:t>nisl</a:t>
            </a:r>
            <a:r>
              <a:rPr lang="en-GB" sz="1200"/>
              <a:t>, lacinia</a:t>
            </a:r>
          </a:p>
        </p:txBody>
      </p:sp>
      <p:sp>
        <p:nvSpPr>
          <p:cNvPr id="21" name="Content Placeholder 5">
            <a:extLst>
              <a:ext uri="{FF2B5EF4-FFF2-40B4-BE49-F238E27FC236}">
                <a16:creationId xmlns:a16="http://schemas.microsoft.com/office/drawing/2014/main" id="{B563A73E-58C7-A8E9-1297-98EAE92EBE50}"/>
              </a:ext>
            </a:extLst>
          </p:cNvPr>
          <p:cNvSpPr txBox="1">
            <a:spLocks/>
          </p:cNvSpPr>
          <p:nvPr/>
        </p:nvSpPr>
        <p:spPr>
          <a:xfrm>
            <a:off x="7665585" y="5028373"/>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pic>
        <p:nvPicPr>
          <p:cNvPr id="22" name="Picture Placeholder 18">
            <a:extLst>
              <a:ext uri="{FF2B5EF4-FFF2-40B4-BE49-F238E27FC236}">
                <a16:creationId xmlns:a16="http://schemas.microsoft.com/office/drawing/2014/main" id="{0D04F91E-E1F4-8F9B-F7EB-B578A24BB354}"/>
              </a:ext>
            </a:extLst>
          </p:cNvPr>
          <p:cNvPicPr>
            <a:picLocks noChangeAspect="1"/>
          </p:cNvPicPr>
          <p:nvPr/>
        </p:nvPicPr>
        <p:blipFill>
          <a:blip r:embed="rId3"/>
          <a:srcRect l="431" r="431"/>
          <a:stretch/>
        </p:blipFill>
        <p:spPr>
          <a:xfrm>
            <a:off x="5181676" y="3029272"/>
            <a:ext cx="542383" cy="542334"/>
          </a:xfrm>
          <a:prstGeom prst="ellipse">
            <a:avLst/>
          </a:prstGeom>
          <a:ln w="12700">
            <a:solidFill>
              <a:schemeClr val="accent1"/>
            </a:solidFill>
          </a:ln>
        </p:spPr>
      </p:pic>
      <p:pic>
        <p:nvPicPr>
          <p:cNvPr id="23" name="Picture Placeholder 21">
            <a:extLst>
              <a:ext uri="{FF2B5EF4-FFF2-40B4-BE49-F238E27FC236}">
                <a16:creationId xmlns:a16="http://schemas.microsoft.com/office/drawing/2014/main" id="{3FB7CE4E-6B5C-E2E3-7003-8F93A99F931E}"/>
              </a:ext>
            </a:extLst>
          </p:cNvPr>
          <p:cNvPicPr>
            <a:picLocks noChangeAspect="1"/>
          </p:cNvPicPr>
          <p:nvPr/>
        </p:nvPicPr>
        <p:blipFill>
          <a:blip r:embed="rId4"/>
          <a:srcRect l="534" r="534"/>
          <a:stretch/>
        </p:blipFill>
        <p:spPr>
          <a:xfrm>
            <a:off x="7665584" y="3029272"/>
            <a:ext cx="542383" cy="542334"/>
          </a:xfrm>
          <a:prstGeom prst="ellipse">
            <a:avLst/>
          </a:prstGeom>
          <a:ln w="12700">
            <a:solidFill>
              <a:schemeClr val="accent1"/>
            </a:solidFill>
          </a:ln>
        </p:spPr>
      </p:pic>
      <p:pic>
        <p:nvPicPr>
          <p:cNvPr id="24" name="Picture Placeholder 18">
            <a:extLst>
              <a:ext uri="{FF2B5EF4-FFF2-40B4-BE49-F238E27FC236}">
                <a16:creationId xmlns:a16="http://schemas.microsoft.com/office/drawing/2014/main" id="{94D741EE-E12E-4ECD-2213-3CBDA6C1FB6A}"/>
              </a:ext>
            </a:extLst>
          </p:cNvPr>
          <p:cNvPicPr>
            <a:picLocks noChangeAspect="1"/>
          </p:cNvPicPr>
          <p:nvPr/>
        </p:nvPicPr>
        <p:blipFill>
          <a:blip r:embed="rId3"/>
          <a:srcRect l="431" r="431"/>
          <a:stretch/>
        </p:blipFill>
        <p:spPr>
          <a:xfrm>
            <a:off x="10410331" y="3029272"/>
            <a:ext cx="542383" cy="542334"/>
          </a:xfrm>
          <a:prstGeom prst="ellipse">
            <a:avLst/>
          </a:prstGeom>
          <a:ln w="12700">
            <a:solidFill>
              <a:schemeClr val="accent1"/>
            </a:solidFill>
          </a:ln>
        </p:spPr>
      </p:pic>
      <p:pic>
        <p:nvPicPr>
          <p:cNvPr id="25" name="Picture Placeholder 21">
            <a:extLst>
              <a:ext uri="{FF2B5EF4-FFF2-40B4-BE49-F238E27FC236}">
                <a16:creationId xmlns:a16="http://schemas.microsoft.com/office/drawing/2014/main" id="{E55F1A11-E963-143F-E05C-0D0B1267B9A4}"/>
              </a:ext>
            </a:extLst>
          </p:cNvPr>
          <p:cNvPicPr>
            <a:picLocks noChangeAspect="1"/>
          </p:cNvPicPr>
          <p:nvPr/>
        </p:nvPicPr>
        <p:blipFill>
          <a:blip r:embed="rId4"/>
          <a:srcRect l="534" r="534"/>
          <a:stretch/>
        </p:blipFill>
        <p:spPr>
          <a:xfrm>
            <a:off x="7665585" y="5461526"/>
            <a:ext cx="542383" cy="542334"/>
          </a:xfrm>
          <a:prstGeom prst="ellipse">
            <a:avLst/>
          </a:prstGeom>
          <a:ln w="12700">
            <a:solidFill>
              <a:schemeClr val="accent1"/>
            </a:solidFill>
          </a:ln>
        </p:spPr>
      </p:pic>
      <p:pic>
        <p:nvPicPr>
          <p:cNvPr id="26" name="Picture Placeholder 18">
            <a:extLst>
              <a:ext uri="{FF2B5EF4-FFF2-40B4-BE49-F238E27FC236}">
                <a16:creationId xmlns:a16="http://schemas.microsoft.com/office/drawing/2014/main" id="{59CC78EF-CF42-7DF4-AB88-F17010939AAC}"/>
              </a:ext>
            </a:extLst>
          </p:cNvPr>
          <p:cNvPicPr>
            <a:picLocks noChangeAspect="1"/>
          </p:cNvPicPr>
          <p:nvPr/>
        </p:nvPicPr>
        <p:blipFill>
          <a:blip r:embed="rId3"/>
          <a:srcRect l="431" r="431"/>
          <a:stretch/>
        </p:blipFill>
        <p:spPr>
          <a:xfrm>
            <a:off x="5181677" y="5461526"/>
            <a:ext cx="542383" cy="542334"/>
          </a:xfrm>
          <a:prstGeom prst="ellipse">
            <a:avLst/>
          </a:prstGeom>
          <a:ln w="12700">
            <a:solidFill>
              <a:schemeClr val="accent1"/>
            </a:solidFill>
          </a:ln>
        </p:spPr>
      </p:pic>
    </p:spTree>
    <p:extLst>
      <p:ext uri="{BB962C8B-B14F-4D97-AF65-F5344CB8AC3E}">
        <p14:creationId xmlns:p14="http://schemas.microsoft.com/office/powerpoint/2010/main" val="1272818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2B026146-3AD5-F03D-FE6C-081D6A713715}"/>
              </a:ext>
            </a:extLst>
          </p:cNvPr>
          <p:cNvSpPr>
            <a:spLocks noGrp="1"/>
          </p:cNvSpPr>
          <p:nvPr>
            <p:ph type="subTitle" idx="13"/>
          </p:nvPr>
        </p:nvSpPr>
        <p:spPr>
          <a:xfrm>
            <a:off x="539749" y="286056"/>
            <a:ext cx="12384088" cy="246221"/>
          </a:xfrm>
        </p:spPr>
        <p:txBody>
          <a:bodyPr/>
          <a:lstStyle/>
          <a:p>
            <a:r>
              <a:rPr lang="en-GB" dirty="0"/>
              <a:t>Subheading</a:t>
            </a:r>
          </a:p>
        </p:txBody>
      </p:sp>
      <p:sp>
        <p:nvSpPr>
          <p:cNvPr id="7" name="Title 6">
            <a:extLst>
              <a:ext uri="{FF2B5EF4-FFF2-40B4-BE49-F238E27FC236}">
                <a16:creationId xmlns:a16="http://schemas.microsoft.com/office/drawing/2014/main" id="{AB99524B-AA69-8305-71D4-C55C29244DB1}"/>
              </a:ext>
            </a:extLst>
          </p:cNvPr>
          <p:cNvSpPr>
            <a:spLocks noGrp="1"/>
          </p:cNvSpPr>
          <p:nvPr>
            <p:ph type="title"/>
          </p:nvPr>
        </p:nvSpPr>
        <p:spPr/>
        <p:txBody>
          <a:bodyPr/>
          <a:lstStyle/>
          <a:p>
            <a:r>
              <a:rPr lang="en-GB" dirty="0"/>
              <a:t>Team structure</a:t>
            </a:r>
          </a:p>
        </p:txBody>
      </p:sp>
      <p:sp>
        <p:nvSpPr>
          <p:cNvPr id="9" name="Content Placeholder 5">
            <a:extLst>
              <a:ext uri="{FF2B5EF4-FFF2-40B4-BE49-F238E27FC236}">
                <a16:creationId xmlns:a16="http://schemas.microsoft.com/office/drawing/2014/main" id="{C572B4B3-C1CD-0D8B-4105-1AED36800E2F}"/>
              </a:ext>
            </a:extLst>
          </p:cNvPr>
          <p:cNvSpPr txBox="1">
            <a:spLocks/>
          </p:cNvSpPr>
          <p:nvPr/>
        </p:nvSpPr>
        <p:spPr>
          <a:xfrm>
            <a:off x="8970963" y="1800224"/>
            <a:ext cx="3952874" cy="809669"/>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0"/>
            <a:r>
              <a:rPr lang="en-GB" sz="1600" dirty="0"/>
              <a:t>Lorem ipsum </a:t>
            </a:r>
            <a:r>
              <a:rPr lang="en-GB" sz="1600" dirty="0" err="1"/>
              <a:t>dolor</a:t>
            </a:r>
            <a:r>
              <a:rPr lang="en-GB" sz="1600" dirty="0"/>
              <a:t> sit </a:t>
            </a:r>
            <a:r>
              <a:rPr lang="en-GB" sz="1600" dirty="0" err="1"/>
              <a:t>amet</a:t>
            </a:r>
            <a:r>
              <a:rPr lang="en-GB" sz="1600" dirty="0"/>
              <a:t>, </a:t>
            </a:r>
            <a:r>
              <a:rPr lang="en-GB" sz="1600" dirty="0" err="1"/>
              <a:t>consectetur</a:t>
            </a:r>
            <a:r>
              <a:rPr lang="en-GB" sz="1600" dirty="0"/>
              <a:t> </a:t>
            </a:r>
            <a:r>
              <a:rPr lang="en-GB" sz="1600" dirty="0" err="1"/>
              <a:t>adipiscing</a:t>
            </a:r>
            <a:r>
              <a:rPr lang="en-GB" sz="1600" dirty="0"/>
              <a:t> </a:t>
            </a:r>
            <a:r>
              <a:rPr lang="en-GB" sz="1600" dirty="0" err="1"/>
              <a:t>elit</a:t>
            </a:r>
            <a:r>
              <a:rPr lang="en-GB" sz="1600" dirty="0"/>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a:t>
            </a:r>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a:t>
            </a:r>
          </a:p>
        </p:txBody>
      </p:sp>
      <p:sp>
        <p:nvSpPr>
          <p:cNvPr id="95" name="Content Placeholder 5">
            <a:extLst>
              <a:ext uri="{FF2B5EF4-FFF2-40B4-BE49-F238E27FC236}">
                <a16:creationId xmlns:a16="http://schemas.microsoft.com/office/drawing/2014/main" id="{F1233EC0-0D45-4A49-6F59-DD742C6E0F7C}"/>
              </a:ext>
            </a:extLst>
          </p:cNvPr>
          <p:cNvSpPr txBox="1">
            <a:spLocks/>
          </p:cNvSpPr>
          <p:nvPr/>
        </p:nvSpPr>
        <p:spPr>
          <a:xfrm>
            <a:off x="1844023" y="3067526"/>
            <a:ext cx="6810317" cy="2311061"/>
          </a:xfrm>
          <a:prstGeom prst="rect">
            <a:avLst/>
          </a:prstGeom>
          <a:solidFill>
            <a:srgbClr val="ECF9F4"/>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sz="800">
              <a:solidFill>
                <a:schemeClr val="bg1"/>
              </a:solidFill>
              <a:latin typeface="+mn-lt"/>
            </a:endParaRPr>
          </a:p>
        </p:txBody>
      </p:sp>
      <p:sp>
        <p:nvSpPr>
          <p:cNvPr id="96" name="Content Placeholder 5">
            <a:extLst>
              <a:ext uri="{FF2B5EF4-FFF2-40B4-BE49-F238E27FC236}">
                <a16:creationId xmlns:a16="http://schemas.microsoft.com/office/drawing/2014/main" id="{DF5AADCA-8C4B-5215-80AC-C7C04379ED65}"/>
              </a:ext>
            </a:extLst>
          </p:cNvPr>
          <p:cNvSpPr txBox="1">
            <a:spLocks/>
          </p:cNvSpPr>
          <p:nvPr/>
        </p:nvSpPr>
        <p:spPr>
          <a:xfrm>
            <a:off x="1844023" y="5479101"/>
            <a:ext cx="6810317" cy="1247582"/>
          </a:xfrm>
          <a:prstGeom prst="rect">
            <a:avLst/>
          </a:prstGeom>
          <a:solidFill>
            <a:srgbClr val="ECF9F4"/>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sz="800">
              <a:solidFill>
                <a:schemeClr val="bg1"/>
              </a:solidFill>
              <a:latin typeface="+mn-lt"/>
            </a:endParaRPr>
          </a:p>
        </p:txBody>
      </p:sp>
      <p:sp>
        <p:nvSpPr>
          <p:cNvPr id="97" name="Content Placeholder 5">
            <a:extLst>
              <a:ext uri="{FF2B5EF4-FFF2-40B4-BE49-F238E27FC236}">
                <a16:creationId xmlns:a16="http://schemas.microsoft.com/office/drawing/2014/main" id="{778B580B-F227-C3C9-A200-EA28A5F3C8BE}"/>
              </a:ext>
            </a:extLst>
          </p:cNvPr>
          <p:cNvSpPr txBox="1">
            <a:spLocks/>
          </p:cNvSpPr>
          <p:nvPr/>
        </p:nvSpPr>
        <p:spPr>
          <a:xfrm>
            <a:off x="556806" y="5479101"/>
            <a:ext cx="1200409" cy="1247582"/>
          </a:xfrm>
          <a:prstGeom prst="rect">
            <a:avLst/>
          </a:prstGeom>
          <a:solidFill>
            <a:srgbClr val="00BA8D"/>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bg1"/>
                </a:solidFill>
                <a:latin typeface="+mj-lt"/>
              </a:rPr>
              <a:t>Team</a:t>
            </a:r>
          </a:p>
        </p:txBody>
      </p:sp>
      <p:sp>
        <p:nvSpPr>
          <p:cNvPr id="98" name="Content Placeholder 5">
            <a:extLst>
              <a:ext uri="{FF2B5EF4-FFF2-40B4-BE49-F238E27FC236}">
                <a16:creationId xmlns:a16="http://schemas.microsoft.com/office/drawing/2014/main" id="{6FA3B727-E82C-11B6-EE82-69BE23C34AFC}"/>
              </a:ext>
            </a:extLst>
          </p:cNvPr>
          <p:cNvSpPr txBox="1">
            <a:spLocks/>
          </p:cNvSpPr>
          <p:nvPr/>
        </p:nvSpPr>
        <p:spPr>
          <a:xfrm>
            <a:off x="556806" y="1800226"/>
            <a:ext cx="1200409" cy="1166788"/>
          </a:xfrm>
          <a:prstGeom prst="rect">
            <a:avLst/>
          </a:prstGeom>
          <a:solidFill>
            <a:srgbClr val="00BA8D"/>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bg1"/>
                </a:solidFill>
                <a:latin typeface="+mj-lt"/>
              </a:rPr>
              <a:t>Team</a:t>
            </a:r>
          </a:p>
        </p:txBody>
      </p:sp>
      <p:sp>
        <p:nvSpPr>
          <p:cNvPr id="99" name="Content Placeholder 5">
            <a:extLst>
              <a:ext uri="{FF2B5EF4-FFF2-40B4-BE49-F238E27FC236}">
                <a16:creationId xmlns:a16="http://schemas.microsoft.com/office/drawing/2014/main" id="{B542C461-2FCF-47CC-7613-BB2DBB69CAB4}"/>
              </a:ext>
            </a:extLst>
          </p:cNvPr>
          <p:cNvSpPr txBox="1">
            <a:spLocks/>
          </p:cNvSpPr>
          <p:nvPr/>
        </p:nvSpPr>
        <p:spPr>
          <a:xfrm>
            <a:off x="556806" y="3062964"/>
            <a:ext cx="1200409" cy="2320189"/>
          </a:xfrm>
          <a:prstGeom prst="rect">
            <a:avLst/>
          </a:prstGeom>
          <a:solidFill>
            <a:srgbClr val="00BA8D"/>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bg1"/>
                </a:solidFill>
                <a:latin typeface="+mj-lt"/>
              </a:rPr>
              <a:t>Team</a:t>
            </a:r>
          </a:p>
        </p:txBody>
      </p:sp>
      <p:sp>
        <p:nvSpPr>
          <p:cNvPr id="100" name="Content Placeholder 5">
            <a:extLst>
              <a:ext uri="{FF2B5EF4-FFF2-40B4-BE49-F238E27FC236}">
                <a16:creationId xmlns:a16="http://schemas.microsoft.com/office/drawing/2014/main" id="{AE8B91F7-E2ED-6C68-1DEA-A58751B73C37}"/>
              </a:ext>
            </a:extLst>
          </p:cNvPr>
          <p:cNvSpPr txBox="1">
            <a:spLocks/>
          </p:cNvSpPr>
          <p:nvPr/>
        </p:nvSpPr>
        <p:spPr>
          <a:xfrm>
            <a:off x="1844023" y="1800226"/>
            <a:ext cx="6810317" cy="1166788"/>
          </a:xfrm>
          <a:prstGeom prst="rect">
            <a:avLst/>
          </a:prstGeom>
          <a:solidFill>
            <a:srgbClr val="ECF9F4"/>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sz="800">
              <a:solidFill>
                <a:schemeClr val="bg1"/>
              </a:solidFill>
              <a:latin typeface="+mn-lt"/>
            </a:endParaRPr>
          </a:p>
        </p:txBody>
      </p:sp>
      <p:sp>
        <p:nvSpPr>
          <p:cNvPr id="101" name="TextBox 100">
            <a:extLst>
              <a:ext uri="{FF2B5EF4-FFF2-40B4-BE49-F238E27FC236}">
                <a16:creationId xmlns:a16="http://schemas.microsoft.com/office/drawing/2014/main" id="{C9CF12D3-3BD2-9DE9-C3E9-9288A0662A19}"/>
              </a:ext>
            </a:extLst>
          </p:cNvPr>
          <p:cNvSpPr txBox="1"/>
          <p:nvPr/>
        </p:nvSpPr>
        <p:spPr>
          <a:xfrm>
            <a:off x="550226" y="6812184"/>
            <a:ext cx="6312537" cy="205977"/>
          </a:xfrm>
          <a:prstGeom prst="rect">
            <a:avLst/>
          </a:prstGeom>
          <a:noFill/>
        </p:spPr>
        <p:txBody>
          <a:bodyPr wrap="square" lIns="0" tIns="0" rIns="0" bIns="0" rtlCol="0">
            <a:noAutofit/>
          </a:bodyPr>
          <a:lstStyle/>
          <a:p>
            <a:pPr>
              <a:spcAft>
                <a:spcPts val="600"/>
              </a:spcAft>
            </a:pPr>
            <a:r>
              <a:rPr lang="en-GB" sz="1100">
                <a:solidFill>
                  <a:srgbClr val="FF9F00"/>
                </a:solidFill>
                <a:sym typeface="Webdings" panose="05030102010509060703" pitchFamily="18" charset="2"/>
              </a:rPr>
              <a:t></a:t>
            </a:r>
            <a:r>
              <a:rPr lang="en-GB" sz="1100">
                <a:solidFill>
                  <a:srgbClr val="0055A8"/>
                </a:solidFill>
                <a:sym typeface="Webdings" panose="05030102010509060703" pitchFamily="18" charset="2"/>
              </a:rPr>
              <a:t> </a:t>
            </a:r>
            <a:r>
              <a:rPr lang="en-GB" sz="1100">
                <a:solidFill>
                  <a:schemeClr val="tx2"/>
                </a:solidFill>
                <a:sym typeface="Webdings" panose="05030102010509060703" pitchFamily="18" charset="2"/>
              </a:rPr>
              <a:t>[</a:t>
            </a:r>
            <a:r>
              <a:rPr lang="en-GB" sz="1100">
                <a:solidFill>
                  <a:schemeClr val="tx2"/>
                </a:solidFill>
              </a:rPr>
              <a:t>Day to day contact].</a:t>
            </a:r>
          </a:p>
        </p:txBody>
      </p:sp>
      <p:pic>
        <p:nvPicPr>
          <p:cNvPr id="103" name="Picture Placeholder 21">
            <a:extLst>
              <a:ext uri="{FF2B5EF4-FFF2-40B4-BE49-F238E27FC236}">
                <a16:creationId xmlns:a16="http://schemas.microsoft.com/office/drawing/2014/main" id="{2BFAEF27-F3CD-502B-9E6B-C27D56B0331E}"/>
              </a:ext>
            </a:extLst>
          </p:cNvPr>
          <p:cNvPicPr>
            <a:picLocks noChangeAspect="1"/>
          </p:cNvPicPr>
          <p:nvPr/>
        </p:nvPicPr>
        <p:blipFill>
          <a:blip r:embed="rId2"/>
          <a:srcRect l="534" r="534"/>
          <a:stretch/>
        </p:blipFill>
        <p:spPr>
          <a:xfrm>
            <a:off x="7543015" y="4312417"/>
            <a:ext cx="573979" cy="573925"/>
          </a:xfrm>
          <a:prstGeom prst="ellipse">
            <a:avLst/>
          </a:prstGeom>
          <a:ln w="12700">
            <a:solidFill>
              <a:schemeClr val="bg2"/>
            </a:solidFill>
          </a:ln>
        </p:spPr>
      </p:pic>
      <p:pic>
        <p:nvPicPr>
          <p:cNvPr id="104" name="Picture Placeholder 21">
            <a:extLst>
              <a:ext uri="{FF2B5EF4-FFF2-40B4-BE49-F238E27FC236}">
                <a16:creationId xmlns:a16="http://schemas.microsoft.com/office/drawing/2014/main" id="{6C66D9CC-722D-8A86-92A9-2AACE84F0E6F}"/>
              </a:ext>
            </a:extLst>
          </p:cNvPr>
          <p:cNvPicPr>
            <a:picLocks noChangeAspect="1"/>
          </p:cNvPicPr>
          <p:nvPr/>
        </p:nvPicPr>
        <p:blipFill>
          <a:blip r:embed="rId2"/>
          <a:srcRect l="534" r="534"/>
          <a:stretch/>
        </p:blipFill>
        <p:spPr>
          <a:xfrm>
            <a:off x="7543015" y="5593076"/>
            <a:ext cx="573979" cy="573925"/>
          </a:xfrm>
          <a:prstGeom prst="ellipse">
            <a:avLst/>
          </a:prstGeom>
          <a:ln w="12700">
            <a:solidFill>
              <a:schemeClr val="bg2"/>
            </a:solidFill>
          </a:ln>
        </p:spPr>
      </p:pic>
      <p:pic>
        <p:nvPicPr>
          <p:cNvPr id="105" name="Picture Placeholder 21">
            <a:extLst>
              <a:ext uri="{FF2B5EF4-FFF2-40B4-BE49-F238E27FC236}">
                <a16:creationId xmlns:a16="http://schemas.microsoft.com/office/drawing/2014/main" id="{7E66CE21-E9D0-E519-A895-D659E6CC16C2}"/>
              </a:ext>
            </a:extLst>
          </p:cNvPr>
          <p:cNvPicPr>
            <a:picLocks noChangeAspect="1"/>
          </p:cNvPicPr>
          <p:nvPr/>
        </p:nvPicPr>
        <p:blipFill>
          <a:blip r:embed="rId2"/>
          <a:srcRect l="534" r="534"/>
          <a:stretch/>
        </p:blipFill>
        <p:spPr>
          <a:xfrm>
            <a:off x="7543015" y="3232480"/>
            <a:ext cx="573979" cy="573925"/>
          </a:xfrm>
          <a:prstGeom prst="ellipse">
            <a:avLst/>
          </a:prstGeom>
          <a:ln w="12700">
            <a:solidFill>
              <a:schemeClr val="bg2"/>
            </a:solidFill>
          </a:ln>
        </p:spPr>
      </p:pic>
      <p:sp>
        <p:nvSpPr>
          <p:cNvPr id="106" name="TextBox 105">
            <a:extLst>
              <a:ext uri="{FF2B5EF4-FFF2-40B4-BE49-F238E27FC236}">
                <a16:creationId xmlns:a16="http://schemas.microsoft.com/office/drawing/2014/main" id="{9C0C9CE7-0C33-3AD4-46D0-657DD58C4A9A}"/>
              </a:ext>
            </a:extLst>
          </p:cNvPr>
          <p:cNvSpPr txBox="1"/>
          <p:nvPr/>
        </p:nvSpPr>
        <p:spPr>
          <a:xfrm>
            <a:off x="7270772" y="4886339"/>
            <a:ext cx="1118425"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07" name="TextBox 106">
            <a:extLst>
              <a:ext uri="{FF2B5EF4-FFF2-40B4-BE49-F238E27FC236}">
                <a16:creationId xmlns:a16="http://schemas.microsoft.com/office/drawing/2014/main" id="{4E664749-0F6B-EF9F-1DCD-4469CB1FFBAB}"/>
              </a:ext>
            </a:extLst>
          </p:cNvPr>
          <p:cNvSpPr txBox="1"/>
          <p:nvPr/>
        </p:nvSpPr>
        <p:spPr>
          <a:xfrm>
            <a:off x="7270767"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08" name="TextBox 107">
            <a:extLst>
              <a:ext uri="{FF2B5EF4-FFF2-40B4-BE49-F238E27FC236}">
                <a16:creationId xmlns:a16="http://schemas.microsoft.com/office/drawing/2014/main" id="{E25E9E1C-01B6-CCEF-2862-83101E6C877A}"/>
              </a:ext>
            </a:extLst>
          </p:cNvPr>
          <p:cNvSpPr txBox="1"/>
          <p:nvPr/>
        </p:nvSpPr>
        <p:spPr>
          <a:xfrm>
            <a:off x="7270772" y="6166998"/>
            <a:ext cx="1118425"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pic>
        <p:nvPicPr>
          <p:cNvPr id="110" name="Picture Placeholder 18">
            <a:extLst>
              <a:ext uri="{FF2B5EF4-FFF2-40B4-BE49-F238E27FC236}">
                <a16:creationId xmlns:a16="http://schemas.microsoft.com/office/drawing/2014/main" id="{9CDB6412-9FB0-76E4-F920-E2D095FF9028}"/>
              </a:ext>
            </a:extLst>
          </p:cNvPr>
          <p:cNvPicPr>
            <a:picLocks noChangeAspect="1"/>
          </p:cNvPicPr>
          <p:nvPr/>
        </p:nvPicPr>
        <p:blipFill>
          <a:blip r:embed="rId3"/>
          <a:srcRect l="431" r="431"/>
          <a:stretch/>
        </p:blipFill>
        <p:spPr>
          <a:xfrm>
            <a:off x="5735125" y="4312417"/>
            <a:ext cx="573979" cy="573925"/>
          </a:xfrm>
          <a:prstGeom prst="ellipse">
            <a:avLst/>
          </a:prstGeom>
          <a:ln w="12700">
            <a:solidFill>
              <a:schemeClr val="bg2"/>
            </a:solidFill>
          </a:ln>
        </p:spPr>
      </p:pic>
      <p:pic>
        <p:nvPicPr>
          <p:cNvPr id="111" name="Picture Placeholder 18">
            <a:extLst>
              <a:ext uri="{FF2B5EF4-FFF2-40B4-BE49-F238E27FC236}">
                <a16:creationId xmlns:a16="http://schemas.microsoft.com/office/drawing/2014/main" id="{86A66966-22AD-33C1-C89D-FC47634D97BB}"/>
              </a:ext>
            </a:extLst>
          </p:cNvPr>
          <p:cNvPicPr>
            <a:picLocks noChangeAspect="1"/>
          </p:cNvPicPr>
          <p:nvPr/>
        </p:nvPicPr>
        <p:blipFill>
          <a:blip r:embed="rId3"/>
          <a:srcRect l="431" r="431"/>
          <a:stretch/>
        </p:blipFill>
        <p:spPr>
          <a:xfrm>
            <a:off x="5735125" y="5593076"/>
            <a:ext cx="573979" cy="573925"/>
          </a:xfrm>
          <a:prstGeom prst="ellipse">
            <a:avLst/>
          </a:prstGeom>
          <a:ln w="12700">
            <a:solidFill>
              <a:schemeClr val="bg2"/>
            </a:solidFill>
          </a:ln>
        </p:spPr>
      </p:pic>
      <p:pic>
        <p:nvPicPr>
          <p:cNvPr id="112" name="Picture Placeholder 18">
            <a:extLst>
              <a:ext uri="{FF2B5EF4-FFF2-40B4-BE49-F238E27FC236}">
                <a16:creationId xmlns:a16="http://schemas.microsoft.com/office/drawing/2014/main" id="{B1A1871D-FBDD-A912-368C-B93A5ECDE479}"/>
              </a:ext>
            </a:extLst>
          </p:cNvPr>
          <p:cNvPicPr>
            <a:picLocks noChangeAspect="1"/>
          </p:cNvPicPr>
          <p:nvPr/>
        </p:nvPicPr>
        <p:blipFill>
          <a:blip r:embed="rId3"/>
          <a:srcRect l="431" r="431"/>
          <a:stretch/>
        </p:blipFill>
        <p:spPr>
          <a:xfrm>
            <a:off x="5735125" y="3232480"/>
            <a:ext cx="573979" cy="573925"/>
          </a:xfrm>
          <a:prstGeom prst="ellipse">
            <a:avLst/>
          </a:prstGeom>
          <a:ln w="12700">
            <a:solidFill>
              <a:schemeClr val="bg2"/>
            </a:solidFill>
          </a:ln>
        </p:spPr>
      </p:pic>
      <p:sp>
        <p:nvSpPr>
          <p:cNvPr id="113" name="TextBox 112">
            <a:extLst>
              <a:ext uri="{FF2B5EF4-FFF2-40B4-BE49-F238E27FC236}">
                <a16:creationId xmlns:a16="http://schemas.microsoft.com/office/drawing/2014/main" id="{EA03CAA1-C408-6AD3-D195-70D23FD9021A}"/>
              </a:ext>
            </a:extLst>
          </p:cNvPr>
          <p:cNvSpPr txBox="1"/>
          <p:nvPr/>
        </p:nvSpPr>
        <p:spPr>
          <a:xfrm>
            <a:off x="5462875"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14" name="TextBox 113">
            <a:extLst>
              <a:ext uri="{FF2B5EF4-FFF2-40B4-BE49-F238E27FC236}">
                <a16:creationId xmlns:a16="http://schemas.microsoft.com/office/drawing/2014/main" id="{43B592BF-28A5-2089-EB6B-01DE3F336345}"/>
              </a:ext>
            </a:extLst>
          </p:cNvPr>
          <p:cNvSpPr txBox="1"/>
          <p:nvPr/>
        </p:nvSpPr>
        <p:spPr>
          <a:xfrm>
            <a:off x="5453082" y="4886340"/>
            <a:ext cx="1138030"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15" name="TextBox 114">
            <a:extLst>
              <a:ext uri="{FF2B5EF4-FFF2-40B4-BE49-F238E27FC236}">
                <a16:creationId xmlns:a16="http://schemas.microsoft.com/office/drawing/2014/main" id="{CA82942D-820B-9477-AA8B-3BB0E9FC80C4}"/>
              </a:ext>
            </a:extLst>
          </p:cNvPr>
          <p:cNvSpPr txBox="1"/>
          <p:nvPr/>
        </p:nvSpPr>
        <p:spPr>
          <a:xfrm>
            <a:off x="5453082" y="6166999"/>
            <a:ext cx="1138030"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pic>
        <p:nvPicPr>
          <p:cNvPr id="117" name="Picture Placeholder 21">
            <a:extLst>
              <a:ext uri="{FF2B5EF4-FFF2-40B4-BE49-F238E27FC236}">
                <a16:creationId xmlns:a16="http://schemas.microsoft.com/office/drawing/2014/main" id="{0ABFB873-9E4F-2C88-D835-F896D0EB9289}"/>
              </a:ext>
            </a:extLst>
          </p:cNvPr>
          <p:cNvPicPr>
            <a:picLocks noChangeAspect="1"/>
          </p:cNvPicPr>
          <p:nvPr/>
        </p:nvPicPr>
        <p:blipFill>
          <a:blip r:embed="rId2"/>
          <a:srcRect l="534" r="534"/>
          <a:stretch/>
        </p:blipFill>
        <p:spPr>
          <a:xfrm>
            <a:off x="3927253" y="4312417"/>
            <a:ext cx="573979" cy="573925"/>
          </a:xfrm>
          <a:prstGeom prst="ellipse">
            <a:avLst/>
          </a:prstGeom>
          <a:ln w="12700">
            <a:solidFill>
              <a:schemeClr val="bg2"/>
            </a:solidFill>
          </a:ln>
        </p:spPr>
      </p:pic>
      <p:pic>
        <p:nvPicPr>
          <p:cNvPr id="118" name="Picture Placeholder 21">
            <a:extLst>
              <a:ext uri="{FF2B5EF4-FFF2-40B4-BE49-F238E27FC236}">
                <a16:creationId xmlns:a16="http://schemas.microsoft.com/office/drawing/2014/main" id="{B304C606-6819-13A3-DBDF-D8B5F642E6EE}"/>
              </a:ext>
            </a:extLst>
          </p:cNvPr>
          <p:cNvPicPr>
            <a:picLocks noChangeAspect="1"/>
          </p:cNvPicPr>
          <p:nvPr/>
        </p:nvPicPr>
        <p:blipFill>
          <a:blip r:embed="rId2"/>
          <a:srcRect l="534" r="534"/>
          <a:stretch/>
        </p:blipFill>
        <p:spPr>
          <a:xfrm>
            <a:off x="3927253" y="5593076"/>
            <a:ext cx="573979" cy="573925"/>
          </a:xfrm>
          <a:prstGeom prst="ellipse">
            <a:avLst/>
          </a:prstGeom>
          <a:ln w="12700">
            <a:solidFill>
              <a:schemeClr val="bg2"/>
            </a:solidFill>
          </a:ln>
        </p:spPr>
      </p:pic>
      <p:pic>
        <p:nvPicPr>
          <p:cNvPr id="119" name="Picture Placeholder 21">
            <a:extLst>
              <a:ext uri="{FF2B5EF4-FFF2-40B4-BE49-F238E27FC236}">
                <a16:creationId xmlns:a16="http://schemas.microsoft.com/office/drawing/2014/main" id="{9FE16B89-D139-E3C8-5068-DD01CD7E4300}"/>
              </a:ext>
            </a:extLst>
          </p:cNvPr>
          <p:cNvPicPr>
            <a:picLocks noChangeAspect="1"/>
          </p:cNvPicPr>
          <p:nvPr/>
        </p:nvPicPr>
        <p:blipFill>
          <a:blip r:embed="rId2"/>
          <a:srcRect l="534" r="534"/>
          <a:stretch/>
        </p:blipFill>
        <p:spPr>
          <a:xfrm>
            <a:off x="3927253" y="3232480"/>
            <a:ext cx="573979" cy="573925"/>
          </a:xfrm>
          <a:prstGeom prst="ellipse">
            <a:avLst/>
          </a:prstGeom>
          <a:ln w="12700">
            <a:solidFill>
              <a:schemeClr val="bg2"/>
            </a:solidFill>
          </a:ln>
        </p:spPr>
      </p:pic>
      <p:sp>
        <p:nvSpPr>
          <p:cNvPr id="120" name="TextBox 119">
            <a:extLst>
              <a:ext uri="{FF2B5EF4-FFF2-40B4-BE49-F238E27FC236}">
                <a16:creationId xmlns:a16="http://schemas.microsoft.com/office/drawing/2014/main" id="{D04BFB86-F0A9-45FE-BE54-DD2A019D21E4}"/>
              </a:ext>
            </a:extLst>
          </p:cNvPr>
          <p:cNvSpPr txBox="1"/>
          <p:nvPr/>
        </p:nvSpPr>
        <p:spPr>
          <a:xfrm>
            <a:off x="3655003" y="2439222"/>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21" name="TextBox 120">
            <a:extLst>
              <a:ext uri="{FF2B5EF4-FFF2-40B4-BE49-F238E27FC236}">
                <a16:creationId xmlns:a16="http://schemas.microsoft.com/office/drawing/2014/main" id="{2F68F796-D404-D7F9-8098-FF7757B1F20D}"/>
              </a:ext>
            </a:extLst>
          </p:cNvPr>
          <p:cNvSpPr txBox="1"/>
          <p:nvPr/>
        </p:nvSpPr>
        <p:spPr>
          <a:xfrm>
            <a:off x="3622357" y="4890548"/>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22" name="TextBox 121">
            <a:extLst>
              <a:ext uri="{FF2B5EF4-FFF2-40B4-BE49-F238E27FC236}">
                <a16:creationId xmlns:a16="http://schemas.microsoft.com/office/drawing/2014/main" id="{C554FC10-543F-646A-AAD3-4A35593B89E7}"/>
              </a:ext>
            </a:extLst>
          </p:cNvPr>
          <p:cNvSpPr txBox="1"/>
          <p:nvPr/>
        </p:nvSpPr>
        <p:spPr>
          <a:xfrm>
            <a:off x="3655003"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23" name="Oval 122">
            <a:extLst>
              <a:ext uri="{FF2B5EF4-FFF2-40B4-BE49-F238E27FC236}">
                <a16:creationId xmlns:a16="http://schemas.microsoft.com/office/drawing/2014/main" id="{A1F08D6C-56C0-91C9-9F56-040FE71DC9AE}"/>
              </a:ext>
            </a:extLst>
          </p:cNvPr>
          <p:cNvSpPr/>
          <p:nvPr/>
        </p:nvSpPr>
        <p:spPr>
          <a:xfrm>
            <a:off x="3927254" y="3648095"/>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
        <p:nvSpPr>
          <p:cNvPr id="124" name="TextBox 123">
            <a:extLst>
              <a:ext uri="{FF2B5EF4-FFF2-40B4-BE49-F238E27FC236}">
                <a16:creationId xmlns:a16="http://schemas.microsoft.com/office/drawing/2014/main" id="{A14278EB-B200-C0D5-6A57-90B63DAFBA88}"/>
              </a:ext>
            </a:extLst>
          </p:cNvPr>
          <p:cNvSpPr txBox="1"/>
          <p:nvPr/>
        </p:nvSpPr>
        <p:spPr>
          <a:xfrm>
            <a:off x="3622357" y="6171207"/>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pic>
        <p:nvPicPr>
          <p:cNvPr id="125" name="Picture Placeholder 21">
            <a:extLst>
              <a:ext uri="{FF2B5EF4-FFF2-40B4-BE49-F238E27FC236}">
                <a16:creationId xmlns:a16="http://schemas.microsoft.com/office/drawing/2014/main" id="{BFABD6BB-87D7-F47F-1D0D-32846F0EF2D8}"/>
              </a:ext>
            </a:extLst>
          </p:cNvPr>
          <p:cNvPicPr>
            <a:picLocks noChangeAspect="1"/>
          </p:cNvPicPr>
          <p:nvPr/>
        </p:nvPicPr>
        <p:blipFill>
          <a:blip r:embed="rId2"/>
          <a:srcRect l="534" r="534"/>
          <a:stretch/>
        </p:blipFill>
        <p:spPr>
          <a:xfrm>
            <a:off x="3927254" y="1865299"/>
            <a:ext cx="573979" cy="573925"/>
          </a:xfrm>
          <a:prstGeom prst="ellipse">
            <a:avLst/>
          </a:prstGeom>
          <a:ln w="12700">
            <a:solidFill>
              <a:schemeClr val="bg2"/>
            </a:solidFill>
          </a:ln>
        </p:spPr>
      </p:pic>
      <p:pic>
        <p:nvPicPr>
          <p:cNvPr id="127" name="Picture Placeholder 18">
            <a:extLst>
              <a:ext uri="{FF2B5EF4-FFF2-40B4-BE49-F238E27FC236}">
                <a16:creationId xmlns:a16="http://schemas.microsoft.com/office/drawing/2014/main" id="{804028AC-4253-BB73-B7BD-ADC278DC9437}"/>
              </a:ext>
            </a:extLst>
          </p:cNvPr>
          <p:cNvPicPr>
            <a:picLocks noChangeAspect="1"/>
          </p:cNvPicPr>
          <p:nvPr/>
        </p:nvPicPr>
        <p:blipFill>
          <a:blip r:embed="rId3"/>
          <a:srcRect l="431" r="431"/>
          <a:stretch/>
        </p:blipFill>
        <p:spPr>
          <a:xfrm>
            <a:off x="2096527" y="4312417"/>
            <a:ext cx="573979" cy="573925"/>
          </a:xfrm>
          <a:prstGeom prst="ellipse">
            <a:avLst/>
          </a:prstGeom>
          <a:ln w="12700">
            <a:solidFill>
              <a:schemeClr val="bg2"/>
            </a:solidFill>
          </a:ln>
        </p:spPr>
      </p:pic>
      <p:pic>
        <p:nvPicPr>
          <p:cNvPr id="128" name="Picture Placeholder 18">
            <a:extLst>
              <a:ext uri="{FF2B5EF4-FFF2-40B4-BE49-F238E27FC236}">
                <a16:creationId xmlns:a16="http://schemas.microsoft.com/office/drawing/2014/main" id="{039696B0-015B-D352-F144-6F8C04981467}"/>
              </a:ext>
            </a:extLst>
          </p:cNvPr>
          <p:cNvPicPr>
            <a:picLocks noChangeAspect="1"/>
          </p:cNvPicPr>
          <p:nvPr/>
        </p:nvPicPr>
        <p:blipFill>
          <a:blip r:embed="rId3"/>
          <a:srcRect l="431" r="431"/>
          <a:stretch/>
        </p:blipFill>
        <p:spPr>
          <a:xfrm>
            <a:off x="2096527" y="5593076"/>
            <a:ext cx="573979" cy="573925"/>
          </a:xfrm>
          <a:prstGeom prst="ellipse">
            <a:avLst/>
          </a:prstGeom>
          <a:ln w="12700">
            <a:solidFill>
              <a:schemeClr val="bg2"/>
            </a:solidFill>
          </a:ln>
        </p:spPr>
      </p:pic>
      <p:pic>
        <p:nvPicPr>
          <p:cNvPr id="129" name="Picture Placeholder 18">
            <a:extLst>
              <a:ext uri="{FF2B5EF4-FFF2-40B4-BE49-F238E27FC236}">
                <a16:creationId xmlns:a16="http://schemas.microsoft.com/office/drawing/2014/main" id="{7781D8F0-9831-0E14-2FEA-70D26D966876}"/>
              </a:ext>
            </a:extLst>
          </p:cNvPr>
          <p:cNvPicPr>
            <a:picLocks noChangeAspect="1"/>
          </p:cNvPicPr>
          <p:nvPr/>
        </p:nvPicPr>
        <p:blipFill>
          <a:blip r:embed="rId3"/>
          <a:srcRect l="431" r="431"/>
          <a:stretch/>
        </p:blipFill>
        <p:spPr>
          <a:xfrm>
            <a:off x="2096527" y="3232480"/>
            <a:ext cx="573979" cy="573925"/>
          </a:xfrm>
          <a:prstGeom prst="ellipse">
            <a:avLst/>
          </a:prstGeom>
          <a:ln w="12700">
            <a:solidFill>
              <a:schemeClr val="bg2"/>
            </a:solidFill>
          </a:ln>
        </p:spPr>
      </p:pic>
      <p:sp>
        <p:nvSpPr>
          <p:cNvPr id="130" name="TextBox 129">
            <a:extLst>
              <a:ext uri="{FF2B5EF4-FFF2-40B4-BE49-F238E27FC236}">
                <a16:creationId xmlns:a16="http://schemas.microsoft.com/office/drawing/2014/main" id="{5A014E59-32B0-95FC-0D44-3B1572B966D2}"/>
              </a:ext>
            </a:extLst>
          </p:cNvPr>
          <p:cNvSpPr txBox="1"/>
          <p:nvPr/>
        </p:nvSpPr>
        <p:spPr>
          <a:xfrm>
            <a:off x="1824278" y="2439222"/>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dirty="0">
                <a:solidFill>
                  <a:schemeClr val="tx1"/>
                </a:solidFill>
                <a:latin typeface="+mj-lt"/>
              </a:rPr>
              <a:t>Name</a:t>
            </a:r>
          </a:p>
          <a:p>
            <a:r>
              <a:rPr lang="en-GB" sz="1200" dirty="0">
                <a:solidFill>
                  <a:schemeClr val="tx1"/>
                </a:solidFill>
                <a:latin typeface="+mn-lt"/>
              </a:rPr>
              <a:t>Role</a:t>
            </a:r>
          </a:p>
        </p:txBody>
      </p:sp>
      <p:sp>
        <p:nvSpPr>
          <p:cNvPr id="131" name="TextBox 130">
            <a:extLst>
              <a:ext uri="{FF2B5EF4-FFF2-40B4-BE49-F238E27FC236}">
                <a16:creationId xmlns:a16="http://schemas.microsoft.com/office/drawing/2014/main" id="{A58E4421-0256-FBBF-3903-6C8E25BEB544}"/>
              </a:ext>
            </a:extLst>
          </p:cNvPr>
          <p:cNvSpPr txBox="1"/>
          <p:nvPr/>
        </p:nvSpPr>
        <p:spPr>
          <a:xfrm>
            <a:off x="1824278"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32" name="Oval 131">
            <a:extLst>
              <a:ext uri="{FF2B5EF4-FFF2-40B4-BE49-F238E27FC236}">
                <a16:creationId xmlns:a16="http://schemas.microsoft.com/office/drawing/2014/main" id="{C5735EA3-87BC-FA77-E0ED-01716318318E}"/>
              </a:ext>
            </a:extLst>
          </p:cNvPr>
          <p:cNvSpPr/>
          <p:nvPr/>
        </p:nvSpPr>
        <p:spPr>
          <a:xfrm>
            <a:off x="2096529" y="3648095"/>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
        <p:nvSpPr>
          <p:cNvPr id="133" name="TextBox 132">
            <a:extLst>
              <a:ext uri="{FF2B5EF4-FFF2-40B4-BE49-F238E27FC236}">
                <a16:creationId xmlns:a16="http://schemas.microsoft.com/office/drawing/2014/main" id="{F8568AE1-5918-1ADE-1BAC-13A91FD11E3C}"/>
              </a:ext>
            </a:extLst>
          </p:cNvPr>
          <p:cNvSpPr txBox="1"/>
          <p:nvPr/>
        </p:nvSpPr>
        <p:spPr>
          <a:xfrm>
            <a:off x="1824278" y="4886351"/>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34" name="Oval 133">
            <a:extLst>
              <a:ext uri="{FF2B5EF4-FFF2-40B4-BE49-F238E27FC236}">
                <a16:creationId xmlns:a16="http://schemas.microsoft.com/office/drawing/2014/main" id="{852EEA1C-4C7B-F006-38D9-6CE2398AED82}"/>
              </a:ext>
            </a:extLst>
          </p:cNvPr>
          <p:cNvSpPr/>
          <p:nvPr/>
        </p:nvSpPr>
        <p:spPr>
          <a:xfrm>
            <a:off x="2096529" y="4728040"/>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
        <p:nvSpPr>
          <p:cNvPr id="135" name="TextBox 134">
            <a:extLst>
              <a:ext uri="{FF2B5EF4-FFF2-40B4-BE49-F238E27FC236}">
                <a16:creationId xmlns:a16="http://schemas.microsoft.com/office/drawing/2014/main" id="{A29A0384-5430-5FB6-E4F2-FABDB343CDCF}"/>
              </a:ext>
            </a:extLst>
          </p:cNvPr>
          <p:cNvSpPr txBox="1"/>
          <p:nvPr/>
        </p:nvSpPr>
        <p:spPr>
          <a:xfrm>
            <a:off x="1824278" y="6167009"/>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36" name="Oval 135">
            <a:extLst>
              <a:ext uri="{FF2B5EF4-FFF2-40B4-BE49-F238E27FC236}">
                <a16:creationId xmlns:a16="http://schemas.microsoft.com/office/drawing/2014/main" id="{C85B3A20-75F1-F30D-DDCD-2175BA1A6C23}"/>
              </a:ext>
            </a:extLst>
          </p:cNvPr>
          <p:cNvSpPr/>
          <p:nvPr/>
        </p:nvSpPr>
        <p:spPr>
          <a:xfrm>
            <a:off x="2096529" y="6008699"/>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pic>
        <p:nvPicPr>
          <p:cNvPr id="137" name="Picture Placeholder 18">
            <a:extLst>
              <a:ext uri="{FF2B5EF4-FFF2-40B4-BE49-F238E27FC236}">
                <a16:creationId xmlns:a16="http://schemas.microsoft.com/office/drawing/2014/main" id="{4E70451D-44A5-CF50-5163-7B09BAE5C686}"/>
              </a:ext>
            </a:extLst>
          </p:cNvPr>
          <p:cNvPicPr>
            <a:picLocks noChangeAspect="1"/>
          </p:cNvPicPr>
          <p:nvPr/>
        </p:nvPicPr>
        <p:blipFill>
          <a:blip r:embed="rId3"/>
          <a:srcRect l="431" r="431"/>
          <a:stretch/>
        </p:blipFill>
        <p:spPr>
          <a:xfrm>
            <a:off x="2096527" y="1865299"/>
            <a:ext cx="573979" cy="573925"/>
          </a:xfrm>
          <a:prstGeom prst="ellipse">
            <a:avLst/>
          </a:prstGeom>
          <a:ln w="12700">
            <a:solidFill>
              <a:schemeClr val="bg2"/>
            </a:solidFill>
          </a:ln>
        </p:spPr>
      </p:pic>
      <p:sp>
        <p:nvSpPr>
          <p:cNvPr id="138" name="Oval 137">
            <a:extLst>
              <a:ext uri="{FF2B5EF4-FFF2-40B4-BE49-F238E27FC236}">
                <a16:creationId xmlns:a16="http://schemas.microsoft.com/office/drawing/2014/main" id="{67B19CE0-51BE-DC9D-E23D-3B2349B76786}"/>
              </a:ext>
            </a:extLst>
          </p:cNvPr>
          <p:cNvSpPr/>
          <p:nvPr/>
        </p:nvSpPr>
        <p:spPr>
          <a:xfrm>
            <a:off x="2096529" y="2280913"/>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Tree>
    <p:extLst>
      <p:ext uri="{BB962C8B-B14F-4D97-AF65-F5344CB8AC3E}">
        <p14:creationId xmlns:p14="http://schemas.microsoft.com/office/powerpoint/2010/main" val="3950190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ubtitle 95">
            <a:extLst>
              <a:ext uri="{FF2B5EF4-FFF2-40B4-BE49-F238E27FC236}">
                <a16:creationId xmlns:a16="http://schemas.microsoft.com/office/drawing/2014/main" id="{98FEA532-4C1C-32AE-3752-A460E002EE54}"/>
              </a:ext>
            </a:extLst>
          </p:cNvPr>
          <p:cNvSpPr>
            <a:spLocks noGrp="1"/>
          </p:cNvSpPr>
          <p:nvPr>
            <p:ph type="subTitle" idx="13"/>
          </p:nvPr>
        </p:nvSpPr>
        <p:spPr>
          <a:xfrm>
            <a:off x="539749" y="286056"/>
            <a:ext cx="12384088" cy="246221"/>
          </a:xfrm>
        </p:spPr>
        <p:txBody>
          <a:bodyPr/>
          <a:lstStyle/>
          <a:p>
            <a:r>
              <a:rPr lang="en-GB" dirty="0"/>
              <a:t>Subheading</a:t>
            </a:r>
          </a:p>
        </p:txBody>
      </p:sp>
      <p:sp>
        <p:nvSpPr>
          <p:cNvPr id="95" name="Title 94">
            <a:extLst>
              <a:ext uri="{FF2B5EF4-FFF2-40B4-BE49-F238E27FC236}">
                <a16:creationId xmlns:a16="http://schemas.microsoft.com/office/drawing/2014/main" id="{0D26DFA0-8DEE-2380-E149-D2A83520A652}"/>
              </a:ext>
            </a:extLst>
          </p:cNvPr>
          <p:cNvSpPr>
            <a:spLocks noGrp="1"/>
          </p:cNvSpPr>
          <p:nvPr>
            <p:ph type="title"/>
          </p:nvPr>
        </p:nvSpPr>
        <p:spPr/>
        <p:txBody>
          <a:bodyPr/>
          <a:lstStyle/>
          <a:p>
            <a:r>
              <a:rPr lang="en-GB" dirty="0"/>
              <a:t>Team structure</a:t>
            </a:r>
          </a:p>
        </p:txBody>
      </p:sp>
      <p:sp>
        <p:nvSpPr>
          <p:cNvPr id="97" name="Text Placeholder 96">
            <a:extLst>
              <a:ext uri="{FF2B5EF4-FFF2-40B4-BE49-F238E27FC236}">
                <a16:creationId xmlns:a16="http://schemas.microsoft.com/office/drawing/2014/main" id="{5D85CC91-1394-6A2F-3951-9008650FE19F}"/>
              </a:ext>
            </a:extLst>
          </p:cNvPr>
          <p:cNvSpPr>
            <a:spLocks noGrp="1"/>
          </p:cNvSpPr>
          <p:nvPr>
            <p:ph type="body" sz="quarter" idx="14"/>
          </p:nvPr>
        </p:nvSpPr>
        <p:spPr>
          <a:xfrm>
            <a:off x="539749" y="1800225"/>
            <a:ext cx="2653924" cy="5221288"/>
          </a:xfrm>
        </p:spPr>
        <p:txBody>
          <a:body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a:t>
            </a:r>
            <a:r>
              <a:rPr lang="en-GB" dirty="0" err="1"/>
              <a:t>rutrum</a:t>
            </a:r>
            <a:r>
              <a:rPr lang="en-GB" dirty="0"/>
              <a:t>. </a:t>
            </a:r>
          </a:p>
          <a:p>
            <a:pPr lvl="3"/>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t>
            </a:r>
          </a:p>
          <a:p>
            <a:pPr lvl="3"/>
            <a:r>
              <a:rPr lang="en-GB" dirty="0"/>
              <a:t>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a:t>
            </a:r>
          </a:p>
          <a:p>
            <a:endParaRPr lang="en-GB" dirty="0"/>
          </a:p>
        </p:txBody>
      </p:sp>
      <p:grpSp>
        <p:nvGrpSpPr>
          <p:cNvPr id="94" name="Group 93">
            <a:extLst>
              <a:ext uri="{FF2B5EF4-FFF2-40B4-BE49-F238E27FC236}">
                <a16:creationId xmlns:a16="http://schemas.microsoft.com/office/drawing/2014/main" id="{FD497367-D705-9F87-DE38-A8D4377B6749}"/>
              </a:ext>
            </a:extLst>
          </p:cNvPr>
          <p:cNvGrpSpPr/>
          <p:nvPr/>
        </p:nvGrpSpPr>
        <p:grpSpPr>
          <a:xfrm>
            <a:off x="3463427" y="1800225"/>
            <a:ext cx="9502527" cy="5221038"/>
            <a:chOff x="539749" y="1800225"/>
            <a:chExt cx="9502527" cy="5221038"/>
          </a:xfrm>
        </p:grpSpPr>
        <p:sp>
          <p:nvSpPr>
            <p:cNvPr id="50" name="Rectangle 49">
              <a:extLst>
                <a:ext uri="{FF2B5EF4-FFF2-40B4-BE49-F238E27FC236}">
                  <a16:creationId xmlns:a16="http://schemas.microsoft.com/office/drawing/2014/main" id="{67D64ADD-A923-9CA2-7EEC-7F85FA999694}"/>
                </a:ext>
              </a:extLst>
            </p:cNvPr>
            <p:cNvSpPr/>
            <p:nvPr/>
          </p:nvSpPr>
          <p:spPr>
            <a:xfrm>
              <a:off x="539749" y="1816374"/>
              <a:ext cx="1150454" cy="162690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defTabSz="1828668">
                <a:defRPr/>
              </a:pPr>
              <a:r>
                <a:rPr lang="en-GB" sz="1400" b="1">
                  <a:solidFill>
                    <a:schemeClr val="bg1"/>
                  </a:solidFill>
                  <a:latin typeface="Helvetica Now Text"/>
                </a:rPr>
                <a:t>Team</a:t>
              </a:r>
            </a:p>
          </p:txBody>
        </p:sp>
        <p:sp>
          <p:nvSpPr>
            <p:cNvPr id="51" name="Rectangle 50">
              <a:extLst>
                <a:ext uri="{FF2B5EF4-FFF2-40B4-BE49-F238E27FC236}">
                  <a16:creationId xmlns:a16="http://schemas.microsoft.com/office/drawing/2014/main" id="{20AA93E8-F07B-57E1-01B3-223DFE5A76C7}"/>
                </a:ext>
              </a:extLst>
            </p:cNvPr>
            <p:cNvSpPr/>
            <p:nvPr/>
          </p:nvSpPr>
          <p:spPr>
            <a:xfrm>
              <a:off x="539749" y="3605203"/>
              <a:ext cx="1150454" cy="1626905"/>
            </a:xfrm>
            <a:prstGeom prst="rect">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defTabSz="1828668">
                <a:defRPr/>
              </a:pPr>
              <a:r>
                <a:rPr lang="en-GB" sz="1400" b="1">
                  <a:solidFill>
                    <a:schemeClr val="bg1"/>
                  </a:solidFill>
                  <a:latin typeface="Helvetica Now Text"/>
                </a:rPr>
                <a:t>Team</a:t>
              </a:r>
            </a:p>
          </p:txBody>
        </p:sp>
        <p:sp>
          <p:nvSpPr>
            <p:cNvPr id="52" name="Rectangle 51">
              <a:extLst>
                <a:ext uri="{FF2B5EF4-FFF2-40B4-BE49-F238E27FC236}">
                  <a16:creationId xmlns:a16="http://schemas.microsoft.com/office/drawing/2014/main" id="{A28B0EAA-E641-71D5-10D8-DEBD71429CA2}"/>
                </a:ext>
              </a:extLst>
            </p:cNvPr>
            <p:cNvSpPr/>
            <p:nvPr/>
          </p:nvSpPr>
          <p:spPr>
            <a:xfrm>
              <a:off x="539749" y="5394030"/>
              <a:ext cx="1150454" cy="1626905"/>
            </a:xfrm>
            <a:prstGeom prst="rect">
              <a:avLst/>
            </a:prstGeom>
            <a:solidFill>
              <a:srgbClr val="3B34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defTabSz="1828668">
                <a:defRPr/>
              </a:pPr>
              <a:r>
                <a:rPr lang="en-GB" sz="1400" b="1">
                  <a:solidFill>
                    <a:schemeClr val="bg1"/>
                  </a:solidFill>
                  <a:latin typeface="Helvetica Now Text"/>
                </a:rPr>
                <a:t>Team</a:t>
              </a:r>
            </a:p>
          </p:txBody>
        </p:sp>
        <p:sp>
          <p:nvSpPr>
            <p:cNvPr id="53" name="Rectangle 52">
              <a:extLst>
                <a:ext uri="{FF2B5EF4-FFF2-40B4-BE49-F238E27FC236}">
                  <a16:creationId xmlns:a16="http://schemas.microsoft.com/office/drawing/2014/main" id="{493339BB-5FFD-556A-2C00-8E167D2C86A8}"/>
                </a:ext>
              </a:extLst>
            </p:cNvPr>
            <p:cNvSpPr/>
            <p:nvPr/>
          </p:nvSpPr>
          <p:spPr>
            <a:xfrm>
              <a:off x="1896153" y="1816374"/>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dirty="0">
                  <a:solidFill>
                    <a:schemeClr val="tx1"/>
                  </a:solidFill>
                  <a:latin typeface="+mj-lt"/>
                </a:rPr>
                <a:t>[Name]</a:t>
              </a:r>
            </a:p>
            <a:p>
              <a:pPr algn="ctr"/>
              <a:r>
                <a:rPr lang="en-GB" sz="1200" dirty="0">
                  <a:solidFill>
                    <a:schemeClr val="tx1"/>
                  </a:solidFill>
                </a:rPr>
                <a:t>[Role]</a:t>
              </a:r>
            </a:p>
          </p:txBody>
        </p:sp>
        <p:sp>
          <p:nvSpPr>
            <p:cNvPr id="54" name="Rectangle 53">
              <a:extLst>
                <a:ext uri="{FF2B5EF4-FFF2-40B4-BE49-F238E27FC236}">
                  <a16:creationId xmlns:a16="http://schemas.microsoft.com/office/drawing/2014/main" id="{7340BCD5-3F73-72CA-3944-A297285A7F6E}"/>
                </a:ext>
              </a:extLst>
            </p:cNvPr>
            <p:cNvSpPr/>
            <p:nvPr/>
          </p:nvSpPr>
          <p:spPr>
            <a:xfrm>
              <a:off x="7329472" y="3602635"/>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5" name="Rectangle 54">
              <a:extLst>
                <a:ext uri="{FF2B5EF4-FFF2-40B4-BE49-F238E27FC236}">
                  <a16:creationId xmlns:a16="http://schemas.microsoft.com/office/drawing/2014/main" id="{F518F529-B73F-AD6D-EC6D-9E2374AF2CB6}"/>
                </a:ext>
              </a:extLst>
            </p:cNvPr>
            <p:cNvSpPr/>
            <p:nvPr/>
          </p:nvSpPr>
          <p:spPr>
            <a:xfrm>
              <a:off x="3252556" y="1816374"/>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6" name="Rectangle 55">
              <a:extLst>
                <a:ext uri="{FF2B5EF4-FFF2-40B4-BE49-F238E27FC236}">
                  <a16:creationId xmlns:a16="http://schemas.microsoft.com/office/drawing/2014/main" id="{F85E394A-79D3-58BB-A93A-665DD36E5A99}"/>
                </a:ext>
              </a:extLst>
            </p:cNvPr>
            <p:cNvSpPr/>
            <p:nvPr/>
          </p:nvSpPr>
          <p:spPr>
            <a:xfrm>
              <a:off x="5958452" y="3605203"/>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7" name="Rectangle 56">
              <a:extLst>
                <a:ext uri="{FF2B5EF4-FFF2-40B4-BE49-F238E27FC236}">
                  <a16:creationId xmlns:a16="http://schemas.microsoft.com/office/drawing/2014/main" id="{86AD62CD-32AB-4505-9FA2-020D12E37135}"/>
                </a:ext>
              </a:extLst>
            </p:cNvPr>
            <p:cNvSpPr/>
            <p:nvPr/>
          </p:nvSpPr>
          <p:spPr>
            <a:xfrm>
              <a:off x="4606146" y="3602633"/>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8" name="Rectangle 57">
              <a:extLst>
                <a:ext uri="{FF2B5EF4-FFF2-40B4-BE49-F238E27FC236}">
                  <a16:creationId xmlns:a16="http://schemas.microsoft.com/office/drawing/2014/main" id="{511EE512-78EB-426A-A105-D3294989C162}"/>
                </a:ext>
              </a:extLst>
            </p:cNvPr>
            <p:cNvSpPr/>
            <p:nvPr/>
          </p:nvSpPr>
          <p:spPr>
            <a:xfrm>
              <a:off x="8884119" y="1816374"/>
              <a:ext cx="1150454" cy="1626905"/>
            </a:xfrm>
            <a:prstGeom prst="rect">
              <a:avLst/>
            </a:prstGeom>
            <a:solidFill>
              <a:srgbClr val="B22470"/>
            </a:solidFill>
            <a:ln>
              <a:noFill/>
            </a:ln>
          </p:spPr>
          <p:style>
            <a:lnRef idx="2">
              <a:schemeClr val="accent1">
                <a:shade val="50000"/>
              </a:schemeClr>
            </a:lnRef>
            <a:fillRef idx="1">
              <a:schemeClr val="accent1"/>
            </a:fillRef>
            <a:effectRef idx="0">
              <a:schemeClr val="accent1"/>
            </a:effectRef>
            <a:fontRef idx="minor">
              <a:schemeClr val="lt1"/>
            </a:fontRef>
          </p:style>
          <p:txBody>
            <a:bodyPr lIns="72017" tIns="72017" rIns="72017" bIns="72017" rtlCol="0" anchor="t"/>
            <a:lstStyle/>
            <a:p>
              <a:pPr defTabSz="1828668">
                <a:defRPr/>
              </a:pPr>
              <a:r>
                <a:rPr lang="en-GB" sz="1400" b="1">
                  <a:solidFill>
                    <a:schemeClr val="bg1"/>
                  </a:solidFill>
                  <a:latin typeface="Helvetica Now Text"/>
                </a:rPr>
                <a:t>Team</a:t>
              </a:r>
            </a:p>
          </p:txBody>
        </p:sp>
        <p:sp>
          <p:nvSpPr>
            <p:cNvPr id="61" name="Rectangle 60">
              <a:extLst>
                <a:ext uri="{FF2B5EF4-FFF2-40B4-BE49-F238E27FC236}">
                  <a16:creationId xmlns:a16="http://schemas.microsoft.com/office/drawing/2014/main" id="{F2E3089F-76DC-7EC9-B2B4-7CD90C68B4FA}"/>
                </a:ext>
              </a:extLst>
            </p:cNvPr>
            <p:cNvSpPr/>
            <p:nvPr/>
          </p:nvSpPr>
          <p:spPr>
            <a:xfrm>
              <a:off x="5948297" y="5394358"/>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2" name="Rectangle 61">
              <a:extLst>
                <a:ext uri="{FF2B5EF4-FFF2-40B4-BE49-F238E27FC236}">
                  <a16:creationId xmlns:a16="http://schemas.microsoft.com/office/drawing/2014/main" id="{6C762F82-B0E3-7C71-DC42-DFF167C12B8A}"/>
                </a:ext>
              </a:extLst>
            </p:cNvPr>
            <p:cNvSpPr/>
            <p:nvPr/>
          </p:nvSpPr>
          <p:spPr>
            <a:xfrm>
              <a:off x="4601286" y="1810982"/>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3" name="Rectangle 62">
              <a:extLst>
                <a:ext uri="{FF2B5EF4-FFF2-40B4-BE49-F238E27FC236}">
                  <a16:creationId xmlns:a16="http://schemas.microsoft.com/office/drawing/2014/main" id="{4D583132-A44D-76D9-24BF-2F95ED2343B7}"/>
                </a:ext>
              </a:extLst>
            </p:cNvPr>
            <p:cNvSpPr/>
            <p:nvPr/>
          </p:nvSpPr>
          <p:spPr>
            <a:xfrm>
              <a:off x="3244885" y="5394030"/>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cxnSp>
          <p:nvCxnSpPr>
            <p:cNvPr id="64" name="Straight Connector 63">
              <a:extLst>
                <a:ext uri="{FF2B5EF4-FFF2-40B4-BE49-F238E27FC236}">
                  <a16:creationId xmlns:a16="http://schemas.microsoft.com/office/drawing/2014/main" id="{D586F67A-86D3-F447-477C-1A518BBEE0BC}"/>
                </a:ext>
              </a:extLst>
            </p:cNvPr>
            <p:cNvCxnSpPr>
              <a:cxnSpLocks/>
            </p:cNvCxnSpPr>
            <p:nvPr/>
          </p:nvCxnSpPr>
          <p:spPr>
            <a:xfrm>
              <a:off x="8739161" y="1800225"/>
              <a:ext cx="0" cy="5204561"/>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BABB1CBE-1A7C-278A-7FBD-A773E4FD34C9}"/>
                </a:ext>
              </a:extLst>
            </p:cNvPr>
            <p:cNvSpPr/>
            <p:nvPr/>
          </p:nvSpPr>
          <p:spPr>
            <a:xfrm>
              <a:off x="1885652" y="3617528"/>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6" name="Rectangle 65">
              <a:extLst>
                <a:ext uri="{FF2B5EF4-FFF2-40B4-BE49-F238E27FC236}">
                  <a16:creationId xmlns:a16="http://schemas.microsoft.com/office/drawing/2014/main" id="{CBC785E8-6010-D167-EC56-CECA41E623DD}"/>
                </a:ext>
              </a:extLst>
            </p:cNvPr>
            <p:cNvSpPr/>
            <p:nvPr/>
          </p:nvSpPr>
          <p:spPr>
            <a:xfrm>
              <a:off x="8891822" y="3617527"/>
              <a:ext cx="1150454" cy="1626905"/>
            </a:xfrm>
            <a:prstGeom prst="rect">
              <a:avLst/>
            </a:prstGeom>
            <a:solidFill>
              <a:srgbClr val="F9EB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7" name="Rectangle 66">
              <a:extLst>
                <a:ext uri="{FF2B5EF4-FFF2-40B4-BE49-F238E27FC236}">
                  <a16:creationId xmlns:a16="http://schemas.microsoft.com/office/drawing/2014/main" id="{D445E726-0B4F-58E7-CCA2-050DFF235A39}"/>
                </a:ext>
              </a:extLst>
            </p:cNvPr>
            <p:cNvSpPr/>
            <p:nvPr/>
          </p:nvSpPr>
          <p:spPr>
            <a:xfrm>
              <a:off x="3238050" y="3602635"/>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8" name="Rectangle 67">
              <a:extLst>
                <a:ext uri="{FF2B5EF4-FFF2-40B4-BE49-F238E27FC236}">
                  <a16:creationId xmlns:a16="http://schemas.microsoft.com/office/drawing/2014/main" id="{605CFE21-62E1-DBEB-73D3-D36BEDEDDB0F}"/>
                </a:ext>
              </a:extLst>
            </p:cNvPr>
            <p:cNvSpPr/>
            <p:nvPr/>
          </p:nvSpPr>
          <p:spPr>
            <a:xfrm>
              <a:off x="5957686" y="1810982"/>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9" name="Rectangle 68">
              <a:extLst>
                <a:ext uri="{FF2B5EF4-FFF2-40B4-BE49-F238E27FC236}">
                  <a16:creationId xmlns:a16="http://schemas.microsoft.com/office/drawing/2014/main" id="{B48C7D48-B475-4981-1FE7-F946FE71ACF1}"/>
                </a:ext>
              </a:extLst>
            </p:cNvPr>
            <p:cNvSpPr/>
            <p:nvPr/>
          </p:nvSpPr>
          <p:spPr>
            <a:xfrm>
              <a:off x="1892180" y="5394292"/>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0" name="Rectangle 69">
              <a:extLst>
                <a:ext uri="{FF2B5EF4-FFF2-40B4-BE49-F238E27FC236}">
                  <a16:creationId xmlns:a16="http://schemas.microsoft.com/office/drawing/2014/main" id="{D1612B53-9143-4F7A-3582-6EBA635CC26F}"/>
                </a:ext>
              </a:extLst>
            </p:cNvPr>
            <p:cNvSpPr/>
            <p:nvPr/>
          </p:nvSpPr>
          <p:spPr>
            <a:xfrm>
              <a:off x="4601286" y="5394358"/>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1" name="Rectangle 70">
              <a:extLst>
                <a:ext uri="{FF2B5EF4-FFF2-40B4-BE49-F238E27FC236}">
                  <a16:creationId xmlns:a16="http://schemas.microsoft.com/office/drawing/2014/main" id="{3DB52D4B-F43D-F36B-D328-D671EAC7BB33}"/>
                </a:ext>
              </a:extLst>
            </p:cNvPr>
            <p:cNvSpPr/>
            <p:nvPr/>
          </p:nvSpPr>
          <p:spPr>
            <a:xfrm>
              <a:off x="7323656" y="5394358"/>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2" name="Rectangle 71">
              <a:extLst>
                <a:ext uri="{FF2B5EF4-FFF2-40B4-BE49-F238E27FC236}">
                  <a16:creationId xmlns:a16="http://schemas.microsoft.com/office/drawing/2014/main" id="{847098F5-F847-BD73-34CC-BCE19E3A1453}"/>
                </a:ext>
              </a:extLst>
            </p:cNvPr>
            <p:cNvSpPr/>
            <p:nvPr/>
          </p:nvSpPr>
          <p:spPr>
            <a:xfrm>
              <a:off x="8884119" y="5394030"/>
              <a:ext cx="1150454" cy="1626905"/>
            </a:xfrm>
            <a:prstGeom prst="rect">
              <a:avLst/>
            </a:prstGeom>
            <a:solidFill>
              <a:srgbClr val="F9EB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4" name="Rectangle 73">
              <a:extLst>
                <a:ext uri="{FF2B5EF4-FFF2-40B4-BE49-F238E27FC236}">
                  <a16:creationId xmlns:a16="http://schemas.microsoft.com/office/drawing/2014/main" id="{8DA1C725-BB34-E99F-EF50-AFE18B7C6354}"/>
                </a:ext>
              </a:extLst>
            </p:cNvPr>
            <p:cNvSpPr/>
            <p:nvPr/>
          </p:nvSpPr>
          <p:spPr>
            <a:xfrm>
              <a:off x="1797399" y="3522060"/>
              <a:ext cx="2705058" cy="1798667"/>
            </a:xfrm>
            <a:prstGeom prst="rect">
              <a:avLst/>
            </a:prstGeom>
            <a:noFill/>
            <a:ln>
              <a:solidFill>
                <a:srgbClr val="E7615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oAutofit/>
            </a:bodyPr>
            <a:lstStyle/>
            <a:p>
              <a:pPr>
                <a:spcAft>
                  <a:spcPts val="600"/>
                </a:spcAft>
              </a:pPr>
              <a:endParaRPr lang="en-GB" sz="1100">
                <a:solidFill>
                  <a:schemeClr val="tx1"/>
                </a:solidFill>
                <a:latin typeface="Helvetica Now Text" panose="020B0504030202020204" pitchFamily="34" charset="0"/>
              </a:endParaRPr>
            </a:p>
          </p:txBody>
        </p:sp>
        <p:pic>
          <p:nvPicPr>
            <p:cNvPr id="75" name="Picture Placeholder 18">
              <a:extLst>
                <a:ext uri="{FF2B5EF4-FFF2-40B4-BE49-F238E27FC236}">
                  <a16:creationId xmlns:a16="http://schemas.microsoft.com/office/drawing/2014/main" id="{DB198EF2-6E4E-CAD4-17DE-F773D3E08C9E}"/>
                </a:ext>
              </a:extLst>
            </p:cNvPr>
            <p:cNvPicPr>
              <a:picLocks noChangeAspect="1"/>
            </p:cNvPicPr>
            <p:nvPr/>
          </p:nvPicPr>
          <p:blipFill>
            <a:blip r:embed="rId2"/>
            <a:srcRect l="431" r="431"/>
            <a:stretch/>
          </p:blipFill>
          <p:spPr>
            <a:xfrm>
              <a:off x="2196626" y="2698160"/>
              <a:ext cx="518690" cy="518641"/>
            </a:xfrm>
            <a:prstGeom prst="ellipse">
              <a:avLst/>
            </a:prstGeom>
            <a:ln w="12700">
              <a:solidFill>
                <a:schemeClr val="bg2"/>
              </a:solidFill>
            </a:ln>
          </p:spPr>
        </p:pic>
        <p:pic>
          <p:nvPicPr>
            <p:cNvPr id="76" name="Picture Placeholder 21">
              <a:extLst>
                <a:ext uri="{FF2B5EF4-FFF2-40B4-BE49-F238E27FC236}">
                  <a16:creationId xmlns:a16="http://schemas.microsoft.com/office/drawing/2014/main" id="{6D582C43-D592-DE36-DB76-DD8D8A9C5366}"/>
                </a:ext>
              </a:extLst>
            </p:cNvPr>
            <p:cNvPicPr>
              <a:picLocks noChangeAspect="1"/>
            </p:cNvPicPr>
            <p:nvPr/>
          </p:nvPicPr>
          <p:blipFill>
            <a:blip r:embed="rId3"/>
            <a:srcRect l="534" r="534"/>
            <a:stretch/>
          </p:blipFill>
          <p:spPr>
            <a:xfrm>
              <a:off x="3546472" y="2698160"/>
              <a:ext cx="518690" cy="518641"/>
            </a:xfrm>
            <a:prstGeom prst="ellipse">
              <a:avLst/>
            </a:prstGeom>
            <a:ln w="12700">
              <a:solidFill>
                <a:schemeClr val="bg2"/>
              </a:solidFill>
            </a:ln>
          </p:spPr>
        </p:pic>
        <p:pic>
          <p:nvPicPr>
            <p:cNvPr id="77" name="Picture Placeholder 18">
              <a:extLst>
                <a:ext uri="{FF2B5EF4-FFF2-40B4-BE49-F238E27FC236}">
                  <a16:creationId xmlns:a16="http://schemas.microsoft.com/office/drawing/2014/main" id="{23A91ECB-72C7-1575-99BD-B91029F8C737}"/>
                </a:ext>
              </a:extLst>
            </p:cNvPr>
            <p:cNvPicPr>
              <a:picLocks noChangeAspect="1"/>
            </p:cNvPicPr>
            <p:nvPr/>
          </p:nvPicPr>
          <p:blipFill>
            <a:blip r:embed="rId2"/>
            <a:srcRect l="431" r="431"/>
            <a:stretch/>
          </p:blipFill>
          <p:spPr>
            <a:xfrm>
              <a:off x="4923315" y="2698160"/>
              <a:ext cx="518690" cy="518641"/>
            </a:xfrm>
            <a:prstGeom prst="ellipse">
              <a:avLst/>
            </a:prstGeom>
            <a:ln w="12700">
              <a:solidFill>
                <a:schemeClr val="bg2"/>
              </a:solidFill>
            </a:ln>
          </p:spPr>
        </p:pic>
        <p:pic>
          <p:nvPicPr>
            <p:cNvPr id="78" name="Picture Placeholder 21">
              <a:extLst>
                <a:ext uri="{FF2B5EF4-FFF2-40B4-BE49-F238E27FC236}">
                  <a16:creationId xmlns:a16="http://schemas.microsoft.com/office/drawing/2014/main" id="{B3463D43-A2F0-82EA-2C65-6380FCD6712A}"/>
                </a:ext>
              </a:extLst>
            </p:cNvPr>
            <p:cNvPicPr>
              <a:picLocks noChangeAspect="1"/>
            </p:cNvPicPr>
            <p:nvPr/>
          </p:nvPicPr>
          <p:blipFill>
            <a:blip r:embed="rId3"/>
            <a:srcRect l="534" r="534"/>
            <a:stretch/>
          </p:blipFill>
          <p:spPr>
            <a:xfrm>
              <a:off x="6273567" y="2698160"/>
              <a:ext cx="518690" cy="518641"/>
            </a:xfrm>
            <a:prstGeom prst="ellipse">
              <a:avLst/>
            </a:prstGeom>
            <a:ln w="12700">
              <a:solidFill>
                <a:schemeClr val="bg2"/>
              </a:solidFill>
            </a:ln>
          </p:spPr>
        </p:pic>
        <p:pic>
          <p:nvPicPr>
            <p:cNvPr id="79" name="Picture Placeholder 18">
              <a:extLst>
                <a:ext uri="{FF2B5EF4-FFF2-40B4-BE49-F238E27FC236}">
                  <a16:creationId xmlns:a16="http://schemas.microsoft.com/office/drawing/2014/main" id="{47B0FC83-6143-BAA6-0F04-370D826F4685}"/>
                </a:ext>
              </a:extLst>
            </p:cNvPr>
            <p:cNvPicPr>
              <a:picLocks noChangeAspect="1"/>
            </p:cNvPicPr>
            <p:nvPr/>
          </p:nvPicPr>
          <p:blipFill>
            <a:blip r:embed="rId2"/>
            <a:srcRect l="431" r="431"/>
            <a:stretch/>
          </p:blipFill>
          <p:spPr>
            <a:xfrm>
              <a:off x="2196626" y="4501594"/>
              <a:ext cx="518690" cy="518641"/>
            </a:xfrm>
            <a:prstGeom prst="ellipse">
              <a:avLst/>
            </a:prstGeom>
            <a:ln w="12700">
              <a:solidFill>
                <a:srgbClr val="E76151"/>
              </a:solidFill>
            </a:ln>
          </p:spPr>
        </p:pic>
        <p:pic>
          <p:nvPicPr>
            <p:cNvPr id="80" name="Picture Placeholder 21">
              <a:extLst>
                <a:ext uri="{FF2B5EF4-FFF2-40B4-BE49-F238E27FC236}">
                  <a16:creationId xmlns:a16="http://schemas.microsoft.com/office/drawing/2014/main" id="{55CE6EFB-6CA3-6B90-42B3-BDEFE93C78DB}"/>
                </a:ext>
              </a:extLst>
            </p:cNvPr>
            <p:cNvPicPr>
              <a:picLocks noChangeAspect="1"/>
            </p:cNvPicPr>
            <p:nvPr/>
          </p:nvPicPr>
          <p:blipFill>
            <a:blip r:embed="rId3"/>
            <a:srcRect l="534" r="534"/>
            <a:stretch/>
          </p:blipFill>
          <p:spPr>
            <a:xfrm>
              <a:off x="3546472" y="4501594"/>
              <a:ext cx="518690" cy="518641"/>
            </a:xfrm>
            <a:prstGeom prst="ellipse">
              <a:avLst/>
            </a:prstGeom>
            <a:ln w="12700">
              <a:solidFill>
                <a:srgbClr val="E76151"/>
              </a:solidFill>
            </a:ln>
          </p:spPr>
        </p:pic>
        <p:pic>
          <p:nvPicPr>
            <p:cNvPr id="81" name="Picture Placeholder 18">
              <a:extLst>
                <a:ext uri="{FF2B5EF4-FFF2-40B4-BE49-F238E27FC236}">
                  <a16:creationId xmlns:a16="http://schemas.microsoft.com/office/drawing/2014/main" id="{D9810C7D-9739-D37B-98B3-49DC289B3DE9}"/>
                </a:ext>
              </a:extLst>
            </p:cNvPr>
            <p:cNvPicPr>
              <a:picLocks noChangeAspect="1"/>
            </p:cNvPicPr>
            <p:nvPr/>
          </p:nvPicPr>
          <p:blipFill>
            <a:blip r:embed="rId2"/>
            <a:srcRect l="431" r="431"/>
            <a:stretch/>
          </p:blipFill>
          <p:spPr>
            <a:xfrm>
              <a:off x="4923315" y="4501594"/>
              <a:ext cx="518690" cy="518641"/>
            </a:xfrm>
            <a:prstGeom prst="ellipse">
              <a:avLst/>
            </a:prstGeom>
            <a:ln w="12700">
              <a:solidFill>
                <a:srgbClr val="E76151"/>
              </a:solidFill>
            </a:ln>
          </p:spPr>
        </p:pic>
        <p:pic>
          <p:nvPicPr>
            <p:cNvPr id="82" name="Picture Placeholder 21">
              <a:extLst>
                <a:ext uri="{FF2B5EF4-FFF2-40B4-BE49-F238E27FC236}">
                  <a16:creationId xmlns:a16="http://schemas.microsoft.com/office/drawing/2014/main" id="{E4D5D843-B72B-C055-6DDA-FE42F93FC90D}"/>
                </a:ext>
              </a:extLst>
            </p:cNvPr>
            <p:cNvPicPr>
              <a:picLocks noChangeAspect="1"/>
            </p:cNvPicPr>
            <p:nvPr/>
          </p:nvPicPr>
          <p:blipFill>
            <a:blip r:embed="rId3"/>
            <a:srcRect l="534" r="534"/>
            <a:stretch/>
          </p:blipFill>
          <p:spPr>
            <a:xfrm>
              <a:off x="6273567" y="4501594"/>
              <a:ext cx="518690" cy="518641"/>
            </a:xfrm>
            <a:prstGeom prst="ellipse">
              <a:avLst/>
            </a:prstGeom>
            <a:ln w="12700">
              <a:solidFill>
                <a:srgbClr val="E76151"/>
              </a:solidFill>
            </a:ln>
          </p:spPr>
        </p:pic>
        <p:pic>
          <p:nvPicPr>
            <p:cNvPr id="83" name="Picture Placeholder 18">
              <a:extLst>
                <a:ext uri="{FF2B5EF4-FFF2-40B4-BE49-F238E27FC236}">
                  <a16:creationId xmlns:a16="http://schemas.microsoft.com/office/drawing/2014/main" id="{7FF26B0A-5C79-4038-6CC3-BFBAC2EDD5C4}"/>
                </a:ext>
              </a:extLst>
            </p:cNvPr>
            <p:cNvPicPr>
              <a:picLocks noChangeAspect="1"/>
            </p:cNvPicPr>
            <p:nvPr/>
          </p:nvPicPr>
          <p:blipFill>
            <a:blip r:embed="rId2"/>
            <a:srcRect l="431" r="431"/>
            <a:stretch/>
          </p:blipFill>
          <p:spPr>
            <a:xfrm>
              <a:off x="7651034" y="4501594"/>
              <a:ext cx="518690" cy="518641"/>
            </a:xfrm>
            <a:prstGeom prst="ellipse">
              <a:avLst/>
            </a:prstGeom>
            <a:ln w="12700">
              <a:solidFill>
                <a:srgbClr val="E76151"/>
              </a:solidFill>
            </a:ln>
          </p:spPr>
        </p:pic>
        <p:pic>
          <p:nvPicPr>
            <p:cNvPr id="84" name="Picture Placeholder 21">
              <a:extLst>
                <a:ext uri="{FF2B5EF4-FFF2-40B4-BE49-F238E27FC236}">
                  <a16:creationId xmlns:a16="http://schemas.microsoft.com/office/drawing/2014/main" id="{2EBEA4CE-476C-A590-47E5-AE90ACBEE50D}"/>
                </a:ext>
              </a:extLst>
            </p:cNvPr>
            <p:cNvPicPr>
              <a:picLocks noChangeAspect="1"/>
            </p:cNvPicPr>
            <p:nvPr/>
          </p:nvPicPr>
          <p:blipFill>
            <a:blip r:embed="rId3"/>
            <a:srcRect l="534" r="534"/>
            <a:stretch/>
          </p:blipFill>
          <p:spPr>
            <a:xfrm>
              <a:off x="9199999" y="4501594"/>
              <a:ext cx="518690" cy="518641"/>
            </a:xfrm>
            <a:prstGeom prst="ellipse">
              <a:avLst/>
            </a:prstGeom>
            <a:ln w="12700">
              <a:solidFill>
                <a:srgbClr val="B22470"/>
              </a:solidFill>
            </a:ln>
          </p:spPr>
        </p:pic>
        <p:pic>
          <p:nvPicPr>
            <p:cNvPr id="86" name="Picture Placeholder 18">
              <a:extLst>
                <a:ext uri="{FF2B5EF4-FFF2-40B4-BE49-F238E27FC236}">
                  <a16:creationId xmlns:a16="http://schemas.microsoft.com/office/drawing/2014/main" id="{7CA81820-09CA-0165-73B9-D26FBC892BA1}"/>
                </a:ext>
              </a:extLst>
            </p:cNvPr>
            <p:cNvPicPr>
              <a:picLocks noChangeAspect="1"/>
            </p:cNvPicPr>
            <p:nvPr/>
          </p:nvPicPr>
          <p:blipFill>
            <a:blip r:embed="rId2"/>
            <a:srcRect l="431" r="431"/>
            <a:stretch/>
          </p:blipFill>
          <p:spPr>
            <a:xfrm>
              <a:off x="2196626" y="6282497"/>
              <a:ext cx="518690" cy="518641"/>
            </a:xfrm>
            <a:prstGeom prst="ellipse">
              <a:avLst/>
            </a:prstGeom>
            <a:ln w="12700">
              <a:solidFill>
                <a:srgbClr val="3B3482"/>
              </a:solidFill>
            </a:ln>
          </p:spPr>
        </p:pic>
        <p:pic>
          <p:nvPicPr>
            <p:cNvPr id="87" name="Picture Placeholder 21">
              <a:extLst>
                <a:ext uri="{FF2B5EF4-FFF2-40B4-BE49-F238E27FC236}">
                  <a16:creationId xmlns:a16="http://schemas.microsoft.com/office/drawing/2014/main" id="{81FC1502-9205-F3F6-5657-333BDA78493F}"/>
                </a:ext>
              </a:extLst>
            </p:cNvPr>
            <p:cNvPicPr>
              <a:picLocks noChangeAspect="1"/>
            </p:cNvPicPr>
            <p:nvPr/>
          </p:nvPicPr>
          <p:blipFill>
            <a:blip r:embed="rId3"/>
            <a:srcRect l="534" r="534"/>
            <a:stretch/>
          </p:blipFill>
          <p:spPr>
            <a:xfrm>
              <a:off x="3546472" y="6282497"/>
              <a:ext cx="518690" cy="518641"/>
            </a:xfrm>
            <a:prstGeom prst="ellipse">
              <a:avLst/>
            </a:prstGeom>
            <a:ln w="12700">
              <a:solidFill>
                <a:srgbClr val="3B3482"/>
              </a:solidFill>
            </a:ln>
          </p:spPr>
        </p:pic>
        <p:pic>
          <p:nvPicPr>
            <p:cNvPr id="88" name="Picture Placeholder 18">
              <a:extLst>
                <a:ext uri="{FF2B5EF4-FFF2-40B4-BE49-F238E27FC236}">
                  <a16:creationId xmlns:a16="http://schemas.microsoft.com/office/drawing/2014/main" id="{AA9CC1B1-72B6-7341-287B-0F536C5C2D3A}"/>
                </a:ext>
              </a:extLst>
            </p:cNvPr>
            <p:cNvPicPr>
              <a:picLocks noChangeAspect="1"/>
            </p:cNvPicPr>
            <p:nvPr/>
          </p:nvPicPr>
          <p:blipFill>
            <a:blip r:embed="rId2"/>
            <a:srcRect l="431" r="431"/>
            <a:stretch/>
          </p:blipFill>
          <p:spPr>
            <a:xfrm>
              <a:off x="4923315" y="6282497"/>
              <a:ext cx="518690" cy="518641"/>
            </a:xfrm>
            <a:prstGeom prst="ellipse">
              <a:avLst/>
            </a:prstGeom>
            <a:ln w="12700">
              <a:solidFill>
                <a:srgbClr val="3B3482"/>
              </a:solidFill>
            </a:ln>
          </p:spPr>
        </p:pic>
        <p:pic>
          <p:nvPicPr>
            <p:cNvPr id="89" name="Picture Placeholder 21">
              <a:extLst>
                <a:ext uri="{FF2B5EF4-FFF2-40B4-BE49-F238E27FC236}">
                  <a16:creationId xmlns:a16="http://schemas.microsoft.com/office/drawing/2014/main" id="{108C4160-F109-0864-8C37-DC5AE1768C64}"/>
                </a:ext>
              </a:extLst>
            </p:cNvPr>
            <p:cNvPicPr>
              <a:picLocks noChangeAspect="1"/>
            </p:cNvPicPr>
            <p:nvPr/>
          </p:nvPicPr>
          <p:blipFill>
            <a:blip r:embed="rId3"/>
            <a:srcRect l="534" r="534"/>
            <a:stretch/>
          </p:blipFill>
          <p:spPr>
            <a:xfrm>
              <a:off x="6273567" y="6282497"/>
              <a:ext cx="518690" cy="518641"/>
            </a:xfrm>
            <a:prstGeom prst="ellipse">
              <a:avLst/>
            </a:prstGeom>
            <a:ln w="12700">
              <a:solidFill>
                <a:srgbClr val="3B3482"/>
              </a:solidFill>
            </a:ln>
          </p:spPr>
        </p:pic>
        <p:pic>
          <p:nvPicPr>
            <p:cNvPr id="90" name="Picture Placeholder 18">
              <a:extLst>
                <a:ext uri="{FF2B5EF4-FFF2-40B4-BE49-F238E27FC236}">
                  <a16:creationId xmlns:a16="http://schemas.microsoft.com/office/drawing/2014/main" id="{05C3811A-B874-9855-C724-E71A0A1B5D5C}"/>
                </a:ext>
              </a:extLst>
            </p:cNvPr>
            <p:cNvPicPr>
              <a:picLocks noChangeAspect="1"/>
            </p:cNvPicPr>
            <p:nvPr/>
          </p:nvPicPr>
          <p:blipFill>
            <a:blip r:embed="rId2"/>
            <a:srcRect l="431" r="431"/>
            <a:stretch/>
          </p:blipFill>
          <p:spPr>
            <a:xfrm>
              <a:off x="7651034" y="6282497"/>
              <a:ext cx="518690" cy="518641"/>
            </a:xfrm>
            <a:prstGeom prst="ellipse">
              <a:avLst/>
            </a:prstGeom>
            <a:ln w="12700">
              <a:solidFill>
                <a:srgbClr val="3B3482"/>
              </a:solidFill>
            </a:ln>
          </p:spPr>
        </p:pic>
        <p:pic>
          <p:nvPicPr>
            <p:cNvPr id="91" name="Picture Placeholder 21">
              <a:extLst>
                <a:ext uri="{FF2B5EF4-FFF2-40B4-BE49-F238E27FC236}">
                  <a16:creationId xmlns:a16="http://schemas.microsoft.com/office/drawing/2014/main" id="{623C4D52-0C2A-D840-A9D5-F8B45E1A1360}"/>
                </a:ext>
              </a:extLst>
            </p:cNvPr>
            <p:cNvPicPr>
              <a:picLocks noChangeAspect="1"/>
            </p:cNvPicPr>
            <p:nvPr/>
          </p:nvPicPr>
          <p:blipFill>
            <a:blip r:embed="rId3"/>
            <a:srcRect l="534" r="534"/>
            <a:stretch/>
          </p:blipFill>
          <p:spPr>
            <a:xfrm>
              <a:off x="9199999" y="6282497"/>
              <a:ext cx="518690" cy="518641"/>
            </a:xfrm>
            <a:prstGeom prst="ellipse">
              <a:avLst/>
            </a:prstGeom>
            <a:ln w="12700">
              <a:solidFill>
                <a:srgbClr val="B22470"/>
              </a:solidFill>
            </a:ln>
          </p:spPr>
        </p:pic>
      </p:grpSp>
    </p:spTree>
    <p:extLst>
      <p:ext uri="{BB962C8B-B14F-4D97-AF65-F5344CB8AC3E}">
        <p14:creationId xmlns:p14="http://schemas.microsoft.com/office/powerpoint/2010/main" val="233002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739EB49-543C-393A-C538-01CA9BA8A04C}"/>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3E29FE79-5BAC-E18B-0844-61DF60EB98BD}"/>
              </a:ext>
            </a:extLst>
          </p:cNvPr>
          <p:cNvSpPr>
            <a:spLocks noGrp="1"/>
          </p:cNvSpPr>
          <p:nvPr>
            <p:ph type="title"/>
          </p:nvPr>
        </p:nvSpPr>
        <p:spPr/>
        <p:txBody>
          <a:bodyPr/>
          <a:lstStyle/>
          <a:p>
            <a:r>
              <a:rPr lang="en-GB" dirty="0"/>
              <a:t>Team structure</a:t>
            </a:r>
          </a:p>
        </p:txBody>
      </p:sp>
      <p:sp>
        <p:nvSpPr>
          <p:cNvPr id="4" name="Text Placeholder 3">
            <a:extLst>
              <a:ext uri="{FF2B5EF4-FFF2-40B4-BE49-F238E27FC236}">
                <a16:creationId xmlns:a16="http://schemas.microsoft.com/office/drawing/2014/main" id="{89AE5EE6-80F6-FE18-54FF-2D7282E7CE2C}"/>
              </a:ext>
            </a:extLst>
          </p:cNvPr>
          <p:cNvSpPr>
            <a:spLocks noGrp="1"/>
          </p:cNvSpPr>
          <p:nvPr>
            <p:ph type="body" sz="quarter" idx="14"/>
          </p:nvPr>
        </p:nvSpPr>
        <p:spPr>
          <a:xfrm>
            <a:off x="539748" y="1800225"/>
            <a:ext cx="2513253" cy="5221288"/>
          </a:xfrm>
        </p:spPr>
        <p:txBody>
          <a:body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pPr lvl="3"/>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p>
          <a:p>
            <a:pPr lvl="4"/>
            <a:r>
              <a:rPr lang="en-GB" dirty="0"/>
              <a:t>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p>
          <a:p>
            <a:endParaRPr lang="en-GB" dirty="0"/>
          </a:p>
        </p:txBody>
      </p:sp>
      <p:sp>
        <p:nvSpPr>
          <p:cNvPr id="73" name="TextBox 72">
            <a:extLst>
              <a:ext uri="{FF2B5EF4-FFF2-40B4-BE49-F238E27FC236}">
                <a16:creationId xmlns:a16="http://schemas.microsoft.com/office/drawing/2014/main" id="{2E5FA529-CF26-C886-1563-149DA0FD11D0}"/>
              </a:ext>
            </a:extLst>
          </p:cNvPr>
          <p:cNvSpPr txBox="1"/>
          <p:nvPr/>
        </p:nvSpPr>
        <p:spPr>
          <a:xfrm>
            <a:off x="3328305" y="2089861"/>
            <a:ext cx="4664299" cy="580242"/>
          </a:xfrm>
          <a:prstGeom prst="rect">
            <a:avLst/>
          </a:prstGeom>
          <a:solidFill>
            <a:srgbClr val="ECF9F4"/>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74" name="Rectangle 73">
            <a:extLst>
              <a:ext uri="{FF2B5EF4-FFF2-40B4-BE49-F238E27FC236}">
                <a16:creationId xmlns:a16="http://schemas.microsoft.com/office/drawing/2014/main" id="{CD589AC0-AA60-6F26-74C7-80C67ECE9D2C}"/>
              </a:ext>
            </a:extLst>
          </p:cNvPr>
          <p:cNvSpPr/>
          <p:nvPr/>
        </p:nvSpPr>
        <p:spPr>
          <a:xfrm>
            <a:off x="3328305" y="1800225"/>
            <a:ext cx="4664298" cy="289636"/>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lIns="180000" tIns="36000" rIns="180000" bIns="36000" rtlCol="0" anchor="t">
            <a:noAutofit/>
          </a:bodyPr>
          <a:lstStyle/>
          <a:p>
            <a:pPr algn="ctr"/>
            <a:r>
              <a:rPr lang="en-GB" sz="1400" b="1" dirty="0">
                <a:solidFill>
                  <a:schemeClr val="bg1"/>
                </a:solidFill>
                <a:latin typeface="+mj-lt"/>
              </a:rPr>
              <a:t>Team</a:t>
            </a:r>
            <a:endParaRPr lang="en-GB" sz="1400" dirty="0">
              <a:solidFill>
                <a:schemeClr val="bg1"/>
              </a:solidFill>
              <a:latin typeface="+mj-lt"/>
            </a:endParaRPr>
          </a:p>
        </p:txBody>
      </p:sp>
      <p:sp>
        <p:nvSpPr>
          <p:cNvPr id="75" name="TextBox 74">
            <a:extLst>
              <a:ext uri="{FF2B5EF4-FFF2-40B4-BE49-F238E27FC236}">
                <a16:creationId xmlns:a16="http://schemas.microsoft.com/office/drawing/2014/main" id="{B52D3F02-53D5-A159-7515-F9029124DB89}"/>
              </a:ext>
            </a:extLst>
          </p:cNvPr>
          <p:cNvSpPr txBox="1"/>
          <p:nvPr/>
        </p:nvSpPr>
        <p:spPr>
          <a:xfrm>
            <a:off x="3336194" y="2623495"/>
            <a:ext cx="4655930" cy="523339"/>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144000" tIns="72000" rIns="144000" bIns="54000" rtlCol="0" anchor="t"/>
          <a:lstStyle>
            <a:defPPr>
              <a:defRPr lang="en-US"/>
            </a:defPPr>
            <a:lvl1pPr algn="ctr">
              <a:lnSpc>
                <a:spcPct val="117000"/>
              </a:lnSpc>
              <a:spcAft>
                <a:spcPts val="439"/>
              </a:spcAft>
              <a:defRPr sz="800">
                <a:latin typeface="Helvetica Now Text" panose="020B0504030202020204" pitchFamily="34"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17000"/>
              </a:lnSpc>
              <a:spcAft>
                <a:spcPts val="439"/>
              </a:spcAft>
            </a:pPr>
            <a:r>
              <a:rPr lang="en-GB" sz="1000" dirty="0">
                <a:solidFill>
                  <a:schemeClr val="tx1"/>
                </a:solidFill>
                <a:latin typeface="+mn-lt"/>
              </a:rPr>
              <a:t>Lorem ipsum </a:t>
            </a:r>
            <a:r>
              <a:rPr lang="en-GB" sz="1000" dirty="0" err="1">
                <a:solidFill>
                  <a:schemeClr val="tx1"/>
                </a:solidFill>
                <a:latin typeface="+mn-lt"/>
              </a:rPr>
              <a:t>dolor</a:t>
            </a:r>
            <a:r>
              <a:rPr lang="en-GB" sz="1000" dirty="0">
                <a:solidFill>
                  <a:schemeClr val="tx1"/>
                </a:solidFill>
                <a:latin typeface="+mn-lt"/>
              </a:rPr>
              <a:t>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consectetur</a:t>
            </a:r>
            <a:r>
              <a:rPr lang="en-GB" sz="1000" dirty="0">
                <a:solidFill>
                  <a:schemeClr val="tx1"/>
                </a:solidFill>
                <a:latin typeface="+mn-lt"/>
              </a:rPr>
              <a:t> </a:t>
            </a:r>
            <a:r>
              <a:rPr lang="en-GB" sz="1000" dirty="0" err="1">
                <a:solidFill>
                  <a:schemeClr val="tx1"/>
                </a:solidFill>
                <a:latin typeface="+mn-lt"/>
              </a:rPr>
              <a:t>adipiscing</a:t>
            </a:r>
            <a:r>
              <a:rPr lang="en-GB" sz="1000" dirty="0">
                <a:solidFill>
                  <a:schemeClr val="tx1"/>
                </a:solidFill>
                <a:latin typeface="+mn-lt"/>
              </a:rPr>
              <a:t> </a:t>
            </a:r>
            <a:r>
              <a:rPr lang="en-GB" sz="1000" dirty="0" err="1">
                <a:solidFill>
                  <a:schemeClr val="tx1"/>
                </a:solidFill>
                <a:latin typeface="+mn-lt"/>
              </a:rPr>
              <a:t>elit</a:t>
            </a:r>
            <a:r>
              <a:rPr lang="en-GB" sz="1000" dirty="0">
                <a:solidFill>
                  <a:schemeClr val="tx1"/>
                </a:solidFill>
                <a:latin typeface="+mn-lt"/>
              </a:rPr>
              <a:t>. Morbi </a:t>
            </a:r>
            <a:r>
              <a:rPr lang="en-GB" sz="1000" dirty="0" err="1">
                <a:solidFill>
                  <a:schemeClr val="tx1"/>
                </a:solidFill>
                <a:latin typeface="+mn-lt"/>
              </a:rPr>
              <a:t>posuere</a:t>
            </a:r>
            <a:r>
              <a:rPr lang="en-GB" sz="1000" dirty="0">
                <a:solidFill>
                  <a:schemeClr val="tx1"/>
                </a:solidFill>
                <a:latin typeface="+mn-lt"/>
              </a:rPr>
              <a:t> et </a:t>
            </a:r>
            <a:r>
              <a:rPr lang="en-GB" sz="1000" dirty="0" err="1">
                <a:solidFill>
                  <a:schemeClr val="tx1"/>
                </a:solidFill>
                <a:latin typeface="+mn-lt"/>
              </a:rPr>
              <a:t>sem</a:t>
            </a:r>
            <a:r>
              <a:rPr lang="en-GB" sz="1000" dirty="0">
                <a:solidFill>
                  <a:schemeClr val="tx1"/>
                </a:solidFill>
                <a:latin typeface="+mn-lt"/>
              </a:rPr>
              <a:t> a </a:t>
            </a:r>
            <a:r>
              <a:rPr lang="en-GB" sz="1000" dirty="0" err="1">
                <a:solidFill>
                  <a:schemeClr val="tx1"/>
                </a:solidFill>
                <a:latin typeface="+mn-lt"/>
              </a:rPr>
              <a:t>efficitur</a:t>
            </a:r>
            <a:r>
              <a:rPr lang="en-GB" sz="1000" dirty="0">
                <a:solidFill>
                  <a:schemeClr val="tx1"/>
                </a:solidFill>
                <a:latin typeface="+mn-lt"/>
              </a:rPr>
              <a:t>. Nam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tellus</a:t>
            </a:r>
            <a:r>
              <a:rPr lang="en-GB" sz="1000" dirty="0">
                <a:solidFill>
                  <a:schemeClr val="tx1"/>
                </a:solidFill>
                <a:latin typeface="+mn-lt"/>
              </a:rPr>
              <a:t> </a:t>
            </a:r>
            <a:r>
              <a:rPr lang="en-GB" sz="1000" dirty="0" err="1">
                <a:solidFill>
                  <a:schemeClr val="tx1"/>
                </a:solidFill>
                <a:latin typeface="+mn-lt"/>
              </a:rPr>
              <a:t>sed</a:t>
            </a:r>
            <a:r>
              <a:rPr lang="en-GB" sz="1000" dirty="0">
                <a:solidFill>
                  <a:schemeClr val="tx1"/>
                </a:solidFill>
                <a:latin typeface="+mn-lt"/>
              </a:rPr>
              <a:t> </a:t>
            </a:r>
            <a:r>
              <a:rPr lang="en-GB" sz="1000" dirty="0" err="1">
                <a:solidFill>
                  <a:schemeClr val="tx1"/>
                </a:solidFill>
                <a:latin typeface="+mn-lt"/>
              </a:rPr>
              <a:t>tortor</a:t>
            </a:r>
            <a:r>
              <a:rPr lang="en-GB" sz="1000" dirty="0">
                <a:solidFill>
                  <a:schemeClr val="tx1"/>
                </a:solidFill>
                <a:latin typeface="+mn-lt"/>
              </a:rPr>
              <a:t> </a:t>
            </a:r>
            <a:r>
              <a:rPr lang="en-GB" sz="1000" dirty="0" err="1">
                <a:solidFill>
                  <a:schemeClr val="tx1"/>
                </a:solidFill>
                <a:latin typeface="+mn-lt"/>
              </a:rPr>
              <a:t>euismod</a:t>
            </a:r>
            <a:r>
              <a:rPr lang="en-GB" sz="1000" dirty="0">
                <a:solidFill>
                  <a:schemeClr val="tx1"/>
                </a:solidFill>
                <a:latin typeface="+mn-lt"/>
              </a:rPr>
              <a:t> </a:t>
            </a:r>
            <a:r>
              <a:rPr lang="en-GB" sz="1000" dirty="0" err="1">
                <a:solidFill>
                  <a:schemeClr val="tx1"/>
                </a:solidFill>
                <a:latin typeface="+mn-lt"/>
              </a:rPr>
              <a:t>finibus</a:t>
            </a:r>
            <a:r>
              <a:rPr lang="en-GB" sz="1000" dirty="0">
                <a:solidFill>
                  <a:schemeClr val="tx1"/>
                </a:solidFill>
                <a:latin typeface="+mn-lt"/>
              </a:rPr>
              <a:t> vitae sit </a:t>
            </a:r>
            <a:r>
              <a:rPr lang="en-GB" sz="1000" dirty="0" err="1">
                <a:solidFill>
                  <a:schemeClr val="tx1"/>
                </a:solidFill>
                <a:latin typeface="+mn-lt"/>
              </a:rPr>
              <a:t>amet</a:t>
            </a:r>
            <a:r>
              <a:rPr lang="en-GB" sz="1000" dirty="0">
                <a:solidFill>
                  <a:schemeClr val="tx1"/>
                </a:solidFill>
                <a:latin typeface="+mn-lt"/>
              </a:rPr>
              <a:t> nisi. </a:t>
            </a:r>
            <a:r>
              <a:rPr lang="en-GB" sz="1000" dirty="0" err="1">
                <a:solidFill>
                  <a:schemeClr val="tx1"/>
                </a:solidFill>
                <a:latin typeface="+mn-lt"/>
              </a:rPr>
              <a:t>Pellentesque</a:t>
            </a:r>
            <a:r>
              <a:rPr lang="en-GB" sz="1000" dirty="0">
                <a:solidFill>
                  <a:schemeClr val="tx1"/>
                </a:solidFill>
                <a:latin typeface="+mn-lt"/>
              </a:rPr>
              <a:t> auctor </a:t>
            </a:r>
            <a:r>
              <a:rPr lang="en-GB" sz="1000" dirty="0" err="1">
                <a:solidFill>
                  <a:schemeClr val="tx1"/>
                </a:solidFill>
                <a:latin typeface="+mn-lt"/>
              </a:rPr>
              <a:t>pellentesque</a:t>
            </a:r>
            <a:r>
              <a:rPr lang="en-GB" sz="1000" dirty="0">
                <a:solidFill>
                  <a:schemeClr val="tx1"/>
                </a:solidFill>
                <a:latin typeface="+mn-lt"/>
              </a:rPr>
              <a:t> ligula.</a:t>
            </a:r>
          </a:p>
        </p:txBody>
      </p:sp>
      <p:sp>
        <p:nvSpPr>
          <p:cNvPr id="76" name="TextBox 75">
            <a:extLst>
              <a:ext uri="{FF2B5EF4-FFF2-40B4-BE49-F238E27FC236}">
                <a16:creationId xmlns:a16="http://schemas.microsoft.com/office/drawing/2014/main" id="{221CECD8-D772-E1F9-B2A3-870B0DCC80D3}"/>
              </a:ext>
            </a:extLst>
          </p:cNvPr>
          <p:cNvSpPr txBox="1"/>
          <p:nvPr/>
        </p:nvSpPr>
        <p:spPr>
          <a:xfrm>
            <a:off x="8259538" y="2089861"/>
            <a:ext cx="4664299" cy="580242"/>
          </a:xfrm>
          <a:prstGeom prst="rect">
            <a:avLst/>
          </a:prstGeom>
          <a:solidFill>
            <a:srgbClr val="ECF9F4"/>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77" name="Rectangle 76">
            <a:extLst>
              <a:ext uri="{FF2B5EF4-FFF2-40B4-BE49-F238E27FC236}">
                <a16:creationId xmlns:a16="http://schemas.microsoft.com/office/drawing/2014/main" id="{F4A664DB-56E8-8BA6-32C8-887747C29B7C}"/>
              </a:ext>
            </a:extLst>
          </p:cNvPr>
          <p:cNvSpPr/>
          <p:nvPr/>
        </p:nvSpPr>
        <p:spPr>
          <a:xfrm>
            <a:off x="8259538" y="1800225"/>
            <a:ext cx="4664298" cy="289636"/>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lIns="180000" tIns="36000" rIns="180000" bIns="36000" rtlCol="0" anchor="t">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78" name="TextBox 77">
            <a:extLst>
              <a:ext uri="{FF2B5EF4-FFF2-40B4-BE49-F238E27FC236}">
                <a16:creationId xmlns:a16="http://schemas.microsoft.com/office/drawing/2014/main" id="{3C092152-2560-8319-8705-05F8C21ED0D0}"/>
              </a:ext>
            </a:extLst>
          </p:cNvPr>
          <p:cNvSpPr txBox="1"/>
          <p:nvPr/>
        </p:nvSpPr>
        <p:spPr>
          <a:xfrm>
            <a:off x="8267427" y="2623495"/>
            <a:ext cx="4655930" cy="523339"/>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144000" tIns="72000" rIns="144000" bIns="54000" rtlCol="0" anchor="t"/>
          <a:lstStyle>
            <a:defPPr>
              <a:defRPr lang="en-US"/>
            </a:defPPr>
            <a:lvl1pPr algn="ctr">
              <a:lnSpc>
                <a:spcPct val="117000"/>
              </a:lnSpc>
              <a:spcAft>
                <a:spcPts val="439"/>
              </a:spcAft>
              <a:defRPr sz="800">
                <a:latin typeface="Helvetica Now Text" panose="020B0504030202020204" pitchFamily="34"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dirty="0">
                <a:solidFill>
                  <a:schemeClr val="tx1"/>
                </a:solidFill>
                <a:latin typeface="+mn-lt"/>
              </a:rPr>
              <a:t>Lorem ipsum </a:t>
            </a:r>
            <a:r>
              <a:rPr lang="en-GB" sz="1000" dirty="0" err="1">
                <a:solidFill>
                  <a:schemeClr val="tx1"/>
                </a:solidFill>
                <a:latin typeface="+mn-lt"/>
              </a:rPr>
              <a:t>dolor</a:t>
            </a:r>
            <a:r>
              <a:rPr lang="en-GB" sz="1000" dirty="0">
                <a:solidFill>
                  <a:schemeClr val="tx1"/>
                </a:solidFill>
                <a:latin typeface="+mn-lt"/>
              </a:rPr>
              <a:t>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consectetur</a:t>
            </a:r>
            <a:r>
              <a:rPr lang="en-GB" sz="1000" dirty="0">
                <a:solidFill>
                  <a:schemeClr val="tx1"/>
                </a:solidFill>
                <a:latin typeface="+mn-lt"/>
              </a:rPr>
              <a:t> </a:t>
            </a:r>
            <a:r>
              <a:rPr lang="en-GB" sz="1000" dirty="0" err="1">
                <a:solidFill>
                  <a:schemeClr val="tx1"/>
                </a:solidFill>
                <a:latin typeface="+mn-lt"/>
              </a:rPr>
              <a:t>adipiscing</a:t>
            </a:r>
            <a:r>
              <a:rPr lang="en-GB" sz="1000" dirty="0">
                <a:solidFill>
                  <a:schemeClr val="tx1"/>
                </a:solidFill>
                <a:latin typeface="+mn-lt"/>
              </a:rPr>
              <a:t> </a:t>
            </a:r>
            <a:r>
              <a:rPr lang="en-GB" sz="1000" dirty="0" err="1">
                <a:solidFill>
                  <a:schemeClr val="tx1"/>
                </a:solidFill>
                <a:latin typeface="+mn-lt"/>
              </a:rPr>
              <a:t>elit</a:t>
            </a:r>
            <a:r>
              <a:rPr lang="en-GB" sz="1000" dirty="0">
                <a:solidFill>
                  <a:schemeClr val="tx1"/>
                </a:solidFill>
                <a:latin typeface="+mn-lt"/>
              </a:rPr>
              <a:t>. Morbi </a:t>
            </a:r>
            <a:r>
              <a:rPr lang="en-GB" sz="1000" dirty="0" err="1">
                <a:solidFill>
                  <a:schemeClr val="tx1"/>
                </a:solidFill>
                <a:latin typeface="+mn-lt"/>
              </a:rPr>
              <a:t>posuere</a:t>
            </a:r>
            <a:r>
              <a:rPr lang="en-GB" sz="1000" dirty="0">
                <a:solidFill>
                  <a:schemeClr val="tx1"/>
                </a:solidFill>
                <a:latin typeface="+mn-lt"/>
              </a:rPr>
              <a:t> et </a:t>
            </a:r>
            <a:r>
              <a:rPr lang="en-GB" sz="1000" dirty="0" err="1">
                <a:solidFill>
                  <a:schemeClr val="tx1"/>
                </a:solidFill>
                <a:latin typeface="+mn-lt"/>
              </a:rPr>
              <a:t>sem</a:t>
            </a:r>
            <a:r>
              <a:rPr lang="en-GB" sz="1000" dirty="0">
                <a:solidFill>
                  <a:schemeClr val="tx1"/>
                </a:solidFill>
                <a:latin typeface="+mn-lt"/>
              </a:rPr>
              <a:t> a </a:t>
            </a:r>
            <a:r>
              <a:rPr lang="en-GB" sz="1000" dirty="0" err="1">
                <a:solidFill>
                  <a:schemeClr val="tx1"/>
                </a:solidFill>
                <a:latin typeface="+mn-lt"/>
              </a:rPr>
              <a:t>efficitur</a:t>
            </a:r>
            <a:r>
              <a:rPr lang="en-GB" sz="1000" dirty="0">
                <a:solidFill>
                  <a:schemeClr val="tx1"/>
                </a:solidFill>
                <a:latin typeface="+mn-lt"/>
              </a:rPr>
              <a:t>. Nam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tellus</a:t>
            </a:r>
            <a:r>
              <a:rPr lang="en-GB" sz="1000" dirty="0">
                <a:solidFill>
                  <a:schemeClr val="tx1"/>
                </a:solidFill>
                <a:latin typeface="+mn-lt"/>
              </a:rPr>
              <a:t> </a:t>
            </a:r>
            <a:r>
              <a:rPr lang="en-GB" sz="1000" dirty="0" err="1">
                <a:solidFill>
                  <a:schemeClr val="tx1"/>
                </a:solidFill>
                <a:latin typeface="+mn-lt"/>
              </a:rPr>
              <a:t>sed</a:t>
            </a:r>
            <a:r>
              <a:rPr lang="en-GB" sz="1000" dirty="0">
                <a:solidFill>
                  <a:schemeClr val="tx1"/>
                </a:solidFill>
                <a:latin typeface="+mn-lt"/>
              </a:rPr>
              <a:t> </a:t>
            </a:r>
            <a:r>
              <a:rPr lang="en-GB" sz="1000" dirty="0" err="1">
                <a:solidFill>
                  <a:schemeClr val="tx1"/>
                </a:solidFill>
                <a:latin typeface="+mn-lt"/>
              </a:rPr>
              <a:t>tortor</a:t>
            </a:r>
            <a:r>
              <a:rPr lang="en-GB" sz="1000" dirty="0">
                <a:solidFill>
                  <a:schemeClr val="tx1"/>
                </a:solidFill>
                <a:latin typeface="+mn-lt"/>
              </a:rPr>
              <a:t> </a:t>
            </a:r>
            <a:r>
              <a:rPr lang="en-GB" sz="1000" dirty="0" err="1">
                <a:solidFill>
                  <a:schemeClr val="tx1"/>
                </a:solidFill>
                <a:latin typeface="+mn-lt"/>
              </a:rPr>
              <a:t>euismod</a:t>
            </a:r>
            <a:r>
              <a:rPr lang="en-GB" sz="1000" dirty="0">
                <a:solidFill>
                  <a:schemeClr val="tx1"/>
                </a:solidFill>
                <a:latin typeface="+mn-lt"/>
              </a:rPr>
              <a:t> </a:t>
            </a:r>
            <a:r>
              <a:rPr lang="en-GB" sz="1000" dirty="0" err="1">
                <a:solidFill>
                  <a:schemeClr val="tx1"/>
                </a:solidFill>
                <a:latin typeface="+mn-lt"/>
              </a:rPr>
              <a:t>finibus</a:t>
            </a:r>
            <a:r>
              <a:rPr lang="en-GB" sz="1000" dirty="0">
                <a:solidFill>
                  <a:schemeClr val="tx1"/>
                </a:solidFill>
                <a:latin typeface="+mn-lt"/>
              </a:rPr>
              <a:t> vitae sit </a:t>
            </a:r>
            <a:r>
              <a:rPr lang="en-GB" sz="1000" dirty="0" err="1">
                <a:solidFill>
                  <a:schemeClr val="tx1"/>
                </a:solidFill>
                <a:latin typeface="+mn-lt"/>
              </a:rPr>
              <a:t>amet</a:t>
            </a:r>
            <a:r>
              <a:rPr lang="en-GB" sz="1000" dirty="0">
                <a:solidFill>
                  <a:schemeClr val="tx1"/>
                </a:solidFill>
                <a:latin typeface="+mn-lt"/>
              </a:rPr>
              <a:t> nisi. </a:t>
            </a:r>
            <a:r>
              <a:rPr lang="en-GB" sz="1000" dirty="0" err="1">
                <a:solidFill>
                  <a:schemeClr val="tx1"/>
                </a:solidFill>
                <a:latin typeface="+mn-lt"/>
              </a:rPr>
              <a:t>Pellentesque</a:t>
            </a:r>
            <a:r>
              <a:rPr lang="en-GB" sz="1000" dirty="0">
                <a:solidFill>
                  <a:schemeClr val="tx1"/>
                </a:solidFill>
                <a:latin typeface="+mn-lt"/>
              </a:rPr>
              <a:t> auctor </a:t>
            </a:r>
            <a:r>
              <a:rPr lang="en-GB" sz="1000" dirty="0" err="1">
                <a:solidFill>
                  <a:schemeClr val="tx1"/>
                </a:solidFill>
                <a:latin typeface="+mn-lt"/>
              </a:rPr>
              <a:t>pellentesque</a:t>
            </a:r>
            <a:r>
              <a:rPr lang="en-GB" sz="1000" dirty="0">
                <a:solidFill>
                  <a:schemeClr val="tx1"/>
                </a:solidFill>
                <a:latin typeface="+mn-lt"/>
              </a:rPr>
              <a:t> ligula.</a:t>
            </a:r>
          </a:p>
        </p:txBody>
      </p:sp>
      <p:sp>
        <p:nvSpPr>
          <p:cNvPr id="79" name="TextBox 78">
            <a:extLst>
              <a:ext uri="{FF2B5EF4-FFF2-40B4-BE49-F238E27FC236}">
                <a16:creationId xmlns:a16="http://schemas.microsoft.com/office/drawing/2014/main" id="{48094F96-7F03-FCE9-B82C-8A7853B67F2C}"/>
              </a:ext>
            </a:extLst>
          </p:cNvPr>
          <p:cNvSpPr txBox="1"/>
          <p:nvPr/>
        </p:nvSpPr>
        <p:spPr>
          <a:xfrm>
            <a:off x="3328305"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0" name="TextBox 79">
            <a:extLst>
              <a:ext uri="{FF2B5EF4-FFF2-40B4-BE49-F238E27FC236}">
                <a16:creationId xmlns:a16="http://schemas.microsoft.com/office/drawing/2014/main" id="{4DFE4B2D-BC4C-397E-B8EE-54F399C3B695}"/>
              </a:ext>
            </a:extLst>
          </p:cNvPr>
          <p:cNvSpPr txBox="1"/>
          <p:nvPr/>
        </p:nvSpPr>
        <p:spPr>
          <a:xfrm>
            <a:off x="5277486"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1" name="TextBox 80">
            <a:extLst>
              <a:ext uri="{FF2B5EF4-FFF2-40B4-BE49-F238E27FC236}">
                <a16:creationId xmlns:a16="http://schemas.microsoft.com/office/drawing/2014/main" id="{5E5D09C8-D787-BCA9-D394-919E83D8E69F}"/>
              </a:ext>
            </a:extLst>
          </p:cNvPr>
          <p:cNvSpPr txBox="1"/>
          <p:nvPr/>
        </p:nvSpPr>
        <p:spPr>
          <a:xfrm>
            <a:off x="7226665"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2" name="TextBox 81">
            <a:extLst>
              <a:ext uri="{FF2B5EF4-FFF2-40B4-BE49-F238E27FC236}">
                <a16:creationId xmlns:a16="http://schemas.microsoft.com/office/drawing/2014/main" id="{C3B038FE-BC49-12C6-2980-31F7036AE1A8}"/>
              </a:ext>
            </a:extLst>
          </p:cNvPr>
          <p:cNvSpPr txBox="1"/>
          <p:nvPr/>
        </p:nvSpPr>
        <p:spPr>
          <a:xfrm>
            <a:off x="9183804"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3" name="TextBox 82">
            <a:extLst>
              <a:ext uri="{FF2B5EF4-FFF2-40B4-BE49-F238E27FC236}">
                <a16:creationId xmlns:a16="http://schemas.microsoft.com/office/drawing/2014/main" id="{B53E7A92-50F6-D821-DD31-46D7B199138D}"/>
              </a:ext>
            </a:extLst>
          </p:cNvPr>
          <p:cNvSpPr txBox="1"/>
          <p:nvPr/>
        </p:nvSpPr>
        <p:spPr>
          <a:xfrm>
            <a:off x="11142547" y="3824259"/>
            <a:ext cx="1781290"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4" name="Rectangle 83">
            <a:extLst>
              <a:ext uri="{FF2B5EF4-FFF2-40B4-BE49-F238E27FC236}">
                <a16:creationId xmlns:a16="http://schemas.microsoft.com/office/drawing/2014/main" id="{9A3C63DF-AAB3-3597-E539-C8D1265B191F}"/>
              </a:ext>
            </a:extLst>
          </p:cNvPr>
          <p:cNvSpPr/>
          <p:nvPr/>
        </p:nvSpPr>
        <p:spPr>
          <a:xfrm>
            <a:off x="5280830"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5" name="Rectangle 84">
            <a:extLst>
              <a:ext uri="{FF2B5EF4-FFF2-40B4-BE49-F238E27FC236}">
                <a16:creationId xmlns:a16="http://schemas.microsoft.com/office/drawing/2014/main" id="{26678259-B972-1A0B-F17E-D98869C9257A}"/>
              </a:ext>
            </a:extLst>
          </p:cNvPr>
          <p:cNvSpPr/>
          <p:nvPr/>
        </p:nvSpPr>
        <p:spPr>
          <a:xfrm>
            <a:off x="3328305"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6" name="Rectangle 85">
            <a:extLst>
              <a:ext uri="{FF2B5EF4-FFF2-40B4-BE49-F238E27FC236}">
                <a16:creationId xmlns:a16="http://schemas.microsoft.com/office/drawing/2014/main" id="{E664AAD6-4CC4-9FF7-4E6C-90D44C877214}"/>
              </a:ext>
            </a:extLst>
          </p:cNvPr>
          <p:cNvSpPr/>
          <p:nvPr/>
        </p:nvSpPr>
        <p:spPr>
          <a:xfrm>
            <a:off x="9185878"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7" name="Rectangle 86">
            <a:extLst>
              <a:ext uri="{FF2B5EF4-FFF2-40B4-BE49-F238E27FC236}">
                <a16:creationId xmlns:a16="http://schemas.microsoft.com/office/drawing/2014/main" id="{C4DAE158-7333-3C3A-8AF5-5564B6E4A882}"/>
              </a:ext>
            </a:extLst>
          </p:cNvPr>
          <p:cNvSpPr/>
          <p:nvPr/>
        </p:nvSpPr>
        <p:spPr>
          <a:xfrm>
            <a:off x="11138401"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8" name="Rectangle 87">
            <a:extLst>
              <a:ext uri="{FF2B5EF4-FFF2-40B4-BE49-F238E27FC236}">
                <a16:creationId xmlns:a16="http://schemas.microsoft.com/office/drawing/2014/main" id="{C66512C2-E1F9-F147-40D5-E35ADC79E953}"/>
              </a:ext>
            </a:extLst>
          </p:cNvPr>
          <p:cNvSpPr/>
          <p:nvPr/>
        </p:nvSpPr>
        <p:spPr>
          <a:xfrm>
            <a:off x="7233353"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9" name="Rectangle 88">
            <a:extLst>
              <a:ext uri="{FF2B5EF4-FFF2-40B4-BE49-F238E27FC236}">
                <a16:creationId xmlns:a16="http://schemas.microsoft.com/office/drawing/2014/main" id="{C1374158-9D0F-8C6A-303D-CB1DFF723EEA}"/>
              </a:ext>
            </a:extLst>
          </p:cNvPr>
          <p:cNvSpPr/>
          <p:nvPr/>
        </p:nvSpPr>
        <p:spPr>
          <a:xfrm>
            <a:off x="5280830" y="3337916"/>
            <a:ext cx="1785436" cy="4751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90" name="TextBox 89">
            <a:extLst>
              <a:ext uri="{FF2B5EF4-FFF2-40B4-BE49-F238E27FC236}">
                <a16:creationId xmlns:a16="http://schemas.microsoft.com/office/drawing/2014/main" id="{F0F5C9EB-A02C-EAC4-6F80-F168B9D69DA9}"/>
              </a:ext>
            </a:extLst>
          </p:cNvPr>
          <p:cNvSpPr txBox="1"/>
          <p:nvPr/>
        </p:nvSpPr>
        <p:spPr>
          <a:xfrm>
            <a:off x="5783988"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1" name="TextBox 90">
            <a:extLst>
              <a:ext uri="{FF2B5EF4-FFF2-40B4-BE49-F238E27FC236}">
                <a16:creationId xmlns:a16="http://schemas.microsoft.com/office/drawing/2014/main" id="{D10ECC5E-5966-417B-6019-08976A448224}"/>
              </a:ext>
            </a:extLst>
          </p:cNvPr>
          <p:cNvSpPr txBox="1"/>
          <p:nvPr/>
        </p:nvSpPr>
        <p:spPr>
          <a:xfrm>
            <a:off x="5783988"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2" name="TextBox 91">
            <a:extLst>
              <a:ext uri="{FF2B5EF4-FFF2-40B4-BE49-F238E27FC236}">
                <a16:creationId xmlns:a16="http://schemas.microsoft.com/office/drawing/2014/main" id="{B2FA4E61-C55E-358F-5B13-1CA7CF05AA3D}"/>
              </a:ext>
            </a:extLst>
          </p:cNvPr>
          <p:cNvSpPr txBox="1"/>
          <p:nvPr/>
        </p:nvSpPr>
        <p:spPr>
          <a:xfrm>
            <a:off x="5783988"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3" name="Rectangle 92">
            <a:extLst>
              <a:ext uri="{FF2B5EF4-FFF2-40B4-BE49-F238E27FC236}">
                <a16:creationId xmlns:a16="http://schemas.microsoft.com/office/drawing/2014/main" id="{E4AE62C6-AEB6-F622-C5A7-B5D2AC92D4BB}"/>
              </a:ext>
            </a:extLst>
          </p:cNvPr>
          <p:cNvSpPr/>
          <p:nvPr/>
        </p:nvSpPr>
        <p:spPr>
          <a:xfrm>
            <a:off x="3328305"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p>
        </p:txBody>
      </p:sp>
      <p:sp>
        <p:nvSpPr>
          <p:cNvPr id="94" name="TextBox 93">
            <a:extLst>
              <a:ext uri="{FF2B5EF4-FFF2-40B4-BE49-F238E27FC236}">
                <a16:creationId xmlns:a16="http://schemas.microsoft.com/office/drawing/2014/main" id="{AC82AE5A-0A59-7132-FD7A-60BA3A632AB8}"/>
              </a:ext>
            </a:extLst>
          </p:cNvPr>
          <p:cNvSpPr txBox="1"/>
          <p:nvPr/>
        </p:nvSpPr>
        <p:spPr>
          <a:xfrm>
            <a:off x="3831463"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sp>
        <p:nvSpPr>
          <p:cNvPr id="95" name="TextBox 94">
            <a:extLst>
              <a:ext uri="{FF2B5EF4-FFF2-40B4-BE49-F238E27FC236}">
                <a16:creationId xmlns:a16="http://schemas.microsoft.com/office/drawing/2014/main" id="{1564196E-FD9C-63B3-4BC6-6F908BF7ED5E}"/>
              </a:ext>
            </a:extLst>
          </p:cNvPr>
          <p:cNvSpPr txBox="1"/>
          <p:nvPr/>
        </p:nvSpPr>
        <p:spPr>
          <a:xfrm>
            <a:off x="3831463"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sp>
        <p:nvSpPr>
          <p:cNvPr id="96" name="TextBox 95">
            <a:extLst>
              <a:ext uri="{FF2B5EF4-FFF2-40B4-BE49-F238E27FC236}">
                <a16:creationId xmlns:a16="http://schemas.microsoft.com/office/drawing/2014/main" id="{8FB6A1F9-9B20-DAEB-A469-6FA40E7AE87C}"/>
              </a:ext>
            </a:extLst>
          </p:cNvPr>
          <p:cNvSpPr txBox="1"/>
          <p:nvPr/>
        </p:nvSpPr>
        <p:spPr>
          <a:xfrm>
            <a:off x="3831463"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7" name="Rectangle 96">
            <a:extLst>
              <a:ext uri="{FF2B5EF4-FFF2-40B4-BE49-F238E27FC236}">
                <a16:creationId xmlns:a16="http://schemas.microsoft.com/office/drawing/2014/main" id="{DF7CC1D3-3033-DAEF-E002-0CB55433FB1F}"/>
              </a:ext>
            </a:extLst>
          </p:cNvPr>
          <p:cNvSpPr/>
          <p:nvPr/>
        </p:nvSpPr>
        <p:spPr>
          <a:xfrm>
            <a:off x="9185878"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98" name="TextBox 97">
            <a:extLst>
              <a:ext uri="{FF2B5EF4-FFF2-40B4-BE49-F238E27FC236}">
                <a16:creationId xmlns:a16="http://schemas.microsoft.com/office/drawing/2014/main" id="{04339CCF-D8F5-2CD0-56D9-69222461F728}"/>
              </a:ext>
            </a:extLst>
          </p:cNvPr>
          <p:cNvSpPr txBox="1"/>
          <p:nvPr/>
        </p:nvSpPr>
        <p:spPr>
          <a:xfrm>
            <a:off x="9689036"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9" name="TextBox 98">
            <a:extLst>
              <a:ext uri="{FF2B5EF4-FFF2-40B4-BE49-F238E27FC236}">
                <a16:creationId xmlns:a16="http://schemas.microsoft.com/office/drawing/2014/main" id="{D6CEB0B5-72E5-5922-C737-CDD67C0F4867}"/>
              </a:ext>
            </a:extLst>
          </p:cNvPr>
          <p:cNvSpPr txBox="1"/>
          <p:nvPr/>
        </p:nvSpPr>
        <p:spPr>
          <a:xfrm>
            <a:off x="9689036"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0" name="TextBox 99">
            <a:extLst>
              <a:ext uri="{FF2B5EF4-FFF2-40B4-BE49-F238E27FC236}">
                <a16:creationId xmlns:a16="http://schemas.microsoft.com/office/drawing/2014/main" id="{C05EE4CD-A252-7BD8-F99E-CC9A9BE92B3A}"/>
              </a:ext>
            </a:extLst>
          </p:cNvPr>
          <p:cNvSpPr txBox="1"/>
          <p:nvPr/>
        </p:nvSpPr>
        <p:spPr>
          <a:xfrm>
            <a:off x="9689036"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1" name="Rectangle 100">
            <a:extLst>
              <a:ext uri="{FF2B5EF4-FFF2-40B4-BE49-F238E27FC236}">
                <a16:creationId xmlns:a16="http://schemas.microsoft.com/office/drawing/2014/main" id="{A1443393-03C1-A9FD-3CC1-7E20C9E044FD}"/>
              </a:ext>
            </a:extLst>
          </p:cNvPr>
          <p:cNvSpPr/>
          <p:nvPr/>
        </p:nvSpPr>
        <p:spPr>
          <a:xfrm>
            <a:off x="11138401"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102" name="TextBox 101">
            <a:extLst>
              <a:ext uri="{FF2B5EF4-FFF2-40B4-BE49-F238E27FC236}">
                <a16:creationId xmlns:a16="http://schemas.microsoft.com/office/drawing/2014/main" id="{8BF56E47-DF37-CCC3-42FD-B360A9163DA0}"/>
              </a:ext>
            </a:extLst>
          </p:cNvPr>
          <p:cNvSpPr txBox="1"/>
          <p:nvPr/>
        </p:nvSpPr>
        <p:spPr>
          <a:xfrm>
            <a:off x="11641560"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3" name="TextBox 102">
            <a:extLst>
              <a:ext uri="{FF2B5EF4-FFF2-40B4-BE49-F238E27FC236}">
                <a16:creationId xmlns:a16="http://schemas.microsoft.com/office/drawing/2014/main" id="{3CB889CF-FDCD-18E8-9571-9CEFBEF8936A}"/>
              </a:ext>
            </a:extLst>
          </p:cNvPr>
          <p:cNvSpPr txBox="1"/>
          <p:nvPr/>
        </p:nvSpPr>
        <p:spPr>
          <a:xfrm>
            <a:off x="11641560"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4" name="TextBox 103">
            <a:extLst>
              <a:ext uri="{FF2B5EF4-FFF2-40B4-BE49-F238E27FC236}">
                <a16:creationId xmlns:a16="http://schemas.microsoft.com/office/drawing/2014/main" id="{B2495EFB-109E-7164-DBE8-28F628741468}"/>
              </a:ext>
            </a:extLst>
          </p:cNvPr>
          <p:cNvSpPr txBox="1"/>
          <p:nvPr/>
        </p:nvSpPr>
        <p:spPr>
          <a:xfrm>
            <a:off x="11641560"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5" name="Rectangle 104">
            <a:extLst>
              <a:ext uri="{FF2B5EF4-FFF2-40B4-BE49-F238E27FC236}">
                <a16:creationId xmlns:a16="http://schemas.microsoft.com/office/drawing/2014/main" id="{B978674F-DA06-EEA8-7618-3472A7C1E475}"/>
              </a:ext>
            </a:extLst>
          </p:cNvPr>
          <p:cNvSpPr/>
          <p:nvPr/>
        </p:nvSpPr>
        <p:spPr>
          <a:xfrm>
            <a:off x="7233353"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106" name="TextBox 105">
            <a:extLst>
              <a:ext uri="{FF2B5EF4-FFF2-40B4-BE49-F238E27FC236}">
                <a16:creationId xmlns:a16="http://schemas.microsoft.com/office/drawing/2014/main" id="{A9465D1F-E855-D569-7DC3-AFB22B3FA81F}"/>
              </a:ext>
            </a:extLst>
          </p:cNvPr>
          <p:cNvSpPr txBox="1"/>
          <p:nvPr/>
        </p:nvSpPr>
        <p:spPr>
          <a:xfrm>
            <a:off x="7736511"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7" name="TextBox 106">
            <a:extLst>
              <a:ext uri="{FF2B5EF4-FFF2-40B4-BE49-F238E27FC236}">
                <a16:creationId xmlns:a16="http://schemas.microsoft.com/office/drawing/2014/main" id="{660E0F5D-FE6E-5730-D305-39C6066ACB01}"/>
              </a:ext>
            </a:extLst>
          </p:cNvPr>
          <p:cNvSpPr txBox="1"/>
          <p:nvPr/>
        </p:nvSpPr>
        <p:spPr>
          <a:xfrm>
            <a:off x="7736511"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8" name="TextBox 107">
            <a:extLst>
              <a:ext uri="{FF2B5EF4-FFF2-40B4-BE49-F238E27FC236}">
                <a16:creationId xmlns:a16="http://schemas.microsoft.com/office/drawing/2014/main" id="{B8157CCD-3E1F-189B-2DFF-5238156A35B1}"/>
              </a:ext>
            </a:extLst>
          </p:cNvPr>
          <p:cNvSpPr txBox="1"/>
          <p:nvPr/>
        </p:nvSpPr>
        <p:spPr>
          <a:xfrm>
            <a:off x="7736511"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grpSp>
        <p:nvGrpSpPr>
          <p:cNvPr id="207" name="Group 206">
            <a:extLst>
              <a:ext uri="{FF2B5EF4-FFF2-40B4-BE49-F238E27FC236}">
                <a16:creationId xmlns:a16="http://schemas.microsoft.com/office/drawing/2014/main" id="{369C00EC-2996-98B8-E9E8-DA131A81DD1E}"/>
              </a:ext>
            </a:extLst>
          </p:cNvPr>
          <p:cNvGrpSpPr/>
          <p:nvPr/>
        </p:nvGrpSpPr>
        <p:grpSpPr>
          <a:xfrm>
            <a:off x="3855691" y="2158965"/>
            <a:ext cx="1613734" cy="442035"/>
            <a:chOff x="4012043" y="2158965"/>
            <a:chExt cx="1613734" cy="442035"/>
          </a:xfrm>
        </p:grpSpPr>
        <p:sp>
          <p:nvSpPr>
            <p:cNvPr id="136" name="TextBox 135">
              <a:extLst>
                <a:ext uri="{FF2B5EF4-FFF2-40B4-BE49-F238E27FC236}">
                  <a16:creationId xmlns:a16="http://schemas.microsoft.com/office/drawing/2014/main" id="{85545497-FA0B-E404-C01C-DA6978AA1672}"/>
                </a:ext>
              </a:extLst>
            </p:cNvPr>
            <p:cNvSpPr txBox="1"/>
            <p:nvPr/>
          </p:nvSpPr>
          <p:spPr>
            <a:xfrm>
              <a:off x="4429350"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137" name="Picture Placeholder 18">
              <a:extLst>
                <a:ext uri="{FF2B5EF4-FFF2-40B4-BE49-F238E27FC236}">
                  <a16:creationId xmlns:a16="http://schemas.microsoft.com/office/drawing/2014/main" id="{B69A8B7A-6B95-7A7B-7316-BBC8DA2B03A3}"/>
                </a:ext>
              </a:extLst>
            </p:cNvPr>
            <p:cNvPicPr>
              <a:picLocks noChangeAspect="1"/>
            </p:cNvPicPr>
            <p:nvPr/>
          </p:nvPicPr>
          <p:blipFill>
            <a:blip r:embed="rId2"/>
            <a:srcRect l="431" r="431"/>
            <a:stretch/>
          </p:blipFill>
          <p:spPr>
            <a:xfrm>
              <a:off x="4012043" y="2171348"/>
              <a:ext cx="417307" cy="417268"/>
            </a:xfrm>
            <a:prstGeom prst="ellipse">
              <a:avLst/>
            </a:prstGeom>
            <a:ln w="12700">
              <a:solidFill>
                <a:schemeClr val="bg2"/>
              </a:solidFill>
            </a:ln>
          </p:spPr>
        </p:pic>
      </p:grpSp>
      <p:grpSp>
        <p:nvGrpSpPr>
          <p:cNvPr id="206" name="Group 205">
            <a:extLst>
              <a:ext uri="{FF2B5EF4-FFF2-40B4-BE49-F238E27FC236}">
                <a16:creationId xmlns:a16="http://schemas.microsoft.com/office/drawing/2014/main" id="{DD7B15F2-D42C-BB98-CBB8-583257751AFD}"/>
              </a:ext>
            </a:extLst>
          </p:cNvPr>
          <p:cNvGrpSpPr/>
          <p:nvPr/>
        </p:nvGrpSpPr>
        <p:grpSpPr>
          <a:xfrm>
            <a:off x="6020816" y="2158965"/>
            <a:ext cx="1613734" cy="442035"/>
            <a:chOff x="6177168" y="2158965"/>
            <a:chExt cx="1613734" cy="442035"/>
          </a:xfrm>
        </p:grpSpPr>
        <p:sp>
          <p:nvSpPr>
            <p:cNvPr id="134" name="TextBox 133">
              <a:extLst>
                <a:ext uri="{FF2B5EF4-FFF2-40B4-BE49-F238E27FC236}">
                  <a16:creationId xmlns:a16="http://schemas.microsoft.com/office/drawing/2014/main" id="{12E4C134-7C12-D346-7C09-AE2A88DCE811}"/>
                </a:ext>
              </a:extLst>
            </p:cNvPr>
            <p:cNvSpPr txBox="1"/>
            <p:nvPr/>
          </p:nvSpPr>
          <p:spPr>
            <a:xfrm>
              <a:off x="6594475"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135" name="Picture Placeholder 21">
              <a:extLst>
                <a:ext uri="{FF2B5EF4-FFF2-40B4-BE49-F238E27FC236}">
                  <a16:creationId xmlns:a16="http://schemas.microsoft.com/office/drawing/2014/main" id="{1052F52C-595E-9B14-631B-6E8D334864AD}"/>
                </a:ext>
              </a:extLst>
            </p:cNvPr>
            <p:cNvPicPr>
              <a:picLocks noChangeAspect="1"/>
            </p:cNvPicPr>
            <p:nvPr/>
          </p:nvPicPr>
          <p:blipFill>
            <a:blip r:embed="rId3"/>
            <a:srcRect l="534" r="534"/>
            <a:stretch/>
          </p:blipFill>
          <p:spPr>
            <a:xfrm>
              <a:off x="6177168" y="2171348"/>
              <a:ext cx="417307" cy="417268"/>
            </a:xfrm>
            <a:prstGeom prst="ellipse">
              <a:avLst/>
            </a:prstGeom>
            <a:ln w="12700">
              <a:solidFill>
                <a:schemeClr val="bg2"/>
              </a:solidFill>
            </a:ln>
          </p:spPr>
        </p:pic>
      </p:grpSp>
      <p:pic>
        <p:nvPicPr>
          <p:cNvPr id="110" name="Picture Placeholder 18">
            <a:extLst>
              <a:ext uri="{FF2B5EF4-FFF2-40B4-BE49-F238E27FC236}">
                <a16:creationId xmlns:a16="http://schemas.microsoft.com/office/drawing/2014/main" id="{00905005-4D42-E9D1-E4C5-A209E1B671AD}"/>
              </a:ext>
            </a:extLst>
          </p:cNvPr>
          <p:cNvPicPr>
            <a:picLocks noChangeAspect="1"/>
          </p:cNvPicPr>
          <p:nvPr/>
        </p:nvPicPr>
        <p:blipFill>
          <a:blip r:embed="rId2"/>
          <a:srcRect l="431" r="431"/>
          <a:stretch/>
        </p:blipFill>
        <p:spPr>
          <a:xfrm>
            <a:off x="3414157" y="3906215"/>
            <a:ext cx="417307" cy="417268"/>
          </a:xfrm>
          <a:prstGeom prst="ellipse">
            <a:avLst/>
          </a:prstGeom>
          <a:ln w="12700">
            <a:solidFill>
              <a:srgbClr val="B22470"/>
            </a:solidFill>
          </a:ln>
        </p:spPr>
      </p:pic>
      <p:pic>
        <p:nvPicPr>
          <p:cNvPr id="111" name="Picture Placeholder 21">
            <a:extLst>
              <a:ext uri="{FF2B5EF4-FFF2-40B4-BE49-F238E27FC236}">
                <a16:creationId xmlns:a16="http://schemas.microsoft.com/office/drawing/2014/main" id="{05B62401-818B-F16F-0821-BC103F42887B}"/>
              </a:ext>
            </a:extLst>
          </p:cNvPr>
          <p:cNvPicPr>
            <a:picLocks noChangeAspect="1"/>
          </p:cNvPicPr>
          <p:nvPr/>
        </p:nvPicPr>
        <p:blipFill>
          <a:blip r:embed="rId3"/>
          <a:srcRect l="534" r="534"/>
          <a:stretch/>
        </p:blipFill>
        <p:spPr>
          <a:xfrm>
            <a:off x="5366680" y="3906215"/>
            <a:ext cx="417307" cy="417268"/>
          </a:xfrm>
          <a:prstGeom prst="ellipse">
            <a:avLst/>
          </a:prstGeom>
          <a:ln w="12700">
            <a:solidFill>
              <a:srgbClr val="B22470"/>
            </a:solidFill>
          </a:ln>
        </p:spPr>
      </p:pic>
      <p:pic>
        <p:nvPicPr>
          <p:cNvPr id="112" name="Picture Placeholder 18">
            <a:extLst>
              <a:ext uri="{FF2B5EF4-FFF2-40B4-BE49-F238E27FC236}">
                <a16:creationId xmlns:a16="http://schemas.microsoft.com/office/drawing/2014/main" id="{A2589BEE-DBE5-C756-26FB-624CF7C914DC}"/>
              </a:ext>
            </a:extLst>
          </p:cNvPr>
          <p:cNvPicPr>
            <a:picLocks noChangeAspect="1"/>
          </p:cNvPicPr>
          <p:nvPr/>
        </p:nvPicPr>
        <p:blipFill>
          <a:blip r:embed="rId2"/>
          <a:srcRect l="431" r="431"/>
          <a:stretch/>
        </p:blipFill>
        <p:spPr>
          <a:xfrm>
            <a:off x="7317458" y="3910460"/>
            <a:ext cx="417307" cy="417268"/>
          </a:xfrm>
          <a:prstGeom prst="ellipse">
            <a:avLst/>
          </a:prstGeom>
          <a:ln w="12700">
            <a:solidFill>
              <a:srgbClr val="B22470"/>
            </a:solidFill>
          </a:ln>
        </p:spPr>
      </p:pic>
      <p:pic>
        <p:nvPicPr>
          <p:cNvPr id="113" name="Picture Placeholder 21">
            <a:extLst>
              <a:ext uri="{FF2B5EF4-FFF2-40B4-BE49-F238E27FC236}">
                <a16:creationId xmlns:a16="http://schemas.microsoft.com/office/drawing/2014/main" id="{D37EE59B-4512-4193-1872-015DF22AB965}"/>
              </a:ext>
            </a:extLst>
          </p:cNvPr>
          <p:cNvPicPr>
            <a:picLocks noChangeAspect="1"/>
          </p:cNvPicPr>
          <p:nvPr/>
        </p:nvPicPr>
        <p:blipFill>
          <a:blip r:embed="rId3"/>
          <a:srcRect l="534" r="534"/>
          <a:stretch/>
        </p:blipFill>
        <p:spPr>
          <a:xfrm>
            <a:off x="9271728" y="3906215"/>
            <a:ext cx="417307" cy="417268"/>
          </a:xfrm>
          <a:prstGeom prst="ellipse">
            <a:avLst/>
          </a:prstGeom>
          <a:ln w="12700">
            <a:solidFill>
              <a:srgbClr val="B22470"/>
            </a:solidFill>
          </a:ln>
        </p:spPr>
      </p:pic>
      <p:pic>
        <p:nvPicPr>
          <p:cNvPr id="114" name="Picture Placeholder 18">
            <a:extLst>
              <a:ext uri="{FF2B5EF4-FFF2-40B4-BE49-F238E27FC236}">
                <a16:creationId xmlns:a16="http://schemas.microsoft.com/office/drawing/2014/main" id="{93590260-0E99-8E4C-ACFA-31CA9B749242}"/>
              </a:ext>
            </a:extLst>
          </p:cNvPr>
          <p:cNvPicPr>
            <a:picLocks noChangeAspect="1"/>
          </p:cNvPicPr>
          <p:nvPr/>
        </p:nvPicPr>
        <p:blipFill>
          <a:blip r:embed="rId2"/>
          <a:srcRect l="431" r="431"/>
          <a:stretch/>
        </p:blipFill>
        <p:spPr>
          <a:xfrm>
            <a:off x="11224253" y="3906215"/>
            <a:ext cx="417307" cy="417268"/>
          </a:xfrm>
          <a:prstGeom prst="ellipse">
            <a:avLst/>
          </a:prstGeom>
          <a:ln w="12700">
            <a:solidFill>
              <a:srgbClr val="B22470"/>
            </a:solidFill>
          </a:ln>
        </p:spPr>
      </p:pic>
      <p:pic>
        <p:nvPicPr>
          <p:cNvPr id="115" name="Picture Placeholder 18">
            <a:extLst>
              <a:ext uri="{FF2B5EF4-FFF2-40B4-BE49-F238E27FC236}">
                <a16:creationId xmlns:a16="http://schemas.microsoft.com/office/drawing/2014/main" id="{8C8D087A-0477-D7D5-4A00-23B97B9492CE}"/>
              </a:ext>
            </a:extLst>
          </p:cNvPr>
          <p:cNvPicPr>
            <a:picLocks noChangeAspect="1"/>
          </p:cNvPicPr>
          <p:nvPr/>
        </p:nvPicPr>
        <p:blipFill>
          <a:blip r:embed="rId2"/>
          <a:srcRect l="431" r="431"/>
          <a:stretch/>
        </p:blipFill>
        <p:spPr>
          <a:xfrm>
            <a:off x="3414157" y="4444279"/>
            <a:ext cx="417307" cy="417268"/>
          </a:xfrm>
          <a:prstGeom prst="ellipse">
            <a:avLst/>
          </a:prstGeom>
          <a:ln w="12700">
            <a:solidFill>
              <a:srgbClr val="B22470"/>
            </a:solidFill>
          </a:ln>
        </p:spPr>
      </p:pic>
      <p:pic>
        <p:nvPicPr>
          <p:cNvPr id="116" name="Picture Placeholder 21">
            <a:extLst>
              <a:ext uri="{FF2B5EF4-FFF2-40B4-BE49-F238E27FC236}">
                <a16:creationId xmlns:a16="http://schemas.microsoft.com/office/drawing/2014/main" id="{E5010D49-230D-BCCD-E5D7-D844AC282E61}"/>
              </a:ext>
            </a:extLst>
          </p:cNvPr>
          <p:cNvPicPr>
            <a:picLocks noChangeAspect="1"/>
          </p:cNvPicPr>
          <p:nvPr/>
        </p:nvPicPr>
        <p:blipFill>
          <a:blip r:embed="rId3"/>
          <a:srcRect l="534" r="534"/>
          <a:stretch/>
        </p:blipFill>
        <p:spPr>
          <a:xfrm>
            <a:off x="5366680" y="4444279"/>
            <a:ext cx="417307" cy="417268"/>
          </a:xfrm>
          <a:prstGeom prst="ellipse">
            <a:avLst/>
          </a:prstGeom>
          <a:ln w="12700">
            <a:solidFill>
              <a:srgbClr val="B22470"/>
            </a:solidFill>
          </a:ln>
        </p:spPr>
      </p:pic>
      <p:pic>
        <p:nvPicPr>
          <p:cNvPr id="117" name="Picture Placeholder 18">
            <a:extLst>
              <a:ext uri="{FF2B5EF4-FFF2-40B4-BE49-F238E27FC236}">
                <a16:creationId xmlns:a16="http://schemas.microsoft.com/office/drawing/2014/main" id="{6D0E8163-2397-B8D1-9797-1A95C087A588}"/>
              </a:ext>
            </a:extLst>
          </p:cNvPr>
          <p:cNvPicPr>
            <a:picLocks noChangeAspect="1"/>
          </p:cNvPicPr>
          <p:nvPr/>
        </p:nvPicPr>
        <p:blipFill>
          <a:blip r:embed="rId2"/>
          <a:srcRect l="431" r="431"/>
          <a:stretch/>
        </p:blipFill>
        <p:spPr>
          <a:xfrm>
            <a:off x="7317458" y="4448524"/>
            <a:ext cx="417307" cy="417268"/>
          </a:xfrm>
          <a:prstGeom prst="ellipse">
            <a:avLst/>
          </a:prstGeom>
          <a:ln w="12700">
            <a:solidFill>
              <a:srgbClr val="B22470"/>
            </a:solidFill>
          </a:ln>
        </p:spPr>
      </p:pic>
      <p:pic>
        <p:nvPicPr>
          <p:cNvPr id="118" name="Picture Placeholder 21">
            <a:extLst>
              <a:ext uri="{FF2B5EF4-FFF2-40B4-BE49-F238E27FC236}">
                <a16:creationId xmlns:a16="http://schemas.microsoft.com/office/drawing/2014/main" id="{B5D8846B-8494-B5CF-0418-891FA65DDC8E}"/>
              </a:ext>
            </a:extLst>
          </p:cNvPr>
          <p:cNvPicPr>
            <a:picLocks noChangeAspect="1"/>
          </p:cNvPicPr>
          <p:nvPr/>
        </p:nvPicPr>
        <p:blipFill>
          <a:blip r:embed="rId3"/>
          <a:srcRect l="534" r="534"/>
          <a:stretch/>
        </p:blipFill>
        <p:spPr>
          <a:xfrm>
            <a:off x="9271728" y="4444279"/>
            <a:ext cx="417307" cy="417268"/>
          </a:xfrm>
          <a:prstGeom prst="ellipse">
            <a:avLst/>
          </a:prstGeom>
          <a:ln w="12700">
            <a:solidFill>
              <a:srgbClr val="B22470"/>
            </a:solidFill>
          </a:ln>
        </p:spPr>
      </p:pic>
      <p:pic>
        <p:nvPicPr>
          <p:cNvPr id="119" name="Picture Placeholder 18">
            <a:extLst>
              <a:ext uri="{FF2B5EF4-FFF2-40B4-BE49-F238E27FC236}">
                <a16:creationId xmlns:a16="http://schemas.microsoft.com/office/drawing/2014/main" id="{DE7943EA-012F-5849-E9F9-F58CDF93E442}"/>
              </a:ext>
            </a:extLst>
          </p:cNvPr>
          <p:cNvPicPr>
            <a:picLocks noChangeAspect="1"/>
          </p:cNvPicPr>
          <p:nvPr/>
        </p:nvPicPr>
        <p:blipFill>
          <a:blip r:embed="rId2"/>
          <a:srcRect l="431" r="431"/>
          <a:stretch/>
        </p:blipFill>
        <p:spPr>
          <a:xfrm>
            <a:off x="11224253" y="4444279"/>
            <a:ext cx="417307" cy="417268"/>
          </a:xfrm>
          <a:prstGeom prst="ellipse">
            <a:avLst/>
          </a:prstGeom>
          <a:ln w="12700">
            <a:solidFill>
              <a:srgbClr val="B22470"/>
            </a:solidFill>
          </a:ln>
        </p:spPr>
      </p:pic>
      <p:pic>
        <p:nvPicPr>
          <p:cNvPr id="120" name="Picture Placeholder 18">
            <a:extLst>
              <a:ext uri="{FF2B5EF4-FFF2-40B4-BE49-F238E27FC236}">
                <a16:creationId xmlns:a16="http://schemas.microsoft.com/office/drawing/2014/main" id="{C32689AF-954A-B9C7-BB32-4AA8A05D4299}"/>
              </a:ext>
            </a:extLst>
          </p:cNvPr>
          <p:cNvPicPr>
            <a:picLocks noChangeAspect="1"/>
          </p:cNvPicPr>
          <p:nvPr/>
        </p:nvPicPr>
        <p:blipFill>
          <a:blip r:embed="rId2"/>
          <a:srcRect l="431" r="431"/>
          <a:stretch/>
        </p:blipFill>
        <p:spPr>
          <a:xfrm>
            <a:off x="3414157" y="4983285"/>
            <a:ext cx="417307" cy="417268"/>
          </a:xfrm>
          <a:prstGeom prst="ellipse">
            <a:avLst/>
          </a:prstGeom>
          <a:ln w="12700">
            <a:solidFill>
              <a:srgbClr val="B22470"/>
            </a:solidFill>
          </a:ln>
        </p:spPr>
      </p:pic>
      <p:pic>
        <p:nvPicPr>
          <p:cNvPr id="121" name="Picture Placeholder 21">
            <a:extLst>
              <a:ext uri="{FF2B5EF4-FFF2-40B4-BE49-F238E27FC236}">
                <a16:creationId xmlns:a16="http://schemas.microsoft.com/office/drawing/2014/main" id="{1127F7F6-E5A7-D802-AC20-15AAA0A09363}"/>
              </a:ext>
            </a:extLst>
          </p:cNvPr>
          <p:cNvPicPr>
            <a:picLocks noChangeAspect="1"/>
          </p:cNvPicPr>
          <p:nvPr/>
        </p:nvPicPr>
        <p:blipFill>
          <a:blip r:embed="rId3"/>
          <a:srcRect l="534" r="534"/>
          <a:stretch/>
        </p:blipFill>
        <p:spPr>
          <a:xfrm>
            <a:off x="5366680" y="4983285"/>
            <a:ext cx="417307" cy="417268"/>
          </a:xfrm>
          <a:prstGeom prst="ellipse">
            <a:avLst/>
          </a:prstGeom>
          <a:ln w="12700">
            <a:solidFill>
              <a:srgbClr val="B22470"/>
            </a:solidFill>
          </a:ln>
        </p:spPr>
      </p:pic>
      <p:pic>
        <p:nvPicPr>
          <p:cNvPr id="122" name="Picture Placeholder 18">
            <a:extLst>
              <a:ext uri="{FF2B5EF4-FFF2-40B4-BE49-F238E27FC236}">
                <a16:creationId xmlns:a16="http://schemas.microsoft.com/office/drawing/2014/main" id="{C5C2C331-83F4-BEFD-192C-90D1F8F388C6}"/>
              </a:ext>
            </a:extLst>
          </p:cNvPr>
          <p:cNvPicPr>
            <a:picLocks noChangeAspect="1"/>
          </p:cNvPicPr>
          <p:nvPr/>
        </p:nvPicPr>
        <p:blipFill>
          <a:blip r:embed="rId2"/>
          <a:srcRect l="431" r="431"/>
          <a:stretch/>
        </p:blipFill>
        <p:spPr>
          <a:xfrm>
            <a:off x="7317458" y="4987531"/>
            <a:ext cx="417307" cy="417268"/>
          </a:xfrm>
          <a:prstGeom prst="ellipse">
            <a:avLst/>
          </a:prstGeom>
          <a:ln w="12700">
            <a:solidFill>
              <a:srgbClr val="B22470"/>
            </a:solidFill>
          </a:ln>
        </p:spPr>
      </p:pic>
      <p:pic>
        <p:nvPicPr>
          <p:cNvPr id="123" name="Picture Placeholder 21">
            <a:extLst>
              <a:ext uri="{FF2B5EF4-FFF2-40B4-BE49-F238E27FC236}">
                <a16:creationId xmlns:a16="http://schemas.microsoft.com/office/drawing/2014/main" id="{4DC766FB-149D-DBED-4720-F47879B95480}"/>
              </a:ext>
            </a:extLst>
          </p:cNvPr>
          <p:cNvPicPr>
            <a:picLocks noChangeAspect="1"/>
          </p:cNvPicPr>
          <p:nvPr/>
        </p:nvPicPr>
        <p:blipFill>
          <a:blip r:embed="rId3"/>
          <a:srcRect l="534" r="534"/>
          <a:stretch/>
        </p:blipFill>
        <p:spPr>
          <a:xfrm>
            <a:off x="9271728" y="4983285"/>
            <a:ext cx="417307" cy="417268"/>
          </a:xfrm>
          <a:prstGeom prst="ellipse">
            <a:avLst/>
          </a:prstGeom>
          <a:ln w="12700">
            <a:solidFill>
              <a:srgbClr val="B22470"/>
            </a:solidFill>
          </a:ln>
        </p:spPr>
      </p:pic>
      <p:pic>
        <p:nvPicPr>
          <p:cNvPr id="124" name="Picture Placeholder 18">
            <a:extLst>
              <a:ext uri="{FF2B5EF4-FFF2-40B4-BE49-F238E27FC236}">
                <a16:creationId xmlns:a16="http://schemas.microsoft.com/office/drawing/2014/main" id="{36240F28-B73C-D49D-9539-2DD257182F7D}"/>
              </a:ext>
            </a:extLst>
          </p:cNvPr>
          <p:cNvPicPr>
            <a:picLocks noChangeAspect="1"/>
          </p:cNvPicPr>
          <p:nvPr/>
        </p:nvPicPr>
        <p:blipFill>
          <a:blip r:embed="rId2"/>
          <a:srcRect l="431" r="431"/>
          <a:stretch/>
        </p:blipFill>
        <p:spPr>
          <a:xfrm>
            <a:off x="11224253" y="4983285"/>
            <a:ext cx="417307" cy="417268"/>
          </a:xfrm>
          <a:prstGeom prst="ellipse">
            <a:avLst/>
          </a:prstGeom>
          <a:ln w="12700">
            <a:solidFill>
              <a:srgbClr val="B22470"/>
            </a:solidFill>
          </a:ln>
        </p:spPr>
      </p:pic>
      <p:grpSp>
        <p:nvGrpSpPr>
          <p:cNvPr id="210" name="Group 209">
            <a:extLst>
              <a:ext uri="{FF2B5EF4-FFF2-40B4-BE49-F238E27FC236}">
                <a16:creationId xmlns:a16="http://schemas.microsoft.com/office/drawing/2014/main" id="{4AC0262F-CFBC-764B-6AD6-58302B009408}"/>
              </a:ext>
            </a:extLst>
          </p:cNvPr>
          <p:cNvGrpSpPr/>
          <p:nvPr/>
        </p:nvGrpSpPr>
        <p:grpSpPr>
          <a:xfrm>
            <a:off x="8802703" y="2158965"/>
            <a:ext cx="1613734" cy="442035"/>
            <a:chOff x="4012043" y="2158965"/>
            <a:chExt cx="1613734" cy="442035"/>
          </a:xfrm>
        </p:grpSpPr>
        <p:sp>
          <p:nvSpPr>
            <p:cNvPr id="211" name="TextBox 210">
              <a:extLst>
                <a:ext uri="{FF2B5EF4-FFF2-40B4-BE49-F238E27FC236}">
                  <a16:creationId xmlns:a16="http://schemas.microsoft.com/office/drawing/2014/main" id="{D453E222-6F6A-E77E-DE4E-F678E29E19D8}"/>
                </a:ext>
              </a:extLst>
            </p:cNvPr>
            <p:cNvSpPr txBox="1"/>
            <p:nvPr/>
          </p:nvSpPr>
          <p:spPr>
            <a:xfrm>
              <a:off x="4429350"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212" name="Picture Placeholder 18">
              <a:extLst>
                <a:ext uri="{FF2B5EF4-FFF2-40B4-BE49-F238E27FC236}">
                  <a16:creationId xmlns:a16="http://schemas.microsoft.com/office/drawing/2014/main" id="{B03FA770-43CB-41E3-157D-901AB2229126}"/>
                </a:ext>
              </a:extLst>
            </p:cNvPr>
            <p:cNvPicPr>
              <a:picLocks noChangeAspect="1"/>
            </p:cNvPicPr>
            <p:nvPr/>
          </p:nvPicPr>
          <p:blipFill>
            <a:blip r:embed="rId2"/>
            <a:srcRect l="431" r="431"/>
            <a:stretch/>
          </p:blipFill>
          <p:spPr>
            <a:xfrm>
              <a:off x="4012043" y="2171348"/>
              <a:ext cx="417307" cy="417268"/>
            </a:xfrm>
            <a:prstGeom prst="ellipse">
              <a:avLst/>
            </a:prstGeom>
            <a:ln w="12700">
              <a:solidFill>
                <a:schemeClr val="bg2"/>
              </a:solidFill>
            </a:ln>
          </p:spPr>
        </p:pic>
      </p:grpSp>
      <p:grpSp>
        <p:nvGrpSpPr>
          <p:cNvPr id="213" name="Group 212">
            <a:extLst>
              <a:ext uri="{FF2B5EF4-FFF2-40B4-BE49-F238E27FC236}">
                <a16:creationId xmlns:a16="http://schemas.microsoft.com/office/drawing/2014/main" id="{3CBC95D5-CD25-9A41-D99A-ABFF924B3B2B}"/>
              </a:ext>
            </a:extLst>
          </p:cNvPr>
          <p:cNvGrpSpPr/>
          <p:nvPr/>
        </p:nvGrpSpPr>
        <p:grpSpPr>
          <a:xfrm>
            <a:off x="10967828" y="2158965"/>
            <a:ext cx="1613734" cy="442035"/>
            <a:chOff x="6177168" y="2158965"/>
            <a:chExt cx="1613734" cy="442035"/>
          </a:xfrm>
        </p:grpSpPr>
        <p:sp>
          <p:nvSpPr>
            <p:cNvPr id="214" name="TextBox 213">
              <a:extLst>
                <a:ext uri="{FF2B5EF4-FFF2-40B4-BE49-F238E27FC236}">
                  <a16:creationId xmlns:a16="http://schemas.microsoft.com/office/drawing/2014/main" id="{280F1909-66A2-7168-16EF-777E5F0B959A}"/>
                </a:ext>
              </a:extLst>
            </p:cNvPr>
            <p:cNvSpPr txBox="1"/>
            <p:nvPr/>
          </p:nvSpPr>
          <p:spPr>
            <a:xfrm>
              <a:off x="6594475"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215" name="Picture Placeholder 21">
              <a:extLst>
                <a:ext uri="{FF2B5EF4-FFF2-40B4-BE49-F238E27FC236}">
                  <a16:creationId xmlns:a16="http://schemas.microsoft.com/office/drawing/2014/main" id="{4417AF16-6D00-FAE4-0559-E7C5DE4B50D5}"/>
                </a:ext>
              </a:extLst>
            </p:cNvPr>
            <p:cNvPicPr>
              <a:picLocks noChangeAspect="1"/>
            </p:cNvPicPr>
            <p:nvPr/>
          </p:nvPicPr>
          <p:blipFill>
            <a:blip r:embed="rId3"/>
            <a:srcRect l="534" r="534"/>
            <a:stretch/>
          </p:blipFill>
          <p:spPr>
            <a:xfrm>
              <a:off x="6177168" y="2171348"/>
              <a:ext cx="417307" cy="417268"/>
            </a:xfrm>
            <a:prstGeom prst="ellipse">
              <a:avLst/>
            </a:prstGeom>
            <a:ln w="12700">
              <a:solidFill>
                <a:schemeClr val="bg2"/>
              </a:solidFill>
            </a:ln>
          </p:spPr>
        </p:pic>
      </p:grpSp>
    </p:spTree>
    <p:extLst>
      <p:ext uri="{BB962C8B-B14F-4D97-AF65-F5344CB8AC3E}">
        <p14:creationId xmlns:p14="http://schemas.microsoft.com/office/powerpoint/2010/main" val="1435279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898219B-7285-E57E-3829-66D445882055}"/>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35942013-0A5A-F2D5-CC96-FDBDE9B8B90E}"/>
              </a:ext>
            </a:extLst>
          </p:cNvPr>
          <p:cNvSpPr>
            <a:spLocks noGrp="1"/>
          </p:cNvSpPr>
          <p:nvPr>
            <p:ph type="title"/>
          </p:nvPr>
        </p:nvSpPr>
        <p:spPr>
          <a:xfrm>
            <a:off x="539750" y="540000"/>
            <a:ext cx="12384088" cy="543914"/>
          </a:xfrm>
        </p:spPr>
        <p:txBody>
          <a:bodyPr/>
          <a:lstStyle/>
          <a:p>
            <a:r>
              <a:rPr lang="en-GB"/>
              <a:t>Team chart </a:t>
            </a:r>
          </a:p>
        </p:txBody>
      </p:sp>
      <p:sp>
        <p:nvSpPr>
          <p:cNvPr id="4" name="Picture Placeholder 37">
            <a:extLst>
              <a:ext uri="{FF2B5EF4-FFF2-40B4-BE49-F238E27FC236}">
                <a16:creationId xmlns:a16="http://schemas.microsoft.com/office/drawing/2014/main" id="{10A0FC76-6AE1-3D9D-B5CB-E6C62CAAE0DD}"/>
              </a:ext>
            </a:extLst>
          </p:cNvPr>
          <p:cNvSpPr txBox="1">
            <a:spLocks/>
          </p:cNvSpPr>
          <p:nvPr/>
        </p:nvSpPr>
        <p:spPr>
          <a:xfrm>
            <a:off x="6427468" y="3"/>
            <a:ext cx="7036120" cy="5758165"/>
          </a:xfrm>
          <a:custGeom>
            <a:avLst/>
            <a:gdLst>
              <a:gd name="connsiteX0" fmla="*/ 0 w 4800074"/>
              <a:gd name="connsiteY0" fmla="*/ 0 h 3849680"/>
              <a:gd name="connsiteX1" fmla="*/ 2635163 w 4800074"/>
              <a:gd name="connsiteY1" fmla="*/ 0 h 3849680"/>
              <a:gd name="connsiteX2" fmla="*/ 2669237 w 4800074"/>
              <a:gd name="connsiteY2" fmla="*/ 73602 h 3849680"/>
              <a:gd name="connsiteX3" fmla="*/ 4321037 w 4800074"/>
              <a:gd name="connsiteY3" fmla="*/ 933414 h 3849680"/>
              <a:gd name="connsiteX4" fmla="*/ 4588836 w 4800074"/>
              <a:gd name="connsiteY4" fmla="*/ 1020935 h 3849680"/>
              <a:gd name="connsiteX5" fmla="*/ 4800074 w 4800074"/>
              <a:gd name="connsiteY5" fmla="*/ 1092300 h 3849680"/>
              <a:gd name="connsiteX6" fmla="*/ 4800074 w 4800074"/>
              <a:gd name="connsiteY6" fmla="*/ 3849680 h 3849680"/>
              <a:gd name="connsiteX7" fmla="*/ 4772332 w 4800074"/>
              <a:gd name="connsiteY7" fmla="*/ 3849680 h 3849680"/>
              <a:gd name="connsiteX8" fmla="*/ 4733662 w 4800074"/>
              <a:gd name="connsiteY8" fmla="*/ 3760839 h 3849680"/>
              <a:gd name="connsiteX9" fmla="*/ 3027543 w 4800074"/>
              <a:gd name="connsiteY9" fmla="*/ 2807059 h 3849680"/>
              <a:gd name="connsiteX10" fmla="*/ 8941 w 4800074"/>
              <a:gd name="connsiteY10" fmla="*/ 112132 h 3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0074" h="3849680">
                <a:moveTo>
                  <a:pt x="0" y="0"/>
                </a:moveTo>
                <a:lnTo>
                  <a:pt x="2635163" y="0"/>
                </a:lnTo>
                <a:lnTo>
                  <a:pt x="2669237" y="73602"/>
                </a:lnTo>
                <a:cubicBezTo>
                  <a:pt x="2894609" y="470494"/>
                  <a:pt x="3566352" y="688059"/>
                  <a:pt x="4321037" y="933414"/>
                </a:cubicBezTo>
                <a:cubicBezTo>
                  <a:pt x="4409117" y="962032"/>
                  <a:pt x="4498555" y="991095"/>
                  <a:pt x="4588836" y="1020935"/>
                </a:cubicBezTo>
                <a:lnTo>
                  <a:pt x="4800074" y="1092300"/>
                </a:lnTo>
                <a:lnTo>
                  <a:pt x="4800074" y="3849680"/>
                </a:lnTo>
                <a:lnTo>
                  <a:pt x="4772332" y="3849680"/>
                </a:lnTo>
                <a:lnTo>
                  <a:pt x="4733662" y="3760839"/>
                </a:lnTo>
                <a:cubicBezTo>
                  <a:pt x="4495271" y="3313079"/>
                  <a:pt x="3788246" y="3058431"/>
                  <a:pt x="3027543" y="2807059"/>
                </a:cubicBezTo>
                <a:cubicBezTo>
                  <a:pt x="1759471" y="2387071"/>
                  <a:pt x="199041" y="1873537"/>
                  <a:pt x="8941" y="112132"/>
                </a:cubicBezTo>
                <a:close/>
              </a:path>
            </a:pathLst>
          </a:custGeom>
          <a:solidFill>
            <a:schemeClr val="accent5"/>
          </a:solidFill>
        </p:spPr>
        <p:txBody>
          <a:bodyPr wrap="square" anchor="ctr">
            <a:noAutofit/>
          </a:bodyPr>
          <a:lstStyle>
            <a:lvl1pPr marL="0" indent="0" algn="ctr" defTabSz="740134" rtl="0" eaLnBrk="1" latinLnBrk="0" hangingPunct="1">
              <a:lnSpc>
                <a:spcPct val="100000"/>
              </a:lnSpc>
              <a:spcBef>
                <a:spcPts val="0"/>
              </a:spcBef>
              <a:spcAft>
                <a:spcPts val="600"/>
              </a:spcAft>
              <a:buFont typeface="Arial" panose="020B0604020202020204" pitchFamily="34" charset="0"/>
              <a:buNone/>
              <a:defRPr sz="1511" kern="1200">
                <a:solidFill>
                  <a:schemeClr val="tx1"/>
                </a:solidFill>
                <a:latin typeface="+mj-lt"/>
                <a:ea typeface="+mn-ea"/>
                <a:cs typeface="+mn-cs"/>
              </a:defRPr>
            </a:lvl1pPr>
            <a:lvl2pPr marL="0" indent="0" algn="l" defTabSz="740134"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3pPr>
            <a:lvl4pPr marL="36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4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035370"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6pPr>
            <a:lvl7pPr marL="2405437"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7pPr>
            <a:lvl8pPr marL="2775504"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8pPr>
            <a:lvl9pPr marL="3145571"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a:lstStyle>
          <a:p>
            <a:endParaRPr lang="en-GB"/>
          </a:p>
        </p:txBody>
      </p:sp>
      <p:sp>
        <p:nvSpPr>
          <p:cNvPr id="5" name="Rectangle 4">
            <a:extLst>
              <a:ext uri="{FF2B5EF4-FFF2-40B4-BE49-F238E27FC236}">
                <a16:creationId xmlns:a16="http://schemas.microsoft.com/office/drawing/2014/main" id="{DF0A9650-98D2-7D31-0DA0-E3EE8E0AC84D}"/>
              </a:ext>
            </a:extLst>
          </p:cNvPr>
          <p:cNvSpPr/>
          <p:nvPr/>
        </p:nvSpPr>
        <p:spPr>
          <a:xfrm>
            <a:off x="3263153" y="1800225"/>
            <a:ext cx="9660684" cy="52210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0000"/>
              </a:lnSpc>
              <a:spcBef>
                <a:spcPts val="750"/>
              </a:spcBef>
            </a:pPr>
            <a:endParaRPr lang="en-GB" sz="900" b="1">
              <a:solidFill>
                <a:schemeClr val="bg1"/>
              </a:solidFill>
              <a:latin typeface="+mj-lt"/>
            </a:endParaRPr>
          </a:p>
        </p:txBody>
      </p:sp>
      <p:sp>
        <p:nvSpPr>
          <p:cNvPr id="25" name="Text Placeholder 2">
            <a:extLst>
              <a:ext uri="{FF2B5EF4-FFF2-40B4-BE49-F238E27FC236}">
                <a16:creationId xmlns:a16="http://schemas.microsoft.com/office/drawing/2014/main" id="{40C5CF14-E8DB-4ADA-4977-D07B1A7E737A}"/>
              </a:ext>
            </a:extLst>
          </p:cNvPr>
          <p:cNvSpPr txBox="1">
            <a:spLocks/>
          </p:cNvSpPr>
          <p:nvPr/>
        </p:nvSpPr>
        <p:spPr>
          <a:xfrm>
            <a:off x="539750" y="1800225"/>
            <a:ext cx="2339975" cy="5221288"/>
          </a:xfrm>
          <a:prstGeom prst="rect">
            <a:avLst/>
          </a:prstGeom>
          <a:solidFill>
            <a:srgbClr val="ECF9F4"/>
          </a:solidFill>
        </p:spPr>
        <p:txBody>
          <a:bodyPr vert="horz" lIns="108000" tIns="108000" rIns="108000" bIns="108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tx1"/>
                </a:solidFill>
              </a:rPr>
              <a:t>Intro text to go here </a:t>
            </a:r>
            <a:r>
              <a:rPr lang="en-GB" err="1">
                <a:solidFill>
                  <a:schemeClr val="tx1"/>
                </a:solidFill>
              </a:rPr>
              <a:t>Pellentesque</a:t>
            </a:r>
            <a:r>
              <a:rPr lang="en-GB">
                <a:solidFill>
                  <a:schemeClr val="tx1"/>
                </a:solidFill>
              </a:rPr>
              <a:t> auctor </a:t>
            </a:r>
            <a:r>
              <a:rPr lang="en-GB" err="1">
                <a:solidFill>
                  <a:schemeClr val="tx1"/>
                </a:solidFill>
              </a:rPr>
              <a:t>pellentesque</a:t>
            </a:r>
            <a:r>
              <a:rPr lang="en-GB">
                <a:solidFill>
                  <a:schemeClr val="tx1"/>
                </a:solidFill>
              </a:rPr>
              <a:t> ligula, at pharetra </a:t>
            </a:r>
            <a:r>
              <a:rPr lang="en-GB" err="1">
                <a:solidFill>
                  <a:schemeClr val="tx1"/>
                </a:solidFill>
              </a:rPr>
              <a:t>felis</a:t>
            </a:r>
            <a:r>
              <a:rPr lang="en-GB">
                <a:solidFill>
                  <a:schemeClr val="tx1"/>
                </a:solidFill>
              </a:rPr>
              <a:t> dictum non. Duis convallis </a:t>
            </a:r>
            <a:r>
              <a:rPr lang="en-GB" err="1">
                <a:solidFill>
                  <a:schemeClr val="tx1"/>
                </a:solidFill>
              </a:rPr>
              <a:t>turpis</a:t>
            </a:r>
            <a:r>
              <a:rPr lang="en-GB">
                <a:solidFill>
                  <a:schemeClr val="tx1"/>
                </a:solidFill>
              </a:rPr>
              <a:t> non </a:t>
            </a:r>
            <a:r>
              <a:rPr lang="en-GB" err="1">
                <a:solidFill>
                  <a:schemeClr val="tx1"/>
                </a:solidFill>
              </a:rPr>
              <a:t>quam</a:t>
            </a:r>
            <a:r>
              <a:rPr lang="en-GB">
                <a:solidFill>
                  <a:schemeClr val="tx1"/>
                </a:solidFill>
              </a:rPr>
              <a:t> </a:t>
            </a:r>
            <a:r>
              <a:rPr lang="en-GB" err="1">
                <a:solidFill>
                  <a:schemeClr val="tx1"/>
                </a:solidFill>
              </a:rPr>
              <a:t>eleifend</a:t>
            </a:r>
            <a:r>
              <a:rPr lang="en-GB">
                <a:solidFill>
                  <a:schemeClr val="tx1"/>
                </a:solidFill>
              </a:rPr>
              <a:t> </a:t>
            </a:r>
            <a:r>
              <a:rPr lang="en-GB" err="1">
                <a:solidFill>
                  <a:schemeClr val="tx1"/>
                </a:solidFill>
              </a:rPr>
              <a:t>sodales</a:t>
            </a:r>
            <a:r>
              <a:rPr lang="en-GB">
                <a:solidFill>
                  <a:schemeClr val="tx1"/>
                </a:solidFill>
              </a:rPr>
              <a:t>. Vestibulum ante ipsum </a:t>
            </a:r>
            <a:r>
              <a:rPr lang="en-GB" err="1">
                <a:solidFill>
                  <a:schemeClr val="tx1"/>
                </a:solidFill>
              </a:rPr>
              <a:t>primis</a:t>
            </a:r>
            <a:r>
              <a:rPr lang="en-GB">
                <a:solidFill>
                  <a:schemeClr val="tx1"/>
                </a:solidFill>
              </a:rPr>
              <a:t> in </a:t>
            </a:r>
            <a:r>
              <a:rPr lang="en-GB" err="1">
                <a:solidFill>
                  <a:schemeClr val="tx1"/>
                </a:solidFill>
              </a:rPr>
              <a:t>faucibus</a:t>
            </a:r>
            <a:r>
              <a:rPr lang="en-GB">
                <a:solidFill>
                  <a:schemeClr val="tx1"/>
                </a:solidFill>
              </a:rPr>
              <a:t> </a:t>
            </a:r>
            <a:r>
              <a:rPr lang="en-GB" err="1">
                <a:solidFill>
                  <a:schemeClr val="tx1"/>
                </a:solidFill>
              </a:rPr>
              <a:t>orci</a:t>
            </a:r>
            <a:r>
              <a:rPr lang="en-GB">
                <a:solidFill>
                  <a:schemeClr val="tx1"/>
                </a:solidFill>
              </a:rPr>
              <a:t> </a:t>
            </a:r>
            <a:r>
              <a:rPr lang="en-GB" err="1">
                <a:solidFill>
                  <a:schemeClr val="tx1"/>
                </a:solidFill>
              </a:rPr>
              <a:t>luctus</a:t>
            </a:r>
            <a:r>
              <a:rPr lang="en-GB">
                <a:solidFill>
                  <a:schemeClr val="tx1"/>
                </a:solidFill>
              </a:rPr>
              <a:t> et </a:t>
            </a:r>
            <a:r>
              <a:rPr lang="en-GB" err="1">
                <a:solidFill>
                  <a:schemeClr val="tx1"/>
                </a:solidFill>
              </a:rPr>
              <a:t>ultrices</a:t>
            </a:r>
            <a:r>
              <a:rPr lang="en-GB">
                <a:solidFill>
                  <a:schemeClr val="tx1"/>
                </a:solidFill>
              </a:rPr>
              <a:t> </a:t>
            </a:r>
            <a:r>
              <a:rPr lang="en-GB" err="1">
                <a:solidFill>
                  <a:schemeClr val="tx1"/>
                </a:solidFill>
              </a:rPr>
              <a:t>posuere</a:t>
            </a:r>
            <a:r>
              <a:rPr lang="en-GB">
                <a:solidFill>
                  <a:schemeClr val="tx1"/>
                </a:solidFill>
              </a:rPr>
              <a:t> </a:t>
            </a:r>
            <a:r>
              <a:rPr lang="en-GB" err="1">
                <a:solidFill>
                  <a:schemeClr val="tx1"/>
                </a:solidFill>
              </a:rPr>
              <a:t>cubilia</a:t>
            </a:r>
            <a:r>
              <a:rPr lang="en-GB">
                <a:solidFill>
                  <a:schemeClr val="tx1"/>
                </a:solidFill>
              </a:rPr>
              <a:t> curae; Proin </a:t>
            </a:r>
            <a:r>
              <a:rPr lang="en-GB" err="1">
                <a:solidFill>
                  <a:schemeClr val="tx1"/>
                </a:solidFill>
              </a:rPr>
              <a:t>ut</a:t>
            </a:r>
            <a:r>
              <a:rPr lang="en-GB">
                <a:solidFill>
                  <a:schemeClr val="tx1"/>
                </a:solidFill>
              </a:rPr>
              <a:t> </a:t>
            </a:r>
            <a:r>
              <a:rPr lang="en-GB" err="1">
                <a:solidFill>
                  <a:schemeClr val="tx1"/>
                </a:solidFill>
              </a:rPr>
              <a:t>ultricies</a:t>
            </a:r>
            <a:r>
              <a:rPr lang="en-GB">
                <a:solidFill>
                  <a:schemeClr val="tx1"/>
                </a:solidFill>
              </a:rPr>
              <a:t> </a:t>
            </a:r>
            <a:r>
              <a:rPr lang="en-GB" err="1">
                <a:solidFill>
                  <a:schemeClr val="tx1"/>
                </a:solidFill>
              </a:rPr>
              <a:t>lectus</a:t>
            </a:r>
            <a:r>
              <a:rPr lang="en-GB">
                <a:solidFill>
                  <a:schemeClr val="tx1"/>
                </a:solidFill>
              </a:rPr>
              <a:t>, </a:t>
            </a:r>
            <a:r>
              <a:rPr lang="en-GB" err="1">
                <a:solidFill>
                  <a:schemeClr val="tx1"/>
                </a:solidFill>
              </a:rPr>
              <a:t>nec</a:t>
            </a:r>
            <a:r>
              <a:rPr lang="en-GB">
                <a:solidFill>
                  <a:schemeClr val="tx1"/>
                </a:solidFill>
              </a:rPr>
              <a:t> </a:t>
            </a:r>
            <a:r>
              <a:rPr lang="en-GB" err="1">
                <a:solidFill>
                  <a:schemeClr val="tx1"/>
                </a:solidFill>
              </a:rPr>
              <a:t>ullamcorper</a:t>
            </a:r>
            <a:r>
              <a:rPr lang="en-GB">
                <a:solidFill>
                  <a:schemeClr val="tx1"/>
                </a:solidFill>
              </a:rPr>
              <a:t> </a:t>
            </a:r>
            <a:r>
              <a:rPr lang="en-GB" err="1">
                <a:solidFill>
                  <a:schemeClr val="tx1"/>
                </a:solidFill>
              </a:rPr>
              <a:t>neque</a:t>
            </a:r>
            <a:r>
              <a:rPr lang="en-GB">
                <a:solidFill>
                  <a:schemeClr val="tx1"/>
                </a:solidFill>
              </a:rPr>
              <a:t>. Lorem ipsum </a:t>
            </a:r>
            <a:r>
              <a:rPr lang="en-GB" err="1">
                <a:solidFill>
                  <a:schemeClr val="tx1"/>
                </a:solidFill>
              </a:rPr>
              <a:t>dolor</a:t>
            </a:r>
            <a:r>
              <a:rPr lang="en-GB">
                <a:solidFill>
                  <a:schemeClr val="tx1"/>
                </a:solidFill>
              </a:rPr>
              <a:t> sit </a:t>
            </a:r>
            <a:r>
              <a:rPr lang="en-GB" err="1">
                <a:solidFill>
                  <a:schemeClr val="tx1"/>
                </a:solidFill>
              </a:rPr>
              <a:t>amet</a:t>
            </a:r>
            <a:r>
              <a:rPr lang="en-GB">
                <a:solidFill>
                  <a:schemeClr val="tx1"/>
                </a:solidFill>
              </a:rPr>
              <a:t>, </a:t>
            </a:r>
            <a:r>
              <a:rPr lang="en-GB" err="1">
                <a:solidFill>
                  <a:schemeClr val="tx1"/>
                </a:solidFill>
              </a:rPr>
              <a:t>consectetur</a:t>
            </a:r>
            <a:r>
              <a:rPr lang="en-GB">
                <a:solidFill>
                  <a:schemeClr val="tx1"/>
                </a:solidFill>
              </a:rPr>
              <a:t> </a:t>
            </a:r>
            <a:r>
              <a:rPr lang="en-GB" err="1">
                <a:solidFill>
                  <a:schemeClr val="tx1"/>
                </a:solidFill>
              </a:rPr>
              <a:t>adipiscing</a:t>
            </a:r>
            <a:r>
              <a:rPr lang="en-GB">
                <a:solidFill>
                  <a:schemeClr val="tx1"/>
                </a:solidFill>
              </a:rPr>
              <a:t> </a:t>
            </a:r>
            <a:r>
              <a:rPr lang="en-GB" err="1">
                <a:solidFill>
                  <a:schemeClr val="tx1"/>
                </a:solidFill>
              </a:rPr>
              <a:t>elit</a:t>
            </a:r>
            <a:r>
              <a:rPr lang="en-GB">
                <a:solidFill>
                  <a:schemeClr val="tx1"/>
                </a:solidFill>
              </a:rPr>
              <a:t>. Sed </a:t>
            </a:r>
            <a:r>
              <a:rPr lang="en-GB" err="1">
                <a:solidFill>
                  <a:schemeClr val="tx1"/>
                </a:solidFill>
              </a:rPr>
              <a:t>eu</a:t>
            </a:r>
            <a:r>
              <a:rPr lang="en-GB">
                <a:solidFill>
                  <a:schemeClr val="tx1"/>
                </a:solidFill>
              </a:rPr>
              <a:t> </a:t>
            </a:r>
            <a:r>
              <a:rPr lang="en-GB" err="1">
                <a:solidFill>
                  <a:schemeClr val="tx1"/>
                </a:solidFill>
              </a:rPr>
              <a:t>lacus</a:t>
            </a:r>
            <a:r>
              <a:rPr lang="en-GB">
                <a:solidFill>
                  <a:schemeClr val="tx1"/>
                </a:solidFill>
              </a:rPr>
              <a:t> </a:t>
            </a:r>
            <a:r>
              <a:rPr lang="en-GB" err="1">
                <a:solidFill>
                  <a:schemeClr val="tx1"/>
                </a:solidFill>
              </a:rPr>
              <a:t>vel</a:t>
            </a:r>
            <a:r>
              <a:rPr lang="en-GB">
                <a:solidFill>
                  <a:schemeClr val="tx1"/>
                </a:solidFill>
              </a:rPr>
              <a:t> </a:t>
            </a:r>
            <a:r>
              <a:rPr lang="en-GB" err="1">
                <a:solidFill>
                  <a:schemeClr val="tx1"/>
                </a:solidFill>
              </a:rPr>
              <a:t>tellus</a:t>
            </a:r>
            <a:r>
              <a:rPr lang="en-GB">
                <a:solidFill>
                  <a:schemeClr val="tx1"/>
                </a:solidFill>
              </a:rPr>
              <a:t> lacinia </a:t>
            </a:r>
            <a:r>
              <a:rPr lang="en-GB" err="1">
                <a:solidFill>
                  <a:schemeClr val="tx1"/>
                </a:solidFill>
              </a:rPr>
              <a:t>imperdiet</a:t>
            </a:r>
            <a:r>
              <a:rPr lang="en-GB">
                <a:solidFill>
                  <a:schemeClr val="tx1"/>
                </a:solidFill>
              </a:rPr>
              <a:t> </a:t>
            </a:r>
            <a:r>
              <a:rPr lang="en-GB" err="1">
                <a:solidFill>
                  <a:schemeClr val="tx1"/>
                </a:solidFill>
              </a:rPr>
              <a:t>ut</a:t>
            </a:r>
            <a:r>
              <a:rPr lang="en-GB">
                <a:solidFill>
                  <a:schemeClr val="tx1"/>
                </a:solidFill>
              </a:rPr>
              <a:t> </a:t>
            </a:r>
            <a:r>
              <a:rPr lang="en-GB" err="1">
                <a:solidFill>
                  <a:schemeClr val="tx1"/>
                </a:solidFill>
              </a:rPr>
              <a:t>vel</a:t>
            </a:r>
            <a:r>
              <a:rPr lang="en-GB">
                <a:solidFill>
                  <a:schemeClr val="tx1"/>
                </a:solidFill>
              </a:rPr>
              <a:t> </a:t>
            </a:r>
            <a:r>
              <a:rPr lang="en-GB" err="1">
                <a:solidFill>
                  <a:schemeClr val="tx1"/>
                </a:solidFill>
              </a:rPr>
              <a:t>quam</a:t>
            </a:r>
            <a:r>
              <a:rPr lang="en-GB">
                <a:solidFill>
                  <a:schemeClr val="tx1"/>
                </a:solidFill>
              </a:rPr>
              <a:t>. Integer </a:t>
            </a:r>
            <a:r>
              <a:rPr lang="en-GB" err="1">
                <a:solidFill>
                  <a:schemeClr val="tx1"/>
                </a:solidFill>
              </a:rPr>
              <a:t>pellentesque</a:t>
            </a:r>
            <a:r>
              <a:rPr lang="en-GB">
                <a:solidFill>
                  <a:schemeClr val="tx1"/>
                </a:solidFill>
              </a:rPr>
              <a:t>, </a:t>
            </a:r>
            <a:r>
              <a:rPr lang="en-GB" err="1">
                <a:solidFill>
                  <a:schemeClr val="tx1"/>
                </a:solidFill>
              </a:rPr>
              <a:t>justo</a:t>
            </a:r>
            <a:r>
              <a:rPr lang="en-GB">
                <a:solidFill>
                  <a:schemeClr val="tx1"/>
                </a:solidFill>
              </a:rPr>
              <a:t> a </a:t>
            </a:r>
            <a:r>
              <a:rPr lang="en-GB" err="1">
                <a:solidFill>
                  <a:schemeClr val="tx1"/>
                </a:solidFill>
              </a:rPr>
              <a:t>condimentum</a:t>
            </a:r>
            <a:r>
              <a:rPr lang="en-GB">
                <a:solidFill>
                  <a:schemeClr val="tx1"/>
                </a:solidFill>
              </a:rPr>
              <a:t> </a:t>
            </a:r>
            <a:r>
              <a:rPr lang="en-GB" err="1">
                <a:solidFill>
                  <a:schemeClr val="tx1"/>
                </a:solidFill>
              </a:rPr>
              <a:t>posuere</a:t>
            </a:r>
            <a:r>
              <a:rPr lang="en-GB">
                <a:solidFill>
                  <a:schemeClr val="tx1"/>
                </a:solidFill>
              </a:rPr>
              <a:t>, </a:t>
            </a:r>
            <a:r>
              <a:rPr lang="en-GB" err="1">
                <a:solidFill>
                  <a:schemeClr val="tx1"/>
                </a:solidFill>
              </a:rPr>
              <a:t>augue</a:t>
            </a:r>
            <a:r>
              <a:rPr lang="en-GB">
                <a:solidFill>
                  <a:schemeClr val="tx1"/>
                </a:solidFill>
              </a:rPr>
              <a:t> </a:t>
            </a:r>
            <a:r>
              <a:rPr lang="en-GB" err="1">
                <a:solidFill>
                  <a:schemeClr val="tx1"/>
                </a:solidFill>
              </a:rPr>
              <a:t>turpis</a:t>
            </a:r>
            <a:r>
              <a:rPr lang="en-GB">
                <a:solidFill>
                  <a:schemeClr val="tx1"/>
                </a:solidFill>
              </a:rPr>
              <a:t> </a:t>
            </a:r>
            <a:r>
              <a:rPr lang="en-GB" err="1">
                <a:solidFill>
                  <a:schemeClr val="tx1"/>
                </a:solidFill>
              </a:rPr>
              <a:t>sollicitudin</a:t>
            </a:r>
            <a:r>
              <a:rPr lang="en-GB">
                <a:solidFill>
                  <a:schemeClr val="tx1"/>
                </a:solidFill>
              </a:rPr>
              <a:t> dui, in </a:t>
            </a:r>
            <a:r>
              <a:rPr lang="en-GB" err="1">
                <a:solidFill>
                  <a:schemeClr val="tx1"/>
                </a:solidFill>
              </a:rPr>
              <a:t>placerat</a:t>
            </a:r>
            <a:r>
              <a:rPr lang="en-GB">
                <a:solidFill>
                  <a:schemeClr val="tx1"/>
                </a:solidFill>
              </a:rPr>
              <a:t> </a:t>
            </a:r>
            <a:r>
              <a:rPr lang="en-GB" err="1">
                <a:solidFill>
                  <a:schemeClr val="tx1"/>
                </a:solidFill>
              </a:rPr>
              <a:t>quam</a:t>
            </a:r>
            <a:r>
              <a:rPr lang="en-GB">
                <a:solidFill>
                  <a:schemeClr val="tx1"/>
                </a:solidFill>
              </a:rPr>
              <a:t> </a:t>
            </a:r>
            <a:r>
              <a:rPr lang="en-GB" err="1">
                <a:solidFill>
                  <a:schemeClr val="tx1"/>
                </a:solidFill>
              </a:rPr>
              <a:t>nisl</a:t>
            </a:r>
            <a:r>
              <a:rPr lang="en-GB">
                <a:solidFill>
                  <a:schemeClr val="tx1"/>
                </a:solidFill>
              </a:rPr>
              <a:t> vel. </a:t>
            </a:r>
          </a:p>
        </p:txBody>
      </p:sp>
      <p:sp>
        <p:nvSpPr>
          <p:cNvPr id="14" name="TextBox 13">
            <a:extLst>
              <a:ext uri="{FF2B5EF4-FFF2-40B4-BE49-F238E27FC236}">
                <a16:creationId xmlns:a16="http://schemas.microsoft.com/office/drawing/2014/main" id="{A6244FAD-5EB7-48D0-FDA2-F7C8190A0493}"/>
              </a:ext>
            </a:extLst>
          </p:cNvPr>
          <p:cNvSpPr txBox="1"/>
          <p:nvPr/>
        </p:nvSpPr>
        <p:spPr>
          <a:xfrm>
            <a:off x="6081278" y="2049411"/>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30" name="Picture Placeholder 25">
            <a:extLst>
              <a:ext uri="{FF2B5EF4-FFF2-40B4-BE49-F238E27FC236}">
                <a16:creationId xmlns:a16="http://schemas.microsoft.com/office/drawing/2014/main" id="{6E232AA7-C5C8-13BF-AF15-4452CB80F942}"/>
              </a:ext>
            </a:extLst>
          </p:cNvPr>
          <p:cNvPicPr>
            <a:picLocks noChangeAspect="1"/>
          </p:cNvPicPr>
          <p:nvPr/>
        </p:nvPicPr>
        <p:blipFill>
          <a:blip r:embed="rId2"/>
          <a:srcRect l="431" r="431"/>
          <a:stretch/>
        </p:blipFill>
        <p:spPr>
          <a:xfrm>
            <a:off x="5428731" y="1956382"/>
            <a:ext cx="540000" cy="540000"/>
          </a:xfrm>
          <a:prstGeom prst="ellipse">
            <a:avLst/>
          </a:prstGeom>
          <a:ln>
            <a:solidFill>
              <a:schemeClr val="bg2"/>
            </a:solidFill>
          </a:ln>
        </p:spPr>
      </p:pic>
      <p:sp>
        <p:nvSpPr>
          <p:cNvPr id="37" name="Text Placeholder 2">
            <a:extLst>
              <a:ext uri="{FF2B5EF4-FFF2-40B4-BE49-F238E27FC236}">
                <a16:creationId xmlns:a16="http://schemas.microsoft.com/office/drawing/2014/main" id="{AB6F3D63-6AF4-01FA-EEFB-A33167E8603F}"/>
              </a:ext>
            </a:extLst>
          </p:cNvPr>
          <p:cNvSpPr txBox="1">
            <a:spLocks/>
          </p:cNvSpPr>
          <p:nvPr/>
        </p:nvSpPr>
        <p:spPr>
          <a:xfrm>
            <a:off x="5428731" y="2602489"/>
            <a:ext cx="4771704" cy="590349"/>
          </a:xfrm>
          <a:prstGeom prst="rect">
            <a:avLst/>
          </a:prstGeom>
        </p:spPr>
        <p:txBody>
          <a:bodyPr vert="horz" wrap="square"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dirty="0"/>
              <a:t>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Morbi </a:t>
            </a:r>
            <a:r>
              <a:rPr lang="en-GB" sz="1200" dirty="0" err="1"/>
              <a:t>posuere</a:t>
            </a:r>
            <a:r>
              <a:rPr lang="en-GB" sz="1200" dirty="0"/>
              <a:t> et </a:t>
            </a:r>
            <a:r>
              <a:rPr lang="en-GB" sz="1200" dirty="0" err="1"/>
              <a:t>sem</a:t>
            </a:r>
            <a:r>
              <a:rPr lang="en-GB" sz="1200" dirty="0"/>
              <a:t> a </a:t>
            </a:r>
            <a:r>
              <a:rPr lang="en-GB" sz="1200" dirty="0" err="1"/>
              <a:t>efficitur</a:t>
            </a:r>
            <a:r>
              <a:rPr lang="en-GB" sz="1200" dirty="0"/>
              <a:t>. Nam sit </a:t>
            </a:r>
            <a:r>
              <a:rPr lang="en-GB" sz="1200" dirty="0" err="1"/>
              <a:t>amet</a:t>
            </a:r>
            <a:r>
              <a:rPr lang="en-GB" sz="1200" dirty="0"/>
              <a:t> </a:t>
            </a:r>
            <a:r>
              <a:rPr lang="en-GB" sz="1200" dirty="0" err="1"/>
              <a:t>tellus</a:t>
            </a:r>
            <a:r>
              <a:rPr lang="en-GB" sz="1200" dirty="0"/>
              <a:t> </a:t>
            </a:r>
            <a:r>
              <a:rPr lang="en-GB" sz="1200" dirty="0" err="1"/>
              <a:t>sed</a:t>
            </a:r>
            <a:r>
              <a:rPr lang="en-GB" sz="1200" dirty="0"/>
              <a:t> </a:t>
            </a:r>
            <a:r>
              <a:rPr lang="en-GB" sz="1200" dirty="0" err="1"/>
              <a:t>tortor</a:t>
            </a:r>
            <a:r>
              <a:rPr lang="en-GB" sz="1200" dirty="0"/>
              <a:t> </a:t>
            </a:r>
            <a:r>
              <a:rPr lang="en-GB" sz="1200" dirty="0" err="1"/>
              <a:t>euismod</a:t>
            </a:r>
            <a:r>
              <a:rPr lang="en-GB" sz="1200" dirty="0"/>
              <a:t> </a:t>
            </a:r>
            <a:r>
              <a:rPr lang="en-GB" sz="1200" dirty="0" err="1"/>
              <a:t>finibus</a:t>
            </a:r>
            <a:r>
              <a:rPr lang="en-GB" sz="1200" dirty="0"/>
              <a:t> vitae sit </a:t>
            </a:r>
            <a:r>
              <a:rPr lang="en-GB" sz="1200" dirty="0" err="1"/>
              <a:t>amet</a:t>
            </a:r>
            <a:r>
              <a:rPr lang="en-GB" sz="1200" dirty="0"/>
              <a:t> nisi. </a:t>
            </a:r>
            <a:r>
              <a:rPr lang="en-GB" sz="1200" dirty="0" err="1"/>
              <a:t>Pellentesque</a:t>
            </a:r>
            <a:r>
              <a:rPr lang="en-GB" sz="1200" dirty="0"/>
              <a:t> auctor </a:t>
            </a:r>
            <a:r>
              <a:rPr lang="en-GB" sz="1200" dirty="0" err="1"/>
              <a:t>pellentesque</a:t>
            </a:r>
            <a:r>
              <a:rPr lang="en-GB" sz="1200" dirty="0"/>
              <a:t> ligula.</a:t>
            </a:r>
          </a:p>
        </p:txBody>
      </p:sp>
      <p:sp>
        <p:nvSpPr>
          <p:cNvPr id="38" name="TextBox 37">
            <a:extLst>
              <a:ext uri="{FF2B5EF4-FFF2-40B4-BE49-F238E27FC236}">
                <a16:creationId xmlns:a16="http://schemas.microsoft.com/office/drawing/2014/main" id="{009F8124-BCCB-62A8-9447-A6E32CCA43E4}"/>
              </a:ext>
            </a:extLst>
          </p:cNvPr>
          <p:cNvSpPr txBox="1"/>
          <p:nvPr/>
        </p:nvSpPr>
        <p:spPr>
          <a:xfrm>
            <a:off x="4057597" y="3625138"/>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39" name="Picture Placeholder 25">
            <a:extLst>
              <a:ext uri="{FF2B5EF4-FFF2-40B4-BE49-F238E27FC236}">
                <a16:creationId xmlns:a16="http://schemas.microsoft.com/office/drawing/2014/main" id="{8D5C069D-01BE-AC34-A537-A639ABBDDCCA}"/>
              </a:ext>
            </a:extLst>
          </p:cNvPr>
          <p:cNvPicPr>
            <a:picLocks noChangeAspect="1"/>
          </p:cNvPicPr>
          <p:nvPr/>
        </p:nvPicPr>
        <p:blipFill>
          <a:blip r:embed="rId2"/>
          <a:srcRect l="431" r="431"/>
          <a:stretch/>
        </p:blipFill>
        <p:spPr>
          <a:xfrm>
            <a:off x="3405050" y="3532109"/>
            <a:ext cx="540000" cy="540000"/>
          </a:xfrm>
          <a:prstGeom prst="ellipse">
            <a:avLst/>
          </a:prstGeom>
          <a:ln>
            <a:solidFill>
              <a:schemeClr val="bg2"/>
            </a:solidFill>
          </a:ln>
        </p:spPr>
      </p:pic>
      <p:sp>
        <p:nvSpPr>
          <p:cNvPr id="40" name="Text Placeholder 2">
            <a:extLst>
              <a:ext uri="{FF2B5EF4-FFF2-40B4-BE49-F238E27FC236}">
                <a16:creationId xmlns:a16="http://schemas.microsoft.com/office/drawing/2014/main" id="{14F3EDB8-F712-49F4-2573-C45DD6B53000}"/>
              </a:ext>
            </a:extLst>
          </p:cNvPr>
          <p:cNvSpPr txBox="1">
            <a:spLocks/>
          </p:cNvSpPr>
          <p:nvPr/>
        </p:nvSpPr>
        <p:spPr>
          <a:xfrm>
            <a:off x="3405050" y="4178216"/>
            <a:ext cx="3928079" cy="775015"/>
          </a:xfrm>
          <a:prstGeom prst="rect">
            <a:avLst/>
          </a:prstGeom>
        </p:spPr>
        <p:txBody>
          <a:bodyPr vert="horz" wrap="square"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sp>
        <p:nvSpPr>
          <p:cNvPr id="41" name="TextBox 40">
            <a:extLst>
              <a:ext uri="{FF2B5EF4-FFF2-40B4-BE49-F238E27FC236}">
                <a16:creationId xmlns:a16="http://schemas.microsoft.com/office/drawing/2014/main" id="{603705AC-6401-F204-6718-CD6F5FB420A7}"/>
              </a:ext>
            </a:extLst>
          </p:cNvPr>
          <p:cNvSpPr txBox="1"/>
          <p:nvPr/>
        </p:nvSpPr>
        <p:spPr>
          <a:xfrm>
            <a:off x="9356810" y="3625138"/>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42" name="Picture Placeholder 25">
            <a:extLst>
              <a:ext uri="{FF2B5EF4-FFF2-40B4-BE49-F238E27FC236}">
                <a16:creationId xmlns:a16="http://schemas.microsoft.com/office/drawing/2014/main" id="{3E51AF90-35B1-EB2B-5823-5D9C8A2338C1}"/>
              </a:ext>
            </a:extLst>
          </p:cNvPr>
          <p:cNvPicPr>
            <a:picLocks noChangeAspect="1"/>
          </p:cNvPicPr>
          <p:nvPr/>
        </p:nvPicPr>
        <p:blipFill>
          <a:blip r:embed="rId2"/>
          <a:srcRect l="431" r="431"/>
          <a:stretch/>
        </p:blipFill>
        <p:spPr>
          <a:xfrm>
            <a:off x="8704263" y="3532109"/>
            <a:ext cx="540000" cy="540000"/>
          </a:xfrm>
          <a:prstGeom prst="ellipse">
            <a:avLst/>
          </a:prstGeom>
          <a:ln>
            <a:solidFill>
              <a:schemeClr val="bg2"/>
            </a:solidFill>
          </a:ln>
        </p:spPr>
      </p:pic>
      <p:sp>
        <p:nvSpPr>
          <p:cNvPr id="43" name="Text Placeholder 2">
            <a:extLst>
              <a:ext uri="{FF2B5EF4-FFF2-40B4-BE49-F238E27FC236}">
                <a16:creationId xmlns:a16="http://schemas.microsoft.com/office/drawing/2014/main" id="{89BD1D3A-64E7-E196-B27E-A3F2BF9918FC}"/>
              </a:ext>
            </a:extLst>
          </p:cNvPr>
          <p:cNvSpPr txBox="1">
            <a:spLocks/>
          </p:cNvSpPr>
          <p:nvPr/>
        </p:nvSpPr>
        <p:spPr>
          <a:xfrm>
            <a:off x="8704263" y="4178216"/>
            <a:ext cx="3928079" cy="775015"/>
          </a:xfrm>
          <a:prstGeom prst="rect">
            <a:avLst/>
          </a:prstGeom>
        </p:spPr>
        <p:txBody>
          <a:bodyPr vert="horz"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sp>
        <p:nvSpPr>
          <p:cNvPr id="47" name="TextBox 46">
            <a:extLst>
              <a:ext uri="{FF2B5EF4-FFF2-40B4-BE49-F238E27FC236}">
                <a16:creationId xmlns:a16="http://schemas.microsoft.com/office/drawing/2014/main" id="{81677636-21A8-B6B3-831F-27278AF93FED}"/>
              </a:ext>
            </a:extLst>
          </p:cNvPr>
          <p:cNvSpPr txBox="1"/>
          <p:nvPr/>
        </p:nvSpPr>
        <p:spPr>
          <a:xfrm>
            <a:off x="4057597" y="5419501"/>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48" name="Picture Placeholder 25">
            <a:extLst>
              <a:ext uri="{FF2B5EF4-FFF2-40B4-BE49-F238E27FC236}">
                <a16:creationId xmlns:a16="http://schemas.microsoft.com/office/drawing/2014/main" id="{65785A78-2C14-A041-3651-A53A3D417E1B}"/>
              </a:ext>
            </a:extLst>
          </p:cNvPr>
          <p:cNvPicPr>
            <a:picLocks noChangeAspect="1"/>
          </p:cNvPicPr>
          <p:nvPr/>
        </p:nvPicPr>
        <p:blipFill>
          <a:blip r:embed="rId2"/>
          <a:srcRect l="431" r="431"/>
          <a:stretch/>
        </p:blipFill>
        <p:spPr>
          <a:xfrm>
            <a:off x="3405050" y="5326472"/>
            <a:ext cx="540000" cy="540000"/>
          </a:xfrm>
          <a:prstGeom prst="ellipse">
            <a:avLst/>
          </a:prstGeom>
          <a:ln>
            <a:solidFill>
              <a:schemeClr val="bg2"/>
            </a:solidFill>
          </a:ln>
        </p:spPr>
      </p:pic>
      <p:sp>
        <p:nvSpPr>
          <p:cNvPr id="49" name="Text Placeholder 2">
            <a:extLst>
              <a:ext uri="{FF2B5EF4-FFF2-40B4-BE49-F238E27FC236}">
                <a16:creationId xmlns:a16="http://schemas.microsoft.com/office/drawing/2014/main" id="{E97CD474-D107-474B-5309-3640A32F2414}"/>
              </a:ext>
            </a:extLst>
          </p:cNvPr>
          <p:cNvSpPr txBox="1">
            <a:spLocks/>
          </p:cNvSpPr>
          <p:nvPr/>
        </p:nvSpPr>
        <p:spPr>
          <a:xfrm>
            <a:off x="3405050" y="5972579"/>
            <a:ext cx="3928079" cy="775015"/>
          </a:xfrm>
          <a:prstGeom prst="rect">
            <a:avLst/>
          </a:prstGeom>
        </p:spPr>
        <p:txBody>
          <a:bodyPr vert="horz" wrap="square"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sp>
        <p:nvSpPr>
          <p:cNvPr id="50" name="TextBox 49">
            <a:extLst>
              <a:ext uri="{FF2B5EF4-FFF2-40B4-BE49-F238E27FC236}">
                <a16:creationId xmlns:a16="http://schemas.microsoft.com/office/drawing/2014/main" id="{72CC68C8-8278-4172-F183-118F4AD06635}"/>
              </a:ext>
            </a:extLst>
          </p:cNvPr>
          <p:cNvSpPr txBox="1"/>
          <p:nvPr/>
        </p:nvSpPr>
        <p:spPr>
          <a:xfrm>
            <a:off x="9356810" y="5419501"/>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51" name="Picture Placeholder 25">
            <a:extLst>
              <a:ext uri="{FF2B5EF4-FFF2-40B4-BE49-F238E27FC236}">
                <a16:creationId xmlns:a16="http://schemas.microsoft.com/office/drawing/2014/main" id="{529DA6C2-F5C3-1374-F992-C9252C0BF067}"/>
              </a:ext>
            </a:extLst>
          </p:cNvPr>
          <p:cNvPicPr>
            <a:picLocks noChangeAspect="1"/>
          </p:cNvPicPr>
          <p:nvPr/>
        </p:nvPicPr>
        <p:blipFill>
          <a:blip r:embed="rId2"/>
          <a:srcRect l="431" r="431"/>
          <a:stretch/>
        </p:blipFill>
        <p:spPr>
          <a:xfrm>
            <a:off x="8704263" y="5326472"/>
            <a:ext cx="540000" cy="540000"/>
          </a:xfrm>
          <a:prstGeom prst="ellipse">
            <a:avLst/>
          </a:prstGeom>
          <a:ln>
            <a:solidFill>
              <a:schemeClr val="bg2"/>
            </a:solidFill>
          </a:ln>
        </p:spPr>
      </p:pic>
      <p:sp>
        <p:nvSpPr>
          <p:cNvPr id="52" name="Text Placeholder 2">
            <a:extLst>
              <a:ext uri="{FF2B5EF4-FFF2-40B4-BE49-F238E27FC236}">
                <a16:creationId xmlns:a16="http://schemas.microsoft.com/office/drawing/2014/main" id="{D697770A-2190-3A4B-3E33-D87E93A73AB2}"/>
              </a:ext>
            </a:extLst>
          </p:cNvPr>
          <p:cNvSpPr txBox="1">
            <a:spLocks/>
          </p:cNvSpPr>
          <p:nvPr/>
        </p:nvSpPr>
        <p:spPr>
          <a:xfrm>
            <a:off x="8704263" y="5972579"/>
            <a:ext cx="3928079" cy="775015"/>
          </a:xfrm>
          <a:prstGeom prst="rect">
            <a:avLst/>
          </a:prstGeom>
        </p:spPr>
        <p:txBody>
          <a:bodyPr vert="horz"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cxnSp>
        <p:nvCxnSpPr>
          <p:cNvPr id="6" name="Connector: Elbow 5">
            <a:extLst>
              <a:ext uri="{FF2B5EF4-FFF2-40B4-BE49-F238E27FC236}">
                <a16:creationId xmlns:a16="http://schemas.microsoft.com/office/drawing/2014/main" id="{7BBCCC79-CF87-75B3-6FCC-55890F7A4EE6}"/>
              </a:ext>
            </a:extLst>
          </p:cNvPr>
          <p:cNvCxnSpPr>
            <a:cxnSpLocks/>
            <a:stCxn id="37" idx="2"/>
            <a:endCxn id="39" idx="0"/>
          </p:cNvCxnSpPr>
          <p:nvPr/>
        </p:nvCxnSpPr>
        <p:spPr>
          <a:xfrm rot="5400000">
            <a:off x="5575182" y="1292707"/>
            <a:ext cx="339271" cy="4139533"/>
          </a:xfrm>
          <a:prstGeom prst="bentConnector3">
            <a:avLst>
              <a:gd name="adj1" fmla="val 50000"/>
            </a:avLst>
          </a:prstGeom>
          <a:ln w="12700">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45C7DBAE-2974-860C-C26D-0CC6597C948E}"/>
              </a:ext>
            </a:extLst>
          </p:cNvPr>
          <p:cNvCxnSpPr>
            <a:cxnSpLocks/>
            <a:stCxn id="40" idx="2"/>
            <a:endCxn id="48" idx="0"/>
          </p:cNvCxnSpPr>
          <p:nvPr/>
        </p:nvCxnSpPr>
        <p:spPr>
          <a:xfrm rot="5400000">
            <a:off x="4335450" y="4292831"/>
            <a:ext cx="373241" cy="1694040"/>
          </a:xfrm>
          <a:prstGeom prst="bentConnector3">
            <a:avLst>
              <a:gd name="adj1" fmla="val 50000"/>
            </a:avLst>
          </a:prstGeom>
          <a:ln w="12700">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96BCAF3B-A769-94B5-DD36-54D9F702ACD2}"/>
              </a:ext>
            </a:extLst>
          </p:cNvPr>
          <p:cNvCxnSpPr>
            <a:cxnSpLocks/>
            <a:stCxn id="37" idx="2"/>
            <a:endCxn id="42" idx="0"/>
          </p:cNvCxnSpPr>
          <p:nvPr/>
        </p:nvCxnSpPr>
        <p:spPr>
          <a:xfrm rot="16200000" flipH="1">
            <a:off x="8224788" y="2782633"/>
            <a:ext cx="339271" cy="1159680"/>
          </a:xfrm>
          <a:prstGeom prst="bentConnector3">
            <a:avLst>
              <a:gd name="adj1" fmla="val 50000"/>
            </a:avLst>
          </a:prstGeom>
          <a:ln w="12700">
            <a:solidFill>
              <a:schemeClr val="tx2"/>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312324CF-DB39-3AD8-CDFF-17982CC8365E}"/>
              </a:ext>
            </a:extLst>
          </p:cNvPr>
          <p:cNvCxnSpPr>
            <a:cxnSpLocks/>
            <a:stCxn id="43" idx="2"/>
            <a:endCxn id="51" idx="0"/>
          </p:cNvCxnSpPr>
          <p:nvPr/>
        </p:nvCxnSpPr>
        <p:spPr>
          <a:xfrm rot="5400000">
            <a:off x="9634663" y="4292831"/>
            <a:ext cx="373241" cy="1694040"/>
          </a:xfrm>
          <a:prstGeom prst="bentConnector3">
            <a:avLst>
              <a:gd name="adj1" fmla="val 50000"/>
            </a:avLst>
          </a:prstGeom>
          <a:ln w="12700">
            <a:solidFill>
              <a:schemeClr val="tx2"/>
            </a:solidFill>
            <a:prstDash val="dash"/>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15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790C3DA-D4B2-026C-DF9B-22C81A72C07C}"/>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E2868ED2-4B9E-084B-228B-606383BF88CD}"/>
              </a:ext>
            </a:extLst>
          </p:cNvPr>
          <p:cNvSpPr>
            <a:spLocks noGrp="1"/>
          </p:cNvSpPr>
          <p:nvPr>
            <p:ph type="title"/>
          </p:nvPr>
        </p:nvSpPr>
        <p:spPr/>
        <p:txBody>
          <a:bodyPr/>
          <a:lstStyle/>
          <a:p>
            <a:r>
              <a:rPr lang="en-GB" dirty="0"/>
              <a:t>Team chart </a:t>
            </a:r>
          </a:p>
        </p:txBody>
      </p:sp>
      <p:sp>
        <p:nvSpPr>
          <p:cNvPr id="5" name="Text Placeholder 2">
            <a:extLst>
              <a:ext uri="{FF2B5EF4-FFF2-40B4-BE49-F238E27FC236}">
                <a16:creationId xmlns:a16="http://schemas.microsoft.com/office/drawing/2014/main" id="{7D2A5FA3-C904-303E-3684-FD35D3DD2172}"/>
              </a:ext>
            </a:extLst>
          </p:cNvPr>
          <p:cNvSpPr txBox="1">
            <a:spLocks/>
          </p:cNvSpPr>
          <p:nvPr/>
        </p:nvSpPr>
        <p:spPr>
          <a:xfrm>
            <a:off x="538164" y="1800225"/>
            <a:ext cx="9640853" cy="246221"/>
          </a:xfrm>
          <a:prstGeom prst="rect">
            <a:avLst/>
          </a:prstGeom>
          <a:noFill/>
        </p:spPr>
        <p:txBody>
          <a:bodyPr vert="horz" wrap="square" lIns="0" tIns="0" rIns="0" bIns="0" rtlCol="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solidFill>
                  <a:schemeClr val="tx1"/>
                </a:solidFill>
              </a:rPr>
              <a:t>Intro text to go here </a:t>
            </a:r>
            <a:r>
              <a:rPr lang="en-GB" sz="1600" err="1">
                <a:solidFill>
                  <a:schemeClr val="tx1"/>
                </a:solidFill>
              </a:rPr>
              <a:t>Pellentesque</a:t>
            </a:r>
            <a:r>
              <a:rPr lang="en-GB" sz="1600">
                <a:solidFill>
                  <a:schemeClr val="tx1"/>
                </a:solidFill>
              </a:rPr>
              <a:t> auctor </a:t>
            </a:r>
            <a:r>
              <a:rPr lang="en-GB" sz="1600" err="1">
                <a:solidFill>
                  <a:schemeClr val="tx1"/>
                </a:solidFill>
              </a:rPr>
              <a:t>pellentesque</a:t>
            </a:r>
            <a:r>
              <a:rPr lang="en-GB" sz="1600">
                <a:solidFill>
                  <a:schemeClr val="tx1"/>
                </a:solidFill>
              </a:rPr>
              <a:t> ligula, at pharetra </a:t>
            </a:r>
            <a:r>
              <a:rPr lang="en-GB" sz="1600" err="1">
                <a:solidFill>
                  <a:schemeClr val="tx1"/>
                </a:solidFill>
              </a:rPr>
              <a:t>felis</a:t>
            </a:r>
            <a:r>
              <a:rPr lang="en-GB" sz="1600">
                <a:solidFill>
                  <a:schemeClr val="tx1"/>
                </a:solidFill>
              </a:rPr>
              <a:t> dictum non. </a:t>
            </a:r>
          </a:p>
        </p:txBody>
      </p:sp>
      <p:sp>
        <p:nvSpPr>
          <p:cNvPr id="7" name="Text Placeholder 2">
            <a:extLst>
              <a:ext uri="{FF2B5EF4-FFF2-40B4-BE49-F238E27FC236}">
                <a16:creationId xmlns:a16="http://schemas.microsoft.com/office/drawing/2014/main" id="{556BF7C9-544A-30C6-F0F7-CEEFE67FAF5D}"/>
              </a:ext>
            </a:extLst>
          </p:cNvPr>
          <p:cNvSpPr txBox="1">
            <a:spLocks/>
          </p:cNvSpPr>
          <p:nvPr/>
        </p:nvSpPr>
        <p:spPr>
          <a:xfrm>
            <a:off x="538164" y="2170840"/>
            <a:ext cx="12384088" cy="1540547"/>
          </a:xfrm>
          <a:prstGeom prst="rect">
            <a:avLst/>
          </a:prstGeom>
          <a:solidFill>
            <a:srgbClr val="ECF9F4"/>
          </a:solidFill>
        </p:spPr>
        <p:txBody>
          <a:bodyPr vert="horz" wrap="square" lIns="72000" tIns="72000" rIns="8460000" bIns="72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a:defRPr/>
            </a:pPr>
            <a:r>
              <a:rPr lang="en-GB" sz="1600" dirty="0"/>
              <a:t>Team XXX</a:t>
            </a:r>
          </a:p>
          <a:p>
            <a:pPr>
              <a:defRPr/>
            </a:pPr>
            <a:r>
              <a:rPr lang="en-GB" dirty="0">
                <a:solidFill>
                  <a:schemeClr val="tx1"/>
                </a:solidFill>
                <a:latin typeface="+mn-lt"/>
              </a:rPr>
              <a:t>Intro text to go here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a:t>
            </a:r>
          </a:p>
        </p:txBody>
      </p:sp>
      <p:grpSp>
        <p:nvGrpSpPr>
          <p:cNvPr id="8" name="Group 7">
            <a:extLst>
              <a:ext uri="{FF2B5EF4-FFF2-40B4-BE49-F238E27FC236}">
                <a16:creationId xmlns:a16="http://schemas.microsoft.com/office/drawing/2014/main" id="{4E35195A-52A6-304E-A62B-7179D675468E}"/>
              </a:ext>
            </a:extLst>
          </p:cNvPr>
          <p:cNvGrpSpPr/>
          <p:nvPr/>
        </p:nvGrpSpPr>
        <p:grpSpPr>
          <a:xfrm>
            <a:off x="5022369" y="2457620"/>
            <a:ext cx="1842105" cy="1074709"/>
            <a:chOff x="1557190" y="2518971"/>
            <a:chExt cx="1842105" cy="1074709"/>
          </a:xfrm>
        </p:grpSpPr>
        <p:sp>
          <p:nvSpPr>
            <p:cNvPr id="18" name="TextBox 17">
              <a:extLst>
                <a:ext uri="{FF2B5EF4-FFF2-40B4-BE49-F238E27FC236}">
                  <a16:creationId xmlns:a16="http://schemas.microsoft.com/office/drawing/2014/main" id="{1D80EFF3-0157-1EFF-7CD8-B75F9BFDC028}"/>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9" name="Picture Placeholder 25">
              <a:extLst>
                <a:ext uri="{FF2B5EF4-FFF2-40B4-BE49-F238E27FC236}">
                  <a16:creationId xmlns:a16="http://schemas.microsoft.com/office/drawing/2014/main" id="{9345DFF7-9A06-BAC1-ACFA-162BA33848DB}"/>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grpSp>
        <p:nvGrpSpPr>
          <p:cNvPr id="9" name="Group 8">
            <a:extLst>
              <a:ext uri="{FF2B5EF4-FFF2-40B4-BE49-F238E27FC236}">
                <a16:creationId xmlns:a16="http://schemas.microsoft.com/office/drawing/2014/main" id="{8FA3793F-8CA9-64EA-3F7C-727B0005254B}"/>
              </a:ext>
            </a:extLst>
          </p:cNvPr>
          <p:cNvGrpSpPr/>
          <p:nvPr/>
        </p:nvGrpSpPr>
        <p:grpSpPr>
          <a:xfrm>
            <a:off x="6995950" y="2457620"/>
            <a:ext cx="1842105" cy="1074709"/>
            <a:chOff x="1557190" y="2518971"/>
            <a:chExt cx="1842105" cy="1074709"/>
          </a:xfrm>
        </p:grpSpPr>
        <p:sp>
          <p:nvSpPr>
            <p:cNvPr id="16" name="TextBox 15">
              <a:extLst>
                <a:ext uri="{FF2B5EF4-FFF2-40B4-BE49-F238E27FC236}">
                  <a16:creationId xmlns:a16="http://schemas.microsoft.com/office/drawing/2014/main" id="{9559C6BE-B772-2126-1ABA-D35FEAB5AB3A}"/>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7" name="Picture Placeholder 25">
              <a:extLst>
                <a:ext uri="{FF2B5EF4-FFF2-40B4-BE49-F238E27FC236}">
                  <a16:creationId xmlns:a16="http://schemas.microsoft.com/office/drawing/2014/main" id="{C0CA3966-8EA6-0FF2-D14F-549DF52B5A27}"/>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grpSp>
        <p:nvGrpSpPr>
          <p:cNvPr id="10" name="Group 9">
            <a:extLst>
              <a:ext uri="{FF2B5EF4-FFF2-40B4-BE49-F238E27FC236}">
                <a16:creationId xmlns:a16="http://schemas.microsoft.com/office/drawing/2014/main" id="{F587D4A4-52A3-0448-CBE7-CE0B108FBDB6}"/>
              </a:ext>
            </a:extLst>
          </p:cNvPr>
          <p:cNvGrpSpPr/>
          <p:nvPr/>
        </p:nvGrpSpPr>
        <p:grpSpPr>
          <a:xfrm>
            <a:off x="8969531" y="2457620"/>
            <a:ext cx="1842105" cy="1074709"/>
            <a:chOff x="1557190" y="2518971"/>
            <a:chExt cx="1842105" cy="1074709"/>
          </a:xfrm>
        </p:grpSpPr>
        <p:sp>
          <p:nvSpPr>
            <p:cNvPr id="14" name="TextBox 13">
              <a:extLst>
                <a:ext uri="{FF2B5EF4-FFF2-40B4-BE49-F238E27FC236}">
                  <a16:creationId xmlns:a16="http://schemas.microsoft.com/office/drawing/2014/main" id="{39B00402-1681-31C2-47A4-6A457BF80B76}"/>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5" name="Picture Placeholder 25">
              <a:extLst>
                <a:ext uri="{FF2B5EF4-FFF2-40B4-BE49-F238E27FC236}">
                  <a16:creationId xmlns:a16="http://schemas.microsoft.com/office/drawing/2014/main" id="{236CC5A3-A3EA-5081-8903-BAD5038F58F9}"/>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grpSp>
        <p:nvGrpSpPr>
          <p:cNvPr id="11" name="Group 10">
            <a:extLst>
              <a:ext uri="{FF2B5EF4-FFF2-40B4-BE49-F238E27FC236}">
                <a16:creationId xmlns:a16="http://schemas.microsoft.com/office/drawing/2014/main" id="{DC0E48E8-9E70-84DA-9D31-BC4FDCA8AD2A}"/>
              </a:ext>
            </a:extLst>
          </p:cNvPr>
          <p:cNvGrpSpPr/>
          <p:nvPr/>
        </p:nvGrpSpPr>
        <p:grpSpPr>
          <a:xfrm>
            <a:off x="10943112" y="2457620"/>
            <a:ext cx="1842105" cy="1074709"/>
            <a:chOff x="1557190" y="2518971"/>
            <a:chExt cx="1842105" cy="1074709"/>
          </a:xfrm>
        </p:grpSpPr>
        <p:sp>
          <p:nvSpPr>
            <p:cNvPr id="12" name="TextBox 11">
              <a:extLst>
                <a:ext uri="{FF2B5EF4-FFF2-40B4-BE49-F238E27FC236}">
                  <a16:creationId xmlns:a16="http://schemas.microsoft.com/office/drawing/2014/main" id="{2C3239FD-045D-B896-70DD-ABC6536E90AC}"/>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3" name="Picture Placeholder 25">
              <a:extLst>
                <a:ext uri="{FF2B5EF4-FFF2-40B4-BE49-F238E27FC236}">
                  <a16:creationId xmlns:a16="http://schemas.microsoft.com/office/drawing/2014/main" id="{B7AC3DBB-2A81-5069-89A2-29EF0F25D7DE}"/>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sp>
        <p:nvSpPr>
          <p:cNvPr id="21" name="Text Placeholder 2">
            <a:extLst>
              <a:ext uri="{FF2B5EF4-FFF2-40B4-BE49-F238E27FC236}">
                <a16:creationId xmlns:a16="http://schemas.microsoft.com/office/drawing/2014/main" id="{86406B72-9861-913F-CB0A-9967158F19C9}"/>
              </a:ext>
            </a:extLst>
          </p:cNvPr>
          <p:cNvSpPr txBox="1">
            <a:spLocks/>
          </p:cNvSpPr>
          <p:nvPr/>
        </p:nvSpPr>
        <p:spPr>
          <a:xfrm>
            <a:off x="538164" y="3825778"/>
            <a:ext cx="12384088" cy="1540547"/>
          </a:xfrm>
          <a:prstGeom prst="rect">
            <a:avLst/>
          </a:prstGeom>
          <a:solidFill>
            <a:srgbClr val="EEEEEE"/>
          </a:solidFill>
        </p:spPr>
        <p:txBody>
          <a:bodyPr vert="horz" wrap="square" lIns="72000" tIns="72000" rIns="8460000" bIns="72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a:defRPr/>
            </a:pPr>
            <a:r>
              <a:rPr lang="en-GB" sz="1600" dirty="0">
                <a:solidFill>
                  <a:schemeClr val="tx2"/>
                </a:solidFill>
              </a:rPr>
              <a:t>Team XXX</a:t>
            </a:r>
          </a:p>
          <a:p>
            <a:pPr>
              <a:defRPr/>
            </a:pPr>
            <a:r>
              <a:rPr lang="en-GB" dirty="0">
                <a:solidFill>
                  <a:schemeClr val="tx1"/>
                </a:solidFill>
                <a:latin typeface="+mn-lt"/>
              </a:rPr>
              <a:t>Intro text to go here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a:t>
            </a:r>
          </a:p>
        </p:txBody>
      </p:sp>
      <p:grpSp>
        <p:nvGrpSpPr>
          <p:cNvPr id="22" name="Group 21">
            <a:extLst>
              <a:ext uri="{FF2B5EF4-FFF2-40B4-BE49-F238E27FC236}">
                <a16:creationId xmlns:a16="http://schemas.microsoft.com/office/drawing/2014/main" id="{80E41495-BFBF-B81C-18B6-32F1A9048BEA}"/>
              </a:ext>
            </a:extLst>
          </p:cNvPr>
          <p:cNvGrpSpPr/>
          <p:nvPr/>
        </p:nvGrpSpPr>
        <p:grpSpPr>
          <a:xfrm>
            <a:off x="5022369" y="4112558"/>
            <a:ext cx="1842105" cy="1074709"/>
            <a:chOff x="1557190" y="2518971"/>
            <a:chExt cx="1842105" cy="1074709"/>
          </a:xfrm>
        </p:grpSpPr>
        <p:sp>
          <p:nvSpPr>
            <p:cNvPr id="32" name="TextBox 31">
              <a:extLst>
                <a:ext uri="{FF2B5EF4-FFF2-40B4-BE49-F238E27FC236}">
                  <a16:creationId xmlns:a16="http://schemas.microsoft.com/office/drawing/2014/main" id="{B3A5BFE0-A062-D4C5-6443-20E0853F84AA}"/>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33" name="Picture Placeholder 25">
              <a:extLst>
                <a:ext uri="{FF2B5EF4-FFF2-40B4-BE49-F238E27FC236}">
                  <a16:creationId xmlns:a16="http://schemas.microsoft.com/office/drawing/2014/main" id="{097AAA4C-21E7-AB15-648B-74B8EDC6AD66}"/>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grpSp>
        <p:nvGrpSpPr>
          <p:cNvPr id="23" name="Group 22">
            <a:extLst>
              <a:ext uri="{FF2B5EF4-FFF2-40B4-BE49-F238E27FC236}">
                <a16:creationId xmlns:a16="http://schemas.microsoft.com/office/drawing/2014/main" id="{B3C46DF9-5BAF-3CC2-082E-34B83A960C56}"/>
              </a:ext>
            </a:extLst>
          </p:cNvPr>
          <p:cNvGrpSpPr/>
          <p:nvPr/>
        </p:nvGrpSpPr>
        <p:grpSpPr>
          <a:xfrm>
            <a:off x="6995950" y="4112558"/>
            <a:ext cx="1842105" cy="1074709"/>
            <a:chOff x="1557190" y="2518971"/>
            <a:chExt cx="1842105" cy="1074709"/>
          </a:xfrm>
        </p:grpSpPr>
        <p:sp>
          <p:nvSpPr>
            <p:cNvPr id="30" name="TextBox 29">
              <a:extLst>
                <a:ext uri="{FF2B5EF4-FFF2-40B4-BE49-F238E27FC236}">
                  <a16:creationId xmlns:a16="http://schemas.microsoft.com/office/drawing/2014/main" id="{8AE94772-F66F-EFFA-0979-C1EED026347F}"/>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31" name="Picture Placeholder 25">
              <a:extLst>
                <a:ext uri="{FF2B5EF4-FFF2-40B4-BE49-F238E27FC236}">
                  <a16:creationId xmlns:a16="http://schemas.microsoft.com/office/drawing/2014/main" id="{18835B4A-60B5-D79D-2805-B064FB0C4422}"/>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grpSp>
        <p:nvGrpSpPr>
          <p:cNvPr id="24" name="Group 23">
            <a:extLst>
              <a:ext uri="{FF2B5EF4-FFF2-40B4-BE49-F238E27FC236}">
                <a16:creationId xmlns:a16="http://schemas.microsoft.com/office/drawing/2014/main" id="{716D7DE2-18B2-7333-C8A6-77155607875C}"/>
              </a:ext>
            </a:extLst>
          </p:cNvPr>
          <p:cNvGrpSpPr/>
          <p:nvPr/>
        </p:nvGrpSpPr>
        <p:grpSpPr>
          <a:xfrm>
            <a:off x="8969531" y="4112558"/>
            <a:ext cx="1842105" cy="1074709"/>
            <a:chOff x="1557190" y="2518971"/>
            <a:chExt cx="1842105" cy="1074709"/>
          </a:xfrm>
        </p:grpSpPr>
        <p:sp>
          <p:nvSpPr>
            <p:cNvPr id="28" name="TextBox 27">
              <a:extLst>
                <a:ext uri="{FF2B5EF4-FFF2-40B4-BE49-F238E27FC236}">
                  <a16:creationId xmlns:a16="http://schemas.microsoft.com/office/drawing/2014/main" id="{3D4A8A5E-2F16-6D27-98B9-F87AE0D4DFE1}"/>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29" name="Picture Placeholder 25">
              <a:extLst>
                <a:ext uri="{FF2B5EF4-FFF2-40B4-BE49-F238E27FC236}">
                  <a16:creationId xmlns:a16="http://schemas.microsoft.com/office/drawing/2014/main" id="{A41BAC0F-CDE6-1855-2937-63D9D6CDA7A4}"/>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grpSp>
        <p:nvGrpSpPr>
          <p:cNvPr id="25" name="Group 24">
            <a:extLst>
              <a:ext uri="{FF2B5EF4-FFF2-40B4-BE49-F238E27FC236}">
                <a16:creationId xmlns:a16="http://schemas.microsoft.com/office/drawing/2014/main" id="{2F77FC68-DCF6-45D6-EC0F-051868D3E1E2}"/>
              </a:ext>
            </a:extLst>
          </p:cNvPr>
          <p:cNvGrpSpPr/>
          <p:nvPr/>
        </p:nvGrpSpPr>
        <p:grpSpPr>
          <a:xfrm>
            <a:off x="10943112" y="4112558"/>
            <a:ext cx="1842105" cy="1074709"/>
            <a:chOff x="1557190" y="2518971"/>
            <a:chExt cx="1842105" cy="1074709"/>
          </a:xfrm>
        </p:grpSpPr>
        <p:sp>
          <p:nvSpPr>
            <p:cNvPr id="26" name="TextBox 25">
              <a:extLst>
                <a:ext uri="{FF2B5EF4-FFF2-40B4-BE49-F238E27FC236}">
                  <a16:creationId xmlns:a16="http://schemas.microsoft.com/office/drawing/2014/main" id="{AD3163CD-7F02-DFB2-9576-B1FFAB6E84F4}"/>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27" name="Picture Placeholder 25">
              <a:extLst>
                <a:ext uri="{FF2B5EF4-FFF2-40B4-BE49-F238E27FC236}">
                  <a16:creationId xmlns:a16="http://schemas.microsoft.com/office/drawing/2014/main" id="{5E42E8F5-70FB-EF7D-C294-C67A6248814C}"/>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sp>
        <p:nvSpPr>
          <p:cNvPr id="35" name="Text Placeholder 2">
            <a:extLst>
              <a:ext uri="{FF2B5EF4-FFF2-40B4-BE49-F238E27FC236}">
                <a16:creationId xmlns:a16="http://schemas.microsoft.com/office/drawing/2014/main" id="{A87E49CA-86B7-11E6-8041-9F1B792EF03E}"/>
              </a:ext>
            </a:extLst>
          </p:cNvPr>
          <p:cNvSpPr txBox="1">
            <a:spLocks/>
          </p:cNvSpPr>
          <p:nvPr/>
        </p:nvSpPr>
        <p:spPr>
          <a:xfrm>
            <a:off x="538164" y="5480715"/>
            <a:ext cx="12384088" cy="1540547"/>
          </a:xfrm>
          <a:prstGeom prst="rect">
            <a:avLst/>
          </a:prstGeom>
          <a:solidFill>
            <a:srgbClr val="FEF1EF"/>
          </a:solidFill>
        </p:spPr>
        <p:txBody>
          <a:bodyPr vert="horz" wrap="square" lIns="72000" tIns="72000" rIns="8460000" bIns="72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marR="0" lvl="0" fontAlgn="auto">
              <a:buClrTx/>
              <a:buSzTx/>
              <a:defRPr/>
            </a:pPr>
            <a:r>
              <a:rPr lang="en-GB" sz="1600" dirty="0">
                <a:solidFill>
                  <a:schemeClr val="accent1"/>
                </a:solidFill>
              </a:rPr>
              <a:t>Team XXX</a:t>
            </a:r>
          </a:p>
          <a:p>
            <a:pPr>
              <a:defRPr/>
            </a:pPr>
            <a:r>
              <a:rPr lang="en-GB" dirty="0">
                <a:solidFill>
                  <a:schemeClr val="tx1"/>
                </a:solidFill>
                <a:latin typeface="+mn-lt"/>
              </a:rPr>
              <a:t>Intro text to go here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a:t>
            </a:r>
          </a:p>
        </p:txBody>
      </p:sp>
      <p:grpSp>
        <p:nvGrpSpPr>
          <p:cNvPr id="36" name="Group 35">
            <a:extLst>
              <a:ext uri="{FF2B5EF4-FFF2-40B4-BE49-F238E27FC236}">
                <a16:creationId xmlns:a16="http://schemas.microsoft.com/office/drawing/2014/main" id="{C9A5129E-64AE-4F5F-ECD4-CC0B1D305219}"/>
              </a:ext>
            </a:extLst>
          </p:cNvPr>
          <p:cNvGrpSpPr/>
          <p:nvPr/>
        </p:nvGrpSpPr>
        <p:grpSpPr>
          <a:xfrm>
            <a:off x="5022369" y="5767495"/>
            <a:ext cx="1842105" cy="1074709"/>
            <a:chOff x="1557190" y="2518971"/>
            <a:chExt cx="1842105" cy="1074709"/>
          </a:xfrm>
        </p:grpSpPr>
        <p:sp>
          <p:nvSpPr>
            <p:cNvPr id="46" name="TextBox 45">
              <a:extLst>
                <a:ext uri="{FF2B5EF4-FFF2-40B4-BE49-F238E27FC236}">
                  <a16:creationId xmlns:a16="http://schemas.microsoft.com/office/drawing/2014/main" id="{2BEEC6B2-3E78-DC51-AD1B-B6D08153B837}"/>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7" name="Picture Placeholder 25">
              <a:extLst>
                <a:ext uri="{FF2B5EF4-FFF2-40B4-BE49-F238E27FC236}">
                  <a16:creationId xmlns:a16="http://schemas.microsoft.com/office/drawing/2014/main" id="{1AA470AC-79E7-859F-407D-DF0D8120A59A}"/>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grpSp>
        <p:nvGrpSpPr>
          <p:cNvPr id="37" name="Group 36">
            <a:extLst>
              <a:ext uri="{FF2B5EF4-FFF2-40B4-BE49-F238E27FC236}">
                <a16:creationId xmlns:a16="http://schemas.microsoft.com/office/drawing/2014/main" id="{C4B9EA35-E069-DADF-9D30-A4DAA89E5E1C}"/>
              </a:ext>
            </a:extLst>
          </p:cNvPr>
          <p:cNvGrpSpPr/>
          <p:nvPr/>
        </p:nvGrpSpPr>
        <p:grpSpPr>
          <a:xfrm>
            <a:off x="6995950" y="5767495"/>
            <a:ext cx="1842105" cy="1074709"/>
            <a:chOff x="1557190" y="2518971"/>
            <a:chExt cx="1842105" cy="1074709"/>
          </a:xfrm>
        </p:grpSpPr>
        <p:sp>
          <p:nvSpPr>
            <p:cNvPr id="44" name="TextBox 43">
              <a:extLst>
                <a:ext uri="{FF2B5EF4-FFF2-40B4-BE49-F238E27FC236}">
                  <a16:creationId xmlns:a16="http://schemas.microsoft.com/office/drawing/2014/main" id="{CF64D671-D516-C2CA-B9B2-FF41E8FB7554}"/>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5" name="Picture Placeholder 25">
              <a:extLst>
                <a:ext uri="{FF2B5EF4-FFF2-40B4-BE49-F238E27FC236}">
                  <a16:creationId xmlns:a16="http://schemas.microsoft.com/office/drawing/2014/main" id="{21F19174-32E4-CF9B-7099-142F35A43AE4}"/>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grpSp>
        <p:nvGrpSpPr>
          <p:cNvPr id="38" name="Group 37">
            <a:extLst>
              <a:ext uri="{FF2B5EF4-FFF2-40B4-BE49-F238E27FC236}">
                <a16:creationId xmlns:a16="http://schemas.microsoft.com/office/drawing/2014/main" id="{619CF033-6DBB-990D-B8CC-DA220B20DE74}"/>
              </a:ext>
            </a:extLst>
          </p:cNvPr>
          <p:cNvGrpSpPr/>
          <p:nvPr/>
        </p:nvGrpSpPr>
        <p:grpSpPr>
          <a:xfrm>
            <a:off x="8969531" y="5767495"/>
            <a:ext cx="1842105" cy="1074709"/>
            <a:chOff x="1557190" y="2518971"/>
            <a:chExt cx="1842105" cy="1074709"/>
          </a:xfrm>
        </p:grpSpPr>
        <p:sp>
          <p:nvSpPr>
            <p:cNvPr id="42" name="TextBox 41">
              <a:extLst>
                <a:ext uri="{FF2B5EF4-FFF2-40B4-BE49-F238E27FC236}">
                  <a16:creationId xmlns:a16="http://schemas.microsoft.com/office/drawing/2014/main" id="{8D33148B-6130-A777-EF22-DB045BDA21A7}"/>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3" name="Picture Placeholder 25">
              <a:extLst>
                <a:ext uri="{FF2B5EF4-FFF2-40B4-BE49-F238E27FC236}">
                  <a16:creationId xmlns:a16="http://schemas.microsoft.com/office/drawing/2014/main" id="{9FE4D024-54FE-DBEB-A30D-01F3D87AC30A}"/>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grpSp>
        <p:nvGrpSpPr>
          <p:cNvPr id="39" name="Group 38">
            <a:extLst>
              <a:ext uri="{FF2B5EF4-FFF2-40B4-BE49-F238E27FC236}">
                <a16:creationId xmlns:a16="http://schemas.microsoft.com/office/drawing/2014/main" id="{CB80F8A6-4339-3832-2A89-330488448A22}"/>
              </a:ext>
            </a:extLst>
          </p:cNvPr>
          <p:cNvGrpSpPr/>
          <p:nvPr/>
        </p:nvGrpSpPr>
        <p:grpSpPr>
          <a:xfrm>
            <a:off x="10943112" y="5767495"/>
            <a:ext cx="1842105" cy="1074709"/>
            <a:chOff x="1557190" y="2518971"/>
            <a:chExt cx="1842105" cy="1074709"/>
          </a:xfrm>
        </p:grpSpPr>
        <p:sp>
          <p:nvSpPr>
            <p:cNvPr id="40" name="TextBox 39">
              <a:extLst>
                <a:ext uri="{FF2B5EF4-FFF2-40B4-BE49-F238E27FC236}">
                  <a16:creationId xmlns:a16="http://schemas.microsoft.com/office/drawing/2014/main" id="{1EC21F96-C188-E0E6-412B-9FA5C92C3BE1}"/>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1" name="Picture Placeholder 25">
              <a:extLst>
                <a:ext uri="{FF2B5EF4-FFF2-40B4-BE49-F238E27FC236}">
                  <a16:creationId xmlns:a16="http://schemas.microsoft.com/office/drawing/2014/main" id="{97B21155-D730-1739-147A-395BC9836703}"/>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spTree>
    <p:extLst>
      <p:ext uri="{BB962C8B-B14F-4D97-AF65-F5344CB8AC3E}">
        <p14:creationId xmlns:p14="http://schemas.microsoft.com/office/powerpoint/2010/main" val="977233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7D77511-7007-6FCF-C9FA-17962B96B8D5}"/>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9AAB5467-8BA7-75BB-6388-57CA79EC1043}"/>
              </a:ext>
            </a:extLst>
          </p:cNvPr>
          <p:cNvSpPr>
            <a:spLocks noGrp="1"/>
          </p:cNvSpPr>
          <p:nvPr>
            <p:ph type="title"/>
          </p:nvPr>
        </p:nvSpPr>
        <p:spPr/>
        <p:txBody>
          <a:bodyPr/>
          <a:lstStyle/>
          <a:p>
            <a:r>
              <a:rPr lang="en-GB" dirty="0"/>
              <a:t>Team chart</a:t>
            </a:r>
          </a:p>
        </p:txBody>
      </p:sp>
      <p:sp>
        <p:nvSpPr>
          <p:cNvPr id="4" name="Text Placeholder 10">
            <a:extLst>
              <a:ext uri="{FF2B5EF4-FFF2-40B4-BE49-F238E27FC236}">
                <a16:creationId xmlns:a16="http://schemas.microsoft.com/office/drawing/2014/main" id="{9560612B-71BD-1D3C-3029-449AF582BD46}"/>
              </a:ext>
            </a:extLst>
          </p:cNvPr>
          <p:cNvSpPr txBox="1">
            <a:spLocks/>
          </p:cNvSpPr>
          <p:nvPr/>
        </p:nvSpPr>
        <p:spPr>
          <a:xfrm>
            <a:off x="539749" y="1800225"/>
            <a:ext cx="12384088" cy="754053"/>
          </a:xfrm>
          <a:prstGeom prst="rect">
            <a:avLst/>
          </a:prstGeom>
        </p:spPr>
        <p:txBody>
          <a:bodyPr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a:t>
            </a:r>
          </a:p>
        </p:txBody>
      </p:sp>
      <p:sp>
        <p:nvSpPr>
          <p:cNvPr id="5" name="Content Placeholder 5">
            <a:extLst>
              <a:ext uri="{FF2B5EF4-FFF2-40B4-BE49-F238E27FC236}">
                <a16:creationId xmlns:a16="http://schemas.microsoft.com/office/drawing/2014/main" id="{225B0982-B582-91E9-44BD-71C6AFB4A0D1}"/>
              </a:ext>
            </a:extLst>
          </p:cNvPr>
          <p:cNvSpPr txBox="1">
            <a:spLocks/>
          </p:cNvSpPr>
          <p:nvPr/>
        </p:nvSpPr>
        <p:spPr>
          <a:xfrm>
            <a:off x="538163" y="2707341"/>
            <a:ext cx="12385675" cy="4313923"/>
          </a:xfrm>
          <a:prstGeom prst="rect">
            <a:avLst/>
          </a:prstGeom>
          <a:solidFill>
            <a:srgbClr val="EEEEEE"/>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a:solidFill>
                <a:schemeClr val="bg1"/>
              </a:solidFill>
              <a:latin typeface="TT Hoves Light" panose="02000503020000020004" pitchFamily="50" charset="0"/>
            </a:endParaRPr>
          </a:p>
        </p:txBody>
      </p:sp>
      <p:sp>
        <p:nvSpPr>
          <p:cNvPr id="7" name="Text Placeholder 6">
            <a:extLst>
              <a:ext uri="{FF2B5EF4-FFF2-40B4-BE49-F238E27FC236}">
                <a16:creationId xmlns:a16="http://schemas.microsoft.com/office/drawing/2014/main" id="{BFFDDB3C-9228-9877-3686-765CDD576BE1}"/>
              </a:ext>
            </a:extLst>
          </p:cNvPr>
          <p:cNvSpPr txBox="1">
            <a:spLocks/>
          </p:cNvSpPr>
          <p:nvPr/>
        </p:nvSpPr>
        <p:spPr>
          <a:xfrm>
            <a:off x="6845279" y="3216353"/>
            <a:ext cx="3522560"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defTabSz="802072">
              <a:spcAft>
                <a:spcPts val="0"/>
              </a:spcAft>
              <a:defRPr/>
            </a:pPr>
            <a:r>
              <a:rPr lang="en-GB" sz="1100" b="1">
                <a:solidFill>
                  <a:schemeClr val="bg2"/>
                </a:solidFill>
              </a:rPr>
              <a:t>[xxx]</a:t>
            </a:r>
          </a:p>
        </p:txBody>
      </p:sp>
      <p:sp>
        <p:nvSpPr>
          <p:cNvPr id="8" name="Freeform: Shape 7">
            <a:extLst>
              <a:ext uri="{FF2B5EF4-FFF2-40B4-BE49-F238E27FC236}">
                <a16:creationId xmlns:a16="http://schemas.microsoft.com/office/drawing/2014/main" id="{E57C4736-C8F4-1E03-265B-31D5DA5E5808}"/>
              </a:ext>
            </a:extLst>
          </p:cNvPr>
          <p:cNvSpPr/>
          <p:nvPr/>
        </p:nvSpPr>
        <p:spPr>
          <a:xfrm flipV="1">
            <a:off x="4647518" y="3454981"/>
            <a:ext cx="7924605"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bg2"/>
              </a:solidFill>
            </a:endParaRPr>
          </a:p>
        </p:txBody>
      </p:sp>
      <p:sp>
        <p:nvSpPr>
          <p:cNvPr id="9" name="Text Placeholder 6">
            <a:extLst>
              <a:ext uri="{FF2B5EF4-FFF2-40B4-BE49-F238E27FC236}">
                <a16:creationId xmlns:a16="http://schemas.microsoft.com/office/drawing/2014/main" id="{71743E25-E05B-8EEE-9FFA-CB837707B177}"/>
              </a:ext>
            </a:extLst>
          </p:cNvPr>
          <p:cNvSpPr txBox="1">
            <a:spLocks/>
          </p:cNvSpPr>
          <p:nvPr/>
        </p:nvSpPr>
        <p:spPr>
          <a:xfrm>
            <a:off x="1589838" y="3216353"/>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bg2"/>
                </a:solidFill>
                <a:effectLst/>
                <a:uLnTx/>
                <a:uFillTx/>
                <a:ea typeface="+mn-ea"/>
                <a:cs typeface="+mn-cs"/>
              </a:rPr>
              <a:t>[xxx]</a:t>
            </a:r>
          </a:p>
        </p:txBody>
      </p:sp>
      <p:sp>
        <p:nvSpPr>
          <p:cNvPr id="10" name="Freeform: Shape 9">
            <a:extLst>
              <a:ext uri="{FF2B5EF4-FFF2-40B4-BE49-F238E27FC236}">
                <a16:creationId xmlns:a16="http://schemas.microsoft.com/office/drawing/2014/main" id="{022EA383-21D7-BB66-2D24-4DDBA73ACD30}"/>
              </a:ext>
            </a:extLst>
          </p:cNvPr>
          <p:cNvSpPr/>
          <p:nvPr/>
        </p:nvSpPr>
        <p:spPr>
          <a:xfrm flipV="1">
            <a:off x="748696" y="3454981"/>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sp>
        <p:nvSpPr>
          <p:cNvPr id="12" name="TextBox 11">
            <a:extLst>
              <a:ext uri="{FF2B5EF4-FFF2-40B4-BE49-F238E27FC236}">
                <a16:creationId xmlns:a16="http://schemas.microsoft.com/office/drawing/2014/main" id="{5C2770F0-8CF0-D321-7501-CD549584ED8D}"/>
              </a:ext>
            </a:extLst>
          </p:cNvPr>
          <p:cNvSpPr txBox="1"/>
          <p:nvPr/>
        </p:nvSpPr>
        <p:spPr>
          <a:xfrm>
            <a:off x="927816" y="4260958"/>
            <a:ext cx="1572248" cy="538609"/>
          </a:xfrm>
          <a:prstGeom prst="rect">
            <a:avLst/>
          </a:prstGeom>
          <a:noFill/>
        </p:spPr>
        <p:txBody>
          <a:bodyPr wrap="square" lIns="0" tIns="0" rIns="0" bIns="0">
            <a:spAutoFit/>
          </a:bodyPr>
          <a:lstStyle/>
          <a:p>
            <a:pPr marL="0" lvl="1" algn="ctr" defTabSz="802072"/>
            <a:r>
              <a:rPr lang="en-GB" sz="1200" b="1" dirty="0">
                <a:latin typeface="+mj-lt"/>
              </a:rPr>
              <a:t>Name </a:t>
            </a:r>
            <a:br>
              <a:rPr lang="en-GB" sz="1200" b="1" dirty="0">
                <a:latin typeface="+mj-lt"/>
              </a:rPr>
            </a:br>
            <a:r>
              <a:rPr lang="en-GB" sz="1200" b="1" dirty="0">
                <a:latin typeface="+mj-lt"/>
              </a:rPr>
              <a:t>Surname</a:t>
            </a:r>
          </a:p>
          <a:p>
            <a:pPr marL="0" lvl="2" algn="ctr" defTabSz="802072">
              <a:spcAft>
                <a:spcPts val="600"/>
              </a:spcAft>
            </a:pPr>
            <a:r>
              <a:rPr lang="en-GB" sz="1100" dirty="0"/>
              <a:t>Role goes here</a:t>
            </a:r>
          </a:p>
        </p:txBody>
      </p:sp>
      <p:pic>
        <p:nvPicPr>
          <p:cNvPr id="13" name="Picture Placeholder 25">
            <a:extLst>
              <a:ext uri="{FF2B5EF4-FFF2-40B4-BE49-F238E27FC236}">
                <a16:creationId xmlns:a16="http://schemas.microsoft.com/office/drawing/2014/main" id="{0E638DD1-F132-5875-4E41-000EF71780BE}"/>
              </a:ext>
            </a:extLst>
          </p:cNvPr>
          <p:cNvPicPr>
            <a:picLocks/>
          </p:cNvPicPr>
          <p:nvPr/>
        </p:nvPicPr>
        <p:blipFill>
          <a:blip r:embed="rId2"/>
          <a:srcRect l="431" r="431"/>
          <a:stretch/>
        </p:blipFill>
        <p:spPr>
          <a:xfrm>
            <a:off x="1425940" y="3647914"/>
            <a:ext cx="576000" cy="576000"/>
          </a:xfrm>
          <a:prstGeom prst="ellipse">
            <a:avLst/>
          </a:prstGeom>
          <a:ln>
            <a:solidFill>
              <a:schemeClr val="bg2"/>
            </a:solidFill>
          </a:ln>
        </p:spPr>
      </p:pic>
      <p:sp>
        <p:nvSpPr>
          <p:cNvPr id="14" name="TextBox 13">
            <a:extLst>
              <a:ext uri="{FF2B5EF4-FFF2-40B4-BE49-F238E27FC236}">
                <a16:creationId xmlns:a16="http://schemas.microsoft.com/office/drawing/2014/main" id="{5D351550-EE49-80A2-A696-F00B4BD44380}"/>
              </a:ext>
            </a:extLst>
          </p:cNvPr>
          <p:cNvSpPr txBox="1"/>
          <p:nvPr/>
        </p:nvSpPr>
        <p:spPr>
          <a:xfrm>
            <a:off x="2710594" y="4260958"/>
            <a:ext cx="1572248" cy="538609"/>
          </a:xfrm>
          <a:prstGeom prst="rect">
            <a:avLst/>
          </a:prstGeom>
          <a:noFill/>
        </p:spPr>
        <p:txBody>
          <a:bodyPr wrap="square" lIns="0" tIns="0" rIns="0" bIns="0">
            <a:spAutoFit/>
          </a:bodyPr>
          <a:lstStyle/>
          <a:p>
            <a:pPr marL="0" lvl="1" algn="ctr" defTabSz="802072"/>
            <a:r>
              <a:rPr lang="en-GB" sz="1200" b="1" dirty="0">
                <a:latin typeface="+mj-lt"/>
              </a:rPr>
              <a:t>Name </a:t>
            </a:r>
            <a:br>
              <a:rPr lang="en-GB" sz="1200" b="1" dirty="0">
                <a:latin typeface="+mj-lt"/>
              </a:rPr>
            </a:br>
            <a:r>
              <a:rPr lang="en-GB" sz="1200" b="1" dirty="0">
                <a:latin typeface="+mj-lt"/>
              </a:rPr>
              <a:t>Surname</a:t>
            </a:r>
          </a:p>
          <a:p>
            <a:pPr marL="0" lvl="2" algn="ctr" defTabSz="802072">
              <a:spcAft>
                <a:spcPts val="600"/>
              </a:spcAft>
            </a:pPr>
            <a:r>
              <a:rPr lang="en-GB" sz="1100" dirty="0"/>
              <a:t>Role goes here</a:t>
            </a:r>
          </a:p>
        </p:txBody>
      </p:sp>
      <p:pic>
        <p:nvPicPr>
          <p:cNvPr id="15" name="Picture Placeholder 25">
            <a:extLst>
              <a:ext uri="{FF2B5EF4-FFF2-40B4-BE49-F238E27FC236}">
                <a16:creationId xmlns:a16="http://schemas.microsoft.com/office/drawing/2014/main" id="{EBD122AD-8468-57FD-9D7E-4089B8AFF024}"/>
              </a:ext>
            </a:extLst>
          </p:cNvPr>
          <p:cNvPicPr preferRelativeResize="0">
            <a:picLocks/>
          </p:cNvPicPr>
          <p:nvPr/>
        </p:nvPicPr>
        <p:blipFill>
          <a:blip r:embed="rId2"/>
          <a:srcRect l="431" r="431"/>
          <a:stretch/>
        </p:blipFill>
        <p:spPr>
          <a:xfrm>
            <a:off x="3208718" y="3647914"/>
            <a:ext cx="576000" cy="576000"/>
          </a:xfrm>
          <a:prstGeom prst="ellipse">
            <a:avLst/>
          </a:prstGeom>
          <a:ln>
            <a:solidFill>
              <a:schemeClr val="bg2"/>
            </a:solidFill>
          </a:ln>
        </p:spPr>
      </p:pic>
      <p:sp>
        <p:nvSpPr>
          <p:cNvPr id="17" name="TextBox 16">
            <a:extLst>
              <a:ext uri="{FF2B5EF4-FFF2-40B4-BE49-F238E27FC236}">
                <a16:creationId xmlns:a16="http://schemas.microsoft.com/office/drawing/2014/main" id="{C240218E-A843-9150-81C4-E1FF5020DB6B}"/>
              </a:ext>
            </a:extLst>
          </p:cNvPr>
          <p:cNvSpPr txBox="1"/>
          <p:nvPr/>
        </p:nvSpPr>
        <p:spPr>
          <a:xfrm>
            <a:off x="5143099"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18" name="Picture Placeholder 25">
            <a:extLst>
              <a:ext uri="{FF2B5EF4-FFF2-40B4-BE49-F238E27FC236}">
                <a16:creationId xmlns:a16="http://schemas.microsoft.com/office/drawing/2014/main" id="{83F37C0A-B926-8B82-14DD-789772E7AC0D}"/>
              </a:ext>
            </a:extLst>
          </p:cNvPr>
          <p:cNvPicPr preferRelativeResize="0">
            <a:picLocks/>
          </p:cNvPicPr>
          <p:nvPr/>
        </p:nvPicPr>
        <p:blipFill>
          <a:blip r:embed="rId2"/>
          <a:srcRect l="431" r="431"/>
          <a:stretch/>
        </p:blipFill>
        <p:spPr>
          <a:xfrm>
            <a:off x="5641223" y="3647914"/>
            <a:ext cx="576000" cy="576000"/>
          </a:xfrm>
          <a:prstGeom prst="ellipse">
            <a:avLst/>
          </a:prstGeom>
          <a:ln>
            <a:solidFill>
              <a:schemeClr val="bg2"/>
            </a:solidFill>
          </a:ln>
        </p:spPr>
      </p:pic>
      <p:sp>
        <p:nvSpPr>
          <p:cNvPr id="19" name="TextBox 18">
            <a:extLst>
              <a:ext uri="{FF2B5EF4-FFF2-40B4-BE49-F238E27FC236}">
                <a16:creationId xmlns:a16="http://schemas.microsoft.com/office/drawing/2014/main" id="{B60901EA-5A87-4BEE-B58E-4CAA4B6050D4}"/>
              </a:ext>
            </a:extLst>
          </p:cNvPr>
          <p:cNvSpPr txBox="1"/>
          <p:nvPr/>
        </p:nvSpPr>
        <p:spPr>
          <a:xfrm>
            <a:off x="6925877"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0" name="Picture Placeholder 25">
            <a:extLst>
              <a:ext uri="{FF2B5EF4-FFF2-40B4-BE49-F238E27FC236}">
                <a16:creationId xmlns:a16="http://schemas.microsoft.com/office/drawing/2014/main" id="{72920A41-BA0B-2F72-F1A7-191C3FB3855D}"/>
              </a:ext>
            </a:extLst>
          </p:cNvPr>
          <p:cNvPicPr preferRelativeResize="0">
            <a:picLocks/>
          </p:cNvPicPr>
          <p:nvPr/>
        </p:nvPicPr>
        <p:blipFill>
          <a:blip r:embed="rId2"/>
          <a:srcRect l="431" r="431"/>
          <a:stretch/>
        </p:blipFill>
        <p:spPr>
          <a:xfrm>
            <a:off x="7424001" y="3647914"/>
            <a:ext cx="576000" cy="576000"/>
          </a:xfrm>
          <a:prstGeom prst="ellipse">
            <a:avLst/>
          </a:prstGeom>
          <a:ln>
            <a:solidFill>
              <a:schemeClr val="bg2"/>
            </a:solidFill>
          </a:ln>
        </p:spPr>
      </p:pic>
      <p:sp>
        <p:nvSpPr>
          <p:cNvPr id="21" name="TextBox 20">
            <a:extLst>
              <a:ext uri="{FF2B5EF4-FFF2-40B4-BE49-F238E27FC236}">
                <a16:creationId xmlns:a16="http://schemas.microsoft.com/office/drawing/2014/main" id="{7177E225-A90D-D7CE-F44D-4314780F140B}"/>
              </a:ext>
            </a:extLst>
          </p:cNvPr>
          <p:cNvSpPr txBox="1"/>
          <p:nvPr/>
        </p:nvSpPr>
        <p:spPr>
          <a:xfrm>
            <a:off x="8715086"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2" name="Picture Placeholder 25">
            <a:extLst>
              <a:ext uri="{FF2B5EF4-FFF2-40B4-BE49-F238E27FC236}">
                <a16:creationId xmlns:a16="http://schemas.microsoft.com/office/drawing/2014/main" id="{8771500A-D80F-CA6C-8D0D-ECA471145EE8}"/>
              </a:ext>
            </a:extLst>
          </p:cNvPr>
          <p:cNvPicPr preferRelativeResize="0">
            <a:picLocks/>
          </p:cNvPicPr>
          <p:nvPr/>
        </p:nvPicPr>
        <p:blipFill>
          <a:blip r:embed="rId2"/>
          <a:srcRect l="431" r="431"/>
          <a:stretch/>
        </p:blipFill>
        <p:spPr>
          <a:xfrm>
            <a:off x="9213210" y="3647914"/>
            <a:ext cx="576000" cy="576000"/>
          </a:xfrm>
          <a:prstGeom prst="ellipse">
            <a:avLst/>
          </a:prstGeom>
          <a:ln>
            <a:solidFill>
              <a:schemeClr val="bg2"/>
            </a:solidFill>
          </a:ln>
        </p:spPr>
      </p:pic>
      <p:sp>
        <p:nvSpPr>
          <p:cNvPr id="23" name="TextBox 22">
            <a:extLst>
              <a:ext uri="{FF2B5EF4-FFF2-40B4-BE49-F238E27FC236}">
                <a16:creationId xmlns:a16="http://schemas.microsoft.com/office/drawing/2014/main" id="{236F8EDE-3C76-09B4-FAEF-870244B3BEC5}"/>
              </a:ext>
            </a:extLst>
          </p:cNvPr>
          <p:cNvSpPr txBox="1"/>
          <p:nvPr/>
        </p:nvSpPr>
        <p:spPr>
          <a:xfrm>
            <a:off x="10504294"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4" name="Picture Placeholder 25">
            <a:extLst>
              <a:ext uri="{FF2B5EF4-FFF2-40B4-BE49-F238E27FC236}">
                <a16:creationId xmlns:a16="http://schemas.microsoft.com/office/drawing/2014/main" id="{6E18DB80-8E21-F36E-A19B-C1124876F55A}"/>
              </a:ext>
            </a:extLst>
          </p:cNvPr>
          <p:cNvPicPr preferRelativeResize="0">
            <a:picLocks/>
          </p:cNvPicPr>
          <p:nvPr/>
        </p:nvPicPr>
        <p:blipFill>
          <a:blip r:embed="rId2"/>
          <a:srcRect l="431" r="431"/>
          <a:stretch/>
        </p:blipFill>
        <p:spPr>
          <a:xfrm>
            <a:off x="11002418" y="3647914"/>
            <a:ext cx="576000" cy="576000"/>
          </a:xfrm>
          <a:prstGeom prst="ellipse">
            <a:avLst/>
          </a:prstGeom>
          <a:ln>
            <a:solidFill>
              <a:schemeClr val="bg2"/>
            </a:solidFill>
          </a:ln>
        </p:spPr>
      </p:pic>
      <p:sp>
        <p:nvSpPr>
          <p:cNvPr id="25" name="Text Placeholder 6">
            <a:extLst>
              <a:ext uri="{FF2B5EF4-FFF2-40B4-BE49-F238E27FC236}">
                <a16:creationId xmlns:a16="http://schemas.microsoft.com/office/drawing/2014/main" id="{74108CF3-F0D3-EE0A-BD87-832926C32EC8}"/>
              </a:ext>
            </a:extLst>
          </p:cNvPr>
          <p:cNvSpPr txBox="1">
            <a:spLocks/>
          </p:cNvSpPr>
          <p:nvPr/>
        </p:nvSpPr>
        <p:spPr>
          <a:xfrm>
            <a:off x="1589838" y="5346778"/>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accent3"/>
                </a:solidFill>
                <a:effectLst/>
                <a:uLnTx/>
                <a:uFillTx/>
                <a:ea typeface="+mn-ea"/>
                <a:cs typeface="+mn-cs"/>
              </a:rPr>
              <a:t>[xxx]</a:t>
            </a:r>
          </a:p>
        </p:txBody>
      </p:sp>
      <p:sp>
        <p:nvSpPr>
          <p:cNvPr id="26" name="Freeform: Shape 25">
            <a:extLst>
              <a:ext uri="{FF2B5EF4-FFF2-40B4-BE49-F238E27FC236}">
                <a16:creationId xmlns:a16="http://schemas.microsoft.com/office/drawing/2014/main" id="{93DA7717-EE53-47E3-1ED0-3F4C70E22123}"/>
              </a:ext>
            </a:extLst>
          </p:cNvPr>
          <p:cNvSpPr/>
          <p:nvPr/>
        </p:nvSpPr>
        <p:spPr>
          <a:xfrm flipV="1">
            <a:off x="748696" y="5585406"/>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sp>
        <p:nvSpPr>
          <p:cNvPr id="28" name="TextBox 27">
            <a:extLst>
              <a:ext uri="{FF2B5EF4-FFF2-40B4-BE49-F238E27FC236}">
                <a16:creationId xmlns:a16="http://schemas.microsoft.com/office/drawing/2014/main" id="{E02D5FDD-D323-A853-903A-B66B4CF6E11A}"/>
              </a:ext>
            </a:extLst>
          </p:cNvPr>
          <p:cNvSpPr txBox="1"/>
          <p:nvPr/>
        </p:nvSpPr>
        <p:spPr>
          <a:xfrm>
            <a:off x="927816"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9" name="Picture Placeholder 25">
            <a:extLst>
              <a:ext uri="{FF2B5EF4-FFF2-40B4-BE49-F238E27FC236}">
                <a16:creationId xmlns:a16="http://schemas.microsoft.com/office/drawing/2014/main" id="{169CF1B0-3ECC-5B75-EBF5-329CC07AC060}"/>
              </a:ext>
            </a:extLst>
          </p:cNvPr>
          <p:cNvPicPr preferRelativeResize="0">
            <a:picLocks/>
          </p:cNvPicPr>
          <p:nvPr/>
        </p:nvPicPr>
        <p:blipFill>
          <a:blip r:embed="rId2"/>
          <a:srcRect l="431" r="431"/>
          <a:stretch/>
        </p:blipFill>
        <p:spPr>
          <a:xfrm>
            <a:off x="1425940" y="5778339"/>
            <a:ext cx="576000" cy="576000"/>
          </a:xfrm>
          <a:prstGeom prst="ellipse">
            <a:avLst/>
          </a:prstGeom>
          <a:ln>
            <a:solidFill>
              <a:schemeClr val="accent3"/>
            </a:solidFill>
          </a:ln>
        </p:spPr>
      </p:pic>
      <p:sp>
        <p:nvSpPr>
          <p:cNvPr id="30" name="TextBox 29">
            <a:extLst>
              <a:ext uri="{FF2B5EF4-FFF2-40B4-BE49-F238E27FC236}">
                <a16:creationId xmlns:a16="http://schemas.microsoft.com/office/drawing/2014/main" id="{5A518BAC-21C6-C0AC-58EF-53A664643C1D}"/>
              </a:ext>
            </a:extLst>
          </p:cNvPr>
          <p:cNvSpPr txBox="1"/>
          <p:nvPr/>
        </p:nvSpPr>
        <p:spPr>
          <a:xfrm>
            <a:off x="2710594"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31" name="Picture Placeholder 25">
            <a:extLst>
              <a:ext uri="{FF2B5EF4-FFF2-40B4-BE49-F238E27FC236}">
                <a16:creationId xmlns:a16="http://schemas.microsoft.com/office/drawing/2014/main" id="{D7F0264B-6175-7EB3-0AE7-6099487B280B}"/>
              </a:ext>
            </a:extLst>
          </p:cNvPr>
          <p:cNvPicPr preferRelativeResize="0">
            <a:picLocks/>
          </p:cNvPicPr>
          <p:nvPr/>
        </p:nvPicPr>
        <p:blipFill>
          <a:blip r:embed="rId2"/>
          <a:srcRect l="431" r="431"/>
          <a:stretch/>
        </p:blipFill>
        <p:spPr>
          <a:xfrm>
            <a:off x="3208718" y="5778339"/>
            <a:ext cx="576000" cy="576000"/>
          </a:xfrm>
          <a:prstGeom prst="ellipse">
            <a:avLst/>
          </a:prstGeom>
          <a:ln>
            <a:solidFill>
              <a:schemeClr val="accent3"/>
            </a:solidFill>
          </a:ln>
        </p:spPr>
      </p:pic>
      <p:sp>
        <p:nvSpPr>
          <p:cNvPr id="32" name="Text Placeholder 6">
            <a:extLst>
              <a:ext uri="{FF2B5EF4-FFF2-40B4-BE49-F238E27FC236}">
                <a16:creationId xmlns:a16="http://schemas.microsoft.com/office/drawing/2014/main" id="{44486DB7-E654-2FBA-B4F6-CD8016DD85FA}"/>
              </a:ext>
            </a:extLst>
          </p:cNvPr>
          <p:cNvSpPr txBox="1">
            <a:spLocks/>
          </p:cNvSpPr>
          <p:nvPr/>
        </p:nvSpPr>
        <p:spPr>
          <a:xfrm>
            <a:off x="5646450" y="5346778"/>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accent3"/>
                </a:solidFill>
                <a:effectLst/>
                <a:uLnTx/>
                <a:uFillTx/>
                <a:ea typeface="+mn-ea"/>
                <a:cs typeface="+mn-cs"/>
              </a:rPr>
              <a:t>[xxx]</a:t>
            </a:r>
          </a:p>
        </p:txBody>
      </p:sp>
      <p:sp>
        <p:nvSpPr>
          <p:cNvPr id="34" name="Freeform: Shape 33">
            <a:extLst>
              <a:ext uri="{FF2B5EF4-FFF2-40B4-BE49-F238E27FC236}">
                <a16:creationId xmlns:a16="http://schemas.microsoft.com/office/drawing/2014/main" id="{A51DD999-4DEC-5051-6203-D8BE722EAEE7}"/>
              </a:ext>
            </a:extLst>
          </p:cNvPr>
          <p:cNvSpPr/>
          <p:nvPr/>
        </p:nvSpPr>
        <p:spPr>
          <a:xfrm flipV="1">
            <a:off x="4803777" y="5585406"/>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sp>
        <p:nvSpPr>
          <p:cNvPr id="36" name="TextBox 35">
            <a:extLst>
              <a:ext uri="{FF2B5EF4-FFF2-40B4-BE49-F238E27FC236}">
                <a16:creationId xmlns:a16="http://schemas.microsoft.com/office/drawing/2014/main" id="{6EBD5FCF-2CF6-F11E-E440-C07D9DFF5279}"/>
              </a:ext>
            </a:extLst>
          </p:cNvPr>
          <p:cNvSpPr txBox="1"/>
          <p:nvPr/>
        </p:nvSpPr>
        <p:spPr>
          <a:xfrm>
            <a:off x="4982897"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37" name="Picture Placeholder 25">
            <a:extLst>
              <a:ext uri="{FF2B5EF4-FFF2-40B4-BE49-F238E27FC236}">
                <a16:creationId xmlns:a16="http://schemas.microsoft.com/office/drawing/2014/main" id="{E7E20A24-2300-E76C-C6AE-B83999FA8B1F}"/>
              </a:ext>
            </a:extLst>
          </p:cNvPr>
          <p:cNvPicPr preferRelativeResize="0">
            <a:picLocks/>
          </p:cNvPicPr>
          <p:nvPr/>
        </p:nvPicPr>
        <p:blipFill>
          <a:blip r:embed="rId2"/>
          <a:srcRect l="431" r="431"/>
          <a:stretch/>
        </p:blipFill>
        <p:spPr>
          <a:xfrm>
            <a:off x="5481021" y="5778339"/>
            <a:ext cx="576000" cy="576000"/>
          </a:xfrm>
          <a:prstGeom prst="ellipse">
            <a:avLst/>
          </a:prstGeom>
          <a:ln>
            <a:solidFill>
              <a:schemeClr val="accent3"/>
            </a:solidFill>
          </a:ln>
        </p:spPr>
      </p:pic>
      <p:sp>
        <p:nvSpPr>
          <p:cNvPr id="38" name="TextBox 37">
            <a:extLst>
              <a:ext uri="{FF2B5EF4-FFF2-40B4-BE49-F238E27FC236}">
                <a16:creationId xmlns:a16="http://schemas.microsoft.com/office/drawing/2014/main" id="{25486738-6C19-FE74-2E9B-7B362F8C6A0F}"/>
              </a:ext>
            </a:extLst>
          </p:cNvPr>
          <p:cNvSpPr txBox="1"/>
          <p:nvPr/>
        </p:nvSpPr>
        <p:spPr>
          <a:xfrm>
            <a:off x="6765676"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39" name="Picture Placeholder 25">
            <a:extLst>
              <a:ext uri="{FF2B5EF4-FFF2-40B4-BE49-F238E27FC236}">
                <a16:creationId xmlns:a16="http://schemas.microsoft.com/office/drawing/2014/main" id="{593766F7-237E-2D55-3D25-E7208D904B7E}"/>
              </a:ext>
            </a:extLst>
          </p:cNvPr>
          <p:cNvPicPr preferRelativeResize="0">
            <a:picLocks/>
          </p:cNvPicPr>
          <p:nvPr/>
        </p:nvPicPr>
        <p:blipFill>
          <a:blip r:embed="rId2"/>
          <a:srcRect l="431" r="431"/>
          <a:stretch/>
        </p:blipFill>
        <p:spPr>
          <a:xfrm>
            <a:off x="7263800" y="5778339"/>
            <a:ext cx="576000" cy="576000"/>
          </a:xfrm>
          <a:prstGeom prst="ellipse">
            <a:avLst/>
          </a:prstGeom>
          <a:ln>
            <a:solidFill>
              <a:schemeClr val="accent3"/>
            </a:solidFill>
          </a:ln>
        </p:spPr>
      </p:pic>
      <p:sp>
        <p:nvSpPr>
          <p:cNvPr id="41" name="Freeform: Shape 40">
            <a:extLst>
              <a:ext uri="{FF2B5EF4-FFF2-40B4-BE49-F238E27FC236}">
                <a16:creationId xmlns:a16="http://schemas.microsoft.com/office/drawing/2014/main" id="{A91FE4C7-7716-F604-28C6-C3CA62B53D62}"/>
              </a:ext>
            </a:extLst>
          </p:cNvPr>
          <p:cNvSpPr/>
          <p:nvPr/>
        </p:nvSpPr>
        <p:spPr>
          <a:xfrm flipV="1">
            <a:off x="8858857" y="5585406"/>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grpSp>
        <p:nvGrpSpPr>
          <p:cNvPr id="54" name="Group 53">
            <a:extLst>
              <a:ext uri="{FF2B5EF4-FFF2-40B4-BE49-F238E27FC236}">
                <a16:creationId xmlns:a16="http://schemas.microsoft.com/office/drawing/2014/main" id="{D7402388-F7BA-ED06-C21B-902AC3C0CA4F}"/>
              </a:ext>
            </a:extLst>
          </p:cNvPr>
          <p:cNvGrpSpPr/>
          <p:nvPr/>
        </p:nvGrpSpPr>
        <p:grpSpPr>
          <a:xfrm>
            <a:off x="9037975" y="5778339"/>
            <a:ext cx="1572248" cy="1151653"/>
            <a:chOff x="9037975" y="5778339"/>
            <a:chExt cx="1572248" cy="1151653"/>
          </a:xfrm>
        </p:grpSpPr>
        <p:sp>
          <p:nvSpPr>
            <p:cNvPr id="43" name="TextBox 42">
              <a:extLst>
                <a:ext uri="{FF2B5EF4-FFF2-40B4-BE49-F238E27FC236}">
                  <a16:creationId xmlns:a16="http://schemas.microsoft.com/office/drawing/2014/main" id="{A2F33378-3DAD-8432-76DC-18E42D60B239}"/>
                </a:ext>
              </a:extLst>
            </p:cNvPr>
            <p:cNvSpPr txBox="1"/>
            <p:nvPr/>
          </p:nvSpPr>
          <p:spPr>
            <a:xfrm>
              <a:off x="9037975"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44" name="Picture Placeholder 25">
              <a:extLst>
                <a:ext uri="{FF2B5EF4-FFF2-40B4-BE49-F238E27FC236}">
                  <a16:creationId xmlns:a16="http://schemas.microsoft.com/office/drawing/2014/main" id="{E8EB87AA-C013-D485-C055-6E33E7FDE3FE}"/>
                </a:ext>
              </a:extLst>
            </p:cNvPr>
            <p:cNvPicPr preferRelativeResize="0">
              <a:picLocks/>
            </p:cNvPicPr>
            <p:nvPr/>
          </p:nvPicPr>
          <p:blipFill>
            <a:blip r:embed="rId2"/>
            <a:srcRect l="431" r="431"/>
            <a:stretch/>
          </p:blipFill>
          <p:spPr>
            <a:xfrm>
              <a:off x="9536099" y="5778339"/>
              <a:ext cx="576000" cy="576000"/>
            </a:xfrm>
            <a:prstGeom prst="ellipse">
              <a:avLst/>
            </a:prstGeom>
            <a:ln>
              <a:solidFill>
                <a:schemeClr val="accent1"/>
              </a:solidFill>
            </a:ln>
          </p:spPr>
        </p:pic>
      </p:grpSp>
      <p:grpSp>
        <p:nvGrpSpPr>
          <p:cNvPr id="53" name="Group 52">
            <a:extLst>
              <a:ext uri="{FF2B5EF4-FFF2-40B4-BE49-F238E27FC236}">
                <a16:creationId xmlns:a16="http://schemas.microsoft.com/office/drawing/2014/main" id="{AAB14AF9-3BB7-692F-6458-ED27388942C0}"/>
              </a:ext>
            </a:extLst>
          </p:cNvPr>
          <p:cNvGrpSpPr/>
          <p:nvPr/>
        </p:nvGrpSpPr>
        <p:grpSpPr>
          <a:xfrm>
            <a:off x="10820754" y="5778339"/>
            <a:ext cx="1572248" cy="1151653"/>
            <a:chOff x="10820754" y="5778339"/>
            <a:chExt cx="1572248" cy="1151653"/>
          </a:xfrm>
        </p:grpSpPr>
        <p:sp>
          <p:nvSpPr>
            <p:cNvPr id="45" name="TextBox 44">
              <a:extLst>
                <a:ext uri="{FF2B5EF4-FFF2-40B4-BE49-F238E27FC236}">
                  <a16:creationId xmlns:a16="http://schemas.microsoft.com/office/drawing/2014/main" id="{23A5B738-16BD-4F1F-20FB-8BBD6C7F597D}"/>
                </a:ext>
              </a:extLst>
            </p:cNvPr>
            <p:cNvSpPr txBox="1"/>
            <p:nvPr/>
          </p:nvSpPr>
          <p:spPr>
            <a:xfrm>
              <a:off x="10820754"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46" name="Picture Placeholder 25">
              <a:extLst>
                <a:ext uri="{FF2B5EF4-FFF2-40B4-BE49-F238E27FC236}">
                  <a16:creationId xmlns:a16="http://schemas.microsoft.com/office/drawing/2014/main" id="{EBC51732-778F-28C8-EE2E-264D88B9D48A}"/>
                </a:ext>
              </a:extLst>
            </p:cNvPr>
            <p:cNvPicPr preferRelativeResize="0">
              <a:picLocks/>
            </p:cNvPicPr>
            <p:nvPr/>
          </p:nvPicPr>
          <p:blipFill>
            <a:blip r:embed="rId2"/>
            <a:srcRect l="431" r="431"/>
            <a:stretch/>
          </p:blipFill>
          <p:spPr>
            <a:xfrm>
              <a:off x="11318878" y="5778339"/>
              <a:ext cx="576000" cy="576000"/>
            </a:xfrm>
            <a:prstGeom prst="ellipse">
              <a:avLst/>
            </a:prstGeom>
            <a:ln>
              <a:solidFill>
                <a:schemeClr val="accent1"/>
              </a:solidFill>
            </a:ln>
          </p:spPr>
        </p:pic>
      </p:grpSp>
      <p:sp>
        <p:nvSpPr>
          <p:cNvPr id="47" name="Text Placeholder 6">
            <a:extLst>
              <a:ext uri="{FF2B5EF4-FFF2-40B4-BE49-F238E27FC236}">
                <a16:creationId xmlns:a16="http://schemas.microsoft.com/office/drawing/2014/main" id="{7A2BAC42-E6A0-5443-F8A8-3B85331D7E3E}"/>
              </a:ext>
            </a:extLst>
          </p:cNvPr>
          <p:cNvSpPr txBox="1">
            <a:spLocks/>
          </p:cNvSpPr>
          <p:nvPr/>
        </p:nvSpPr>
        <p:spPr>
          <a:xfrm>
            <a:off x="9701529" y="5346778"/>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accent1"/>
                </a:solidFill>
                <a:effectLst/>
                <a:uLnTx/>
                <a:uFillTx/>
                <a:ea typeface="+mn-ea"/>
                <a:cs typeface="+mn-cs"/>
              </a:rPr>
              <a:t>[xxx]</a:t>
            </a:r>
          </a:p>
        </p:txBody>
      </p:sp>
      <p:sp>
        <p:nvSpPr>
          <p:cNvPr id="48" name="Rectangle 47">
            <a:extLst>
              <a:ext uri="{FF2B5EF4-FFF2-40B4-BE49-F238E27FC236}">
                <a16:creationId xmlns:a16="http://schemas.microsoft.com/office/drawing/2014/main" id="{66FA450D-6823-BB22-E437-99BD87AE75E6}"/>
              </a:ext>
            </a:extLst>
          </p:cNvPr>
          <p:cNvSpPr/>
          <p:nvPr/>
        </p:nvSpPr>
        <p:spPr>
          <a:xfrm>
            <a:off x="748696" y="2833228"/>
            <a:ext cx="11823427" cy="324498"/>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wrap="square" lIns="54000" tIns="54000" rIns="54000" bIns="54000" rtlCol="0" anchor="t">
            <a:spAutoFit/>
          </a:bodyPr>
          <a:lstStyle/>
          <a:p>
            <a:pPr algn="ctr">
              <a:spcAft>
                <a:spcPts val="600"/>
              </a:spcAft>
            </a:pPr>
            <a:r>
              <a:rPr lang="en-GB" sz="1400" b="1">
                <a:solidFill>
                  <a:schemeClr val="bg1"/>
                </a:solidFill>
                <a:latin typeface="+mj-lt"/>
              </a:rPr>
              <a:t>Team name </a:t>
            </a:r>
          </a:p>
        </p:txBody>
      </p:sp>
      <p:sp>
        <p:nvSpPr>
          <p:cNvPr id="49" name="Rectangle 48">
            <a:extLst>
              <a:ext uri="{FF2B5EF4-FFF2-40B4-BE49-F238E27FC236}">
                <a16:creationId xmlns:a16="http://schemas.microsoft.com/office/drawing/2014/main" id="{44A3BD04-14F7-5406-FBE1-BD3DE26BD0FF}"/>
              </a:ext>
            </a:extLst>
          </p:cNvPr>
          <p:cNvSpPr/>
          <p:nvPr/>
        </p:nvSpPr>
        <p:spPr>
          <a:xfrm>
            <a:off x="748696" y="4965139"/>
            <a:ext cx="7768348" cy="32449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lIns="54000" tIns="54000" rIns="54000" bIns="54000" rtlCol="0" anchor="t">
            <a:spAutoFit/>
          </a:bodyPr>
          <a:lstStyle/>
          <a:p>
            <a:pPr algn="ctr">
              <a:spcAft>
                <a:spcPts val="600"/>
              </a:spcAft>
            </a:pPr>
            <a:r>
              <a:rPr lang="en-GB" sz="1400" b="1">
                <a:solidFill>
                  <a:schemeClr val="bg1"/>
                </a:solidFill>
                <a:latin typeface="+mj-lt"/>
              </a:rPr>
              <a:t>Team name </a:t>
            </a:r>
          </a:p>
        </p:txBody>
      </p:sp>
      <p:sp>
        <p:nvSpPr>
          <p:cNvPr id="50" name="Rectangle 49">
            <a:extLst>
              <a:ext uri="{FF2B5EF4-FFF2-40B4-BE49-F238E27FC236}">
                <a16:creationId xmlns:a16="http://schemas.microsoft.com/office/drawing/2014/main" id="{80D17DAE-EB8B-FABA-56A0-6290063AC709}"/>
              </a:ext>
            </a:extLst>
          </p:cNvPr>
          <p:cNvSpPr/>
          <p:nvPr/>
        </p:nvSpPr>
        <p:spPr>
          <a:xfrm>
            <a:off x="8858855" y="4965139"/>
            <a:ext cx="3713267" cy="32449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54000" tIns="54000" rIns="54000" bIns="54000" rtlCol="0" anchor="t">
            <a:spAutoFit/>
          </a:bodyPr>
          <a:lstStyle/>
          <a:p>
            <a:pPr algn="ctr">
              <a:spcAft>
                <a:spcPts val="600"/>
              </a:spcAft>
            </a:pPr>
            <a:r>
              <a:rPr lang="en-GB" sz="1400" b="1">
                <a:solidFill>
                  <a:schemeClr val="bg1"/>
                </a:solidFill>
                <a:latin typeface="+mj-lt"/>
              </a:rPr>
              <a:t>Team name </a:t>
            </a:r>
          </a:p>
        </p:txBody>
      </p:sp>
    </p:spTree>
    <p:extLst>
      <p:ext uri="{BB962C8B-B14F-4D97-AF65-F5344CB8AC3E}">
        <p14:creationId xmlns:p14="http://schemas.microsoft.com/office/powerpoint/2010/main" val="27071330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DDE459F8-5FD6-7C07-C57F-0051B473C656}"/>
              </a:ext>
            </a:extLst>
          </p:cNvPr>
          <p:cNvSpPr>
            <a:spLocks noGrp="1"/>
          </p:cNvSpPr>
          <p:nvPr>
            <p:ph type="subTitle" idx="13"/>
          </p:nvPr>
        </p:nvSpPr>
        <p:spPr/>
        <p:txBody>
          <a:bodyPr/>
          <a:lstStyle/>
          <a:p>
            <a:r>
              <a:rPr lang="en-GB">
                <a:solidFill>
                  <a:schemeClr val="tx1"/>
                </a:solidFill>
              </a:rPr>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40000"/>
            <a:ext cx="12384088" cy="543914"/>
          </a:xfrm>
        </p:spPr>
        <p:txBody>
          <a:bodyPr/>
          <a:lstStyle/>
          <a:p>
            <a:r>
              <a:rPr lang="en-GB"/>
              <a:t>Charts &amp; Diagrams</a:t>
            </a:r>
          </a:p>
        </p:txBody>
      </p:sp>
      <p:sp>
        <p:nvSpPr>
          <p:cNvPr id="3" name="Content Placeholder 5">
            <a:extLst>
              <a:ext uri="{FF2B5EF4-FFF2-40B4-BE49-F238E27FC236}">
                <a16:creationId xmlns:a16="http://schemas.microsoft.com/office/drawing/2014/main" id="{B01C89B0-AA92-3910-845B-31B423A8A607}"/>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8409D072-CADD-B885-8052-5ACE5C7FCD81}"/>
              </a:ext>
            </a:extLst>
          </p:cNvPr>
          <p:cNvGrpSpPr/>
          <p:nvPr/>
        </p:nvGrpSpPr>
        <p:grpSpPr>
          <a:xfrm>
            <a:off x="4003056" y="1800225"/>
            <a:ext cx="736600" cy="736600"/>
            <a:chOff x="4003056" y="1681927"/>
            <a:chExt cx="736600" cy="736600"/>
          </a:xfrm>
        </p:grpSpPr>
        <p:sp>
          <p:nvSpPr>
            <p:cNvPr id="6" name="Oval 5">
              <a:extLst>
                <a:ext uri="{FF2B5EF4-FFF2-40B4-BE49-F238E27FC236}">
                  <a16:creationId xmlns:a16="http://schemas.microsoft.com/office/drawing/2014/main" id="{DA78C5C3-E6BB-04A6-2E7B-9D1CA04DE708}"/>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 name="Graphic 6">
              <a:extLst>
                <a:ext uri="{FF2B5EF4-FFF2-40B4-BE49-F238E27FC236}">
                  <a16:creationId xmlns:a16="http://schemas.microsoft.com/office/drawing/2014/main" id="{297E2863-607E-1DD8-CE1E-7B539DE64D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74067" y="1781691"/>
              <a:ext cx="392459" cy="537073"/>
            </a:xfrm>
            <a:prstGeom prst="rect">
              <a:avLst/>
            </a:prstGeom>
          </p:spPr>
        </p:pic>
      </p:grpSp>
      <p:grpSp>
        <p:nvGrpSpPr>
          <p:cNvPr id="38" name="Group 37">
            <a:extLst>
              <a:ext uri="{FF2B5EF4-FFF2-40B4-BE49-F238E27FC236}">
                <a16:creationId xmlns:a16="http://schemas.microsoft.com/office/drawing/2014/main" id="{4523D7BB-162D-53A2-BC41-DA81336AE94A}"/>
              </a:ext>
            </a:extLst>
          </p:cNvPr>
          <p:cNvGrpSpPr/>
          <p:nvPr/>
        </p:nvGrpSpPr>
        <p:grpSpPr>
          <a:xfrm>
            <a:off x="551332" y="1800225"/>
            <a:ext cx="736600" cy="736600"/>
            <a:chOff x="551332" y="1681927"/>
            <a:chExt cx="736600" cy="736600"/>
          </a:xfrm>
        </p:grpSpPr>
        <p:sp>
          <p:nvSpPr>
            <p:cNvPr id="39" name="Oval 38">
              <a:extLst>
                <a:ext uri="{FF2B5EF4-FFF2-40B4-BE49-F238E27FC236}">
                  <a16:creationId xmlns:a16="http://schemas.microsoft.com/office/drawing/2014/main" id="{728A9B2F-CF19-A2A8-F8FA-B92264A48315}"/>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0" name="Graphic 39">
              <a:extLst>
                <a:ext uri="{FF2B5EF4-FFF2-40B4-BE49-F238E27FC236}">
                  <a16:creationId xmlns:a16="http://schemas.microsoft.com/office/drawing/2014/main" id="{E1347FA0-FD6C-3FB2-E48A-11148995CD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747" y="1864319"/>
              <a:ext cx="433770" cy="371819"/>
            </a:xfrm>
            <a:prstGeom prst="rect">
              <a:avLst/>
            </a:prstGeom>
          </p:spPr>
        </p:pic>
      </p:grpSp>
      <p:grpSp>
        <p:nvGrpSpPr>
          <p:cNvPr id="41" name="Group 40">
            <a:extLst>
              <a:ext uri="{FF2B5EF4-FFF2-40B4-BE49-F238E27FC236}">
                <a16:creationId xmlns:a16="http://schemas.microsoft.com/office/drawing/2014/main" id="{08396113-C2D5-6BD7-3B0B-3593FCF0C3B1}"/>
              </a:ext>
            </a:extLst>
          </p:cNvPr>
          <p:cNvGrpSpPr/>
          <p:nvPr/>
        </p:nvGrpSpPr>
        <p:grpSpPr>
          <a:xfrm>
            <a:off x="1414263" y="1800225"/>
            <a:ext cx="736600" cy="736600"/>
            <a:chOff x="1414263" y="1681927"/>
            <a:chExt cx="736600" cy="736600"/>
          </a:xfrm>
        </p:grpSpPr>
        <p:sp>
          <p:nvSpPr>
            <p:cNvPr id="42" name="Oval 41">
              <a:extLst>
                <a:ext uri="{FF2B5EF4-FFF2-40B4-BE49-F238E27FC236}">
                  <a16:creationId xmlns:a16="http://schemas.microsoft.com/office/drawing/2014/main" id="{62CBB786-198B-7673-18FD-D35FE0B4C959}"/>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3" name="Graphic 42">
              <a:extLst>
                <a:ext uri="{FF2B5EF4-FFF2-40B4-BE49-F238E27FC236}">
                  <a16:creationId xmlns:a16="http://schemas.microsoft.com/office/drawing/2014/main" id="{F82FB501-EAB9-4384-6978-6D9AFB3508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61499" y="1864319"/>
              <a:ext cx="433770" cy="371819"/>
            </a:xfrm>
            <a:prstGeom prst="rect">
              <a:avLst/>
            </a:prstGeom>
          </p:spPr>
        </p:pic>
      </p:grpSp>
      <p:grpSp>
        <p:nvGrpSpPr>
          <p:cNvPr id="44" name="Group 43">
            <a:extLst>
              <a:ext uri="{FF2B5EF4-FFF2-40B4-BE49-F238E27FC236}">
                <a16:creationId xmlns:a16="http://schemas.microsoft.com/office/drawing/2014/main" id="{35B3660B-539E-5AFF-A3A0-D7D0BC668982}"/>
              </a:ext>
            </a:extLst>
          </p:cNvPr>
          <p:cNvGrpSpPr/>
          <p:nvPr/>
        </p:nvGrpSpPr>
        <p:grpSpPr>
          <a:xfrm>
            <a:off x="2277194" y="1800225"/>
            <a:ext cx="736600" cy="736600"/>
            <a:chOff x="2277194" y="1681927"/>
            <a:chExt cx="736600" cy="736600"/>
          </a:xfrm>
        </p:grpSpPr>
        <p:sp>
          <p:nvSpPr>
            <p:cNvPr id="45" name="Oval 44">
              <a:extLst>
                <a:ext uri="{FF2B5EF4-FFF2-40B4-BE49-F238E27FC236}">
                  <a16:creationId xmlns:a16="http://schemas.microsoft.com/office/drawing/2014/main" id="{575DA988-26E1-78D5-AF62-41A6A7947A80}"/>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6" name="Graphic 45">
              <a:extLst>
                <a:ext uri="{FF2B5EF4-FFF2-40B4-BE49-F238E27FC236}">
                  <a16:creationId xmlns:a16="http://schemas.microsoft.com/office/drawing/2014/main" id="{A169A4D4-9F7C-B4E3-B7A9-7494B21707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40244" y="1823006"/>
              <a:ext cx="402787" cy="454445"/>
            </a:xfrm>
            <a:prstGeom prst="rect">
              <a:avLst/>
            </a:prstGeom>
          </p:spPr>
        </p:pic>
      </p:grpSp>
      <p:grpSp>
        <p:nvGrpSpPr>
          <p:cNvPr id="47" name="Group 46">
            <a:extLst>
              <a:ext uri="{FF2B5EF4-FFF2-40B4-BE49-F238E27FC236}">
                <a16:creationId xmlns:a16="http://schemas.microsoft.com/office/drawing/2014/main" id="{282DF9F1-5AF8-3081-0A37-A0EFD3C717CB}"/>
              </a:ext>
            </a:extLst>
          </p:cNvPr>
          <p:cNvGrpSpPr/>
          <p:nvPr/>
        </p:nvGrpSpPr>
        <p:grpSpPr>
          <a:xfrm>
            <a:off x="3140125" y="1800225"/>
            <a:ext cx="736600" cy="736600"/>
            <a:chOff x="3140125" y="1681927"/>
            <a:chExt cx="736600" cy="736600"/>
          </a:xfrm>
        </p:grpSpPr>
        <p:sp>
          <p:nvSpPr>
            <p:cNvPr id="48" name="Oval 47">
              <a:extLst>
                <a:ext uri="{FF2B5EF4-FFF2-40B4-BE49-F238E27FC236}">
                  <a16:creationId xmlns:a16="http://schemas.microsoft.com/office/drawing/2014/main" id="{9C93D4CB-9D40-DDFC-8400-1B3507DB29AC}"/>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9" name="Graphic 48">
              <a:extLst>
                <a:ext uri="{FF2B5EF4-FFF2-40B4-BE49-F238E27FC236}">
                  <a16:creationId xmlns:a16="http://schemas.microsoft.com/office/drawing/2014/main" id="{E0C671C8-16C4-E7D8-6084-2CBD9DEACCC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01291" y="1843661"/>
              <a:ext cx="413115" cy="413132"/>
            </a:xfrm>
            <a:prstGeom prst="rect">
              <a:avLst/>
            </a:prstGeom>
          </p:spPr>
        </p:pic>
      </p:grpSp>
      <p:grpSp>
        <p:nvGrpSpPr>
          <p:cNvPr id="50" name="Group 49">
            <a:extLst>
              <a:ext uri="{FF2B5EF4-FFF2-40B4-BE49-F238E27FC236}">
                <a16:creationId xmlns:a16="http://schemas.microsoft.com/office/drawing/2014/main" id="{9E05E06E-DC13-BC42-C42C-10F9C340C071}"/>
              </a:ext>
            </a:extLst>
          </p:cNvPr>
          <p:cNvGrpSpPr/>
          <p:nvPr/>
        </p:nvGrpSpPr>
        <p:grpSpPr>
          <a:xfrm>
            <a:off x="4865987" y="1800225"/>
            <a:ext cx="736600" cy="736600"/>
            <a:chOff x="4865987" y="1681927"/>
            <a:chExt cx="736600" cy="736600"/>
          </a:xfrm>
        </p:grpSpPr>
        <p:sp>
          <p:nvSpPr>
            <p:cNvPr id="51" name="Oval 50">
              <a:extLst>
                <a:ext uri="{FF2B5EF4-FFF2-40B4-BE49-F238E27FC236}">
                  <a16:creationId xmlns:a16="http://schemas.microsoft.com/office/drawing/2014/main" id="{AAB07506-F18E-FA6F-CB48-5213DA81F1FC}"/>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2" name="Graphic 51">
              <a:extLst>
                <a:ext uri="{FF2B5EF4-FFF2-40B4-BE49-F238E27FC236}">
                  <a16:creationId xmlns:a16="http://schemas.microsoft.com/office/drawing/2014/main" id="{3BBA277B-80C0-C5B3-51CB-3DCF207B7EC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18579" y="1869485"/>
              <a:ext cx="423443" cy="361491"/>
            </a:xfrm>
            <a:prstGeom prst="rect">
              <a:avLst/>
            </a:prstGeom>
          </p:spPr>
        </p:pic>
      </p:grpSp>
      <p:grpSp>
        <p:nvGrpSpPr>
          <p:cNvPr id="53" name="Group 52">
            <a:extLst>
              <a:ext uri="{FF2B5EF4-FFF2-40B4-BE49-F238E27FC236}">
                <a16:creationId xmlns:a16="http://schemas.microsoft.com/office/drawing/2014/main" id="{D5D7679F-15C3-6451-70D8-C463EBFEE6B0}"/>
              </a:ext>
            </a:extLst>
          </p:cNvPr>
          <p:cNvGrpSpPr/>
          <p:nvPr/>
        </p:nvGrpSpPr>
        <p:grpSpPr>
          <a:xfrm>
            <a:off x="5728918" y="1800225"/>
            <a:ext cx="736600" cy="736600"/>
            <a:chOff x="5728918" y="1681927"/>
            <a:chExt cx="736600" cy="736600"/>
          </a:xfrm>
        </p:grpSpPr>
        <p:sp>
          <p:nvSpPr>
            <p:cNvPr id="54" name="Oval 53">
              <a:extLst>
                <a:ext uri="{FF2B5EF4-FFF2-40B4-BE49-F238E27FC236}">
                  <a16:creationId xmlns:a16="http://schemas.microsoft.com/office/drawing/2014/main" id="{184BD4EB-DF54-4A67-3601-8D0BA95E484D}"/>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5" name="Graphic 54">
              <a:extLst>
                <a:ext uri="{FF2B5EF4-FFF2-40B4-BE49-F238E27FC236}">
                  <a16:creationId xmlns:a16="http://schemas.microsoft.com/office/drawing/2014/main" id="{21D31023-D053-DA4D-BA44-AB5BE0F9B2E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70311" y="1833333"/>
              <a:ext cx="454426" cy="433789"/>
            </a:xfrm>
            <a:prstGeom prst="rect">
              <a:avLst/>
            </a:prstGeom>
          </p:spPr>
        </p:pic>
      </p:grpSp>
      <p:grpSp>
        <p:nvGrpSpPr>
          <p:cNvPr id="56" name="Group 55">
            <a:extLst>
              <a:ext uri="{FF2B5EF4-FFF2-40B4-BE49-F238E27FC236}">
                <a16:creationId xmlns:a16="http://schemas.microsoft.com/office/drawing/2014/main" id="{58D7FC55-C404-060A-1FDF-C7BE153E7F91}"/>
              </a:ext>
            </a:extLst>
          </p:cNvPr>
          <p:cNvGrpSpPr/>
          <p:nvPr/>
        </p:nvGrpSpPr>
        <p:grpSpPr>
          <a:xfrm>
            <a:off x="6591849" y="1800225"/>
            <a:ext cx="736600" cy="736600"/>
            <a:chOff x="6591849" y="1681927"/>
            <a:chExt cx="736600" cy="736600"/>
          </a:xfrm>
        </p:grpSpPr>
        <p:sp>
          <p:nvSpPr>
            <p:cNvPr id="57" name="Oval 56">
              <a:extLst>
                <a:ext uri="{FF2B5EF4-FFF2-40B4-BE49-F238E27FC236}">
                  <a16:creationId xmlns:a16="http://schemas.microsoft.com/office/drawing/2014/main" id="{6DCB0876-20EA-7834-BF43-2B34D513250F}"/>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8" name="Graphic 57">
              <a:extLst>
                <a:ext uri="{FF2B5EF4-FFF2-40B4-BE49-F238E27FC236}">
                  <a16:creationId xmlns:a16="http://schemas.microsoft.com/office/drawing/2014/main" id="{CAD6830B-7D74-F0C0-6650-B71EFDE65BE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84822" y="1828168"/>
              <a:ext cx="361476" cy="444118"/>
            </a:xfrm>
            <a:prstGeom prst="rect">
              <a:avLst/>
            </a:prstGeom>
          </p:spPr>
        </p:pic>
      </p:grpSp>
      <p:grpSp>
        <p:nvGrpSpPr>
          <p:cNvPr id="59" name="Group 58">
            <a:extLst>
              <a:ext uri="{FF2B5EF4-FFF2-40B4-BE49-F238E27FC236}">
                <a16:creationId xmlns:a16="http://schemas.microsoft.com/office/drawing/2014/main" id="{298F2673-154D-03C0-9055-738F42C80020}"/>
              </a:ext>
            </a:extLst>
          </p:cNvPr>
          <p:cNvGrpSpPr/>
          <p:nvPr/>
        </p:nvGrpSpPr>
        <p:grpSpPr>
          <a:xfrm>
            <a:off x="7454777" y="1800225"/>
            <a:ext cx="736600" cy="736600"/>
            <a:chOff x="7454777" y="1681927"/>
            <a:chExt cx="736600" cy="736600"/>
          </a:xfrm>
        </p:grpSpPr>
        <p:sp>
          <p:nvSpPr>
            <p:cNvPr id="60" name="Oval 59">
              <a:extLst>
                <a:ext uri="{FF2B5EF4-FFF2-40B4-BE49-F238E27FC236}">
                  <a16:creationId xmlns:a16="http://schemas.microsoft.com/office/drawing/2014/main" id="{77BA6DBD-1B17-3A3D-DD98-20132CA3CAC3}"/>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1" name="Graphic 60">
              <a:extLst>
                <a:ext uri="{FF2B5EF4-FFF2-40B4-BE49-F238E27FC236}">
                  <a16:creationId xmlns:a16="http://schemas.microsoft.com/office/drawing/2014/main" id="{A19596AB-0C94-17A6-037E-CC08B665AC7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606192" y="1864319"/>
              <a:ext cx="433770" cy="371819"/>
            </a:xfrm>
            <a:prstGeom prst="rect">
              <a:avLst/>
            </a:prstGeom>
          </p:spPr>
        </p:pic>
      </p:grpSp>
      <p:grpSp>
        <p:nvGrpSpPr>
          <p:cNvPr id="62" name="Group 61">
            <a:extLst>
              <a:ext uri="{FF2B5EF4-FFF2-40B4-BE49-F238E27FC236}">
                <a16:creationId xmlns:a16="http://schemas.microsoft.com/office/drawing/2014/main" id="{12D87AD3-5780-F56B-33FB-8C13918410E3}"/>
              </a:ext>
            </a:extLst>
          </p:cNvPr>
          <p:cNvGrpSpPr/>
          <p:nvPr/>
        </p:nvGrpSpPr>
        <p:grpSpPr>
          <a:xfrm>
            <a:off x="551332" y="2752797"/>
            <a:ext cx="736600" cy="736600"/>
            <a:chOff x="551332" y="2634499"/>
            <a:chExt cx="736600" cy="736600"/>
          </a:xfrm>
        </p:grpSpPr>
        <p:sp>
          <p:nvSpPr>
            <p:cNvPr id="63" name="Oval 62">
              <a:extLst>
                <a:ext uri="{FF2B5EF4-FFF2-40B4-BE49-F238E27FC236}">
                  <a16:creationId xmlns:a16="http://schemas.microsoft.com/office/drawing/2014/main" id="{E5FED0C6-9BDE-FB67-3B22-0F14F1707B5B}"/>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4" name="Graphic 63">
              <a:extLst>
                <a:ext uri="{FF2B5EF4-FFF2-40B4-BE49-F238E27FC236}">
                  <a16:creationId xmlns:a16="http://schemas.microsoft.com/office/drawing/2014/main" id="{8301F828-CAAD-6E81-C98A-9626E09A86C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07912" y="2813288"/>
              <a:ext cx="423443" cy="361491"/>
            </a:xfrm>
            <a:prstGeom prst="rect">
              <a:avLst/>
            </a:prstGeom>
          </p:spPr>
        </p:pic>
      </p:grpSp>
      <p:grpSp>
        <p:nvGrpSpPr>
          <p:cNvPr id="65" name="Group 64">
            <a:extLst>
              <a:ext uri="{FF2B5EF4-FFF2-40B4-BE49-F238E27FC236}">
                <a16:creationId xmlns:a16="http://schemas.microsoft.com/office/drawing/2014/main" id="{0712AB35-BF32-1076-E49A-EDFE9423FAF1}"/>
              </a:ext>
            </a:extLst>
          </p:cNvPr>
          <p:cNvGrpSpPr/>
          <p:nvPr/>
        </p:nvGrpSpPr>
        <p:grpSpPr>
          <a:xfrm>
            <a:off x="1414263" y="2752797"/>
            <a:ext cx="736600" cy="736600"/>
            <a:chOff x="1414263" y="2634499"/>
            <a:chExt cx="736600" cy="736600"/>
          </a:xfrm>
        </p:grpSpPr>
        <p:sp>
          <p:nvSpPr>
            <p:cNvPr id="66" name="Oval 65">
              <a:extLst>
                <a:ext uri="{FF2B5EF4-FFF2-40B4-BE49-F238E27FC236}">
                  <a16:creationId xmlns:a16="http://schemas.microsoft.com/office/drawing/2014/main" id="{D1374E8F-2D3F-98F9-9BD6-031B761A4FCC}"/>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7" name="Graphic 66">
              <a:extLst>
                <a:ext uri="{FF2B5EF4-FFF2-40B4-BE49-F238E27FC236}">
                  <a16:creationId xmlns:a16="http://schemas.microsoft.com/office/drawing/2014/main" id="{8E04FA4E-2E4F-74EC-54D3-4A6FD725450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566664" y="2813288"/>
              <a:ext cx="423443" cy="361491"/>
            </a:xfrm>
            <a:prstGeom prst="rect">
              <a:avLst/>
            </a:prstGeom>
          </p:spPr>
        </p:pic>
      </p:grpSp>
      <p:grpSp>
        <p:nvGrpSpPr>
          <p:cNvPr id="68" name="Group 67">
            <a:extLst>
              <a:ext uri="{FF2B5EF4-FFF2-40B4-BE49-F238E27FC236}">
                <a16:creationId xmlns:a16="http://schemas.microsoft.com/office/drawing/2014/main" id="{98B27D51-4219-E8A5-5373-A62F5E5D7479}"/>
              </a:ext>
            </a:extLst>
          </p:cNvPr>
          <p:cNvGrpSpPr/>
          <p:nvPr/>
        </p:nvGrpSpPr>
        <p:grpSpPr>
          <a:xfrm>
            <a:off x="2277194" y="2752797"/>
            <a:ext cx="736600" cy="736600"/>
            <a:chOff x="2277194" y="2634499"/>
            <a:chExt cx="736600" cy="736600"/>
          </a:xfrm>
        </p:grpSpPr>
        <p:sp>
          <p:nvSpPr>
            <p:cNvPr id="69" name="Oval 68">
              <a:extLst>
                <a:ext uri="{FF2B5EF4-FFF2-40B4-BE49-F238E27FC236}">
                  <a16:creationId xmlns:a16="http://schemas.microsoft.com/office/drawing/2014/main" id="{38724E28-73EA-457C-0D45-04CA05AC6041}"/>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0" name="Graphic 69">
              <a:extLst>
                <a:ext uri="{FF2B5EF4-FFF2-40B4-BE49-F238E27FC236}">
                  <a16:creationId xmlns:a16="http://schemas.microsoft.com/office/drawing/2014/main" id="{E014B6C5-3686-AB6E-16B9-6905023A608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429918" y="2823616"/>
              <a:ext cx="423443" cy="340834"/>
            </a:xfrm>
            <a:prstGeom prst="rect">
              <a:avLst/>
            </a:prstGeom>
          </p:spPr>
        </p:pic>
      </p:grpSp>
      <p:grpSp>
        <p:nvGrpSpPr>
          <p:cNvPr id="71" name="Group 70">
            <a:extLst>
              <a:ext uri="{FF2B5EF4-FFF2-40B4-BE49-F238E27FC236}">
                <a16:creationId xmlns:a16="http://schemas.microsoft.com/office/drawing/2014/main" id="{9EAD2586-6FB2-9D1C-B72D-A15BC1628DC4}"/>
              </a:ext>
            </a:extLst>
          </p:cNvPr>
          <p:cNvGrpSpPr/>
          <p:nvPr/>
        </p:nvGrpSpPr>
        <p:grpSpPr>
          <a:xfrm>
            <a:off x="3140125" y="2752797"/>
            <a:ext cx="736600" cy="736600"/>
            <a:chOff x="3140125" y="2634499"/>
            <a:chExt cx="736600" cy="736600"/>
          </a:xfrm>
        </p:grpSpPr>
        <p:sp>
          <p:nvSpPr>
            <p:cNvPr id="72" name="Oval 71">
              <a:extLst>
                <a:ext uri="{FF2B5EF4-FFF2-40B4-BE49-F238E27FC236}">
                  <a16:creationId xmlns:a16="http://schemas.microsoft.com/office/drawing/2014/main" id="{6FE5F392-003C-4C68-FF0E-F16DAC67164D}"/>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3" name="Graphic 72">
              <a:extLst>
                <a:ext uri="{FF2B5EF4-FFF2-40B4-BE49-F238E27FC236}">
                  <a16:creationId xmlns:a16="http://schemas.microsoft.com/office/drawing/2014/main" id="{D8D54FE8-2088-7218-3CD0-B58751E1F5AB}"/>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296130" y="2813289"/>
              <a:ext cx="423443" cy="361491"/>
            </a:xfrm>
            <a:prstGeom prst="rect">
              <a:avLst/>
            </a:prstGeom>
          </p:spPr>
        </p:pic>
      </p:grpSp>
      <p:grpSp>
        <p:nvGrpSpPr>
          <p:cNvPr id="74" name="Group 73">
            <a:extLst>
              <a:ext uri="{FF2B5EF4-FFF2-40B4-BE49-F238E27FC236}">
                <a16:creationId xmlns:a16="http://schemas.microsoft.com/office/drawing/2014/main" id="{4E404A87-0B40-5B1B-B026-96CA921864BB}"/>
              </a:ext>
            </a:extLst>
          </p:cNvPr>
          <p:cNvGrpSpPr/>
          <p:nvPr/>
        </p:nvGrpSpPr>
        <p:grpSpPr>
          <a:xfrm>
            <a:off x="4003056" y="2752797"/>
            <a:ext cx="736600" cy="736600"/>
            <a:chOff x="4003056" y="2634499"/>
            <a:chExt cx="736600" cy="736600"/>
          </a:xfrm>
        </p:grpSpPr>
        <p:sp>
          <p:nvSpPr>
            <p:cNvPr id="75" name="Oval 74">
              <a:extLst>
                <a:ext uri="{FF2B5EF4-FFF2-40B4-BE49-F238E27FC236}">
                  <a16:creationId xmlns:a16="http://schemas.microsoft.com/office/drawing/2014/main" id="{EF396DFF-F8FD-EBB7-DB20-AAF632657262}"/>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6" name="Graphic 75">
              <a:extLst>
                <a:ext uri="{FF2B5EF4-FFF2-40B4-BE49-F238E27FC236}">
                  <a16:creationId xmlns:a16="http://schemas.microsoft.com/office/drawing/2014/main" id="{D7CDBD19-9E6B-E0C8-81F6-BCBF37E8466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153407" y="2808123"/>
              <a:ext cx="433770" cy="371819"/>
            </a:xfrm>
            <a:prstGeom prst="rect">
              <a:avLst/>
            </a:prstGeom>
          </p:spPr>
        </p:pic>
      </p:grpSp>
      <p:grpSp>
        <p:nvGrpSpPr>
          <p:cNvPr id="77" name="Group 76">
            <a:extLst>
              <a:ext uri="{FF2B5EF4-FFF2-40B4-BE49-F238E27FC236}">
                <a16:creationId xmlns:a16="http://schemas.microsoft.com/office/drawing/2014/main" id="{4208C085-BEF0-B376-963C-7BC8DEFCE10D}"/>
              </a:ext>
            </a:extLst>
          </p:cNvPr>
          <p:cNvGrpSpPr/>
          <p:nvPr/>
        </p:nvGrpSpPr>
        <p:grpSpPr>
          <a:xfrm>
            <a:off x="4865987" y="2752797"/>
            <a:ext cx="736600" cy="736600"/>
            <a:chOff x="4865987" y="2634499"/>
            <a:chExt cx="736600" cy="736600"/>
          </a:xfrm>
        </p:grpSpPr>
        <p:sp>
          <p:nvSpPr>
            <p:cNvPr id="78" name="Oval 77">
              <a:extLst>
                <a:ext uri="{FF2B5EF4-FFF2-40B4-BE49-F238E27FC236}">
                  <a16:creationId xmlns:a16="http://schemas.microsoft.com/office/drawing/2014/main" id="{A3EFACA6-1683-D404-2BA8-81A0CC12EC64}"/>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9" name="Graphic 78">
              <a:extLst>
                <a:ext uri="{FF2B5EF4-FFF2-40B4-BE49-F238E27FC236}">
                  <a16:creationId xmlns:a16="http://schemas.microsoft.com/office/drawing/2014/main" id="{CB315BB1-8DB1-BAB0-2396-0A928FC4EC2A}"/>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003088" y="2797795"/>
              <a:ext cx="454426" cy="392475"/>
            </a:xfrm>
            <a:prstGeom prst="rect">
              <a:avLst/>
            </a:prstGeom>
          </p:spPr>
        </p:pic>
      </p:grpSp>
      <p:grpSp>
        <p:nvGrpSpPr>
          <p:cNvPr id="80" name="Group 79">
            <a:extLst>
              <a:ext uri="{FF2B5EF4-FFF2-40B4-BE49-F238E27FC236}">
                <a16:creationId xmlns:a16="http://schemas.microsoft.com/office/drawing/2014/main" id="{0F5024C4-1CF1-845F-653B-036CA85D48A9}"/>
              </a:ext>
            </a:extLst>
          </p:cNvPr>
          <p:cNvGrpSpPr/>
          <p:nvPr/>
        </p:nvGrpSpPr>
        <p:grpSpPr>
          <a:xfrm>
            <a:off x="5728918" y="2752797"/>
            <a:ext cx="736600" cy="736600"/>
            <a:chOff x="5728918" y="2634499"/>
            <a:chExt cx="736600" cy="736600"/>
          </a:xfrm>
        </p:grpSpPr>
        <p:sp>
          <p:nvSpPr>
            <p:cNvPr id="81" name="Oval 80">
              <a:extLst>
                <a:ext uri="{FF2B5EF4-FFF2-40B4-BE49-F238E27FC236}">
                  <a16:creationId xmlns:a16="http://schemas.microsoft.com/office/drawing/2014/main" id="{978C0DCE-2EC1-2F33-323D-FEB57607DBD7}"/>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2" name="Graphic 81">
              <a:extLst>
                <a:ext uri="{FF2B5EF4-FFF2-40B4-BE49-F238E27FC236}">
                  <a16:creationId xmlns:a16="http://schemas.microsoft.com/office/drawing/2014/main" id="{0F71659F-AC84-509D-0926-7A4B0F6886DC}"/>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890965" y="2782301"/>
              <a:ext cx="413115" cy="423461"/>
            </a:xfrm>
            <a:prstGeom prst="rect">
              <a:avLst/>
            </a:prstGeom>
          </p:spPr>
        </p:pic>
      </p:grpSp>
      <p:grpSp>
        <p:nvGrpSpPr>
          <p:cNvPr id="83" name="Group 82">
            <a:extLst>
              <a:ext uri="{FF2B5EF4-FFF2-40B4-BE49-F238E27FC236}">
                <a16:creationId xmlns:a16="http://schemas.microsoft.com/office/drawing/2014/main" id="{90AAB048-655A-1373-4BEC-8BF2F3493968}"/>
              </a:ext>
            </a:extLst>
          </p:cNvPr>
          <p:cNvGrpSpPr/>
          <p:nvPr/>
        </p:nvGrpSpPr>
        <p:grpSpPr>
          <a:xfrm>
            <a:off x="6591849" y="2752797"/>
            <a:ext cx="736600" cy="736600"/>
            <a:chOff x="6591849" y="2634499"/>
            <a:chExt cx="736600" cy="736600"/>
          </a:xfrm>
        </p:grpSpPr>
        <p:sp>
          <p:nvSpPr>
            <p:cNvPr id="84" name="Oval 83">
              <a:extLst>
                <a:ext uri="{FF2B5EF4-FFF2-40B4-BE49-F238E27FC236}">
                  <a16:creationId xmlns:a16="http://schemas.microsoft.com/office/drawing/2014/main" id="{96BFFFE4-1A10-057E-2FD2-E15C2BD8F494}"/>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5" name="Graphic 84">
              <a:extLst>
                <a:ext uri="{FF2B5EF4-FFF2-40B4-BE49-F238E27FC236}">
                  <a16:creationId xmlns:a16="http://schemas.microsoft.com/office/drawing/2014/main" id="{A289D015-130A-6AB0-86D2-CE6D3C723614}"/>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738348" y="2802959"/>
              <a:ext cx="454426" cy="382148"/>
            </a:xfrm>
            <a:prstGeom prst="rect">
              <a:avLst/>
            </a:prstGeom>
          </p:spPr>
        </p:pic>
      </p:grpSp>
      <p:grpSp>
        <p:nvGrpSpPr>
          <p:cNvPr id="86" name="Group 85">
            <a:extLst>
              <a:ext uri="{FF2B5EF4-FFF2-40B4-BE49-F238E27FC236}">
                <a16:creationId xmlns:a16="http://schemas.microsoft.com/office/drawing/2014/main" id="{8D2340AF-6B80-21D7-C3FA-2F111B43D9CA}"/>
              </a:ext>
            </a:extLst>
          </p:cNvPr>
          <p:cNvGrpSpPr/>
          <p:nvPr/>
        </p:nvGrpSpPr>
        <p:grpSpPr>
          <a:xfrm>
            <a:off x="7454777" y="2752797"/>
            <a:ext cx="736600" cy="736600"/>
            <a:chOff x="7454777" y="2634499"/>
            <a:chExt cx="736600" cy="736600"/>
          </a:xfrm>
        </p:grpSpPr>
        <p:sp>
          <p:nvSpPr>
            <p:cNvPr id="87" name="Oval 86">
              <a:extLst>
                <a:ext uri="{FF2B5EF4-FFF2-40B4-BE49-F238E27FC236}">
                  <a16:creationId xmlns:a16="http://schemas.microsoft.com/office/drawing/2014/main" id="{136BE76A-6941-C574-319F-DC2B48091C7D}"/>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8" name="Graphic 87">
              <a:extLst>
                <a:ext uri="{FF2B5EF4-FFF2-40B4-BE49-F238E27FC236}">
                  <a16:creationId xmlns:a16="http://schemas.microsoft.com/office/drawing/2014/main" id="{F71DC5EA-7219-E238-A202-EA28BAC76DAA}"/>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575210" y="2818452"/>
              <a:ext cx="495739" cy="351162"/>
            </a:xfrm>
            <a:prstGeom prst="rect">
              <a:avLst/>
            </a:prstGeom>
          </p:spPr>
        </p:pic>
      </p:grpSp>
      <p:grpSp>
        <p:nvGrpSpPr>
          <p:cNvPr id="89" name="Group 88">
            <a:extLst>
              <a:ext uri="{FF2B5EF4-FFF2-40B4-BE49-F238E27FC236}">
                <a16:creationId xmlns:a16="http://schemas.microsoft.com/office/drawing/2014/main" id="{07DED409-EA9C-E66A-3349-8C6A2B9995E7}"/>
              </a:ext>
            </a:extLst>
          </p:cNvPr>
          <p:cNvGrpSpPr/>
          <p:nvPr/>
        </p:nvGrpSpPr>
        <p:grpSpPr>
          <a:xfrm>
            <a:off x="551332" y="3668093"/>
            <a:ext cx="736600" cy="736600"/>
            <a:chOff x="551332" y="3549795"/>
            <a:chExt cx="736600" cy="736600"/>
          </a:xfrm>
        </p:grpSpPr>
        <p:sp>
          <p:nvSpPr>
            <p:cNvPr id="90" name="Oval 89">
              <a:extLst>
                <a:ext uri="{FF2B5EF4-FFF2-40B4-BE49-F238E27FC236}">
                  <a16:creationId xmlns:a16="http://schemas.microsoft.com/office/drawing/2014/main" id="{63FF0F51-8768-9C12-5E2A-4AFF11D7B7A2}"/>
                </a:ext>
              </a:extLst>
            </p:cNvPr>
            <p:cNvSpPr>
              <a:spLocks/>
            </p:cNvSpPr>
            <p:nvPr/>
          </p:nvSpPr>
          <p:spPr>
            <a:xfrm>
              <a:off x="551332"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1" name="Graphic 90">
              <a:extLst>
                <a:ext uri="{FF2B5EF4-FFF2-40B4-BE49-F238E27FC236}">
                  <a16:creationId xmlns:a16="http://schemas.microsoft.com/office/drawing/2014/main" id="{471150B2-1E42-6DE1-4554-E3D630AFB81C}"/>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02747" y="3738393"/>
              <a:ext cx="433770" cy="371819"/>
            </a:xfrm>
            <a:prstGeom prst="rect">
              <a:avLst/>
            </a:prstGeom>
          </p:spPr>
        </p:pic>
      </p:grpSp>
      <p:grpSp>
        <p:nvGrpSpPr>
          <p:cNvPr id="92" name="Group 91">
            <a:extLst>
              <a:ext uri="{FF2B5EF4-FFF2-40B4-BE49-F238E27FC236}">
                <a16:creationId xmlns:a16="http://schemas.microsoft.com/office/drawing/2014/main" id="{53ABB744-2A2D-6654-9F38-7BE07B8ED644}"/>
              </a:ext>
            </a:extLst>
          </p:cNvPr>
          <p:cNvGrpSpPr/>
          <p:nvPr/>
        </p:nvGrpSpPr>
        <p:grpSpPr>
          <a:xfrm>
            <a:off x="1414263" y="3668093"/>
            <a:ext cx="736600" cy="736600"/>
            <a:chOff x="1414263" y="3549795"/>
            <a:chExt cx="736600" cy="736600"/>
          </a:xfrm>
        </p:grpSpPr>
        <p:sp>
          <p:nvSpPr>
            <p:cNvPr id="93" name="Oval 92">
              <a:extLst>
                <a:ext uri="{FF2B5EF4-FFF2-40B4-BE49-F238E27FC236}">
                  <a16:creationId xmlns:a16="http://schemas.microsoft.com/office/drawing/2014/main" id="{1EE3B1DC-ED18-1546-ACEA-F0FB996F87E5}"/>
                </a:ext>
              </a:extLst>
            </p:cNvPr>
            <p:cNvSpPr>
              <a:spLocks/>
            </p:cNvSpPr>
            <p:nvPr/>
          </p:nvSpPr>
          <p:spPr>
            <a:xfrm>
              <a:off x="1414263"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4" name="Graphic 93">
              <a:extLst>
                <a:ext uri="{FF2B5EF4-FFF2-40B4-BE49-F238E27FC236}">
                  <a16:creationId xmlns:a16="http://schemas.microsoft.com/office/drawing/2014/main" id="{E4380E56-A459-53C2-41FC-42F373553D0F}"/>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576991" y="3722898"/>
              <a:ext cx="402787" cy="402804"/>
            </a:xfrm>
            <a:prstGeom prst="rect">
              <a:avLst/>
            </a:prstGeom>
          </p:spPr>
        </p:pic>
      </p:grpSp>
      <p:grpSp>
        <p:nvGrpSpPr>
          <p:cNvPr id="95" name="Group 94">
            <a:extLst>
              <a:ext uri="{FF2B5EF4-FFF2-40B4-BE49-F238E27FC236}">
                <a16:creationId xmlns:a16="http://schemas.microsoft.com/office/drawing/2014/main" id="{17EB7830-4559-2566-D74C-C736BE2ACB48}"/>
              </a:ext>
            </a:extLst>
          </p:cNvPr>
          <p:cNvGrpSpPr/>
          <p:nvPr/>
        </p:nvGrpSpPr>
        <p:grpSpPr>
          <a:xfrm>
            <a:off x="2277194" y="3668093"/>
            <a:ext cx="736600" cy="736600"/>
            <a:chOff x="2277194" y="3549795"/>
            <a:chExt cx="736600" cy="736600"/>
          </a:xfrm>
        </p:grpSpPr>
        <p:sp>
          <p:nvSpPr>
            <p:cNvPr id="96" name="Oval 95">
              <a:extLst>
                <a:ext uri="{FF2B5EF4-FFF2-40B4-BE49-F238E27FC236}">
                  <a16:creationId xmlns:a16="http://schemas.microsoft.com/office/drawing/2014/main" id="{53B0600F-2840-039F-F9ED-35ADF1B9F296}"/>
                </a:ext>
              </a:extLst>
            </p:cNvPr>
            <p:cNvSpPr>
              <a:spLocks/>
            </p:cNvSpPr>
            <p:nvPr/>
          </p:nvSpPr>
          <p:spPr>
            <a:xfrm>
              <a:off x="2277194"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7" name="Graphic 96">
              <a:extLst>
                <a:ext uri="{FF2B5EF4-FFF2-40B4-BE49-F238E27FC236}">
                  <a16:creationId xmlns:a16="http://schemas.microsoft.com/office/drawing/2014/main" id="{9D506B6C-C7E1-DB1B-EF54-74C877D1239E}"/>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2429918" y="3738393"/>
              <a:ext cx="423443" cy="371819"/>
            </a:xfrm>
            <a:prstGeom prst="rect">
              <a:avLst/>
            </a:prstGeom>
          </p:spPr>
        </p:pic>
      </p:grpSp>
      <p:grpSp>
        <p:nvGrpSpPr>
          <p:cNvPr id="98" name="Group 97">
            <a:extLst>
              <a:ext uri="{FF2B5EF4-FFF2-40B4-BE49-F238E27FC236}">
                <a16:creationId xmlns:a16="http://schemas.microsoft.com/office/drawing/2014/main" id="{627E9D96-A77A-C8B0-E367-43C77E9893FD}"/>
              </a:ext>
            </a:extLst>
          </p:cNvPr>
          <p:cNvGrpSpPr/>
          <p:nvPr/>
        </p:nvGrpSpPr>
        <p:grpSpPr>
          <a:xfrm>
            <a:off x="3140125" y="3668093"/>
            <a:ext cx="736600" cy="736600"/>
            <a:chOff x="3140125" y="3549795"/>
            <a:chExt cx="736600" cy="736600"/>
          </a:xfrm>
        </p:grpSpPr>
        <p:sp>
          <p:nvSpPr>
            <p:cNvPr id="99" name="Oval 98">
              <a:extLst>
                <a:ext uri="{FF2B5EF4-FFF2-40B4-BE49-F238E27FC236}">
                  <a16:creationId xmlns:a16="http://schemas.microsoft.com/office/drawing/2014/main" id="{E5A42B51-31FD-00F6-2A5B-4147399172E0}"/>
                </a:ext>
              </a:extLst>
            </p:cNvPr>
            <p:cNvSpPr>
              <a:spLocks/>
            </p:cNvSpPr>
            <p:nvPr/>
          </p:nvSpPr>
          <p:spPr>
            <a:xfrm>
              <a:off x="3140125"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0" name="Graphic 99">
              <a:extLst>
                <a:ext uri="{FF2B5EF4-FFF2-40B4-BE49-F238E27FC236}">
                  <a16:creationId xmlns:a16="http://schemas.microsoft.com/office/drawing/2014/main" id="{B6F1A465-942A-0E70-4576-EEB04C8D705C}"/>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290963" y="3717734"/>
              <a:ext cx="433770" cy="413132"/>
            </a:xfrm>
            <a:prstGeom prst="rect">
              <a:avLst/>
            </a:prstGeom>
          </p:spPr>
        </p:pic>
      </p:grpSp>
      <p:grpSp>
        <p:nvGrpSpPr>
          <p:cNvPr id="101" name="Group 100">
            <a:extLst>
              <a:ext uri="{FF2B5EF4-FFF2-40B4-BE49-F238E27FC236}">
                <a16:creationId xmlns:a16="http://schemas.microsoft.com/office/drawing/2014/main" id="{4A12E053-E982-A4C8-5265-4DAB48B4A5A1}"/>
              </a:ext>
            </a:extLst>
          </p:cNvPr>
          <p:cNvGrpSpPr/>
          <p:nvPr/>
        </p:nvGrpSpPr>
        <p:grpSpPr>
          <a:xfrm>
            <a:off x="4003056" y="3668093"/>
            <a:ext cx="736600" cy="736600"/>
            <a:chOff x="4003056" y="3549795"/>
            <a:chExt cx="736600" cy="736600"/>
          </a:xfrm>
        </p:grpSpPr>
        <p:sp>
          <p:nvSpPr>
            <p:cNvPr id="102" name="Oval 101">
              <a:extLst>
                <a:ext uri="{FF2B5EF4-FFF2-40B4-BE49-F238E27FC236}">
                  <a16:creationId xmlns:a16="http://schemas.microsoft.com/office/drawing/2014/main" id="{EC02772F-3FD0-361D-120F-0E4AFED902C2}"/>
                </a:ext>
              </a:extLst>
            </p:cNvPr>
            <p:cNvSpPr>
              <a:spLocks/>
            </p:cNvSpPr>
            <p:nvPr/>
          </p:nvSpPr>
          <p:spPr>
            <a:xfrm>
              <a:off x="4003056"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3" name="Graphic 102">
              <a:extLst>
                <a:ext uri="{FF2B5EF4-FFF2-40B4-BE49-F238E27FC236}">
                  <a16:creationId xmlns:a16="http://schemas.microsoft.com/office/drawing/2014/main" id="{E421D19C-7776-39CC-88BD-04936350B425}"/>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4143082" y="3722898"/>
              <a:ext cx="454426" cy="402804"/>
            </a:xfrm>
            <a:prstGeom prst="rect">
              <a:avLst/>
            </a:prstGeom>
          </p:spPr>
        </p:pic>
      </p:grpSp>
      <p:grpSp>
        <p:nvGrpSpPr>
          <p:cNvPr id="104" name="Group 103">
            <a:extLst>
              <a:ext uri="{FF2B5EF4-FFF2-40B4-BE49-F238E27FC236}">
                <a16:creationId xmlns:a16="http://schemas.microsoft.com/office/drawing/2014/main" id="{FC04618C-D0CC-6F0E-768F-071EB8244CF7}"/>
              </a:ext>
            </a:extLst>
          </p:cNvPr>
          <p:cNvGrpSpPr/>
          <p:nvPr/>
        </p:nvGrpSpPr>
        <p:grpSpPr>
          <a:xfrm>
            <a:off x="4865987" y="3668093"/>
            <a:ext cx="736600" cy="736600"/>
            <a:chOff x="4865987" y="3549795"/>
            <a:chExt cx="736600" cy="736600"/>
          </a:xfrm>
        </p:grpSpPr>
        <p:sp>
          <p:nvSpPr>
            <p:cNvPr id="105" name="Oval 104">
              <a:extLst>
                <a:ext uri="{FF2B5EF4-FFF2-40B4-BE49-F238E27FC236}">
                  <a16:creationId xmlns:a16="http://schemas.microsoft.com/office/drawing/2014/main" id="{4A713E18-0B20-DF35-9268-513F1194CE71}"/>
                </a:ext>
              </a:extLst>
            </p:cNvPr>
            <p:cNvSpPr>
              <a:spLocks/>
            </p:cNvSpPr>
            <p:nvPr/>
          </p:nvSpPr>
          <p:spPr>
            <a:xfrm>
              <a:off x="486598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6" name="Graphic 105">
              <a:extLst>
                <a:ext uri="{FF2B5EF4-FFF2-40B4-BE49-F238E27FC236}">
                  <a16:creationId xmlns:a16="http://schemas.microsoft.com/office/drawing/2014/main" id="{4AB408F6-BF46-3FA0-0257-239BF2628D55}"/>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013413" y="3722898"/>
              <a:ext cx="433770" cy="402804"/>
            </a:xfrm>
            <a:prstGeom prst="rect">
              <a:avLst/>
            </a:prstGeom>
          </p:spPr>
        </p:pic>
      </p:grpSp>
      <p:grpSp>
        <p:nvGrpSpPr>
          <p:cNvPr id="107" name="Group 106">
            <a:extLst>
              <a:ext uri="{FF2B5EF4-FFF2-40B4-BE49-F238E27FC236}">
                <a16:creationId xmlns:a16="http://schemas.microsoft.com/office/drawing/2014/main" id="{A0F28197-CD6E-E571-F1FF-33B421DD3AEC}"/>
              </a:ext>
            </a:extLst>
          </p:cNvPr>
          <p:cNvGrpSpPr/>
          <p:nvPr/>
        </p:nvGrpSpPr>
        <p:grpSpPr>
          <a:xfrm>
            <a:off x="5728918" y="3668093"/>
            <a:ext cx="736600" cy="736600"/>
            <a:chOff x="5728918" y="3549795"/>
            <a:chExt cx="736600" cy="736600"/>
          </a:xfrm>
        </p:grpSpPr>
        <p:sp>
          <p:nvSpPr>
            <p:cNvPr id="108" name="Oval 107">
              <a:extLst>
                <a:ext uri="{FF2B5EF4-FFF2-40B4-BE49-F238E27FC236}">
                  <a16:creationId xmlns:a16="http://schemas.microsoft.com/office/drawing/2014/main" id="{A0BE7003-FB24-6450-DF95-C85EAA11D78D}"/>
                </a:ext>
              </a:extLst>
            </p:cNvPr>
            <p:cNvSpPr>
              <a:spLocks/>
            </p:cNvSpPr>
            <p:nvPr/>
          </p:nvSpPr>
          <p:spPr>
            <a:xfrm>
              <a:off x="5728918"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9" name="Graphic 108">
              <a:extLst>
                <a:ext uri="{FF2B5EF4-FFF2-40B4-BE49-F238E27FC236}">
                  <a16:creationId xmlns:a16="http://schemas.microsoft.com/office/drawing/2014/main" id="{D410BC77-404D-48E2-887D-9DD06C3F6D59}"/>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5875473" y="3759049"/>
              <a:ext cx="444099" cy="330507"/>
            </a:xfrm>
            <a:prstGeom prst="rect">
              <a:avLst/>
            </a:prstGeom>
          </p:spPr>
        </p:pic>
      </p:grpSp>
      <p:grpSp>
        <p:nvGrpSpPr>
          <p:cNvPr id="110" name="Group 109">
            <a:extLst>
              <a:ext uri="{FF2B5EF4-FFF2-40B4-BE49-F238E27FC236}">
                <a16:creationId xmlns:a16="http://schemas.microsoft.com/office/drawing/2014/main" id="{723B8E62-5B7A-7FC0-54B9-2BF7A03A6032}"/>
              </a:ext>
            </a:extLst>
          </p:cNvPr>
          <p:cNvGrpSpPr/>
          <p:nvPr/>
        </p:nvGrpSpPr>
        <p:grpSpPr>
          <a:xfrm>
            <a:off x="6591849" y="3668093"/>
            <a:ext cx="736600" cy="736600"/>
            <a:chOff x="6591849" y="3549795"/>
            <a:chExt cx="736600" cy="736600"/>
          </a:xfrm>
        </p:grpSpPr>
        <p:sp>
          <p:nvSpPr>
            <p:cNvPr id="111" name="Oval 110">
              <a:extLst>
                <a:ext uri="{FF2B5EF4-FFF2-40B4-BE49-F238E27FC236}">
                  <a16:creationId xmlns:a16="http://schemas.microsoft.com/office/drawing/2014/main" id="{3C152283-05AA-43B2-E252-0F84F3C2FF4D}"/>
                </a:ext>
              </a:extLst>
            </p:cNvPr>
            <p:cNvSpPr>
              <a:spLocks/>
            </p:cNvSpPr>
            <p:nvPr/>
          </p:nvSpPr>
          <p:spPr>
            <a:xfrm>
              <a:off x="6591849"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2" name="Graphic 111">
              <a:extLst>
                <a:ext uri="{FF2B5EF4-FFF2-40B4-BE49-F238E27FC236}">
                  <a16:creationId xmlns:a16="http://schemas.microsoft.com/office/drawing/2014/main" id="{C95E7534-F28E-AC85-416C-AF25C0EE5FB2}"/>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6841626" y="3697081"/>
              <a:ext cx="247869" cy="454445"/>
            </a:xfrm>
            <a:prstGeom prst="rect">
              <a:avLst/>
            </a:prstGeom>
          </p:spPr>
        </p:pic>
      </p:grpSp>
      <p:grpSp>
        <p:nvGrpSpPr>
          <p:cNvPr id="113" name="Group 112">
            <a:extLst>
              <a:ext uri="{FF2B5EF4-FFF2-40B4-BE49-F238E27FC236}">
                <a16:creationId xmlns:a16="http://schemas.microsoft.com/office/drawing/2014/main" id="{A788C835-D1A6-60FB-E4A9-F8EA7C334FC2}"/>
              </a:ext>
            </a:extLst>
          </p:cNvPr>
          <p:cNvGrpSpPr/>
          <p:nvPr/>
        </p:nvGrpSpPr>
        <p:grpSpPr>
          <a:xfrm>
            <a:off x="7454777" y="3668093"/>
            <a:ext cx="736600" cy="736600"/>
            <a:chOff x="7454777" y="3549795"/>
            <a:chExt cx="736600" cy="736600"/>
          </a:xfrm>
        </p:grpSpPr>
        <p:sp>
          <p:nvSpPr>
            <p:cNvPr id="114" name="Oval 113">
              <a:extLst>
                <a:ext uri="{FF2B5EF4-FFF2-40B4-BE49-F238E27FC236}">
                  <a16:creationId xmlns:a16="http://schemas.microsoft.com/office/drawing/2014/main" id="{D2BF821E-EFAD-2B5F-942D-832792516CBF}"/>
                </a:ext>
              </a:extLst>
            </p:cNvPr>
            <p:cNvSpPr>
              <a:spLocks/>
            </p:cNvSpPr>
            <p:nvPr/>
          </p:nvSpPr>
          <p:spPr>
            <a:xfrm>
              <a:off x="745477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5" name="Graphic 114">
              <a:extLst>
                <a:ext uri="{FF2B5EF4-FFF2-40B4-BE49-F238E27FC236}">
                  <a16:creationId xmlns:a16="http://schemas.microsoft.com/office/drawing/2014/main" id="{16CE138E-37C3-BE02-9EBF-C14FFA83B157}"/>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7559720" y="3753886"/>
              <a:ext cx="526722" cy="340834"/>
            </a:xfrm>
            <a:prstGeom prst="rect">
              <a:avLst/>
            </a:prstGeom>
          </p:spPr>
        </p:pic>
      </p:grpSp>
      <p:grpSp>
        <p:nvGrpSpPr>
          <p:cNvPr id="116" name="Group 115">
            <a:extLst>
              <a:ext uri="{FF2B5EF4-FFF2-40B4-BE49-F238E27FC236}">
                <a16:creationId xmlns:a16="http://schemas.microsoft.com/office/drawing/2014/main" id="{62A9CE0A-FE39-6CCD-C296-77CCA816244D}"/>
              </a:ext>
            </a:extLst>
          </p:cNvPr>
          <p:cNvGrpSpPr/>
          <p:nvPr/>
        </p:nvGrpSpPr>
        <p:grpSpPr>
          <a:xfrm>
            <a:off x="551332" y="4608784"/>
            <a:ext cx="736600" cy="736600"/>
            <a:chOff x="551332" y="4490486"/>
            <a:chExt cx="736600" cy="736600"/>
          </a:xfrm>
        </p:grpSpPr>
        <p:sp>
          <p:nvSpPr>
            <p:cNvPr id="117" name="Oval 116">
              <a:extLst>
                <a:ext uri="{FF2B5EF4-FFF2-40B4-BE49-F238E27FC236}">
                  <a16:creationId xmlns:a16="http://schemas.microsoft.com/office/drawing/2014/main" id="{D11636F8-D07B-E900-F77F-11A31FE8F192}"/>
                </a:ext>
              </a:extLst>
            </p:cNvPr>
            <p:cNvSpPr>
              <a:spLocks/>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8" name="Graphic 117">
              <a:extLst>
                <a:ext uri="{FF2B5EF4-FFF2-40B4-BE49-F238E27FC236}">
                  <a16:creationId xmlns:a16="http://schemas.microsoft.com/office/drawing/2014/main" id="{27535E95-AF71-3D1A-E970-AE8072CA01A5}"/>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723404" y="4643445"/>
              <a:ext cx="392459" cy="413132"/>
            </a:xfrm>
            <a:prstGeom prst="rect">
              <a:avLst/>
            </a:prstGeom>
          </p:spPr>
        </p:pic>
      </p:grpSp>
      <p:grpSp>
        <p:nvGrpSpPr>
          <p:cNvPr id="119" name="Group 118">
            <a:extLst>
              <a:ext uri="{FF2B5EF4-FFF2-40B4-BE49-F238E27FC236}">
                <a16:creationId xmlns:a16="http://schemas.microsoft.com/office/drawing/2014/main" id="{AA909BCB-7C54-CE62-CBD5-9D818424CAC9}"/>
              </a:ext>
            </a:extLst>
          </p:cNvPr>
          <p:cNvGrpSpPr/>
          <p:nvPr/>
        </p:nvGrpSpPr>
        <p:grpSpPr>
          <a:xfrm>
            <a:off x="1414263" y="4608784"/>
            <a:ext cx="736600" cy="736600"/>
            <a:chOff x="1414263" y="4490486"/>
            <a:chExt cx="736600" cy="736600"/>
          </a:xfrm>
        </p:grpSpPr>
        <p:sp>
          <p:nvSpPr>
            <p:cNvPr id="120" name="Oval 119">
              <a:extLst>
                <a:ext uri="{FF2B5EF4-FFF2-40B4-BE49-F238E27FC236}">
                  <a16:creationId xmlns:a16="http://schemas.microsoft.com/office/drawing/2014/main" id="{9C163589-5034-BD43-F9E8-69A9BF3797A8}"/>
                </a:ext>
              </a:extLst>
            </p:cNvPr>
            <p:cNvSpPr>
              <a:spLocks/>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1" name="Graphic 120">
              <a:extLst>
                <a:ext uri="{FF2B5EF4-FFF2-40B4-BE49-F238E27FC236}">
                  <a16:creationId xmlns:a16="http://schemas.microsoft.com/office/drawing/2014/main" id="{47DE1EA8-0932-823C-5F4A-C6527617E057}"/>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1561499" y="4664102"/>
              <a:ext cx="433770" cy="371819"/>
            </a:xfrm>
            <a:prstGeom prst="rect">
              <a:avLst/>
            </a:prstGeom>
          </p:spPr>
        </p:pic>
      </p:grpSp>
      <p:grpSp>
        <p:nvGrpSpPr>
          <p:cNvPr id="122" name="Group 121">
            <a:extLst>
              <a:ext uri="{FF2B5EF4-FFF2-40B4-BE49-F238E27FC236}">
                <a16:creationId xmlns:a16="http://schemas.microsoft.com/office/drawing/2014/main" id="{EAC48E46-DB36-52F3-58FF-DC9A34099F42}"/>
              </a:ext>
            </a:extLst>
          </p:cNvPr>
          <p:cNvGrpSpPr/>
          <p:nvPr/>
        </p:nvGrpSpPr>
        <p:grpSpPr>
          <a:xfrm>
            <a:off x="2277194" y="4608784"/>
            <a:ext cx="736600" cy="736600"/>
            <a:chOff x="2277194" y="4490486"/>
            <a:chExt cx="736600" cy="736600"/>
          </a:xfrm>
        </p:grpSpPr>
        <p:sp>
          <p:nvSpPr>
            <p:cNvPr id="123" name="Oval 122">
              <a:extLst>
                <a:ext uri="{FF2B5EF4-FFF2-40B4-BE49-F238E27FC236}">
                  <a16:creationId xmlns:a16="http://schemas.microsoft.com/office/drawing/2014/main" id="{A07116AD-B4CF-6916-9053-32AC43A87BB7}"/>
                </a:ext>
              </a:extLst>
            </p:cNvPr>
            <p:cNvSpPr>
              <a:spLocks/>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4" name="Graphic 123">
              <a:extLst>
                <a:ext uri="{FF2B5EF4-FFF2-40B4-BE49-F238E27FC236}">
                  <a16:creationId xmlns:a16="http://schemas.microsoft.com/office/drawing/2014/main" id="{7A9A0B44-2CA6-46CD-58F5-F3844F43EB76}"/>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2409262" y="4648608"/>
              <a:ext cx="464755" cy="402804"/>
            </a:xfrm>
            <a:prstGeom prst="rect">
              <a:avLst/>
            </a:prstGeom>
          </p:spPr>
        </p:pic>
      </p:grpSp>
      <p:sp>
        <p:nvSpPr>
          <p:cNvPr id="125" name="Rectangle 124">
            <a:extLst>
              <a:ext uri="{FF2B5EF4-FFF2-40B4-BE49-F238E27FC236}">
                <a16:creationId xmlns:a16="http://schemas.microsoft.com/office/drawing/2014/main" id="{82278E93-6135-3BE5-B66E-2976836F262D}"/>
              </a:ext>
            </a:extLst>
          </p:cNvPr>
          <p:cNvSpPr/>
          <p:nvPr/>
        </p:nvSpPr>
        <p:spPr>
          <a:xfrm>
            <a:off x="7882015" y="0"/>
            <a:ext cx="5581573" cy="1322024"/>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r>
              <a:rPr lang="en-GB" sz="1600" dirty="0">
                <a:solidFill>
                  <a:schemeClr val="tx1"/>
                </a:solidFill>
              </a:rPr>
              <a:t>Icons can be made bigger or smaller by selecting a corner anchor and scaling up or down. </a:t>
            </a:r>
          </a:p>
          <a:p>
            <a:pPr algn="l">
              <a:spcAft>
                <a:spcPts val="600"/>
              </a:spcAft>
            </a:pPr>
            <a:r>
              <a:rPr lang="en-GB" sz="1600" dirty="0">
                <a:solidFill>
                  <a:schemeClr val="tx1"/>
                </a:solidFill>
              </a:rPr>
              <a:t>How to change colour </a:t>
            </a:r>
          </a:p>
          <a:p>
            <a:pPr algn="l">
              <a:spcAft>
                <a:spcPts val="600"/>
              </a:spcAft>
            </a:pPr>
            <a:endParaRPr lang="en-GB" sz="1600" dirty="0">
              <a:solidFill>
                <a:schemeClr val="tx1"/>
              </a:solidFill>
            </a:endParaRPr>
          </a:p>
        </p:txBody>
      </p:sp>
    </p:spTree>
    <p:extLst>
      <p:ext uri="{BB962C8B-B14F-4D97-AF65-F5344CB8AC3E}">
        <p14:creationId xmlns:p14="http://schemas.microsoft.com/office/powerpoint/2010/main" val="33807530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F2FBD06C-7AC0-4ACB-4D27-92BDB1B55A76}"/>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39750"/>
            <a:ext cx="12384088" cy="544513"/>
          </a:xfrm>
        </p:spPr>
        <p:txBody>
          <a:bodyPr/>
          <a:lstStyle/>
          <a:p>
            <a:r>
              <a:rPr lang="en-GB"/>
              <a:t>Environment</a:t>
            </a:r>
          </a:p>
        </p:txBody>
      </p:sp>
      <p:sp>
        <p:nvSpPr>
          <p:cNvPr id="8" name="Content Placeholder 5">
            <a:extLst>
              <a:ext uri="{FF2B5EF4-FFF2-40B4-BE49-F238E27FC236}">
                <a16:creationId xmlns:a16="http://schemas.microsoft.com/office/drawing/2014/main" id="{2C06D3B7-71AE-AAB5-80EC-8CE72E5B5E64}"/>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57A61602-4BA6-5D2C-1475-FE3563672DA6}"/>
              </a:ext>
            </a:extLst>
          </p:cNvPr>
          <p:cNvGrpSpPr/>
          <p:nvPr/>
        </p:nvGrpSpPr>
        <p:grpSpPr>
          <a:xfrm>
            <a:off x="1414263" y="1800225"/>
            <a:ext cx="736600" cy="736600"/>
            <a:chOff x="1414263" y="1681927"/>
            <a:chExt cx="736600" cy="736600"/>
          </a:xfrm>
        </p:grpSpPr>
        <p:sp>
          <p:nvSpPr>
            <p:cNvPr id="3" name="Oval 2">
              <a:extLst>
                <a:ext uri="{FF2B5EF4-FFF2-40B4-BE49-F238E27FC236}">
                  <a16:creationId xmlns:a16="http://schemas.microsoft.com/office/drawing/2014/main" id="{4BB84939-6D06-9A3A-4394-BB73F34701F2}"/>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 name="Graphic 5">
              <a:extLst>
                <a:ext uri="{FF2B5EF4-FFF2-40B4-BE49-F238E27FC236}">
                  <a16:creationId xmlns:a16="http://schemas.microsoft.com/office/drawing/2014/main" id="{88079158-B3A4-74F1-1672-6431D2E81E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69460" y="1826751"/>
              <a:ext cx="426207" cy="446953"/>
            </a:xfrm>
            <a:prstGeom prst="rect">
              <a:avLst/>
            </a:prstGeom>
          </p:spPr>
        </p:pic>
      </p:grpSp>
      <p:grpSp>
        <p:nvGrpSpPr>
          <p:cNvPr id="7" name="Group 6">
            <a:extLst>
              <a:ext uri="{FF2B5EF4-FFF2-40B4-BE49-F238E27FC236}">
                <a16:creationId xmlns:a16="http://schemas.microsoft.com/office/drawing/2014/main" id="{56460936-65A6-B799-8F35-9FA3D595DB4B}"/>
              </a:ext>
            </a:extLst>
          </p:cNvPr>
          <p:cNvGrpSpPr/>
          <p:nvPr/>
        </p:nvGrpSpPr>
        <p:grpSpPr>
          <a:xfrm>
            <a:off x="551332" y="1800225"/>
            <a:ext cx="736600" cy="736600"/>
            <a:chOff x="551332" y="1681927"/>
            <a:chExt cx="736600" cy="736600"/>
          </a:xfrm>
        </p:grpSpPr>
        <p:sp>
          <p:nvSpPr>
            <p:cNvPr id="9" name="Oval 8">
              <a:extLst>
                <a:ext uri="{FF2B5EF4-FFF2-40B4-BE49-F238E27FC236}">
                  <a16:creationId xmlns:a16="http://schemas.microsoft.com/office/drawing/2014/main" id="{2681B8E5-7343-F9D1-8F02-B616A7495406}"/>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 name="Graphic 9">
              <a:extLst>
                <a:ext uri="{FF2B5EF4-FFF2-40B4-BE49-F238E27FC236}">
                  <a16:creationId xmlns:a16="http://schemas.microsoft.com/office/drawing/2014/main" id="{68AB75ED-9E68-8A25-6164-156122FDBB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9750" y="1790371"/>
              <a:ext cx="519764" cy="519712"/>
            </a:xfrm>
            <a:prstGeom prst="rect">
              <a:avLst/>
            </a:prstGeom>
          </p:spPr>
        </p:pic>
      </p:grpSp>
      <p:grpSp>
        <p:nvGrpSpPr>
          <p:cNvPr id="11" name="Group 10">
            <a:extLst>
              <a:ext uri="{FF2B5EF4-FFF2-40B4-BE49-F238E27FC236}">
                <a16:creationId xmlns:a16="http://schemas.microsoft.com/office/drawing/2014/main" id="{A2E83A76-E78F-7800-2474-EBEB5498560C}"/>
              </a:ext>
            </a:extLst>
          </p:cNvPr>
          <p:cNvGrpSpPr/>
          <p:nvPr/>
        </p:nvGrpSpPr>
        <p:grpSpPr>
          <a:xfrm>
            <a:off x="2277194" y="1800225"/>
            <a:ext cx="736600" cy="736600"/>
            <a:chOff x="2277194" y="1681927"/>
            <a:chExt cx="736600" cy="736600"/>
          </a:xfrm>
        </p:grpSpPr>
        <p:sp>
          <p:nvSpPr>
            <p:cNvPr id="12" name="Oval 11">
              <a:extLst>
                <a:ext uri="{FF2B5EF4-FFF2-40B4-BE49-F238E27FC236}">
                  <a16:creationId xmlns:a16="http://schemas.microsoft.com/office/drawing/2014/main" id="{5BF44C6B-0F70-0E1D-7712-8B9B3F8EE2F7}"/>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 name="Graphic 12">
              <a:extLst>
                <a:ext uri="{FF2B5EF4-FFF2-40B4-BE49-F238E27FC236}">
                  <a16:creationId xmlns:a16="http://schemas.microsoft.com/office/drawing/2014/main" id="{571C1F7F-CA0B-1A38-0718-6F1EA3E4B5A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49228" y="1847539"/>
              <a:ext cx="592532" cy="405376"/>
            </a:xfrm>
            <a:prstGeom prst="rect">
              <a:avLst/>
            </a:prstGeom>
          </p:spPr>
        </p:pic>
      </p:grpSp>
      <p:grpSp>
        <p:nvGrpSpPr>
          <p:cNvPr id="14" name="Group 13">
            <a:extLst>
              <a:ext uri="{FF2B5EF4-FFF2-40B4-BE49-F238E27FC236}">
                <a16:creationId xmlns:a16="http://schemas.microsoft.com/office/drawing/2014/main" id="{A8166A61-5FF8-B061-AD85-32BCC42E3C4B}"/>
              </a:ext>
            </a:extLst>
          </p:cNvPr>
          <p:cNvGrpSpPr/>
          <p:nvPr/>
        </p:nvGrpSpPr>
        <p:grpSpPr>
          <a:xfrm>
            <a:off x="4003056" y="1800225"/>
            <a:ext cx="736600" cy="736600"/>
            <a:chOff x="4003056" y="1681927"/>
            <a:chExt cx="736600" cy="736600"/>
          </a:xfrm>
        </p:grpSpPr>
        <p:sp>
          <p:nvSpPr>
            <p:cNvPr id="15" name="Oval 14">
              <a:extLst>
                <a:ext uri="{FF2B5EF4-FFF2-40B4-BE49-F238E27FC236}">
                  <a16:creationId xmlns:a16="http://schemas.microsoft.com/office/drawing/2014/main" id="{6C6D6BEF-5BF3-9EC6-D9A2-2B5BF1191471}"/>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 name="Graphic 15">
              <a:extLst>
                <a:ext uri="{FF2B5EF4-FFF2-40B4-BE49-F238E27FC236}">
                  <a16:creationId xmlns:a16="http://schemas.microsoft.com/office/drawing/2014/main" id="{D73D74AB-E1F9-CDBC-CACB-E437584ACD3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47857" y="1863130"/>
              <a:ext cx="446998" cy="374194"/>
            </a:xfrm>
            <a:prstGeom prst="rect">
              <a:avLst/>
            </a:prstGeom>
          </p:spPr>
        </p:pic>
      </p:grpSp>
      <p:grpSp>
        <p:nvGrpSpPr>
          <p:cNvPr id="17" name="Group 16">
            <a:extLst>
              <a:ext uri="{FF2B5EF4-FFF2-40B4-BE49-F238E27FC236}">
                <a16:creationId xmlns:a16="http://schemas.microsoft.com/office/drawing/2014/main" id="{9740B9CD-4AE9-2FA0-36F6-D053FC2FFD2D}"/>
              </a:ext>
            </a:extLst>
          </p:cNvPr>
          <p:cNvGrpSpPr/>
          <p:nvPr/>
        </p:nvGrpSpPr>
        <p:grpSpPr>
          <a:xfrm>
            <a:off x="3140125" y="1800225"/>
            <a:ext cx="736600" cy="736600"/>
            <a:chOff x="3140125" y="1681927"/>
            <a:chExt cx="736600" cy="736600"/>
          </a:xfrm>
        </p:grpSpPr>
        <p:sp>
          <p:nvSpPr>
            <p:cNvPr id="18" name="Oval 17">
              <a:extLst>
                <a:ext uri="{FF2B5EF4-FFF2-40B4-BE49-F238E27FC236}">
                  <a16:creationId xmlns:a16="http://schemas.microsoft.com/office/drawing/2014/main" id="{E53CF66F-3CB7-3642-3BF4-6BDE774EAABC}"/>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9" name="Graphic 18">
              <a:extLst>
                <a:ext uri="{FF2B5EF4-FFF2-40B4-BE49-F238E27FC236}">
                  <a16:creationId xmlns:a16="http://schemas.microsoft.com/office/drawing/2014/main" id="{E581FF28-41D8-8D2A-2634-1C36CCC89C6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12159" y="1838861"/>
              <a:ext cx="592532" cy="405376"/>
            </a:xfrm>
            <a:prstGeom prst="rect">
              <a:avLst/>
            </a:prstGeom>
          </p:spPr>
        </p:pic>
      </p:grpSp>
      <p:grpSp>
        <p:nvGrpSpPr>
          <p:cNvPr id="20" name="Group 19">
            <a:extLst>
              <a:ext uri="{FF2B5EF4-FFF2-40B4-BE49-F238E27FC236}">
                <a16:creationId xmlns:a16="http://schemas.microsoft.com/office/drawing/2014/main" id="{2033419D-B6DA-0692-E824-DF28A400B866}"/>
              </a:ext>
            </a:extLst>
          </p:cNvPr>
          <p:cNvGrpSpPr/>
          <p:nvPr/>
        </p:nvGrpSpPr>
        <p:grpSpPr>
          <a:xfrm>
            <a:off x="4865987" y="1800225"/>
            <a:ext cx="736600" cy="736600"/>
            <a:chOff x="4865987" y="1681927"/>
            <a:chExt cx="736600" cy="736600"/>
          </a:xfrm>
        </p:grpSpPr>
        <p:sp>
          <p:nvSpPr>
            <p:cNvPr id="21" name="Oval 20">
              <a:extLst>
                <a:ext uri="{FF2B5EF4-FFF2-40B4-BE49-F238E27FC236}">
                  <a16:creationId xmlns:a16="http://schemas.microsoft.com/office/drawing/2014/main" id="{AB901344-FA4D-BA3E-A30A-E7A87D39461F}"/>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2" name="Graphic 21">
              <a:extLst>
                <a:ext uri="{FF2B5EF4-FFF2-40B4-BE49-F238E27FC236}">
                  <a16:creationId xmlns:a16="http://schemas.microsoft.com/office/drawing/2014/main" id="{4C6A9C9F-DBAD-765E-1C6C-055B89E6EE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47171" y="1800765"/>
              <a:ext cx="374232" cy="498925"/>
            </a:xfrm>
            <a:prstGeom prst="rect">
              <a:avLst/>
            </a:prstGeom>
          </p:spPr>
        </p:pic>
      </p:grpSp>
      <p:grpSp>
        <p:nvGrpSpPr>
          <p:cNvPr id="23" name="Group 22">
            <a:extLst>
              <a:ext uri="{FF2B5EF4-FFF2-40B4-BE49-F238E27FC236}">
                <a16:creationId xmlns:a16="http://schemas.microsoft.com/office/drawing/2014/main" id="{ECE59B29-2BDB-90ED-50F3-67F599AB4C1F}"/>
              </a:ext>
            </a:extLst>
          </p:cNvPr>
          <p:cNvGrpSpPr/>
          <p:nvPr/>
        </p:nvGrpSpPr>
        <p:grpSpPr>
          <a:xfrm>
            <a:off x="6591849" y="1800225"/>
            <a:ext cx="736600" cy="736600"/>
            <a:chOff x="6591849" y="1681927"/>
            <a:chExt cx="736600" cy="736600"/>
          </a:xfrm>
        </p:grpSpPr>
        <p:sp>
          <p:nvSpPr>
            <p:cNvPr id="24" name="Oval 23">
              <a:extLst>
                <a:ext uri="{FF2B5EF4-FFF2-40B4-BE49-F238E27FC236}">
                  <a16:creationId xmlns:a16="http://schemas.microsoft.com/office/drawing/2014/main" id="{CB85E2A5-3B42-E864-F4FB-4A96BFEFEF6D}"/>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5" name="Graphic 24">
              <a:extLst>
                <a:ext uri="{FF2B5EF4-FFF2-40B4-BE49-F238E27FC236}">
                  <a16:creationId xmlns:a16="http://schemas.microsoft.com/office/drawing/2014/main" id="{8B880E31-92D4-9BD8-DA83-47B44A67B6F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752243" y="1805962"/>
              <a:ext cx="415812" cy="488531"/>
            </a:xfrm>
            <a:prstGeom prst="rect">
              <a:avLst/>
            </a:prstGeom>
          </p:spPr>
        </p:pic>
      </p:grpSp>
      <p:grpSp>
        <p:nvGrpSpPr>
          <p:cNvPr id="26" name="Group 25">
            <a:extLst>
              <a:ext uri="{FF2B5EF4-FFF2-40B4-BE49-F238E27FC236}">
                <a16:creationId xmlns:a16="http://schemas.microsoft.com/office/drawing/2014/main" id="{8A94F493-9CBF-A053-A33F-C419546B1B44}"/>
              </a:ext>
            </a:extLst>
          </p:cNvPr>
          <p:cNvGrpSpPr/>
          <p:nvPr/>
        </p:nvGrpSpPr>
        <p:grpSpPr>
          <a:xfrm>
            <a:off x="5728918" y="1800225"/>
            <a:ext cx="736600" cy="736600"/>
            <a:chOff x="5728918" y="1681927"/>
            <a:chExt cx="736600" cy="736600"/>
          </a:xfrm>
        </p:grpSpPr>
        <p:sp>
          <p:nvSpPr>
            <p:cNvPr id="27" name="Oval 26">
              <a:extLst>
                <a:ext uri="{FF2B5EF4-FFF2-40B4-BE49-F238E27FC236}">
                  <a16:creationId xmlns:a16="http://schemas.microsoft.com/office/drawing/2014/main" id="{3025CD7F-2B6D-EEF8-600E-F104BC210429}"/>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8" name="Graphic 27">
              <a:extLst>
                <a:ext uri="{FF2B5EF4-FFF2-40B4-BE49-F238E27FC236}">
                  <a16:creationId xmlns:a16="http://schemas.microsoft.com/office/drawing/2014/main" id="{D5611D37-32CD-0D0B-6A2D-0DA5709ADBA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832138" y="1837145"/>
              <a:ext cx="530160" cy="426164"/>
            </a:xfrm>
            <a:prstGeom prst="rect">
              <a:avLst/>
            </a:prstGeom>
          </p:spPr>
        </p:pic>
      </p:grpSp>
      <p:grpSp>
        <p:nvGrpSpPr>
          <p:cNvPr id="29" name="Group 28">
            <a:extLst>
              <a:ext uri="{FF2B5EF4-FFF2-40B4-BE49-F238E27FC236}">
                <a16:creationId xmlns:a16="http://schemas.microsoft.com/office/drawing/2014/main" id="{95904151-D3D4-0623-867E-E5CD111AE2A6}"/>
              </a:ext>
            </a:extLst>
          </p:cNvPr>
          <p:cNvGrpSpPr/>
          <p:nvPr/>
        </p:nvGrpSpPr>
        <p:grpSpPr>
          <a:xfrm>
            <a:off x="7454777" y="1800225"/>
            <a:ext cx="736600" cy="736600"/>
            <a:chOff x="7454777" y="1681927"/>
            <a:chExt cx="736600" cy="736600"/>
          </a:xfrm>
        </p:grpSpPr>
        <p:sp>
          <p:nvSpPr>
            <p:cNvPr id="30" name="Oval 29">
              <a:extLst>
                <a:ext uri="{FF2B5EF4-FFF2-40B4-BE49-F238E27FC236}">
                  <a16:creationId xmlns:a16="http://schemas.microsoft.com/office/drawing/2014/main" id="{E9B6BF03-2644-5599-2229-D14F1E1F82F6}"/>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1" name="Graphic 30">
              <a:extLst>
                <a:ext uri="{FF2B5EF4-FFF2-40B4-BE49-F238E27FC236}">
                  <a16:creationId xmlns:a16="http://schemas.microsoft.com/office/drawing/2014/main" id="{8CCB8B0D-99F6-7285-0998-8C35C3D0344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646357" y="1816357"/>
              <a:ext cx="353440" cy="467741"/>
            </a:xfrm>
            <a:prstGeom prst="rect">
              <a:avLst/>
            </a:prstGeom>
          </p:spPr>
        </p:pic>
      </p:grpSp>
      <p:grpSp>
        <p:nvGrpSpPr>
          <p:cNvPr id="32" name="Group 31">
            <a:extLst>
              <a:ext uri="{FF2B5EF4-FFF2-40B4-BE49-F238E27FC236}">
                <a16:creationId xmlns:a16="http://schemas.microsoft.com/office/drawing/2014/main" id="{4333BB15-BB34-B57A-EA93-63A3891D381A}"/>
              </a:ext>
            </a:extLst>
          </p:cNvPr>
          <p:cNvGrpSpPr/>
          <p:nvPr/>
        </p:nvGrpSpPr>
        <p:grpSpPr>
          <a:xfrm>
            <a:off x="551332" y="2752797"/>
            <a:ext cx="736600" cy="736600"/>
            <a:chOff x="551332" y="2634499"/>
            <a:chExt cx="736600" cy="736600"/>
          </a:xfrm>
        </p:grpSpPr>
        <p:sp>
          <p:nvSpPr>
            <p:cNvPr id="33" name="Oval 32">
              <a:extLst>
                <a:ext uri="{FF2B5EF4-FFF2-40B4-BE49-F238E27FC236}">
                  <a16:creationId xmlns:a16="http://schemas.microsoft.com/office/drawing/2014/main" id="{E3EADF91-8908-A89B-F4D9-2DC776BC2B73}"/>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4" name="Graphic 33">
              <a:extLst>
                <a:ext uri="{FF2B5EF4-FFF2-40B4-BE49-F238E27FC236}">
                  <a16:creationId xmlns:a16="http://schemas.microsoft.com/office/drawing/2014/main" id="{8D132EAE-9144-2B14-B304-4500B57B97B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01331" y="2784520"/>
              <a:ext cx="436603" cy="436559"/>
            </a:xfrm>
            <a:prstGeom prst="rect">
              <a:avLst/>
            </a:prstGeom>
          </p:spPr>
        </p:pic>
      </p:grpSp>
      <p:grpSp>
        <p:nvGrpSpPr>
          <p:cNvPr id="35" name="Group 34">
            <a:extLst>
              <a:ext uri="{FF2B5EF4-FFF2-40B4-BE49-F238E27FC236}">
                <a16:creationId xmlns:a16="http://schemas.microsoft.com/office/drawing/2014/main" id="{A9E0177F-6100-A984-2092-C3ED6D476906}"/>
              </a:ext>
            </a:extLst>
          </p:cNvPr>
          <p:cNvGrpSpPr/>
          <p:nvPr/>
        </p:nvGrpSpPr>
        <p:grpSpPr>
          <a:xfrm>
            <a:off x="1414263" y="2752797"/>
            <a:ext cx="736600" cy="736600"/>
            <a:chOff x="1414263" y="2634499"/>
            <a:chExt cx="736600" cy="736600"/>
          </a:xfrm>
        </p:grpSpPr>
        <p:sp>
          <p:nvSpPr>
            <p:cNvPr id="36" name="Oval 35">
              <a:extLst>
                <a:ext uri="{FF2B5EF4-FFF2-40B4-BE49-F238E27FC236}">
                  <a16:creationId xmlns:a16="http://schemas.microsoft.com/office/drawing/2014/main" id="{6A211104-8DDA-55E3-7829-A448E461BA73}"/>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7" name="Graphic 36">
              <a:extLst>
                <a:ext uri="{FF2B5EF4-FFF2-40B4-BE49-F238E27FC236}">
                  <a16:creationId xmlns:a16="http://schemas.microsoft.com/office/drawing/2014/main" id="{6B41D963-E17D-0A84-294D-5548FE02ACFB}"/>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569460" y="2774125"/>
              <a:ext cx="426207" cy="457348"/>
            </a:xfrm>
            <a:prstGeom prst="rect">
              <a:avLst/>
            </a:prstGeom>
          </p:spPr>
        </p:pic>
      </p:grpSp>
      <p:grpSp>
        <p:nvGrpSpPr>
          <p:cNvPr id="38" name="Group 37">
            <a:extLst>
              <a:ext uri="{FF2B5EF4-FFF2-40B4-BE49-F238E27FC236}">
                <a16:creationId xmlns:a16="http://schemas.microsoft.com/office/drawing/2014/main" id="{603512F2-E6B1-6910-C039-DB7D42454CFA}"/>
              </a:ext>
            </a:extLst>
          </p:cNvPr>
          <p:cNvGrpSpPr/>
          <p:nvPr/>
        </p:nvGrpSpPr>
        <p:grpSpPr>
          <a:xfrm>
            <a:off x="2277194" y="2752797"/>
            <a:ext cx="736600" cy="736600"/>
            <a:chOff x="2277194" y="2634499"/>
            <a:chExt cx="736600" cy="736600"/>
          </a:xfrm>
        </p:grpSpPr>
        <p:sp>
          <p:nvSpPr>
            <p:cNvPr id="39" name="Oval 38">
              <a:extLst>
                <a:ext uri="{FF2B5EF4-FFF2-40B4-BE49-F238E27FC236}">
                  <a16:creationId xmlns:a16="http://schemas.microsoft.com/office/drawing/2014/main" id="{6FA23402-CFDA-5BBB-1E37-0C47A3E62EE9}"/>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0" name="Graphic 39">
              <a:extLst>
                <a:ext uri="{FF2B5EF4-FFF2-40B4-BE49-F238E27FC236}">
                  <a16:creationId xmlns:a16="http://schemas.microsoft.com/office/drawing/2014/main" id="{3A94255A-C2AD-949C-88CB-AAF38B4ADA8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396007" y="2810505"/>
              <a:ext cx="498975" cy="384588"/>
            </a:xfrm>
            <a:prstGeom prst="rect">
              <a:avLst/>
            </a:prstGeom>
          </p:spPr>
        </p:pic>
      </p:grpSp>
      <p:grpSp>
        <p:nvGrpSpPr>
          <p:cNvPr id="41" name="Group 40">
            <a:extLst>
              <a:ext uri="{FF2B5EF4-FFF2-40B4-BE49-F238E27FC236}">
                <a16:creationId xmlns:a16="http://schemas.microsoft.com/office/drawing/2014/main" id="{22BC7830-28A6-36BD-81D6-638D39295E6B}"/>
              </a:ext>
            </a:extLst>
          </p:cNvPr>
          <p:cNvGrpSpPr/>
          <p:nvPr/>
        </p:nvGrpSpPr>
        <p:grpSpPr>
          <a:xfrm>
            <a:off x="4003056" y="2752797"/>
            <a:ext cx="736600" cy="736600"/>
            <a:chOff x="4003056" y="2634499"/>
            <a:chExt cx="736600" cy="736600"/>
          </a:xfrm>
        </p:grpSpPr>
        <p:sp>
          <p:nvSpPr>
            <p:cNvPr id="42" name="Oval 41">
              <a:extLst>
                <a:ext uri="{FF2B5EF4-FFF2-40B4-BE49-F238E27FC236}">
                  <a16:creationId xmlns:a16="http://schemas.microsoft.com/office/drawing/2014/main" id="{6AD46106-C232-3933-D861-0D83C1982E1F}"/>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3" name="Graphic 42">
              <a:extLst>
                <a:ext uri="{FF2B5EF4-FFF2-40B4-BE49-F238E27FC236}">
                  <a16:creationId xmlns:a16="http://schemas.microsoft.com/office/drawing/2014/main" id="{06F4773F-508C-0B5C-CEB1-0ED002ACB527}"/>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199834" y="2716957"/>
              <a:ext cx="343045" cy="571685"/>
            </a:xfrm>
            <a:prstGeom prst="rect">
              <a:avLst/>
            </a:prstGeom>
          </p:spPr>
        </p:pic>
      </p:grpSp>
      <p:grpSp>
        <p:nvGrpSpPr>
          <p:cNvPr id="44" name="Group 43">
            <a:extLst>
              <a:ext uri="{FF2B5EF4-FFF2-40B4-BE49-F238E27FC236}">
                <a16:creationId xmlns:a16="http://schemas.microsoft.com/office/drawing/2014/main" id="{9CB6C5A0-5A45-38F3-4585-C3535875D5E0}"/>
              </a:ext>
            </a:extLst>
          </p:cNvPr>
          <p:cNvGrpSpPr/>
          <p:nvPr/>
        </p:nvGrpSpPr>
        <p:grpSpPr>
          <a:xfrm>
            <a:off x="3140125" y="2752797"/>
            <a:ext cx="736600" cy="736600"/>
            <a:chOff x="3140125" y="2634499"/>
            <a:chExt cx="736600" cy="736600"/>
          </a:xfrm>
        </p:grpSpPr>
        <p:sp>
          <p:nvSpPr>
            <p:cNvPr id="45" name="Oval 44">
              <a:extLst>
                <a:ext uri="{FF2B5EF4-FFF2-40B4-BE49-F238E27FC236}">
                  <a16:creationId xmlns:a16="http://schemas.microsoft.com/office/drawing/2014/main" id="{85F5C6B7-29A8-B2D0-B433-240A12101900}"/>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6" name="Graphic 45">
              <a:extLst>
                <a:ext uri="{FF2B5EF4-FFF2-40B4-BE49-F238E27FC236}">
                  <a16:creationId xmlns:a16="http://schemas.microsoft.com/office/drawing/2014/main" id="{8F08FDBA-FEB2-95F5-1727-3D05C06F18DE}"/>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290124" y="2763731"/>
              <a:ext cx="436603" cy="478136"/>
            </a:xfrm>
            <a:prstGeom prst="rect">
              <a:avLst/>
            </a:prstGeom>
          </p:spPr>
        </p:pic>
      </p:grpSp>
      <p:grpSp>
        <p:nvGrpSpPr>
          <p:cNvPr id="47" name="Group 46">
            <a:extLst>
              <a:ext uri="{FF2B5EF4-FFF2-40B4-BE49-F238E27FC236}">
                <a16:creationId xmlns:a16="http://schemas.microsoft.com/office/drawing/2014/main" id="{F2364090-C286-ADF2-7609-680ACDEE244D}"/>
              </a:ext>
            </a:extLst>
          </p:cNvPr>
          <p:cNvGrpSpPr/>
          <p:nvPr/>
        </p:nvGrpSpPr>
        <p:grpSpPr>
          <a:xfrm>
            <a:off x="5728918" y="2752797"/>
            <a:ext cx="736600" cy="736600"/>
            <a:chOff x="5728918" y="2634499"/>
            <a:chExt cx="736600" cy="736600"/>
          </a:xfrm>
        </p:grpSpPr>
        <p:sp>
          <p:nvSpPr>
            <p:cNvPr id="48" name="Oval 47">
              <a:extLst>
                <a:ext uri="{FF2B5EF4-FFF2-40B4-BE49-F238E27FC236}">
                  <a16:creationId xmlns:a16="http://schemas.microsoft.com/office/drawing/2014/main" id="{0160B2FB-41AE-8BFC-41AC-275727973409}"/>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9" name="Graphic 48">
              <a:extLst>
                <a:ext uri="{FF2B5EF4-FFF2-40B4-BE49-F238E27FC236}">
                  <a16:creationId xmlns:a16="http://schemas.microsoft.com/office/drawing/2014/main" id="{CF708476-85BC-1956-346C-58C143A3686B}"/>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904905" y="2810505"/>
              <a:ext cx="384626" cy="384588"/>
            </a:xfrm>
            <a:prstGeom prst="rect">
              <a:avLst/>
            </a:prstGeom>
          </p:spPr>
        </p:pic>
      </p:grpSp>
      <p:grpSp>
        <p:nvGrpSpPr>
          <p:cNvPr id="50" name="Group 49">
            <a:extLst>
              <a:ext uri="{FF2B5EF4-FFF2-40B4-BE49-F238E27FC236}">
                <a16:creationId xmlns:a16="http://schemas.microsoft.com/office/drawing/2014/main" id="{2AAF2367-A792-FFAF-2472-AA6613A179ED}"/>
              </a:ext>
            </a:extLst>
          </p:cNvPr>
          <p:cNvGrpSpPr/>
          <p:nvPr/>
        </p:nvGrpSpPr>
        <p:grpSpPr>
          <a:xfrm>
            <a:off x="4865987" y="2752797"/>
            <a:ext cx="736600" cy="736600"/>
            <a:chOff x="4865987" y="2634499"/>
            <a:chExt cx="736600" cy="736600"/>
          </a:xfrm>
        </p:grpSpPr>
        <p:sp>
          <p:nvSpPr>
            <p:cNvPr id="51" name="Oval 50">
              <a:extLst>
                <a:ext uri="{FF2B5EF4-FFF2-40B4-BE49-F238E27FC236}">
                  <a16:creationId xmlns:a16="http://schemas.microsoft.com/office/drawing/2014/main" id="{EB9755C3-1C04-ADA3-0FE3-16AD586A6F4B}"/>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2" name="Graphic 51">
              <a:extLst>
                <a:ext uri="{FF2B5EF4-FFF2-40B4-BE49-F238E27FC236}">
                  <a16:creationId xmlns:a16="http://schemas.microsoft.com/office/drawing/2014/main" id="{A92A7FFB-ADC0-294A-8198-59022E542A24}"/>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026381" y="2737746"/>
              <a:ext cx="415812" cy="530107"/>
            </a:xfrm>
            <a:prstGeom prst="rect">
              <a:avLst/>
            </a:prstGeom>
          </p:spPr>
        </p:pic>
      </p:grpSp>
    </p:spTree>
    <p:extLst>
      <p:ext uri="{BB962C8B-B14F-4D97-AF65-F5344CB8AC3E}">
        <p14:creationId xmlns:p14="http://schemas.microsoft.com/office/powerpoint/2010/main" val="2344410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D8AD1DB5-1F46-0763-59A5-C9D54E35D128}"/>
              </a:ext>
            </a:extLst>
          </p:cNvPr>
          <p:cNvSpPr>
            <a:spLocks noGrp="1"/>
          </p:cNvSpPr>
          <p:nvPr>
            <p:ph type="subTitle" idx="13"/>
          </p:nvPr>
        </p:nvSpPr>
        <p:spPr/>
        <p:txBody>
          <a:bodyPr/>
          <a:lstStyle/>
          <a:p>
            <a:r>
              <a:rPr lang="en-GB">
                <a:solidFill>
                  <a:schemeClr val="tx1"/>
                </a:solidFill>
              </a:rPr>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40000"/>
            <a:ext cx="12384088" cy="543914"/>
          </a:xfrm>
        </p:spPr>
        <p:txBody>
          <a:bodyPr/>
          <a:lstStyle/>
          <a:p>
            <a:r>
              <a:rPr lang="en-GB"/>
              <a:t>Financial Services</a:t>
            </a:r>
          </a:p>
        </p:txBody>
      </p:sp>
      <p:sp>
        <p:nvSpPr>
          <p:cNvPr id="3" name="Content Placeholder 5">
            <a:extLst>
              <a:ext uri="{FF2B5EF4-FFF2-40B4-BE49-F238E27FC236}">
                <a16:creationId xmlns:a16="http://schemas.microsoft.com/office/drawing/2014/main" id="{F7B67899-9289-FC18-B827-913515514017}"/>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89A371AB-60D0-EC89-A040-80D761BC928F}"/>
              </a:ext>
            </a:extLst>
          </p:cNvPr>
          <p:cNvGrpSpPr/>
          <p:nvPr/>
        </p:nvGrpSpPr>
        <p:grpSpPr>
          <a:xfrm>
            <a:off x="551332" y="1800225"/>
            <a:ext cx="736600" cy="736600"/>
            <a:chOff x="551332" y="1681927"/>
            <a:chExt cx="736600" cy="736600"/>
          </a:xfrm>
        </p:grpSpPr>
        <p:sp>
          <p:nvSpPr>
            <p:cNvPr id="51" name="Oval 50">
              <a:extLst>
                <a:ext uri="{FF2B5EF4-FFF2-40B4-BE49-F238E27FC236}">
                  <a16:creationId xmlns:a16="http://schemas.microsoft.com/office/drawing/2014/main" id="{09BC6173-0A3F-23D9-F8A9-60214DE38C26}"/>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2" name="Graphic 51">
              <a:extLst>
                <a:ext uri="{FF2B5EF4-FFF2-40B4-BE49-F238E27FC236}">
                  <a16:creationId xmlns:a16="http://schemas.microsoft.com/office/drawing/2014/main" id="{214C4807-6260-8528-60F1-4AA8D395E6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8654" y="1848184"/>
              <a:ext cx="341957" cy="404087"/>
            </a:xfrm>
            <a:prstGeom prst="rect">
              <a:avLst/>
            </a:prstGeom>
          </p:spPr>
        </p:pic>
      </p:grpSp>
      <p:grpSp>
        <p:nvGrpSpPr>
          <p:cNvPr id="53" name="Group 52">
            <a:extLst>
              <a:ext uri="{FF2B5EF4-FFF2-40B4-BE49-F238E27FC236}">
                <a16:creationId xmlns:a16="http://schemas.microsoft.com/office/drawing/2014/main" id="{8161AC31-D1DB-CF42-7847-FE83FD6B73C3}"/>
              </a:ext>
            </a:extLst>
          </p:cNvPr>
          <p:cNvGrpSpPr/>
          <p:nvPr/>
        </p:nvGrpSpPr>
        <p:grpSpPr>
          <a:xfrm>
            <a:off x="1414263" y="1800225"/>
            <a:ext cx="736600" cy="736600"/>
            <a:chOff x="1414263" y="1681927"/>
            <a:chExt cx="736600" cy="736600"/>
          </a:xfrm>
        </p:grpSpPr>
        <p:sp>
          <p:nvSpPr>
            <p:cNvPr id="54" name="Oval 53">
              <a:extLst>
                <a:ext uri="{FF2B5EF4-FFF2-40B4-BE49-F238E27FC236}">
                  <a16:creationId xmlns:a16="http://schemas.microsoft.com/office/drawing/2014/main" id="{F25D5A87-18AB-20E7-E930-393D12AB69B0}"/>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5" name="Graphic 54">
              <a:extLst>
                <a:ext uri="{FF2B5EF4-FFF2-40B4-BE49-F238E27FC236}">
                  <a16:creationId xmlns:a16="http://schemas.microsoft.com/office/drawing/2014/main" id="{A6EADBF4-8A04-5255-3283-E4FC4BD49BD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2473" y="1879268"/>
              <a:ext cx="435217" cy="341919"/>
            </a:xfrm>
            <a:prstGeom prst="rect">
              <a:avLst/>
            </a:prstGeom>
          </p:spPr>
        </p:pic>
      </p:grpSp>
      <p:grpSp>
        <p:nvGrpSpPr>
          <p:cNvPr id="56" name="Group 55">
            <a:extLst>
              <a:ext uri="{FF2B5EF4-FFF2-40B4-BE49-F238E27FC236}">
                <a16:creationId xmlns:a16="http://schemas.microsoft.com/office/drawing/2014/main" id="{563EE09A-D0EE-A1AB-2598-4610237F9DEF}"/>
              </a:ext>
            </a:extLst>
          </p:cNvPr>
          <p:cNvGrpSpPr/>
          <p:nvPr/>
        </p:nvGrpSpPr>
        <p:grpSpPr>
          <a:xfrm>
            <a:off x="2277194" y="1800225"/>
            <a:ext cx="736600" cy="736600"/>
            <a:chOff x="2277194" y="1681927"/>
            <a:chExt cx="736600" cy="736600"/>
          </a:xfrm>
        </p:grpSpPr>
        <p:sp>
          <p:nvSpPr>
            <p:cNvPr id="57" name="Oval 56">
              <a:extLst>
                <a:ext uri="{FF2B5EF4-FFF2-40B4-BE49-F238E27FC236}">
                  <a16:creationId xmlns:a16="http://schemas.microsoft.com/office/drawing/2014/main" id="{F8AEDF75-9222-4A3A-1491-770DE288AB1F}"/>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8" name="Graphic 57">
              <a:extLst>
                <a:ext uri="{FF2B5EF4-FFF2-40B4-BE49-F238E27FC236}">
                  <a16:creationId xmlns:a16="http://schemas.microsoft.com/office/drawing/2014/main" id="{A97FCA5F-55DC-5E86-5426-FF21B7AD16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41353" y="1832642"/>
              <a:ext cx="404130" cy="435170"/>
            </a:xfrm>
            <a:prstGeom prst="rect">
              <a:avLst/>
            </a:prstGeom>
          </p:spPr>
        </p:pic>
      </p:grpSp>
      <p:grpSp>
        <p:nvGrpSpPr>
          <p:cNvPr id="59" name="Group 58">
            <a:extLst>
              <a:ext uri="{FF2B5EF4-FFF2-40B4-BE49-F238E27FC236}">
                <a16:creationId xmlns:a16="http://schemas.microsoft.com/office/drawing/2014/main" id="{B5869A09-8538-08B0-57B2-91837875EBB0}"/>
              </a:ext>
            </a:extLst>
          </p:cNvPr>
          <p:cNvGrpSpPr/>
          <p:nvPr/>
        </p:nvGrpSpPr>
        <p:grpSpPr>
          <a:xfrm>
            <a:off x="3140125" y="1800225"/>
            <a:ext cx="736600" cy="736600"/>
            <a:chOff x="3140125" y="1681927"/>
            <a:chExt cx="736600" cy="736600"/>
          </a:xfrm>
        </p:grpSpPr>
        <p:sp>
          <p:nvSpPr>
            <p:cNvPr id="60" name="Oval 59">
              <a:extLst>
                <a:ext uri="{FF2B5EF4-FFF2-40B4-BE49-F238E27FC236}">
                  <a16:creationId xmlns:a16="http://schemas.microsoft.com/office/drawing/2014/main" id="{2A2863DF-3907-99D9-82D2-EA3B7853AB28}"/>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1" name="Graphic 60">
              <a:extLst>
                <a:ext uri="{FF2B5EF4-FFF2-40B4-BE49-F238E27FC236}">
                  <a16:creationId xmlns:a16="http://schemas.microsoft.com/office/drawing/2014/main" id="{46C5AA13-0E82-31E0-B82B-1ECAAD3565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12377" y="1879268"/>
              <a:ext cx="404130" cy="341919"/>
            </a:xfrm>
            <a:prstGeom prst="rect">
              <a:avLst/>
            </a:prstGeom>
          </p:spPr>
        </p:pic>
      </p:grpSp>
      <p:grpSp>
        <p:nvGrpSpPr>
          <p:cNvPr id="62" name="Group 61">
            <a:extLst>
              <a:ext uri="{FF2B5EF4-FFF2-40B4-BE49-F238E27FC236}">
                <a16:creationId xmlns:a16="http://schemas.microsoft.com/office/drawing/2014/main" id="{358760C8-1624-D0B8-AC5B-0E21FDF51217}"/>
              </a:ext>
            </a:extLst>
          </p:cNvPr>
          <p:cNvGrpSpPr/>
          <p:nvPr/>
        </p:nvGrpSpPr>
        <p:grpSpPr>
          <a:xfrm>
            <a:off x="4003056" y="1800225"/>
            <a:ext cx="736600" cy="736600"/>
            <a:chOff x="4003056" y="1681927"/>
            <a:chExt cx="736600" cy="736600"/>
          </a:xfrm>
        </p:grpSpPr>
        <p:sp>
          <p:nvSpPr>
            <p:cNvPr id="63" name="Oval 62">
              <a:extLst>
                <a:ext uri="{FF2B5EF4-FFF2-40B4-BE49-F238E27FC236}">
                  <a16:creationId xmlns:a16="http://schemas.microsoft.com/office/drawing/2014/main" id="{DA394C10-73B7-AC4B-1DF0-41C33C8CB01E}"/>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4" name="Graphic 63">
              <a:extLst>
                <a:ext uri="{FF2B5EF4-FFF2-40B4-BE49-F238E27FC236}">
                  <a16:creationId xmlns:a16="http://schemas.microsoft.com/office/drawing/2014/main" id="{0F73C40C-5BC2-10F1-B21E-E9305D3B9F5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62209" y="1843003"/>
              <a:ext cx="435217" cy="414448"/>
            </a:xfrm>
            <a:prstGeom prst="rect">
              <a:avLst/>
            </a:prstGeom>
          </p:spPr>
        </p:pic>
      </p:grpSp>
      <p:grpSp>
        <p:nvGrpSpPr>
          <p:cNvPr id="65" name="Group 64">
            <a:extLst>
              <a:ext uri="{FF2B5EF4-FFF2-40B4-BE49-F238E27FC236}">
                <a16:creationId xmlns:a16="http://schemas.microsoft.com/office/drawing/2014/main" id="{A300FBC3-425A-52C4-6904-7155AA212B3B}"/>
              </a:ext>
            </a:extLst>
          </p:cNvPr>
          <p:cNvGrpSpPr/>
          <p:nvPr/>
        </p:nvGrpSpPr>
        <p:grpSpPr>
          <a:xfrm>
            <a:off x="4865987" y="1800225"/>
            <a:ext cx="736600" cy="736600"/>
            <a:chOff x="4865987" y="1681927"/>
            <a:chExt cx="736600" cy="736600"/>
          </a:xfrm>
        </p:grpSpPr>
        <p:sp>
          <p:nvSpPr>
            <p:cNvPr id="66" name="Oval 65">
              <a:extLst>
                <a:ext uri="{FF2B5EF4-FFF2-40B4-BE49-F238E27FC236}">
                  <a16:creationId xmlns:a16="http://schemas.microsoft.com/office/drawing/2014/main" id="{1A8323BF-9383-CAA9-F81B-3C151A59B64F}"/>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7" name="Graphic 66">
              <a:extLst>
                <a:ext uri="{FF2B5EF4-FFF2-40B4-BE49-F238E27FC236}">
                  <a16:creationId xmlns:a16="http://schemas.microsoft.com/office/drawing/2014/main" id="{A667C62F-8422-52CD-BB85-CB2966D4A21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37136" y="1843003"/>
              <a:ext cx="424855" cy="414448"/>
            </a:xfrm>
            <a:prstGeom prst="rect">
              <a:avLst/>
            </a:prstGeom>
          </p:spPr>
        </p:pic>
      </p:grpSp>
      <p:grpSp>
        <p:nvGrpSpPr>
          <p:cNvPr id="68" name="Group 67">
            <a:extLst>
              <a:ext uri="{FF2B5EF4-FFF2-40B4-BE49-F238E27FC236}">
                <a16:creationId xmlns:a16="http://schemas.microsoft.com/office/drawing/2014/main" id="{FDFA50C2-6C0A-A397-F255-47C0549B1163}"/>
              </a:ext>
            </a:extLst>
          </p:cNvPr>
          <p:cNvGrpSpPr/>
          <p:nvPr/>
        </p:nvGrpSpPr>
        <p:grpSpPr>
          <a:xfrm>
            <a:off x="5728918" y="1800225"/>
            <a:ext cx="736600" cy="736600"/>
            <a:chOff x="5728918" y="1681927"/>
            <a:chExt cx="736600" cy="736600"/>
          </a:xfrm>
        </p:grpSpPr>
        <p:sp>
          <p:nvSpPr>
            <p:cNvPr id="69" name="Oval 68">
              <a:extLst>
                <a:ext uri="{FF2B5EF4-FFF2-40B4-BE49-F238E27FC236}">
                  <a16:creationId xmlns:a16="http://schemas.microsoft.com/office/drawing/2014/main" id="{9C89A3A3-63DB-FDAB-00D3-15DAFD6EF53E}"/>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0" name="Graphic 69">
              <a:extLst>
                <a:ext uri="{FF2B5EF4-FFF2-40B4-BE49-F238E27FC236}">
                  <a16:creationId xmlns:a16="http://schemas.microsoft.com/office/drawing/2014/main" id="{55207311-490B-CF40-D451-28FFA92A303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92709" y="1827462"/>
              <a:ext cx="445580" cy="445531"/>
            </a:xfrm>
            <a:prstGeom prst="rect">
              <a:avLst/>
            </a:prstGeom>
          </p:spPr>
        </p:pic>
      </p:grpSp>
      <p:grpSp>
        <p:nvGrpSpPr>
          <p:cNvPr id="71" name="Group 70">
            <a:extLst>
              <a:ext uri="{FF2B5EF4-FFF2-40B4-BE49-F238E27FC236}">
                <a16:creationId xmlns:a16="http://schemas.microsoft.com/office/drawing/2014/main" id="{D52430BF-A01F-5125-BD0A-CEFBAB5F18B0}"/>
              </a:ext>
            </a:extLst>
          </p:cNvPr>
          <p:cNvGrpSpPr/>
          <p:nvPr/>
        </p:nvGrpSpPr>
        <p:grpSpPr>
          <a:xfrm>
            <a:off x="6591849" y="1800225"/>
            <a:ext cx="736600" cy="736600"/>
            <a:chOff x="6591849" y="1681927"/>
            <a:chExt cx="736600" cy="736600"/>
          </a:xfrm>
        </p:grpSpPr>
        <p:sp>
          <p:nvSpPr>
            <p:cNvPr id="72" name="Oval 71">
              <a:extLst>
                <a:ext uri="{FF2B5EF4-FFF2-40B4-BE49-F238E27FC236}">
                  <a16:creationId xmlns:a16="http://schemas.microsoft.com/office/drawing/2014/main" id="{0F47FCA0-F4C6-DC11-1A81-0317BD6F67CF}"/>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3" name="Graphic 72">
              <a:extLst>
                <a:ext uri="{FF2B5EF4-FFF2-40B4-BE49-F238E27FC236}">
                  <a16:creationId xmlns:a16="http://schemas.microsoft.com/office/drawing/2014/main" id="{55CBB377-3A61-C8ED-7F3B-9B84ED542E6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58399" y="1832642"/>
              <a:ext cx="435217" cy="435170"/>
            </a:xfrm>
            <a:prstGeom prst="rect">
              <a:avLst/>
            </a:prstGeom>
          </p:spPr>
        </p:pic>
      </p:grpSp>
      <p:grpSp>
        <p:nvGrpSpPr>
          <p:cNvPr id="74" name="Group 73">
            <a:extLst>
              <a:ext uri="{FF2B5EF4-FFF2-40B4-BE49-F238E27FC236}">
                <a16:creationId xmlns:a16="http://schemas.microsoft.com/office/drawing/2014/main" id="{18DF8A1B-51E0-229E-2B86-287A52EE2415}"/>
              </a:ext>
            </a:extLst>
          </p:cNvPr>
          <p:cNvGrpSpPr/>
          <p:nvPr/>
        </p:nvGrpSpPr>
        <p:grpSpPr>
          <a:xfrm>
            <a:off x="7454777" y="1800225"/>
            <a:ext cx="736600" cy="736600"/>
            <a:chOff x="7454777" y="1681927"/>
            <a:chExt cx="736600" cy="736600"/>
          </a:xfrm>
        </p:grpSpPr>
        <p:sp>
          <p:nvSpPr>
            <p:cNvPr id="75" name="Oval 74">
              <a:extLst>
                <a:ext uri="{FF2B5EF4-FFF2-40B4-BE49-F238E27FC236}">
                  <a16:creationId xmlns:a16="http://schemas.microsoft.com/office/drawing/2014/main" id="{1568D215-67D9-3C4A-A52F-44C0127352BF}"/>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6" name="Graphic 75">
              <a:extLst>
                <a:ext uri="{FF2B5EF4-FFF2-40B4-BE49-F238E27FC236}">
                  <a16:creationId xmlns:a16="http://schemas.microsoft.com/office/drawing/2014/main" id="{18636EF9-EBD5-1316-6D68-3A27C1AB09F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620135" y="1827462"/>
              <a:ext cx="466304" cy="445531"/>
            </a:xfrm>
            <a:prstGeom prst="rect">
              <a:avLst/>
            </a:prstGeom>
          </p:spPr>
        </p:pic>
      </p:grpSp>
      <p:grpSp>
        <p:nvGrpSpPr>
          <p:cNvPr id="77" name="Group 76">
            <a:extLst>
              <a:ext uri="{FF2B5EF4-FFF2-40B4-BE49-F238E27FC236}">
                <a16:creationId xmlns:a16="http://schemas.microsoft.com/office/drawing/2014/main" id="{A7671F1D-3009-1657-DFE2-5F601535CCBD}"/>
              </a:ext>
            </a:extLst>
          </p:cNvPr>
          <p:cNvGrpSpPr/>
          <p:nvPr/>
        </p:nvGrpSpPr>
        <p:grpSpPr>
          <a:xfrm>
            <a:off x="7454777" y="4608784"/>
            <a:ext cx="736600" cy="736600"/>
            <a:chOff x="7454777" y="4490486"/>
            <a:chExt cx="736600" cy="736600"/>
          </a:xfrm>
        </p:grpSpPr>
        <p:sp>
          <p:nvSpPr>
            <p:cNvPr id="78" name="Oval 77">
              <a:extLst>
                <a:ext uri="{FF2B5EF4-FFF2-40B4-BE49-F238E27FC236}">
                  <a16:creationId xmlns:a16="http://schemas.microsoft.com/office/drawing/2014/main" id="{98A63075-FB4B-A970-2874-87754DA4C543}"/>
                </a:ext>
              </a:extLst>
            </p:cNvPr>
            <p:cNvSpPr/>
            <p:nvPr/>
          </p:nvSpPr>
          <p:spPr>
            <a:xfrm>
              <a:off x="745477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9" name="Graphic 78">
              <a:extLst>
                <a:ext uri="{FF2B5EF4-FFF2-40B4-BE49-F238E27FC236}">
                  <a16:creationId xmlns:a16="http://schemas.microsoft.com/office/drawing/2014/main" id="{6C0E3625-F05B-524C-2821-DC750A8E80A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589390" y="4636521"/>
              <a:ext cx="467375" cy="444530"/>
            </a:xfrm>
            <a:prstGeom prst="rect">
              <a:avLst/>
            </a:prstGeom>
          </p:spPr>
        </p:pic>
      </p:grpSp>
      <p:grpSp>
        <p:nvGrpSpPr>
          <p:cNvPr id="80" name="Group 79">
            <a:extLst>
              <a:ext uri="{FF2B5EF4-FFF2-40B4-BE49-F238E27FC236}">
                <a16:creationId xmlns:a16="http://schemas.microsoft.com/office/drawing/2014/main" id="{C65C58FF-E649-4D50-B9BD-756B2AAC0263}"/>
              </a:ext>
            </a:extLst>
          </p:cNvPr>
          <p:cNvGrpSpPr/>
          <p:nvPr/>
        </p:nvGrpSpPr>
        <p:grpSpPr>
          <a:xfrm>
            <a:off x="551332" y="2752797"/>
            <a:ext cx="736600" cy="736600"/>
            <a:chOff x="551332" y="2634499"/>
            <a:chExt cx="736600" cy="736600"/>
          </a:xfrm>
        </p:grpSpPr>
        <p:sp>
          <p:nvSpPr>
            <p:cNvPr id="81" name="Oval 80">
              <a:extLst>
                <a:ext uri="{FF2B5EF4-FFF2-40B4-BE49-F238E27FC236}">
                  <a16:creationId xmlns:a16="http://schemas.microsoft.com/office/drawing/2014/main" id="{EFCF0C92-0312-91B4-654D-2FC51FB68F43}"/>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2" name="Graphic 81">
              <a:extLst>
                <a:ext uri="{FF2B5EF4-FFF2-40B4-BE49-F238E27FC236}">
                  <a16:creationId xmlns:a16="http://schemas.microsoft.com/office/drawing/2014/main" id="{9D8C269E-3AF1-0719-79AD-31A905B6025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07205" y="2790395"/>
              <a:ext cx="424855" cy="424808"/>
            </a:xfrm>
            <a:prstGeom prst="rect">
              <a:avLst/>
            </a:prstGeom>
          </p:spPr>
        </p:pic>
      </p:grpSp>
      <p:grpSp>
        <p:nvGrpSpPr>
          <p:cNvPr id="83" name="Group 82">
            <a:extLst>
              <a:ext uri="{FF2B5EF4-FFF2-40B4-BE49-F238E27FC236}">
                <a16:creationId xmlns:a16="http://schemas.microsoft.com/office/drawing/2014/main" id="{791A6054-E980-1B35-EBDB-169595307ADD}"/>
              </a:ext>
            </a:extLst>
          </p:cNvPr>
          <p:cNvGrpSpPr/>
          <p:nvPr/>
        </p:nvGrpSpPr>
        <p:grpSpPr>
          <a:xfrm>
            <a:off x="1414263" y="2752797"/>
            <a:ext cx="736600" cy="736600"/>
            <a:chOff x="1414263" y="2634499"/>
            <a:chExt cx="736600" cy="736600"/>
          </a:xfrm>
        </p:grpSpPr>
        <p:sp>
          <p:nvSpPr>
            <p:cNvPr id="84" name="Oval 83">
              <a:extLst>
                <a:ext uri="{FF2B5EF4-FFF2-40B4-BE49-F238E27FC236}">
                  <a16:creationId xmlns:a16="http://schemas.microsoft.com/office/drawing/2014/main" id="{8EAED0BB-EDCA-EB99-885D-FBD307A0D70E}"/>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5" name="Graphic 84">
              <a:extLst>
                <a:ext uri="{FF2B5EF4-FFF2-40B4-BE49-F238E27FC236}">
                  <a16:creationId xmlns:a16="http://schemas.microsoft.com/office/drawing/2014/main" id="{DF4EB402-F29E-CAF6-1487-16C15A49C59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544230" y="2780034"/>
              <a:ext cx="476667" cy="445531"/>
            </a:xfrm>
            <a:prstGeom prst="rect">
              <a:avLst/>
            </a:prstGeom>
          </p:spPr>
        </p:pic>
      </p:grpSp>
      <p:grpSp>
        <p:nvGrpSpPr>
          <p:cNvPr id="86" name="Group 85">
            <a:extLst>
              <a:ext uri="{FF2B5EF4-FFF2-40B4-BE49-F238E27FC236}">
                <a16:creationId xmlns:a16="http://schemas.microsoft.com/office/drawing/2014/main" id="{814CFFE1-A4E3-B48D-F04B-AB5A01A2440B}"/>
              </a:ext>
            </a:extLst>
          </p:cNvPr>
          <p:cNvGrpSpPr/>
          <p:nvPr/>
        </p:nvGrpSpPr>
        <p:grpSpPr>
          <a:xfrm>
            <a:off x="2277194" y="2752797"/>
            <a:ext cx="736600" cy="736600"/>
            <a:chOff x="2277194" y="2634499"/>
            <a:chExt cx="736600" cy="736600"/>
          </a:xfrm>
        </p:grpSpPr>
        <p:sp>
          <p:nvSpPr>
            <p:cNvPr id="87" name="Oval 86">
              <a:extLst>
                <a:ext uri="{FF2B5EF4-FFF2-40B4-BE49-F238E27FC236}">
                  <a16:creationId xmlns:a16="http://schemas.microsoft.com/office/drawing/2014/main" id="{1841C3F0-57F6-4014-233D-ED05903CF09F}"/>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8" name="Graphic 87">
              <a:extLst>
                <a:ext uri="{FF2B5EF4-FFF2-40B4-BE49-F238E27FC236}">
                  <a16:creationId xmlns:a16="http://schemas.microsoft.com/office/drawing/2014/main" id="{8899C935-AAC0-549E-E104-8915D2B4C8D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427886" y="2785214"/>
              <a:ext cx="435217" cy="435170"/>
            </a:xfrm>
            <a:prstGeom prst="rect">
              <a:avLst/>
            </a:prstGeom>
          </p:spPr>
        </p:pic>
      </p:grpSp>
      <p:grpSp>
        <p:nvGrpSpPr>
          <p:cNvPr id="89" name="Group 88">
            <a:extLst>
              <a:ext uri="{FF2B5EF4-FFF2-40B4-BE49-F238E27FC236}">
                <a16:creationId xmlns:a16="http://schemas.microsoft.com/office/drawing/2014/main" id="{A1E7A70D-67B2-B9F0-BBBF-48A77672AB5D}"/>
              </a:ext>
            </a:extLst>
          </p:cNvPr>
          <p:cNvGrpSpPr/>
          <p:nvPr/>
        </p:nvGrpSpPr>
        <p:grpSpPr>
          <a:xfrm>
            <a:off x="3140125" y="2752797"/>
            <a:ext cx="736600" cy="736600"/>
            <a:chOff x="3140125" y="2634499"/>
            <a:chExt cx="736600" cy="736600"/>
          </a:xfrm>
        </p:grpSpPr>
        <p:sp>
          <p:nvSpPr>
            <p:cNvPr id="90" name="Oval 89">
              <a:extLst>
                <a:ext uri="{FF2B5EF4-FFF2-40B4-BE49-F238E27FC236}">
                  <a16:creationId xmlns:a16="http://schemas.microsoft.com/office/drawing/2014/main" id="{634124CB-24E8-4D00-9BDA-16ACDC7EBF02}"/>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1" name="Graphic 90">
              <a:extLst>
                <a:ext uri="{FF2B5EF4-FFF2-40B4-BE49-F238E27FC236}">
                  <a16:creationId xmlns:a16="http://schemas.microsoft.com/office/drawing/2014/main" id="{E1F51043-40EA-45AF-90E8-D84666CB930E}"/>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290817" y="2805937"/>
              <a:ext cx="435217" cy="393724"/>
            </a:xfrm>
            <a:prstGeom prst="rect">
              <a:avLst/>
            </a:prstGeom>
          </p:spPr>
        </p:pic>
      </p:grpSp>
      <p:grpSp>
        <p:nvGrpSpPr>
          <p:cNvPr id="92" name="Group 91">
            <a:extLst>
              <a:ext uri="{FF2B5EF4-FFF2-40B4-BE49-F238E27FC236}">
                <a16:creationId xmlns:a16="http://schemas.microsoft.com/office/drawing/2014/main" id="{9DEA5BCE-7967-4903-10B1-95C193466387}"/>
              </a:ext>
            </a:extLst>
          </p:cNvPr>
          <p:cNvGrpSpPr/>
          <p:nvPr/>
        </p:nvGrpSpPr>
        <p:grpSpPr>
          <a:xfrm>
            <a:off x="4003056" y="2752797"/>
            <a:ext cx="736600" cy="736600"/>
            <a:chOff x="4003056" y="2634499"/>
            <a:chExt cx="736600" cy="736600"/>
          </a:xfrm>
        </p:grpSpPr>
        <p:sp>
          <p:nvSpPr>
            <p:cNvPr id="93" name="Oval 92">
              <a:extLst>
                <a:ext uri="{FF2B5EF4-FFF2-40B4-BE49-F238E27FC236}">
                  <a16:creationId xmlns:a16="http://schemas.microsoft.com/office/drawing/2014/main" id="{874B8C4F-F7D4-694D-7F5F-A10176B90825}"/>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4" name="Graphic 93">
              <a:extLst>
                <a:ext uri="{FF2B5EF4-FFF2-40B4-BE49-F238E27FC236}">
                  <a16:creationId xmlns:a16="http://schemas.microsoft.com/office/drawing/2014/main" id="{E2FBECA6-0CAA-435D-A0FB-6EC9C59CD796}"/>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4169291" y="2780034"/>
              <a:ext cx="404130" cy="445531"/>
            </a:xfrm>
            <a:prstGeom prst="rect">
              <a:avLst/>
            </a:prstGeom>
          </p:spPr>
        </p:pic>
      </p:grpSp>
      <p:grpSp>
        <p:nvGrpSpPr>
          <p:cNvPr id="95" name="Group 94">
            <a:extLst>
              <a:ext uri="{FF2B5EF4-FFF2-40B4-BE49-F238E27FC236}">
                <a16:creationId xmlns:a16="http://schemas.microsoft.com/office/drawing/2014/main" id="{01A5B2D4-2185-3597-4A5C-61E76AF17DF8}"/>
              </a:ext>
            </a:extLst>
          </p:cNvPr>
          <p:cNvGrpSpPr/>
          <p:nvPr/>
        </p:nvGrpSpPr>
        <p:grpSpPr>
          <a:xfrm>
            <a:off x="4865987" y="2752797"/>
            <a:ext cx="736600" cy="736600"/>
            <a:chOff x="4865987" y="2634499"/>
            <a:chExt cx="736600" cy="736600"/>
          </a:xfrm>
        </p:grpSpPr>
        <p:sp>
          <p:nvSpPr>
            <p:cNvPr id="96" name="Oval 95">
              <a:extLst>
                <a:ext uri="{FF2B5EF4-FFF2-40B4-BE49-F238E27FC236}">
                  <a16:creationId xmlns:a16="http://schemas.microsoft.com/office/drawing/2014/main" id="{DDA841FF-8EE9-3D27-6AB8-C3016BC94EFF}"/>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7" name="Graphic 96">
              <a:extLst>
                <a:ext uri="{FF2B5EF4-FFF2-40B4-BE49-F238E27FC236}">
                  <a16:creationId xmlns:a16="http://schemas.microsoft.com/office/drawing/2014/main" id="{179F67F4-192D-D65A-B76C-86851180136B}"/>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027041" y="2816298"/>
              <a:ext cx="414493" cy="373002"/>
            </a:xfrm>
            <a:prstGeom prst="rect">
              <a:avLst/>
            </a:prstGeom>
          </p:spPr>
        </p:pic>
      </p:grpSp>
      <p:grpSp>
        <p:nvGrpSpPr>
          <p:cNvPr id="98" name="Group 97">
            <a:extLst>
              <a:ext uri="{FF2B5EF4-FFF2-40B4-BE49-F238E27FC236}">
                <a16:creationId xmlns:a16="http://schemas.microsoft.com/office/drawing/2014/main" id="{31099883-D7EB-2571-90E3-CD793F051992}"/>
              </a:ext>
            </a:extLst>
          </p:cNvPr>
          <p:cNvGrpSpPr/>
          <p:nvPr/>
        </p:nvGrpSpPr>
        <p:grpSpPr>
          <a:xfrm>
            <a:off x="5728918" y="2752797"/>
            <a:ext cx="736600" cy="736600"/>
            <a:chOff x="5728918" y="2634499"/>
            <a:chExt cx="736600" cy="736600"/>
          </a:xfrm>
        </p:grpSpPr>
        <p:sp>
          <p:nvSpPr>
            <p:cNvPr id="99" name="Oval 98">
              <a:extLst>
                <a:ext uri="{FF2B5EF4-FFF2-40B4-BE49-F238E27FC236}">
                  <a16:creationId xmlns:a16="http://schemas.microsoft.com/office/drawing/2014/main" id="{28A55466-B991-98FE-1A36-7808A08F8B42}"/>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0" name="Graphic 99">
              <a:extLst>
                <a:ext uri="{FF2B5EF4-FFF2-40B4-BE49-F238E27FC236}">
                  <a16:creationId xmlns:a16="http://schemas.microsoft.com/office/drawing/2014/main" id="{BA2E621B-4E57-738D-EED6-83040DBB5661}"/>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879610" y="2754131"/>
              <a:ext cx="435217" cy="497337"/>
            </a:xfrm>
            <a:prstGeom prst="rect">
              <a:avLst/>
            </a:prstGeom>
          </p:spPr>
        </p:pic>
      </p:grpSp>
      <p:grpSp>
        <p:nvGrpSpPr>
          <p:cNvPr id="101" name="Group 100">
            <a:extLst>
              <a:ext uri="{FF2B5EF4-FFF2-40B4-BE49-F238E27FC236}">
                <a16:creationId xmlns:a16="http://schemas.microsoft.com/office/drawing/2014/main" id="{7C0FE705-A570-58DC-8F2F-AA5440EC4712}"/>
              </a:ext>
            </a:extLst>
          </p:cNvPr>
          <p:cNvGrpSpPr/>
          <p:nvPr/>
        </p:nvGrpSpPr>
        <p:grpSpPr>
          <a:xfrm>
            <a:off x="6591849" y="2752797"/>
            <a:ext cx="736600" cy="736600"/>
            <a:chOff x="6591849" y="2634499"/>
            <a:chExt cx="736600" cy="736600"/>
          </a:xfrm>
        </p:grpSpPr>
        <p:sp>
          <p:nvSpPr>
            <p:cNvPr id="102" name="Oval 101">
              <a:extLst>
                <a:ext uri="{FF2B5EF4-FFF2-40B4-BE49-F238E27FC236}">
                  <a16:creationId xmlns:a16="http://schemas.microsoft.com/office/drawing/2014/main" id="{6342210B-E1FC-6C90-900C-B74EA2825DC2}"/>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3" name="Graphic 102">
              <a:extLst>
                <a:ext uri="{FF2B5EF4-FFF2-40B4-BE49-F238E27FC236}">
                  <a16:creationId xmlns:a16="http://schemas.microsoft.com/office/drawing/2014/main" id="{D5044589-037C-4161-4133-0CB8381D7F4F}"/>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6763266" y="2785214"/>
              <a:ext cx="393767" cy="435170"/>
            </a:xfrm>
            <a:prstGeom prst="rect">
              <a:avLst/>
            </a:prstGeom>
          </p:spPr>
        </p:pic>
      </p:grpSp>
      <p:grpSp>
        <p:nvGrpSpPr>
          <p:cNvPr id="104" name="Group 103">
            <a:extLst>
              <a:ext uri="{FF2B5EF4-FFF2-40B4-BE49-F238E27FC236}">
                <a16:creationId xmlns:a16="http://schemas.microsoft.com/office/drawing/2014/main" id="{7D30DA6F-21C9-9361-9A74-A9FDF62EF62F}"/>
              </a:ext>
            </a:extLst>
          </p:cNvPr>
          <p:cNvGrpSpPr/>
          <p:nvPr/>
        </p:nvGrpSpPr>
        <p:grpSpPr>
          <a:xfrm>
            <a:off x="7454777" y="2752797"/>
            <a:ext cx="736600" cy="736600"/>
            <a:chOff x="7454777" y="2634499"/>
            <a:chExt cx="736600" cy="736600"/>
          </a:xfrm>
        </p:grpSpPr>
        <p:sp>
          <p:nvSpPr>
            <p:cNvPr id="105" name="Oval 104">
              <a:extLst>
                <a:ext uri="{FF2B5EF4-FFF2-40B4-BE49-F238E27FC236}">
                  <a16:creationId xmlns:a16="http://schemas.microsoft.com/office/drawing/2014/main" id="{6346D6BB-A242-DA44-D0A0-324EFE67178A}"/>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6" name="Graphic 105">
              <a:extLst>
                <a:ext uri="{FF2B5EF4-FFF2-40B4-BE49-F238E27FC236}">
                  <a16:creationId xmlns:a16="http://schemas.microsoft.com/office/drawing/2014/main" id="{07C1D3AA-D05F-11AE-B606-64222C03E05A}"/>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641737" y="2821478"/>
              <a:ext cx="362681" cy="362642"/>
            </a:xfrm>
            <a:prstGeom prst="rect">
              <a:avLst/>
            </a:prstGeom>
          </p:spPr>
        </p:pic>
      </p:grpSp>
      <p:grpSp>
        <p:nvGrpSpPr>
          <p:cNvPr id="107" name="Group 106">
            <a:extLst>
              <a:ext uri="{FF2B5EF4-FFF2-40B4-BE49-F238E27FC236}">
                <a16:creationId xmlns:a16="http://schemas.microsoft.com/office/drawing/2014/main" id="{947F2426-AE99-17BC-6525-E8A9C1B824CD}"/>
              </a:ext>
            </a:extLst>
          </p:cNvPr>
          <p:cNvGrpSpPr/>
          <p:nvPr/>
        </p:nvGrpSpPr>
        <p:grpSpPr>
          <a:xfrm>
            <a:off x="7454777" y="3668093"/>
            <a:ext cx="736600" cy="736600"/>
            <a:chOff x="7454777" y="3549795"/>
            <a:chExt cx="736600" cy="736600"/>
          </a:xfrm>
        </p:grpSpPr>
        <p:sp>
          <p:nvSpPr>
            <p:cNvPr id="108" name="Oval 107">
              <a:extLst>
                <a:ext uri="{FF2B5EF4-FFF2-40B4-BE49-F238E27FC236}">
                  <a16:creationId xmlns:a16="http://schemas.microsoft.com/office/drawing/2014/main" id="{47CE4A04-288B-8727-E672-9C6FF947D42C}"/>
                </a:ext>
              </a:extLst>
            </p:cNvPr>
            <p:cNvSpPr/>
            <p:nvPr/>
          </p:nvSpPr>
          <p:spPr>
            <a:xfrm>
              <a:off x="745477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9" name="Graphic 108">
              <a:extLst>
                <a:ext uri="{FF2B5EF4-FFF2-40B4-BE49-F238E27FC236}">
                  <a16:creationId xmlns:a16="http://schemas.microsoft.com/office/drawing/2014/main" id="{21966F99-43B5-80C0-5E47-E461BC72B162}"/>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7589925" y="3731594"/>
              <a:ext cx="466304" cy="373002"/>
            </a:xfrm>
            <a:prstGeom prst="rect">
              <a:avLst/>
            </a:prstGeom>
          </p:spPr>
        </p:pic>
      </p:grpSp>
      <p:grpSp>
        <p:nvGrpSpPr>
          <p:cNvPr id="110" name="Group 109">
            <a:extLst>
              <a:ext uri="{FF2B5EF4-FFF2-40B4-BE49-F238E27FC236}">
                <a16:creationId xmlns:a16="http://schemas.microsoft.com/office/drawing/2014/main" id="{0CC42699-609B-52BE-7467-2BD2F61E0CD3}"/>
              </a:ext>
            </a:extLst>
          </p:cNvPr>
          <p:cNvGrpSpPr/>
          <p:nvPr/>
        </p:nvGrpSpPr>
        <p:grpSpPr>
          <a:xfrm>
            <a:off x="551332" y="3668093"/>
            <a:ext cx="736600" cy="736600"/>
            <a:chOff x="551332" y="3549795"/>
            <a:chExt cx="736600" cy="736600"/>
          </a:xfrm>
        </p:grpSpPr>
        <p:sp>
          <p:nvSpPr>
            <p:cNvPr id="111" name="Oval 110">
              <a:extLst>
                <a:ext uri="{FF2B5EF4-FFF2-40B4-BE49-F238E27FC236}">
                  <a16:creationId xmlns:a16="http://schemas.microsoft.com/office/drawing/2014/main" id="{FA08FFFB-4CA3-6012-5465-21F9121B72FB}"/>
                </a:ext>
              </a:extLst>
            </p:cNvPr>
            <p:cNvSpPr>
              <a:spLocks/>
            </p:cNvSpPr>
            <p:nvPr/>
          </p:nvSpPr>
          <p:spPr>
            <a:xfrm>
              <a:off x="551332"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2" name="Graphic 111">
              <a:extLst>
                <a:ext uri="{FF2B5EF4-FFF2-40B4-BE49-F238E27FC236}">
                  <a16:creationId xmlns:a16="http://schemas.microsoft.com/office/drawing/2014/main" id="{973BC8F9-D7F1-2162-BFDE-85218EC177A5}"/>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743473" y="3679788"/>
              <a:ext cx="352318" cy="476614"/>
            </a:xfrm>
            <a:prstGeom prst="rect">
              <a:avLst/>
            </a:prstGeom>
          </p:spPr>
        </p:pic>
      </p:grpSp>
      <p:grpSp>
        <p:nvGrpSpPr>
          <p:cNvPr id="113" name="Group 112">
            <a:extLst>
              <a:ext uri="{FF2B5EF4-FFF2-40B4-BE49-F238E27FC236}">
                <a16:creationId xmlns:a16="http://schemas.microsoft.com/office/drawing/2014/main" id="{571A0DFA-B33C-109D-DFA9-B5ED864CD234}"/>
              </a:ext>
            </a:extLst>
          </p:cNvPr>
          <p:cNvGrpSpPr/>
          <p:nvPr/>
        </p:nvGrpSpPr>
        <p:grpSpPr>
          <a:xfrm>
            <a:off x="1414263" y="3668093"/>
            <a:ext cx="736600" cy="736600"/>
            <a:chOff x="1414263" y="3549795"/>
            <a:chExt cx="736600" cy="736600"/>
          </a:xfrm>
        </p:grpSpPr>
        <p:sp>
          <p:nvSpPr>
            <p:cNvPr id="114" name="Oval 113">
              <a:extLst>
                <a:ext uri="{FF2B5EF4-FFF2-40B4-BE49-F238E27FC236}">
                  <a16:creationId xmlns:a16="http://schemas.microsoft.com/office/drawing/2014/main" id="{B3354E99-45B4-D913-0A71-E91E9B1D0EC9}"/>
                </a:ext>
              </a:extLst>
            </p:cNvPr>
            <p:cNvSpPr/>
            <p:nvPr/>
          </p:nvSpPr>
          <p:spPr>
            <a:xfrm>
              <a:off x="1414263"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5" name="Graphic 114">
              <a:extLst>
                <a:ext uri="{FF2B5EF4-FFF2-40B4-BE49-F238E27FC236}">
                  <a16:creationId xmlns:a16="http://schemas.microsoft.com/office/drawing/2014/main" id="{1A2B7530-1F09-7318-4504-992428496F8F}"/>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549411" y="3726413"/>
              <a:ext cx="466304" cy="383364"/>
            </a:xfrm>
            <a:prstGeom prst="rect">
              <a:avLst/>
            </a:prstGeom>
          </p:spPr>
        </p:pic>
      </p:grpSp>
      <p:grpSp>
        <p:nvGrpSpPr>
          <p:cNvPr id="116" name="Group 115">
            <a:extLst>
              <a:ext uri="{FF2B5EF4-FFF2-40B4-BE49-F238E27FC236}">
                <a16:creationId xmlns:a16="http://schemas.microsoft.com/office/drawing/2014/main" id="{313E9CAC-EB4B-0CD3-3D61-036B63A37B08}"/>
              </a:ext>
            </a:extLst>
          </p:cNvPr>
          <p:cNvGrpSpPr/>
          <p:nvPr/>
        </p:nvGrpSpPr>
        <p:grpSpPr>
          <a:xfrm>
            <a:off x="2277194" y="3668093"/>
            <a:ext cx="736600" cy="736600"/>
            <a:chOff x="2277194" y="3549795"/>
            <a:chExt cx="736600" cy="736600"/>
          </a:xfrm>
        </p:grpSpPr>
        <p:sp>
          <p:nvSpPr>
            <p:cNvPr id="117" name="Oval 116">
              <a:extLst>
                <a:ext uri="{FF2B5EF4-FFF2-40B4-BE49-F238E27FC236}">
                  <a16:creationId xmlns:a16="http://schemas.microsoft.com/office/drawing/2014/main" id="{21B4E20C-F4AA-8A5F-58F6-B07736361270}"/>
                </a:ext>
              </a:extLst>
            </p:cNvPr>
            <p:cNvSpPr/>
            <p:nvPr/>
          </p:nvSpPr>
          <p:spPr>
            <a:xfrm>
              <a:off x="2277194"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8" name="Graphic 117">
              <a:extLst>
                <a:ext uri="{FF2B5EF4-FFF2-40B4-BE49-F238E27FC236}">
                  <a16:creationId xmlns:a16="http://schemas.microsoft.com/office/drawing/2014/main" id="{E4DB135F-982D-8DDC-B643-00CC300E3899}"/>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2448611" y="3721233"/>
              <a:ext cx="393767" cy="393724"/>
            </a:xfrm>
            <a:prstGeom prst="rect">
              <a:avLst/>
            </a:prstGeom>
          </p:spPr>
        </p:pic>
      </p:grpSp>
      <p:grpSp>
        <p:nvGrpSpPr>
          <p:cNvPr id="119" name="Group 118">
            <a:extLst>
              <a:ext uri="{FF2B5EF4-FFF2-40B4-BE49-F238E27FC236}">
                <a16:creationId xmlns:a16="http://schemas.microsoft.com/office/drawing/2014/main" id="{B2A573D1-97DD-0DAF-9BF1-27475276EBB1}"/>
              </a:ext>
            </a:extLst>
          </p:cNvPr>
          <p:cNvGrpSpPr/>
          <p:nvPr/>
        </p:nvGrpSpPr>
        <p:grpSpPr>
          <a:xfrm>
            <a:off x="3140125" y="3668093"/>
            <a:ext cx="736600" cy="736600"/>
            <a:chOff x="3140125" y="3549795"/>
            <a:chExt cx="736600" cy="736600"/>
          </a:xfrm>
        </p:grpSpPr>
        <p:sp>
          <p:nvSpPr>
            <p:cNvPr id="120" name="Oval 119">
              <a:extLst>
                <a:ext uri="{FF2B5EF4-FFF2-40B4-BE49-F238E27FC236}">
                  <a16:creationId xmlns:a16="http://schemas.microsoft.com/office/drawing/2014/main" id="{F7035354-A280-F37F-39F8-A0B53B7A21B6}"/>
                </a:ext>
              </a:extLst>
            </p:cNvPr>
            <p:cNvSpPr/>
            <p:nvPr/>
          </p:nvSpPr>
          <p:spPr>
            <a:xfrm>
              <a:off x="3140125"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1" name="Graphic 120">
              <a:extLst>
                <a:ext uri="{FF2B5EF4-FFF2-40B4-BE49-F238E27FC236}">
                  <a16:creationId xmlns:a16="http://schemas.microsoft.com/office/drawing/2014/main" id="{20421EE0-093D-CDB6-AAF6-6E38B6CE6D67}"/>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3327085" y="3669427"/>
              <a:ext cx="362681" cy="497337"/>
            </a:xfrm>
            <a:prstGeom prst="rect">
              <a:avLst/>
            </a:prstGeom>
          </p:spPr>
        </p:pic>
      </p:grpSp>
      <p:grpSp>
        <p:nvGrpSpPr>
          <p:cNvPr id="122" name="Group 121">
            <a:extLst>
              <a:ext uri="{FF2B5EF4-FFF2-40B4-BE49-F238E27FC236}">
                <a16:creationId xmlns:a16="http://schemas.microsoft.com/office/drawing/2014/main" id="{D362B0EB-DBD8-ADF7-5D21-74EF96D44A6D}"/>
              </a:ext>
            </a:extLst>
          </p:cNvPr>
          <p:cNvGrpSpPr/>
          <p:nvPr/>
        </p:nvGrpSpPr>
        <p:grpSpPr>
          <a:xfrm>
            <a:off x="4003056" y="3668093"/>
            <a:ext cx="736600" cy="736600"/>
            <a:chOff x="4003056" y="3549795"/>
            <a:chExt cx="736600" cy="736600"/>
          </a:xfrm>
        </p:grpSpPr>
        <p:sp>
          <p:nvSpPr>
            <p:cNvPr id="123" name="Oval 122">
              <a:extLst>
                <a:ext uri="{FF2B5EF4-FFF2-40B4-BE49-F238E27FC236}">
                  <a16:creationId xmlns:a16="http://schemas.microsoft.com/office/drawing/2014/main" id="{3D2E3132-E3FE-C81F-BEA8-0CC063E2C6B1}"/>
                </a:ext>
              </a:extLst>
            </p:cNvPr>
            <p:cNvSpPr/>
            <p:nvPr/>
          </p:nvSpPr>
          <p:spPr>
            <a:xfrm>
              <a:off x="4003056"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4" name="Graphic 123">
              <a:extLst>
                <a:ext uri="{FF2B5EF4-FFF2-40B4-BE49-F238E27FC236}">
                  <a16:creationId xmlns:a16="http://schemas.microsoft.com/office/drawing/2014/main" id="{61113E61-9BF3-F76C-3E0C-886A7E377F89}"/>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4153748" y="3731594"/>
              <a:ext cx="435217" cy="373002"/>
            </a:xfrm>
            <a:prstGeom prst="rect">
              <a:avLst/>
            </a:prstGeom>
          </p:spPr>
        </p:pic>
      </p:grpSp>
      <p:grpSp>
        <p:nvGrpSpPr>
          <p:cNvPr id="125" name="Group 124">
            <a:extLst>
              <a:ext uri="{FF2B5EF4-FFF2-40B4-BE49-F238E27FC236}">
                <a16:creationId xmlns:a16="http://schemas.microsoft.com/office/drawing/2014/main" id="{9EB9FE55-1CF3-299A-B62F-8A8EE4E6FA1B}"/>
              </a:ext>
            </a:extLst>
          </p:cNvPr>
          <p:cNvGrpSpPr/>
          <p:nvPr/>
        </p:nvGrpSpPr>
        <p:grpSpPr>
          <a:xfrm>
            <a:off x="4865987" y="3668093"/>
            <a:ext cx="736600" cy="736600"/>
            <a:chOff x="4865987" y="3549795"/>
            <a:chExt cx="736600" cy="736600"/>
          </a:xfrm>
        </p:grpSpPr>
        <p:sp>
          <p:nvSpPr>
            <p:cNvPr id="126" name="Oval 125">
              <a:extLst>
                <a:ext uri="{FF2B5EF4-FFF2-40B4-BE49-F238E27FC236}">
                  <a16:creationId xmlns:a16="http://schemas.microsoft.com/office/drawing/2014/main" id="{7F015D5B-44E6-F1D2-D0FD-94830A3E19EE}"/>
                </a:ext>
              </a:extLst>
            </p:cNvPr>
            <p:cNvSpPr/>
            <p:nvPr/>
          </p:nvSpPr>
          <p:spPr>
            <a:xfrm>
              <a:off x="486598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7" name="Graphic 126">
              <a:extLst>
                <a:ext uri="{FF2B5EF4-FFF2-40B4-BE49-F238E27FC236}">
                  <a16:creationId xmlns:a16="http://schemas.microsoft.com/office/drawing/2014/main" id="{13FF26D3-99BE-812F-86FA-FB6F3B6328B0}"/>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5016679" y="3731594"/>
              <a:ext cx="435217" cy="373002"/>
            </a:xfrm>
            <a:prstGeom prst="rect">
              <a:avLst/>
            </a:prstGeom>
          </p:spPr>
        </p:pic>
      </p:grpSp>
      <p:grpSp>
        <p:nvGrpSpPr>
          <p:cNvPr id="128" name="Group 127">
            <a:extLst>
              <a:ext uri="{FF2B5EF4-FFF2-40B4-BE49-F238E27FC236}">
                <a16:creationId xmlns:a16="http://schemas.microsoft.com/office/drawing/2014/main" id="{E0949784-FFB9-EE75-1676-E55D4F92EFDB}"/>
              </a:ext>
            </a:extLst>
          </p:cNvPr>
          <p:cNvGrpSpPr/>
          <p:nvPr/>
        </p:nvGrpSpPr>
        <p:grpSpPr>
          <a:xfrm>
            <a:off x="5728918" y="3668093"/>
            <a:ext cx="736600" cy="736600"/>
            <a:chOff x="5728918" y="3549795"/>
            <a:chExt cx="736600" cy="736600"/>
          </a:xfrm>
        </p:grpSpPr>
        <p:sp>
          <p:nvSpPr>
            <p:cNvPr id="129" name="Oval 128">
              <a:extLst>
                <a:ext uri="{FF2B5EF4-FFF2-40B4-BE49-F238E27FC236}">
                  <a16:creationId xmlns:a16="http://schemas.microsoft.com/office/drawing/2014/main" id="{2DC7BC09-BFDD-BC67-30AE-943061B217A7}"/>
                </a:ext>
              </a:extLst>
            </p:cNvPr>
            <p:cNvSpPr/>
            <p:nvPr/>
          </p:nvSpPr>
          <p:spPr>
            <a:xfrm>
              <a:off x="5728918"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0" name="Graphic 129">
              <a:extLst>
                <a:ext uri="{FF2B5EF4-FFF2-40B4-BE49-F238E27FC236}">
                  <a16:creationId xmlns:a16="http://schemas.microsoft.com/office/drawing/2014/main" id="{3CFF0212-3398-D298-15B9-48B893DC9645}"/>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5889972" y="3710871"/>
              <a:ext cx="414493" cy="414448"/>
            </a:xfrm>
            <a:prstGeom prst="rect">
              <a:avLst/>
            </a:prstGeom>
          </p:spPr>
        </p:pic>
      </p:grpSp>
      <p:grpSp>
        <p:nvGrpSpPr>
          <p:cNvPr id="131" name="Group 130">
            <a:extLst>
              <a:ext uri="{FF2B5EF4-FFF2-40B4-BE49-F238E27FC236}">
                <a16:creationId xmlns:a16="http://schemas.microsoft.com/office/drawing/2014/main" id="{64CCEFF9-D60F-68E0-8B23-1A94AF5F263C}"/>
              </a:ext>
            </a:extLst>
          </p:cNvPr>
          <p:cNvGrpSpPr/>
          <p:nvPr/>
        </p:nvGrpSpPr>
        <p:grpSpPr>
          <a:xfrm>
            <a:off x="6591849" y="3668093"/>
            <a:ext cx="736600" cy="736600"/>
            <a:chOff x="6591849" y="3549795"/>
            <a:chExt cx="736600" cy="736600"/>
          </a:xfrm>
        </p:grpSpPr>
        <p:sp>
          <p:nvSpPr>
            <p:cNvPr id="132" name="Oval 131">
              <a:extLst>
                <a:ext uri="{FF2B5EF4-FFF2-40B4-BE49-F238E27FC236}">
                  <a16:creationId xmlns:a16="http://schemas.microsoft.com/office/drawing/2014/main" id="{6A139412-9A1C-C172-0813-9D5C55E0F2BC}"/>
                </a:ext>
              </a:extLst>
            </p:cNvPr>
            <p:cNvSpPr/>
            <p:nvPr/>
          </p:nvSpPr>
          <p:spPr>
            <a:xfrm>
              <a:off x="6591849"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3" name="Graphic 132">
              <a:extLst>
                <a:ext uri="{FF2B5EF4-FFF2-40B4-BE49-F238E27FC236}">
                  <a16:creationId xmlns:a16="http://schemas.microsoft.com/office/drawing/2014/main" id="{D3B7A567-AEF8-2FDB-48D6-43BA11D5CE4E}"/>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6732178" y="3778219"/>
              <a:ext cx="455942" cy="279753"/>
            </a:xfrm>
            <a:prstGeom prst="rect">
              <a:avLst/>
            </a:prstGeom>
          </p:spPr>
        </p:pic>
      </p:grpSp>
      <p:grpSp>
        <p:nvGrpSpPr>
          <p:cNvPr id="134" name="Group 133">
            <a:extLst>
              <a:ext uri="{FF2B5EF4-FFF2-40B4-BE49-F238E27FC236}">
                <a16:creationId xmlns:a16="http://schemas.microsoft.com/office/drawing/2014/main" id="{489D7121-6EC9-5466-9442-162FEBDC0DF2}"/>
              </a:ext>
            </a:extLst>
          </p:cNvPr>
          <p:cNvGrpSpPr/>
          <p:nvPr/>
        </p:nvGrpSpPr>
        <p:grpSpPr>
          <a:xfrm>
            <a:off x="551332" y="4608784"/>
            <a:ext cx="736600" cy="736600"/>
            <a:chOff x="551332" y="4490486"/>
            <a:chExt cx="736600" cy="736600"/>
          </a:xfrm>
        </p:grpSpPr>
        <p:sp>
          <p:nvSpPr>
            <p:cNvPr id="135" name="Oval 134">
              <a:extLst>
                <a:ext uri="{FF2B5EF4-FFF2-40B4-BE49-F238E27FC236}">
                  <a16:creationId xmlns:a16="http://schemas.microsoft.com/office/drawing/2014/main" id="{0BCFB203-3380-0037-3271-BA82E04E9C85}"/>
                </a:ext>
              </a:extLst>
            </p:cNvPr>
            <p:cNvSpPr>
              <a:spLocks/>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6" name="Graphic 135">
              <a:extLst>
                <a:ext uri="{FF2B5EF4-FFF2-40B4-BE49-F238E27FC236}">
                  <a16:creationId xmlns:a16="http://schemas.microsoft.com/office/drawing/2014/main" id="{0B981682-8A52-312D-7AAA-007378408C9E}"/>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795284" y="4641201"/>
              <a:ext cx="248696" cy="435170"/>
            </a:xfrm>
            <a:prstGeom prst="rect">
              <a:avLst/>
            </a:prstGeom>
          </p:spPr>
        </p:pic>
      </p:grpSp>
      <p:grpSp>
        <p:nvGrpSpPr>
          <p:cNvPr id="137" name="Group 136">
            <a:extLst>
              <a:ext uri="{FF2B5EF4-FFF2-40B4-BE49-F238E27FC236}">
                <a16:creationId xmlns:a16="http://schemas.microsoft.com/office/drawing/2014/main" id="{DA7412F9-7CB1-5634-570C-B8D88667DE30}"/>
              </a:ext>
            </a:extLst>
          </p:cNvPr>
          <p:cNvGrpSpPr/>
          <p:nvPr/>
        </p:nvGrpSpPr>
        <p:grpSpPr>
          <a:xfrm>
            <a:off x="1414263" y="4608784"/>
            <a:ext cx="736600" cy="736600"/>
            <a:chOff x="1414263" y="4490486"/>
            <a:chExt cx="736600" cy="736600"/>
          </a:xfrm>
        </p:grpSpPr>
        <p:sp>
          <p:nvSpPr>
            <p:cNvPr id="138" name="Oval 137">
              <a:extLst>
                <a:ext uri="{FF2B5EF4-FFF2-40B4-BE49-F238E27FC236}">
                  <a16:creationId xmlns:a16="http://schemas.microsoft.com/office/drawing/2014/main" id="{165EF3E6-3F7F-5FC4-8A95-418A49C3C45A}"/>
                </a:ext>
              </a:extLst>
            </p:cNvPr>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9" name="Graphic 138">
              <a:extLst>
                <a:ext uri="{FF2B5EF4-FFF2-40B4-BE49-F238E27FC236}">
                  <a16:creationId xmlns:a16="http://schemas.microsoft.com/office/drawing/2014/main" id="{79A8A7F9-2811-2786-10B2-E687D553BEB3}"/>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1665737" y="4641201"/>
              <a:ext cx="248696" cy="435170"/>
            </a:xfrm>
            <a:prstGeom prst="rect">
              <a:avLst/>
            </a:prstGeom>
          </p:spPr>
        </p:pic>
      </p:grpSp>
      <p:grpSp>
        <p:nvGrpSpPr>
          <p:cNvPr id="140" name="Group 139">
            <a:extLst>
              <a:ext uri="{FF2B5EF4-FFF2-40B4-BE49-F238E27FC236}">
                <a16:creationId xmlns:a16="http://schemas.microsoft.com/office/drawing/2014/main" id="{A82747CC-25E4-C488-9113-B4F3FE10AA1F}"/>
              </a:ext>
            </a:extLst>
          </p:cNvPr>
          <p:cNvGrpSpPr/>
          <p:nvPr/>
        </p:nvGrpSpPr>
        <p:grpSpPr>
          <a:xfrm>
            <a:off x="2277194" y="4608784"/>
            <a:ext cx="736600" cy="736600"/>
            <a:chOff x="2277194" y="4490486"/>
            <a:chExt cx="736600" cy="736600"/>
          </a:xfrm>
        </p:grpSpPr>
        <p:sp>
          <p:nvSpPr>
            <p:cNvPr id="141" name="Oval 140">
              <a:extLst>
                <a:ext uri="{FF2B5EF4-FFF2-40B4-BE49-F238E27FC236}">
                  <a16:creationId xmlns:a16="http://schemas.microsoft.com/office/drawing/2014/main" id="{D7049068-4E8B-F632-FA54-4D30C0A4D94F}"/>
                </a:ext>
              </a:extLst>
            </p:cNvPr>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2" name="Graphic 141">
              <a:extLst>
                <a:ext uri="{FF2B5EF4-FFF2-40B4-BE49-F238E27FC236}">
                  <a16:creationId xmlns:a16="http://schemas.microsoft.com/office/drawing/2014/main" id="{CB1556D7-0797-60E1-658C-F4D0C5CA6A01}"/>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2441353" y="4656743"/>
              <a:ext cx="404130" cy="404087"/>
            </a:xfrm>
            <a:prstGeom prst="rect">
              <a:avLst/>
            </a:prstGeom>
          </p:spPr>
        </p:pic>
      </p:grpSp>
      <p:grpSp>
        <p:nvGrpSpPr>
          <p:cNvPr id="143" name="Group 142">
            <a:extLst>
              <a:ext uri="{FF2B5EF4-FFF2-40B4-BE49-F238E27FC236}">
                <a16:creationId xmlns:a16="http://schemas.microsoft.com/office/drawing/2014/main" id="{23CFACC2-93CD-D8B1-7DB7-DFCFE6FD3116}"/>
              </a:ext>
            </a:extLst>
          </p:cNvPr>
          <p:cNvGrpSpPr/>
          <p:nvPr/>
        </p:nvGrpSpPr>
        <p:grpSpPr>
          <a:xfrm>
            <a:off x="3140125" y="4608784"/>
            <a:ext cx="736600" cy="736600"/>
            <a:chOff x="3140125" y="4490486"/>
            <a:chExt cx="736600" cy="736600"/>
          </a:xfrm>
        </p:grpSpPr>
        <p:sp>
          <p:nvSpPr>
            <p:cNvPr id="144" name="Oval 143">
              <a:extLst>
                <a:ext uri="{FF2B5EF4-FFF2-40B4-BE49-F238E27FC236}">
                  <a16:creationId xmlns:a16="http://schemas.microsoft.com/office/drawing/2014/main" id="{1724457F-70A1-8F2E-E747-B0E636A1FF4D}"/>
                </a:ext>
              </a:extLst>
            </p:cNvPr>
            <p:cNvSpPr/>
            <p:nvPr/>
          </p:nvSpPr>
          <p:spPr>
            <a:xfrm>
              <a:off x="3140125"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5" name="Graphic 144">
              <a:extLst>
                <a:ext uri="{FF2B5EF4-FFF2-40B4-BE49-F238E27FC236}">
                  <a16:creationId xmlns:a16="http://schemas.microsoft.com/office/drawing/2014/main" id="{3A2B5CCD-A0DF-A412-CE58-FCA6D90DE7AC}"/>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3312377" y="4656743"/>
              <a:ext cx="404130" cy="404087"/>
            </a:xfrm>
            <a:prstGeom prst="rect">
              <a:avLst/>
            </a:prstGeom>
          </p:spPr>
        </p:pic>
      </p:grpSp>
      <p:grpSp>
        <p:nvGrpSpPr>
          <p:cNvPr id="146" name="Group 145">
            <a:extLst>
              <a:ext uri="{FF2B5EF4-FFF2-40B4-BE49-F238E27FC236}">
                <a16:creationId xmlns:a16="http://schemas.microsoft.com/office/drawing/2014/main" id="{918737A6-7F1D-031A-4707-28415D873922}"/>
              </a:ext>
            </a:extLst>
          </p:cNvPr>
          <p:cNvGrpSpPr/>
          <p:nvPr/>
        </p:nvGrpSpPr>
        <p:grpSpPr>
          <a:xfrm>
            <a:off x="4003056" y="4608784"/>
            <a:ext cx="736600" cy="736600"/>
            <a:chOff x="4003056" y="4490486"/>
            <a:chExt cx="736600" cy="736600"/>
          </a:xfrm>
        </p:grpSpPr>
        <p:sp>
          <p:nvSpPr>
            <p:cNvPr id="147" name="Oval 146">
              <a:extLst>
                <a:ext uri="{FF2B5EF4-FFF2-40B4-BE49-F238E27FC236}">
                  <a16:creationId xmlns:a16="http://schemas.microsoft.com/office/drawing/2014/main" id="{6A696049-CA2D-EBFA-5B0B-AE5879BAA274}"/>
                </a:ext>
              </a:extLst>
            </p:cNvPr>
            <p:cNvSpPr/>
            <p:nvPr/>
          </p:nvSpPr>
          <p:spPr>
            <a:xfrm>
              <a:off x="4003056"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8" name="Graphic 147">
              <a:extLst>
                <a:ext uri="{FF2B5EF4-FFF2-40B4-BE49-F238E27FC236}">
                  <a16:creationId xmlns:a16="http://schemas.microsoft.com/office/drawing/2014/main" id="{C36D5AD1-5607-CBF7-9B7C-D22EE930B504}"/>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4177752" y="4656743"/>
              <a:ext cx="404130" cy="404087"/>
            </a:xfrm>
            <a:prstGeom prst="rect">
              <a:avLst/>
            </a:prstGeom>
          </p:spPr>
        </p:pic>
      </p:grpSp>
      <p:grpSp>
        <p:nvGrpSpPr>
          <p:cNvPr id="149" name="Group 148">
            <a:extLst>
              <a:ext uri="{FF2B5EF4-FFF2-40B4-BE49-F238E27FC236}">
                <a16:creationId xmlns:a16="http://schemas.microsoft.com/office/drawing/2014/main" id="{B9621EC8-200E-DA2C-81DF-19A5F1B49C2C}"/>
              </a:ext>
            </a:extLst>
          </p:cNvPr>
          <p:cNvGrpSpPr/>
          <p:nvPr/>
        </p:nvGrpSpPr>
        <p:grpSpPr>
          <a:xfrm>
            <a:off x="4865987" y="4608784"/>
            <a:ext cx="736600" cy="736600"/>
            <a:chOff x="4865987" y="4490486"/>
            <a:chExt cx="736600" cy="736600"/>
          </a:xfrm>
        </p:grpSpPr>
        <p:sp>
          <p:nvSpPr>
            <p:cNvPr id="150" name="Oval 149">
              <a:extLst>
                <a:ext uri="{FF2B5EF4-FFF2-40B4-BE49-F238E27FC236}">
                  <a16:creationId xmlns:a16="http://schemas.microsoft.com/office/drawing/2014/main" id="{C51A20D7-A684-4255-122C-8BC06CE9069D}"/>
                </a:ext>
              </a:extLst>
            </p:cNvPr>
            <p:cNvSpPr/>
            <p:nvPr/>
          </p:nvSpPr>
          <p:spPr>
            <a:xfrm>
              <a:off x="486598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1" name="Graphic 150">
              <a:extLst>
                <a:ext uri="{FF2B5EF4-FFF2-40B4-BE49-F238E27FC236}">
                  <a16:creationId xmlns:a16="http://schemas.microsoft.com/office/drawing/2014/main" id="{54355EE9-8FAA-4F9A-9142-17D40E257EB9}"/>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5047497" y="4656743"/>
              <a:ext cx="404130" cy="404087"/>
            </a:xfrm>
            <a:prstGeom prst="rect">
              <a:avLst/>
            </a:prstGeom>
          </p:spPr>
        </p:pic>
      </p:grpSp>
      <p:grpSp>
        <p:nvGrpSpPr>
          <p:cNvPr id="152" name="Group 151">
            <a:extLst>
              <a:ext uri="{FF2B5EF4-FFF2-40B4-BE49-F238E27FC236}">
                <a16:creationId xmlns:a16="http://schemas.microsoft.com/office/drawing/2014/main" id="{720F2ED9-5433-16AF-5719-38650C26143D}"/>
              </a:ext>
            </a:extLst>
          </p:cNvPr>
          <p:cNvGrpSpPr/>
          <p:nvPr/>
        </p:nvGrpSpPr>
        <p:grpSpPr>
          <a:xfrm>
            <a:off x="5728918" y="4608784"/>
            <a:ext cx="736600" cy="736600"/>
            <a:chOff x="5728918" y="4490486"/>
            <a:chExt cx="736600" cy="736600"/>
          </a:xfrm>
        </p:grpSpPr>
        <p:sp>
          <p:nvSpPr>
            <p:cNvPr id="153" name="Oval 152">
              <a:extLst>
                <a:ext uri="{FF2B5EF4-FFF2-40B4-BE49-F238E27FC236}">
                  <a16:creationId xmlns:a16="http://schemas.microsoft.com/office/drawing/2014/main" id="{000A5C8A-757E-9205-2D5A-865B7DF4E6D5}"/>
                </a:ext>
              </a:extLst>
            </p:cNvPr>
            <p:cNvSpPr/>
            <p:nvPr/>
          </p:nvSpPr>
          <p:spPr>
            <a:xfrm>
              <a:off x="5728918"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4" name="Graphic 153">
              <a:extLst>
                <a:ext uri="{FF2B5EF4-FFF2-40B4-BE49-F238E27FC236}">
                  <a16:creationId xmlns:a16="http://schemas.microsoft.com/office/drawing/2014/main" id="{A46E9D85-86BC-13B4-7315-6CD8E18FBC44}"/>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5913434" y="4656743"/>
              <a:ext cx="404130" cy="404087"/>
            </a:xfrm>
            <a:prstGeom prst="rect">
              <a:avLst/>
            </a:prstGeom>
          </p:spPr>
        </p:pic>
      </p:grpSp>
      <p:grpSp>
        <p:nvGrpSpPr>
          <p:cNvPr id="155" name="Group 154">
            <a:extLst>
              <a:ext uri="{FF2B5EF4-FFF2-40B4-BE49-F238E27FC236}">
                <a16:creationId xmlns:a16="http://schemas.microsoft.com/office/drawing/2014/main" id="{D03736DF-A71D-AF08-29C6-9083F17005D3}"/>
              </a:ext>
            </a:extLst>
          </p:cNvPr>
          <p:cNvGrpSpPr/>
          <p:nvPr/>
        </p:nvGrpSpPr>
        <p:grpSpPr>
          <a:xfrm>
            <a:off x="6591849" y="4608784"/>
            <a:ext cx="736600" cy="736600"/>
            <a:chOff x="6591849" y="4490486"/>
            <a:chExt cx="736600" cy="736600"/>
          </a:xfrm>
        </p:grpSpPr>
        <p:sp>
          <p:nvSpPr>
            <p:cNvPr id="156" name="Oval 155">
              <a:extLst>
                <a:ext uri="{FF2B5EF4-FFF2-40B4-BE49-F238E27FC236}">
                  <a16:creationId xmlns:a16="http://schemas.microsoft.com/office/drawing/2014/main" id="{D51C3C57-EFC9-7592-C894-F2D7472FFA7F}"/>
                </a:ext>
              </a:extLst>
            </p:cNvPr>
            <p:cNvSpPr/>
            <p:nvPr/>
          </p:nvSpPr>
          <p:spPr>
            <a:xfrm>
              <a:off x="6591849"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7" name="Graphic 156">
              <a:extLst>
                <a:ext uri="{FF2B5EF4-FFF2-40B4-BE49-F238E27FC236}">
                  <a16:creationId xmlns:a16="http://schemas.microsoft.com/office/drawing/2014/main" id="{067EAB27-DEEB-1B7E-51FB-F425CF6FFC95}"/>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6727312" y="4610118"/>
              <a:ext cx="497391" cy="497337"/>
            </a:xfrm>
            <a:prstGeom prst="rect">
              <a:avLst/>
            </a:prstGeom>
          </p:spPr>
        </p:pic>
      </p:grpSp>
      <p:grpSp>
        <p:nvGrpSpPr>
          <p:cNvPr id="158" name="Group 157">
            <a:extLst>
              <a:ext uri="{FF2B5EF4-FFF2-40B4-BE49-F238E27FC236}">
                <a16:creationId xmlns:a16="http://schemas.microsoft.com/office/drawing/2014/main" id="{4692B36A-FDE7-BE3F-9C6C-44F74E486362}"/>
              </a:ext>
            </a:extLst>
          </p:cNvPr>
          <p:cNvGrpSpPr/>
          <p:nvPr/>
        </p:nvGrpSpPr>
        <p:grpSpPr>
          <a:xfrm>
            <a:off x="551332" y="5508848"/>
            <a:ext cx="736600" cy="736600"/>
            <a:chOff x="551332" y="5390550"/>
            <a:chExt cx="736600" cy="736600"/>
          </a:xfrm>
        </p:grpSpPr>
        <p:sp>
          <p:nvSpPr>
            <p:cNvPr id="159" name="Oval 158">
              <a:extLst>
                <a:ext uri="{FF2B5EF4-FFF2-40B4-BE49-F238E27FC236}">
                  <a16:creationId xmlns:a16="http://schemas.microsoft.com/office/drawing/2014/main" id="{6A9CB1EB-7112-6B3E-54F9-10BB6BD9FC1E}"/>
                </a:ext>
              </a:extLst>
            </p:cNvPr>
            <p:cNvSpPr>
              <a:spLocks/>
            </p:cNvSpPr>
            <p:nvPr/>
          </p:nvSpPr>
          <p:spPr>
            <a:xfrm>
              <a:off x="551332"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0" name="Graphic 159">
              <a:extLst>
                <a:ext uri="{FF2B5EF4-FFF2-40B4-BE49-F238E27FC236}">
                  <a16:creationId xmlns:a16="http://schemas.microsoft.com/office/drawing/2014/main" id="{5F1459C9-C45F-5FA5-E183-583E50DE6722}"/>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723472" y="5546446"/>
              <a:ext cx="383406" cy="424808"/>
            </a:xfrm>
            <a:prstGeom prst="rect">
              <a:avLst/>
            </a:prstGeom>
          </p:spPr>
        </p:pic>
      </p:grpSp>
      <p:grpSp>
        <p:nvGrpSpPr>
          <p:cNvPr id="161" name="Group 160">
            <a:extLst>
              <a:ext uri="{FF2B5EF4-FFF2-40B4-BE49-F238E27FC236}">
                <a16:creationId xmlns:a16="http://schemas.microsoft.com/office/drawing/2014/main" id="{5580B0CE-ED1A-19BF-9BF9-B9B729127B73}"/>
              </a:ext>
            </a:extLst>
          </p:cNvPr>
          <p:cNvGrpSpPr/>
          <p:nvPr/>
        </p:nvGrpSpPr>
        <p:grpSpPr>
          <a:xfrm>
            <a:off x="1414263" y="5508848"/>
            <a:ext cx="736600" cy="736600"/>
            <a:chOff x="1414263" y="5390550"/>
            <a:chExt cx="736600" cy="736600"/>
          </a:xfrm>
        </p:grpSpPr>
        <p:sp>
          <p:nvSpPr>
            <p:cNvPr id="162" name="Oval 161">
              <a:extLst>
                <a:ext uri="{FF2B5EF4-FFF2-40B4-BE49-F238E27FC236}">
                  <a16:creationId xmlns:a16="http://schemas.microsoft.com/office/drawing/2014/main" id="{30ABDA62-1DC3-F9D2-821F-361243B09C96}"/>
                </a:ext>
              </a:extLst>
            </p:cNvPr>
            <p:cNvSpPr/>
            <p:nvPr/>
          </p:nvSpPr>
          <p:spPr>
            <a:xfrm>
              <a:off x="1414263"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3" name="Graphic 162">
              <a:extLst>
                <a:ext uri="{FF2B5EF4-FFF2-40B4-BE49-F238E27FC236}">
                  <a16:creationId xmlns:a16="http://schemas.microsoft.com/office/drawing/2014/main" id="{2C4EC953-6C42-91C8-561F-29F255F9D3A0}"/>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1577656" y="5546446"/>
              <a:ext cx="424855" cy="424808"/>
            </a:xfrm>
            <a:prstGeom prst="rect">
              <a:avLst/>
            </a:prstGeom>
          </p:spPr>
        </p:pic>
      </p:grpSp>
      <p:grpSp>
        <p:nvGrpSpPr>
          <p:cNvPr id="164" name="Group 163">
            <a:extLst>
              <a:ext uri="{FF2B5EF4-FFF2-40B4-BE49-F238E27FC236}">
                <a16:creationId xmlns:a16="http://schemas.microsoft.com/office/drawing/2014/main" id="{0D1C7E34-CF2F-A452-642D-75855FDC8967}"/>
              </a:ext>
            </a:extLst>
          </p:cNvPr>
          <p:cNvGrpSpPr/>
          <p:nvPr/>
        </p:nvGrpSpPr>
        <p:grpSpPr>
          <a:xfrm>
            <a:off x="2277194" y="5508848"/>
            <a:ext cx="736600" cy="736600"/>
            <a:chOff x="2277194" y="5390550"/>
            <a:chExt cx="736600" cy="736600"/>
          </a:xfrm>
        </p:grpSpPr>
        <p:sp>
          <p:nvSpPr>
            <p:cNvPr id="165" name="Oval 164">
              <a:extLst>
                <a:ext uri="{FF2B5EF4-FFF2-40B4-BE49-F238E27FC236}">
                  <a16:creationId xmlns:a16="http://schemas.microsoft.com/office/drawing/2014/main" id="{85160611-E965-02FE-1889-2A2B9FAE075C}"/>
                </a:ext>
              </a:extLst>
            </p:cNvPr>
            <p:cNvSpPr/>
            <p:nvPr/>
          </p:nvSpPr>
          <p:spPr>
            <a:xfrm>
              <a:off x="2277194"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6" name="Graphic 165">
              <a:extLst>
                <a:ext uri="{FF2B5EF4-FFF2-40B4-BE49-F238E27FC236}">
                  <a16:creationId xmlns:a16="http://schemas.microsoft.com/office/drawing/2014/main" id="{8E39C24A-6167-A8BF-09D0-630ABB35E241}"/>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2472440" y="5541265"/>
              <a:ext cx="341957" cy="435170"/>
            </a:xfrm>
            <a:prstGeom prst="rect">
              <a:avLst/>
            </a:prstGeom>
          </p:spPr>
        </p:pic>
      </p:grpSp>
      <p:grpSp>
        <p:nvGrpSpPr>
          <p:cNvPr id="167" name="Group 166">
            <a:extLst>
              <a:ext uri="{FF2B5EF4-FFF2-40B4-BE49-F238E27FC236}">
                <a16:creationId xmlns:a16="http://schemas.microsoft.com/office/drawing/2014/main" id="{190E1E36-C6BC-2AB2-7D4F-DB7711CFD653}"/>
              </a:ext>
            </a:extLst>
          </p:cNvPr>
          <p:cNvGrpSpPr/>
          <p:nvPr/>
        </p:nvGrpSpPr>
        <p:grpSpPr>
          <a:xfrm>
            <a:off x="3140125" y="5508848"/>
            <a:ext cx="736600" cy="736600"/>
            <a:chOff x="3140125" y="5390550"/>
            <a:chExt cx="736600" cy="736600"/>
          </a:xfrm>
        </p:grpSpPr>
        <p:sp>
          <p:nvSpPr>
            <p:cNvPr id="168" name="Oval 167">
              <a:extLst>
                <a:ext uri="{FF2B5EF4-FFF2-40B4-BE49-F238E27FC236}">
                  <a16:creationId xmlns:a16="http://schemas.microsoft.com/office/drawing/2014/main" id="{E882D67E-2A7E-5D14-DF58-7219E5DE2D5E}"/>
                </a:ext>
              </a:extLst>
            </p:cNvPr>
            <p:cNvSpPr/>
            <p:nvPr/>
          </p:nvSpPr>
          <p:spPr>
            <a:xfrm>
              <a:off x="3140125"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9" name="Graphic 168">
              <a:extLst>
                <a:ext uri="{FF2B5EF4-FFF2-40B4-BE49-F238E27FC236}">
                  <a16:creationId xmlns:a16="http://schemas.microsoft.com/office/drawing/2014/main" id="{3E70601F-E70A-0B30-67FB-F6FAC333E42B}"/>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3312377" y="5572349"/>
              <a:ext cx="404130" cy="373002"/>
            </a:xfrm>
            <a:prstGeom prst="rect">
              <a:avLst/>
            </a:prstGeom>
          </p:spPr>
        </p:pic>
      </p:grpSp>
      <p:grpSp>
        <p:nvGrpSpPr>
          <p:cNvPr id="170" name="Group 169">
            <a:extLst>
              <a:ext uri="{FF2B5EF4-FFF2-40B4-BE49-F238E27FC236}">
                <a16:creationId xmlns:a16="http://schemas.microsoft.com/office/drawing/2014/main" id="{0AE269D5-CD47-3464-F343-D564B8604423}"/>
              </a:ext>
            </a:extLst>
          </p:cNvPr>
          <p:cNvGrpSpPr/>
          <p:nvPr/>
        </p:nvGrpSpPr>
        <p:grpSpPr>
          <a:xfrm>
            <a:off x="4003056" y="5508848"/>
            <a:ext cx="736600" cy="736600"/>
            <a:chOff x="4003056" y="5390550"/>
            <a:chExt cx="736600" cy="736600"/>
          </a:xfrm>
        </p:grpSpPr>
        <p:sp>
          <p:nvSpPr>
            <p:cNvPr id="171" name="Oval 170">
              <a:extLst>
                <a:ext uri="{FF2B5EF4-FFF2-40B4-BE49-F238E27FC236}">
                  <a16:creationId xmlns:a16="http://schemas.microsoft.com/office/drawing/2014/main" id="{E2B5A2C7-6504-834C-8BA7-B6C5D3DE3E58}"/>
                </a:ext>
              </a:extLst>
            </p:cNvPr>
            <p:cNvSpPr/>
            <p:nvPr/>
          </p:nvSpPr>
          <p:spPr>
            <a:xfrm>
              <a:off x="400305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2" name="Graphic 171">
              <a:extLst>
                <a:ext uri="{FF2B5EF4-FFF2-40B4-BE49-F238E27FC236}">
                  <a16:creationId xmlns:a16="http://schemas.microsoft.com/office/drawing/2014/main" id="{71E85954-DAEE-7AAB-FC4A-591D8EB36583}"/>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4162209" y="5551626"/>
              <a:ext cx="435217" cy="414448"/>
            </a:xfrm>
            <a:prstGeom prst="rect">
              <a:avLst/>
            </a:prstGeom>
          </p:spPr>
        </p:pic>
      </p:grpSp>
      <p:grpSp>
        <p:nvGrpSpPr>
          <p:cNvPr id="173" name="Group 172">
            <a:extLst>
              <a:ext uri="{FF2B5EF4-FFF2-40B4-BE49-F238E27FC236}">
                <a16:creationId xmlns:a16="http://schemas.microsoft.com/office/drawing/2014/main" id="{573921E3-FE70-E0F1-0BFE-A977D883E119}"/>
              </a:ext>
            </a:extLst>
          </p:cNvPr>
          <p:cNvGrpSpPr/>
          <p:nvPr/>
        </p:nvGrpSpPr>
        <p:grpSpPr>
          <a:xfrm>
            <a:off x="4865987" y="5508848"/>
            <a:ext cx="736600" cy="736600"/>
            <a:chOff x="4865987" y="5390550"/>
            <a:chExt cx="736600" cy="736600"/>
          </a:xfrm>
        </p:grpSpPr>
        <p:sp>
          <p:nvSpPr>
            <p:cNvPr id="174" name="Oval 173">
              <a:extLst>
                <a:ext uri="{FF2B5EF4-FFF2-40B4-BE49-F238E27FC236}">
                  <a16:creationId xmlns:a16="http://schemas.microsoft.com/office/drawing/2014/main" id="{CCCD5606-44B8-7E16-D86E-59F380567A8F}"/>
                </a:ext>
              </a:extLst>
            </p:cNvPr>
            <p:cNvSpPr/>
            <p:nvPr/>
          </p:nvSpPr>
          <p:spPr>
            <a:xfrm>
              <a:off x="486598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5" name="Graphic 174">
              <a:extLst>
                <a:ext uri="{FF2B5EF4-FFF2-40B4-BE49-F238E27FC236}">
                  <a16:creationId xmlns:a16="http://schemas.microsoft.com/office/drawing/2014/main" id="{524668F6-937D-20D9-502D-FCB5F6B8D4A5}"/>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4969779" y="5572349"/>
              <a:ext cx="559565" cy="373002"/>
            </a:xfrm>
            <a:prstGeom prst="rect">
              <a:avLst/>
            </a:prstGeom>
          </p:spPr>
        </p:pic>
      </p:grpSp>
      <p:grpSp>
        <p:nvGrpSpPr>
          <p:cNvPr id="176" name="Group 175">
            <a:extLst>
              <a:ext uri="{FF2B5EF4-FFF2-40B4-BE49-F238E27FC236}">
                <a16:creationId xmlns:a16="http://schemas.microsoft.com/office/drawing/2014/main" id="{B79C556A-AE2A-2DF4-76AF-3E1E12EEAF7D}"/>
              </a:ext>
            </a:extLst>
          </p:cNvPr>
          <p:cNvGrpSpPr/>
          <p:nvPr/>
        </p:nvGrpSpPr>
        <p:grpSpPr>
          <a:xfrm>
            <a:off x="5728918" y="5508848"/>
            <a:ext cx="736600" cy="736600"/>
            <a:chOff x="5728918" y="5390550"/>
            <a:chExt cx="736600" cy="736600"/>
          </a:xfrm>
        </p:grpSpPr>
        <p:sp>
          <p:nvSpPr>
            <p:cNvPr id="177" name="Oval 176">
              <a:extLst>
                <a:ext uri="{FF2B5EF4-FFF2-40B4-BE49-F238E27FC236}">
                  <a16:creationId xmlns:a16="http://schemas.microsoft.com/office/drawing/2014/main" id="{892EF0DE-2EA2-A386-BEC4-5282AC31039C}"/>
                </a:ext>
              </a:extLst>
            </p:cNvPr>
            <p:cNvSpPr/>
            <p:nvPr/>
          </p:nvSpPr>
          <p:spPr>
            <a:xfrm>
              <a:off x="5728918"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8" name="Graphic 177">
              <a:extLst>
                <a:ext uri="{FF2B5EF4-FFF2-40B4-BE49-F238E27FC236}">
                  <a16:creationId xmlns:a16="http://schemas.microsoft.com/office/drawing/2014/main" id="{F345004B-ECC1-C433-9575-AB8A21EF3E0C}"/>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5882347" y="5546446"/>
              <a:ext cx="435217" cy="424808"/>
            </a:xfrm>
            <a:prstGeom prst="rect">
              <a:avLst/>
            </a:prstGeom>
          </p:spPr>
        </p:pic>
      </p:grpSp>
      <p:grpSp>
        <p:nvGrpSpPr>
          <p:cNvPr id="179" name="Group 178">
            <a:extLst>
              <a:ext uri="{FF2B5EF4-FFF2-40B4-BE49-F238E27FC236}">
                <a16:creationId xmlns:a16="http://schemas.microsoft.com/office/drawing/2014/main" id="{D40C0139-3273-CC86-4F6C-E5E8B78F14D5}"/>
              </a:ext>
            </a:extLst>
          </p:cNvPr>
          <p:cNvGrpSpPr/>
          <p:nvPr/>
        </p:nvGrpSpPr>
        <p:grpSpPr>
          <a:xfrm>
            <a:off x="6591849" y="5508848"/>
            <a:ext cx="736600" cy="736600"/>
            <a:chOff x="6591849" y="5390550"/>
            <a:chExt cx="736600" cy="736600"/>
          </a:xfrm>
        </p:grpSpPr>
        <p:sp>
          <p:nvSpPr>
            <p:cNvPr id="180" name="Oval 179">
              <a:extLst>
                <a:ext uri="{FF2B5EF4-FFF2-40B4-BE49-F238E27FC236}">
                  <a16:creationId xmlns:a16="http://schemas.microsoft.com/office/drawing/2014/main" id="{E4572236-7B54-53A6-8E6D-1A4A2517FD6B}"/>
                </a:ext>
              </a:extLst>
            </p:cNvPr>
            <p:cNvSpPr/>
            <p:nvPr/>
          </p:nvSpPr>
          <p:spPr>
            <a:xfrm>
              <a:off x="6591849"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1" name="Graphic 180">
              <a:extLst>
                <a:ext uri="{FF2B5EF4-FFF2-40B4-BE49-F238E27FC236}">
                  <a16:creationId xmlns:a16="http://schemas.microsoft.com/office/drawing/2014/main" id="{2E796178-BEC1-FCBA-3F5E-676AE4D8DD17}"/>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6747722" y="5567168"/>
              <a:ext cx="424855" cy="383364"/>
            </a:xfrm>
            <a:prstGeom prst="rect">
              <a:avLst/>
            </a:prstGeom>
          </p:spPr>
        </p:pic>
      </p:grpSp>
      <p:grpSp>
        <p:nvGrpSpPr>
          <p:cNvPr id="182" name="Group 181">
            <a:extLst>
              <a:ext uri="{FF2B5EF4-FFF2-40B4-BE49-F238E27FC236}">
                <a16:creationId xmlns:a16="http://schemas.microsoft.com/office/drawing/2014/main" id="{1B22691A-5416-320C-1176-8AC09D1D63A5}"/>
              </a:ext>
            </a:extLst>
          </p:cNvPr>
          <p:cNvGrpSpPr/>
          <p:nvPr/>
        </p:nvGrpSpPr>
        <p:grpSpPr>
          <a:xfrm>
            <a:off x="7454777" y="5508848"/>
            <a:ext cx="736600" cy="736600"/>
            <a:chOff x="7454777" y="5390550"/>
            <a:chExt cx="736600" cy="736600"/>
          </a:xfrm>
        </p:grpSpPr>
        <p:sp>
          <p:nvSpPr>
            <p:cNvPr id="183" name="Oval 182">
              <a:extLst>
                <a:ext uri="{FF2B5EF4-FFF2-40B4-BE49-F238E27FC236}">
                  <a16:creationId xmlns:a16="http://schemas.microsoft.com/office/drawing/2014/main" id="{1510C597-930D-D964-96EC-81CDDF597BD3}"/>
                </a:ext>
              </a:extLst>
            </p:cNvPr>
            <p:cNvSpPr/>
            <p:nvPr/>
          </p:nvSpPr>
          <p:spPr>
            <a:xfrm>
              <a:off x="745477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4" name="Graphic 183">
              <a:extLst>
                <a:ext uri="{FF2B5EF4-FFF2-40B4-BE49-F238E27FC236}">
                  <a16:creationId xmlns:a16="http://schemas.microsoft.com/office/drawing/2014/main" id="{F1548A58-FA1B-E729-170C-74FAF4493986}"/>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7678005" y="5536085"/>
              <a:ext cx="290144" cy="445531"/>
            </a:xfrm>
            <a:prstGeom prst="rect">
              <a:avLst/>
            </a:prstGeom>
          </p:spPr>
        </p:pic>
      </p:grpSp>
    </p:spTree>
    <p:extLst>
      <p:ext uri="{BB962C8B-B14F-4D97-AF65-F5344CB8AC3E}">
        <p14:creationId xmlns:p14="http://schemas.microsoft.com/office/powerpoint/2010/main" val="5565427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CC985EF2-1DCA-A59F-ADF3-97E51AED70ED}"/>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39750"/>
            <a:ext cx="12384088" cy="544513"/>
          </a:xfrm>
        </p:spPr>
        <p:txBody>
          <a:bodyPr/>
          <a:lstStyle/>
          <a:p>
            <a:r>
              <a:rPr lang="en-GB"/>
              <a:t>Office &amp; Business</a:t>
            </a:r>
          </a:p>
        </p:txBody>
      </p:sp>
      <p:sp>
        <p:nvSpPr>
          <p:cNvPr id="8" name="Content Placeholder 5">
            <a:extLst>
              <a:ext uri="{FF2B5EF4-FFF2-40B4-BE49-F238E27FC236}">
                <a16:creationId xmlns:a16="http://schemas.microsoft.com/office/drawing/2014/main" id="{5F22D272-3DDE-B110-1C3E-6442972BC093}"/>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66AEF88D-B07B-1481-2214-D43D04DC69D2}"/>
              </a:ext>
            </a:extLst>
          </p:cNvPr>
          <p:cNvGrpSpPr/>
          <p:nvPr/>
        </p:nvGrpSpPr>
        <p:grpSpPr>
          <a:xfrm>
            <a:off x="551332" y="1800225"/>
            <a:ext cx="736600" cy="736600"/>
            <a:chOff x="551332" y="1681927"/>
            <a:chExt cx="736600" cy="736600"/>
          </a:xfrm>
        </p:grpSpPr>
        <p:sp>
          <p:nvSpPr>
            <p:cNvPr id="3" name="Oval 2">
              <a:extLst>
                <a:ext uri="{FF2B5EF4-FFF2-40B4-BE49-F238E27FC236}">
                  <a16:creationId xmlns:a16="http://schemas.microsoft.com/office/drawing/2014/main" id="{B1BF7ABF-E97F-BA69-3D37-27E9230F5098}"/>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 name="Graphic 5">
              <a:extLst>
                <a:ext uri="{FF2B5EF4-FFF2-40B4-BE49-F238E27FC236}">
                  <a16:creationId xmlns:a16="http://schemas.microsoft.com/office/drawing/2014/main" id="{30AE4165-313C-D6A8-98D8-2258E74668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1525" y="1889991"/>
              <a:ext cx="496214" cy="320472"/>
            </a:xfrm>
            <a:prstGeom prst="rect">
              <a:avLst/>
            </a:prstGeom>
          </p:spPr>
        </p:pic>
      </p:grpSp>
      <p:grpSp>
        <p:nvGrpSpPr>
          <p:cNvPr id="7" name="Group 6">
            <a:extLst>
              <a:ext uri="{FF2B5EF4-FFF2-40B4-BE49-F238E27FC236}">
                <a16:creationId xmlns:a16="http://schemas.microsoft.com/office/drawing/2014/main" id="{F83DD125-2209-B24D-13F5-676DFC343664}"/>
              </a:ext>
            </a:extLst>
          </p:cNvPr>
          <p:cNvGrpSpPr/>
          <p:nvPr/>
        </p:nvGrpSpPr>
        <p:grpSpPr>
          <a:xfrm>
            <a:off x="1414263" y="1800225"/>
            <a:ext cx="736600" cy="736600"/>
            <a:chOff x="1414263" y="1681927"/>
            <a:chExt cx="736600" cy="736600"/>
          </a:xfrm>
        </p:grpSpPr>
        <p:sp>
          <p:nvSpPr>
            <p:cNvPr id="9" name="Oval 8">
              <a:extLst>
                <a:ext uri="{FF2B5EF4-FFF2-40B4-BE49-F238E27FC236}">
                  <a16:creationId xmlns:a16="http://schemas.microsoft.com/office/drawing/2014/main" id="{BD55324A-EAB9-32A4-EA58-07EB66817C1E}"/>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 name="Graphic 9">
              <a:extLst>
                <a:ext uri="{FF2B5EF4-FFF2-40B4-BE49-F238E27FC236}">
                  <a16:creationId xmlns:a16="http://schemas.microsoft.com/office/drawing/2014/main" id="{2F449518-8B64-54F6-C87D-F0DC4D37CBE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65470" y="1874485"/>
              <a:ext cx="434187" cy="351485"/>
            </a:xfrm>
            <a:prstGeom prst="rect">
              <a:avLst/>
            </a:prstGeom>
          </p:spPr>
        </p:pic>
      </p:grpSp>
      <p:grpSp>
        <p:nvGrpSpPr>
          <p:cNvPr id="11" name="Group 10">
            <a:extLst>
              <a:ext uri="{FF2B5EF4-FFF2-40B4-BE49-F238E27FC236}">
                <a16:creationId xmlns:a16="http://schemas.microsoft.com/office/drawing/2014/main" id="{BF8D613E-AEE8-D23A-2724-81BC509A8D0E}"/>
              </a:ext>
            </a:extLst>
          </p:cNvPr>
          <p:cNvGrpSpPr/>
          <p:nvPr/>
        </p:nvGrpSpPr>
        <p:grpSpPr>
          <a:xfrm>
            <a:off x="2277194" y="1800225"/>
            <a:ext cx="736600" cy="736600"/>
            <a:chOff x="2277194" y="1681927"/>
            <a:chExt cx="736600" cy="736600"/>
          </a:xfrm>
        </p:grpSpPr>
        <p:sp>
          <p:nvSpPr>
            <p:cNvPr id="12" name="Oval 11">
              <a:extLst>
                <a:ext uri="{FF2B5EF4-FFF2-40B4-BE49-F238E27FC236}">
                  <a16:creationId xmlns:a16="http://schemas.microsoft.com/office/drawing/2014/main" id="{1B6B4739-530B-507E-9E39-0643FABDC492}"/>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 name="Graphic 12">
              <a:extLst>
                <a:ext uri="{FF2B5EF4-FFF2-40B4-BE49-F238E27FC236}">
                  <a16:creationId xmlns:a16="http://schemas.microsoft.com/office/drawing/2014/main" id="{D246A232-5A8B-E94B-8FEA-117B3E0DA7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54245" y="1858978"/>
              <a:ext cx="382498" cy="382498"/>
            </a:xfrm>
            <a:prstGeom prst="rect">
              <a:avLst/>
            </a:prstGeom>
          </p:spPr>
        </p:pic>
      </p:grpSp>
      <p:grpSp>
        <p:nvGrpSpPr>
          <p:cNvPr id="14" name="Group 13">
            <a:extLst>
              <a:ext uri="{FF2B5EF4-FFF2-40B4-BE49-F238E27FC236}">
                <a16:creationId xmlns:a16="http://schemas.microsoft.com/office/drawing/2014/main" id="{0894BCD3-2350-985A-0B50-D9F293A2DD3C}"/>
              </a:ext>
            </a:extLst>
          </p:cNvPr>
          <p:cNvGrpSpPr/>
          <p:nvPr/>
        </p:nvGrpSpPr>
        <p:grpSpPr>
          <a:xfrm>
            <a:off x="3140125" y="1800225"/>
            <a:ext cx="736600" cy="736600"/>
            <a:chOff x="3140125" y="1681927"/>
            <a:chExt cx="736600" cy="736600"/>
          </a:xfrm>
        </p:grpSpPr>
        <p:sp>
          <p:nvSpPr>
            <p:cNvPr id="15" name="Oval 14">
              <a:extLst>
                <a:ext uri="{FF2B5EF4-FFF2-40B4-BE49-F238E27FC236}">
                  <a16:creationId xmlns:a16="http://schemas.microsoft.com/office/drawing/2014/main" id="{ADB6801B-1D1A-1E55-0109-E52D3238E0A9}"/>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 name="Graphic 15">
              <a:extLst>
                <a:ext uri="{FF2B5EF4-FFF2-40B4-BE49-F238E27FC236}">
                  <a16:creationId xmlns:a16="http://schemas.microsoft.com/office/drawing/2014/main" id="{1BE2C94B-2537-ED40-5F74-FDA1ACD9DD0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06839" y="1853809"/>
              <a:ext cx="403173" cy="392836"/>
            </a:xfrm>
            <a:prstGeom prst="rect">
              <a:avLst/>
            </a:prstGeom>
          </p:spPr>
        </p:pic>
      </p:grpSp>
      <p:grpSp>
        <p:nvGrpSpPr>
          <p:cNvPr id="17" name="Group 16">
            <a:extLst>
              <a:ext uri="{FF2B5EF4-FFF2-40B4-BE49-F238E27FC236}">
                <a16:creationId xmlns:a16="http://schemas.microsoft.com/office/drawing/2014/main" id="{BD4C4198-7CEF-66E8-F3DE-7A164D5C3034}"/>
              </a:ext>
            </a:extLst>
          </p:cNvPr>
          <p:cNvGrpSpPr/>
          <p:nvPr/>
        </p:nvGrpSpPr>
        <p:grpSpPr>
          <a:xfrm>
            <a:off x="4003056" y="1800225"/>
            <a:ext cx="736600" cy="736600"/>
            <a:chOff x="4003056" y="1681927"/>
            <a:chExt cx="736600" cy="736600"/>
          </a:xfrm>
        </p:grpSpPr>
        <p:sp>
          <p:nvSpPr>
            <p:cNvPr id="18" name="Oval 17">
              <a:extLst>
                <a:ext uri="{FF2B5EF4-FFF2-40B4-BE49-F238E27FC236}">
                  <a16:creationId xmlns:a16="http://schemas.microsoft.com/office/drawing/2014/main" id="{D83A5BC8-0B64-1A04-49F4-F768DADD70B2}"/>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9" name="Graphic 18">
              <a:extLst>
                <a:ext uri="{FF2B5EF4-FFF2-40B4-BE49-F238E27FC236}">
                  <a16:creationId xmlns:a16="http://schemas.microsoft.com/office/drawing/2014/main" id="{C8A4C577-8433-8B39-C8C4-2A331B70994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23249" y="1848641"/>
              <a:ext cx="496214" cy="403173"/>
            </a:xfrm>
            <a:prstGeom prst="rect">
              <a:avLst/>
            </a:prstGeom>
          </p:spPr>
        </p:pic>
      </p:grpSp>
      <p:grpSp>
        <p:nvGrpSpPr>
          <p:cNvPr id="20" name="Group 19">
            <a:extLst>
              <a:ext uri="{FF2B5EF4-FFF2-40B4-BE49-F238E27FC236}">
                <a16:creationId xmlns:a16="http://schemas.microsoft.com/office/drawing/2014/main" id="{E6490A6F-ED12-D4CB-FD06-6468B1392421}"/>
              </a:ext>
            </a:extLst>
          </p:cNvPr>
          <p:cNvGrpSpPr/>
          <p:nvPr/>
        </p:nvGrpSpPr>
        <p:grpSpPr>
          <a:xfrm>
            <a:off x="4865987" y="1800225"/>
            <a:ext cx="736600" cy="736600"/>
            <a:chOff x="4865987" y="1681927"/>
            <a:chExt cx="736600" cy="736600"/>
          </a:xfrm>
        </p:grpSpPr>
        <p:sp>
          <p:nvSpPr>
            <p:cNvPr id="21" name="Oval 20">
              <a:extLst>
                <a:ext uri="{FF2B5EF4-FFF2-40B4-BE49-F238E27FC236}">
                  <a16:creationId xmlns:a16="http://schemas.microsoft.com/office/drawing/2014/main" id="{79721533-38ED-EAD3-179F-7A3364B2B1A9}"/>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2" name="Graphic 21">
              <a:extLst>
                <a:ext uri="{FF2B5EF4-FFF2-40B4-BE49-F238E27FC236}">
                  <a16:creationId xmlns:a16="http://schemas.microsoft.com/office/drawing/2014/main" id="{C916E93E-B88E-4143-9866-5F9530CB164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86180" y="1812458"/>
              <a:ext cx="496214" cy="475538"/>
            </a:xfrm>
            <a:prstGeom prst="rect">
              <a:avLst/>
            </a:prstGeom>
          </p:spPr>
        </p:pic>
      </p:grpSp>
      <p:grpSp>
        <p:nvGrpSpPr>
          <p:cNvPr id="23" name="Group 22">
            <a:extLst>
              <a:ext uri="{FF2B5EF4-FFF2-40B4-BE49-F238E27FC236}">
                <a16:creationId xmlns:a16="http://schemas.microsoft.com/office/drawing/2014/main" id="{B03CDE72-5CF3-55CD-70E4-B62C3B38262F}"/>
              </a:ext>
            </a:extLst>
          </p:cNvPr>
          <p:cNvGrpSpPr/>
          <p:nvPr/>
        </p:nvGrpSpPr>
        <p:grpSpPr>
          <a:xfrm>
            <a:off x="6591849" y="1800225"/>
            <a:ext cx="736600" cy="736600"/>
            <a:chOff x="6591849" y="1681927"/>
            <a:chExt cx="736600" cy="736600"/>
          </a:xfrm>
        </p:grpSpPr>
        <p:sp>
          <p:nvSpPr>
            <p:cNvPr id="24" name="Oval 23">
              <a:extLst>
                <a:ext uri="{FF2B5EF4-FFF2-40B4-BE49-F238E27FC236}">
                  <a16:creationId xmlns:a16="http://schemas.microsoft.com/office/drawing/2014/main" id="{BED79B84-3DB7-3FC0-C0D2-DE1DC18BE454}"/>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5" name="Graphic 24">
              <a:extLst>
                <a:ext uri="{FF2B5EF4-FFF2-40B4-BE49-F238E27FC236}">
                  <a16:creationId xmlns:a16="http://schemas.microsoft.com/office/drawing/2014/main" id="{9D15B68B-8AB5-EC0C-4D30-4C96BAB1563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758563" y="1848641"/>
              <a:ext cx="403173" cy="403173"/>
            </a:xfrm>
            <a:prstGeom prst="rect">
              <a:avLst/>
            </a:prstGeom>
          </p:spPr>
        </p:pic>
      </p:grpSp>
      <p:grpSp>
        <p:nvGrpSpPr>
          <p:cNvPr id="26" name="Group 25">
            <a:extLst>
              <a:ext uri="{FF2B5EF4-FFF2-40B4-BE49-F238E27FC236}">
                <a16:creationId xmlns:a16="http://schemas.microsoft.com/office/drawing/2014/main" id="{337D73F5-CA82-A2D8-3429-C7F5400A9C26}"/>
              </a:ext>
            </a:extLst>
          </p:cNvPr>
          <p:cNvGrpSpPr/>
          <p:nvPr/>
        </p:nvGrpSpPr>
        <p:grpSpPr>
          <a:xfrm>
            <a:off x="5728918" y="1800225"/>
            <a:ext cx="736600" cy="736600"/>
            <a:chOff x="5728918" y="1681927"/>
            <a:chExt cx="736600" cy="736600"/>
          </a:xfrm>
        </p:grpSpPr>
        <p:sp>
          <p:nvSpPr>
            <p:cNvPr id="27" name="Oval 26">
              <a:extLst>
                <a:ext uri="{FF2B5EF4-FFF2-40B4-BE49-F238E27FC236}">
                  <a16:creationId xmlns:a16="http://schemas.microsoft.com/office/drawing/2014/main" id="{B6AF0574-7911-6F4C-D996-7DE00812E349}"/>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8" name="Graphic 27">
              <a:extLst>
                <a:ext uri="{FF2B5EF4-FFF2-40B4-BE49-F238E27FC236}">
                  <a16:creationId xmlns:a16="http://schemas.microsoft.com/office/drawing/2014/main" id="{915480C7-4B86-FA64-6535-5616D85C173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880125" y="1838302"/>
              <a:ext cx="434187" cy="423850"/>
            </a:xfrm>
            <a:prstGeom prst="rect">
              <a:avLst/>
            </a:prstGeom>
          </p:spPr>
        </p:pic>
      </p:grpSp>
      <p:grpSp>
        <p:nvGrpSpPr>
          <p:cNvPr id="29" name="Group 28">
            <a:extLst>
              <a:ext uri="{FF2B5EF4-FFF2-40B4-BE49-F238E27FC236}">
                <a16:creationId xmlns:a16="http://schemas.microsoft.com/office/drawing/2014/main" id="{5A6580D2-C5A0-A9C8-B691-27C9171FE1F2}"/>
              </a:ext>
            </a:extLst>
          </p:cNvPr>
          <p:cNvGrpSpPr/>
          <p:nvPr/>
        </p:nvGrpSpPr>
        <p:grpSpPr>
          <a:xfrm>
            <a:off x="551332" y="2752797"/>
            <a:ext cx="736600" cy="736600"/>
            <a:chOff x="551332" y="2634499"/>
            <a:chExt cx="736600" cy="736600"/>
          </a:xfrm>
        </p:grpSpPr>
        <p:sp>
          <p:nvSpPr>
            <p:cNvPr id="30" name="Oval 29">
              <a:extLst>
                <a:ext uri="{FF2B5EF4-FFF2-40B4-BE49-F238E27FC236}">
                  <a16:creationId xmlns:a16="http://schemas.microsoft.com/office/drawing/2014/main" id="{E390F8E8-B9F4-744C-508D-6CEC47EBD30F}"/>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1" name="Graphic 30">
              <a:extLst>
                <a:ext uri="{FF2B5EF4-FFF2-40B4-BE49-F238E27FC236}">
                  <a16:creationId xmlns:a16="http://schemas.microsoft.com/office/drawing/2014/main" id="{9BFE0A38-798B-5D93-1C75-E0E68657A319}"/>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90410" y="2775368"/>
              <a:ext cx="258444" cy="454863"/>
            </a:xfrm>
            <a:prstGeom prst="rect">
              <a:avLst/>
            </a:prstGeom>
          </p:spPr>
        </p:pic>
      </p:grpSp>
      <p:grpSp>
        <p:nvGrpSpPr>
          <p:cNvPr id="32" name="Group 31">
            <a:extLst>
              <a:ext uri="{FF2B5EF4-FFF2-40B4-BE49-F238E27FC236}">
                <a16:creationId xmlns:a16="http://schemas.microsoft.com/office/drawing/2014/main" id="{9D9BE2BA-E9BA-0444-FD55-E2A9D3FC07E3}"/>
              </a:ext>
            </a:extLst>
          </p:cNvPr>
          <p:cNvGrpSpPr/>
          <p:nvPr/>
        </p:nvGrpSpPr>
        <p:grpSpPr>
          <a:xfrm>
            <a:off x="1414263" y="2752797"/>
            <a:ext cx="736600" cy="736600"/>
            <a:chOff x="1414263" y="2634499"/>
            <a:chExt cx="736600" cy="736600"/>
          </a:xfrm>
        </p:grpSpPr>
        <p:sp>
          <p:nvSpPr>
            <p:cNvPr id="33" name="Oval 32">
              <a:extLst>
                <a:ext uri="{FF2B5EF4-FFF2-40B4-BE49-F238E27FC236}">
                  <a16:creationId xmlns:a16="http://schemas.microsoft.com/office/drawing/2014/main" id="{6518A53C-8EEA-7A1F-6F36-7232BE0AE980}"/>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4" name="Graphic 33">
              <a:extLst>
                <a:ext uri="{FF2B5EF4-FFF2-40B4-BE49-F238E27FC236}">
                  <a16:creationId xmlns:a16="http://schemas.microsoft.com/office/drawing/2014/main" id="{9406857C-D556-323A-545C-0E6E4CD0E03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570639" y="2770199"/>
              <a:ext cx="423849" cy="465201"/>
            </a:xfrm>
            <a:prstGeom prst="rect">
              <a:avLst/>
            </a:prstGeom>
          </p:spPr>
        </p:pic>
      </p:grpSp>
      <p:grpSp>
        <p:nvGrpSpPr>
          <p:cNvPr id="35" name="Group 34">
            <a:extLst>
              <a:ext uri="{FF2B5EF4-FFF2-40B4-BE49-F238E27FC236}">
                <a16:creationId xmlns:a16="http://schemas.microsoft.com/office/drawing/2014/main" id="{13367392-5F05-4CFF-F7B6-D84F5A47648A}"/>
              </a:ext>
            </a:extLst>
          </p:cNvPr>
          <p:cNvGrpSpPr/>
          <p:nvPr/>
        </p:nvGrpSpPr>
        <p:grpSpPr>
          <a:xfrm>
            <a:off x="3140125" y="2752797"/>
            <a:ext cx="736600" cy="736600"/>
            <a:chOff x="3140125" y="2634499"/>
            <a:chExt cx="736600" cy="736600"/>
          </a:xfrm>
        </p:grpSpPr>
        <p:sp>
          <p:nvSpPr>
            <p:cNvPr id="36" name="Oval 35">
              <a:extLst>
                <a:ext uri="{FF2B5EF4-FFF2-40B4-BE49-F238E27FC236}">
                  <a16:creationId xmlns:a16="http://schemas.microsoft.com/office/drawing/2014/main" id="{ED2F2011-07AD-F45F-64EA-A015210912F3}"/>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7" name="Graphic 36">
              <a:extLst>
                <a:ext uri="{FF2B5EF4-FFF2-40B4-BE49-F238E27FC236}">
                  <a16:creationId xmlns:a16="http://schemas.microsoft.com/office/drawing/2014/main" id="{16EBA0F9-A47A-AF65-F134-BBD28504BACF}"/>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327514" y="2754692"/>
              <a:ext cx="361823" cy="496215"/>
            </a:xfrm>
            <a:prstGeom prst="rect">
              <a:avLst/>
            </a:prstGeom>
          </p:spPr>
        </p:pic>
      </p:grpSp>
      <p:grpSp>
        <p:nvGrpSpPr>
          <p:cNvPr id="38" name="Group 37">
            <a:extLst>
              <a:ext uri="{FF2B5EF4-FFF2-40B4-BE49-F238E27FC236}">
                <a16:creationId xmlns:a16="http://schemas.microsoft.com/office/drawing/2014/main" id="{32774B62-C25B-E748-A72B-B2B2483C402C}"/>
              </a:ext>
            </a:extLst>
          </p:cNvPr>
          <p:cNvGrpSpPr/>
          <p:nvPr/>
        </p:nvGrpSpPr>
        <p:grpSpPr>
          <a:xfrm>
            <a:off x="4865987" y="2752797"/>
            <a:ext cx="736600" cy="736600"/>
            <a:chOff x="4865987" y="2634499"/>
            <a:chExt cx="736600" cy="736600"/>
          </a:xfrm>
        </p:grpSpPr>
        <p:sp>
          <p:nvSpPr>
            <p:cNvPr id="39" name="Oval 38">
              <a:extLst>
                <a:ext uri="{FF2B5EF4-FFF2-40B4-BE49-F238E27FC236}">
                  <a16:creationId xmlns:a16="http://schemas.microsoft.com/office/drawing/2014/main" id="{DFD0C22F-D556-07B5-C572-2DDE1495B8F2}"/>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0" name="Graphic 39">
              <a:extLst>
                <a:ext uri="{FF2B5EF4-FFF2-40B4-BE49-F238E27FC236}">
                  <a16:creationId xmlns:a16="http://schemas.microsoft.com/office/drawing/2014/main" id="{3B0E557F-1154-2049-B1BC-5CF8910C72C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017194" y="2832226"/>
              <a:ext cx="434187" cy="341147"/>
            </a:xfrm>
            <a:prstGeom prst="rect">
              <a:avLst/>
            </a:prstGeom>
          </p:spPr>
        </p:pic>
      </p:grpSp>
      <p:grpSp>
        <p:nvGrpSpPr>
          <p:cNvPr id="41" name="Group 40">
            <a:extLst>
              <a:ext uri="{FF2B5EF4-FFF2-40B4-BE49-F238E27FC236}">
                <a16:creationId xmlns:a16="http://schemas.microsoft.com/office/drawing/2014/main" id="{EF1AD6D2-6466-E532-97DE-8621CC88D6D6}"/>
              </a:ext>
            </a:extLst>
          </p:cNvPr>
          <p:cNvGrpSpPr/>
          <p:nvPr/>
        </p:nvGrpSpPr>
        <p:grpSpPr>
          <a:xfrm>
            <a:off x="4003056" y="2752797"/>
            <a:ext cx="736600" cy="736600"/>
            <a:chOff x="4003056" y="2634499"/>
            <a:chExt cx="736600" cy="736600"/>
          </a:xfrm>
        </p:grpSpPr>
        <p:sp>
          <p:nvSpPr>
            <p:cNvPr id="42" name="Oval 41">
              <a:extLst>
                <a:ext uri="{FF2B5EF4-FFF2-40B4-BE49-F238E27FC236}">
                  <a16:creationId xmlns:a16="http://schemas.microsoft.com/office/drawing/2014/main" id="{EB4A022C-7ED8-EAF0-FAE6-3FF11AB5A4A0}"/>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3" name="Graphic 42">
              <a:extLst>
                <a:ext uri="{FF2B5EF4-FFF2-40B4-BE49-F238E27FC236}">
                  <a16:creationId xmlns:a16="http://schemas.microsoft.com/office/drawing/2014/main" id="{825331A5-4296-90CF-B790-46BE7285E137}"/>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128418" y="2801213"/>
              <a:ext cx="485876" cy="403173"/>
            </a:xfrm>
            <a:prstGeom prst="rect">
              <a:avLst/>
            </a:prstGeom>
          </p:spPr>
        </p:pic>
      </p:grpSp>
      <p:grpSp>
        <p:nvGrpSpPr>
          <p:cNvPr id="44" name="Group 43">
            <a:extLst>
              <a:ext uri="{FF2B5EF4-FFF2-40B4-BE49-F238E27FC236}">
                <a16:creationId xmlns:a16="http://schemas.microsoft.com/office/drawing/2014/main" id="{5E3F5D90-020B-C97E-B6A3-5C4D12B68D32}"/>
              </a:ext>
            </a:extLst>
          </p:cNvPr>
          <p:cNvGrpSpPr/>
          <p:nvPr/>
        </p:nvGrpSpPr>
        <p:grpSpPr>
          <a:xfrm>
            <a:off x="5728918" y="2752797"/>
            <a:ext cx="736600" cy="736600"/>
            <a:chOff x="5728918" y="2634499"/>
            <a:chExt cx="736600" cy="736600"/>
          </a:xfrm>
        </p:grpSpPr>
        <p:sp>
          <p:nvSpPr>
            <p:cNvPr id="45" name="Oval 44">
              <a:extLst>
                <a:ext uri="{FF2B5EF4-FFF2-40B4-BE49-F238E27FC236}">
                  <a16:creationId xmlns:a16="http://schemas.microsoft.com/office/drawing/2014/main" id="{5F775046-9E52-16FC-7560-853A1CD1C8A9}"/>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6" name="Graphic 45">
              <a:extLst>
                <a:ext uri="{FF2B5EF4-FFF2-40B4-BE49-F238E27FC236}">
                  <a16:creationId xmlns:a16="http://schemas.microsoft.com/office/drawing/2014/main" id="{35629E34-F265-F478-91F0-A0D76D7C7BE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957659" y="2816719"/>
              <a:ext cx="279119" cy="372161"/>
            </a:xfrm>
            <a:prstGeom prst="rect">
              <a:avLst/>
            </a:prstGeom>
          </p:spPr>
        </p:pic>
      </p:grpSp>
      <p:grpSp>
        <p:nvGrpSpPr>
          <p:cNvPr id="47" name="Group 46">
            <a:extLst>
              <a:ext uri="{FF2B5EF4-FFF2-40B4-BE49-F238E27FC236}">
                <a16:creationId xmlns:a16="http://schemas.microsoft.com/office/drawing/2014/main" id="{9E7E9D2E-B803-1C7D-992C-0BB823B3FF7E}"/>
              </a:ext>
            </a:extLst>
          </p:cNvPr>
          <p:cNvGrpSpPr/>
          <p:nvPr/>
        </p:nvGrpSpPr>
        <p:grpSpPr>
          <a:xfrm>
            <a:off x="6591849" y="2752797"/>
            <a:ext cx="736600" cy="736600"/>
            <a:chOff x="6591849" y="2634499"/>
            <a:chExt cx="736600" cy="736600"/>
          </a:xfrm>
        </p:grpSpPr>
        <p:sp>
          <p:nvSpPr>
            <p:cNvPr id="48" name="Oval 47">
              <a:extLst>
                <a:ext uri="{FF2B5EF4-FFF2-40B4-BE49-F238E27FC236}">
                  <a16:creationId xmlns:a16="http://schemas.microsoft.com/office/drawing/2014/main" id="{8ABB2976-2C6A-FD6C-A962-8167AFF07E5D}"/>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9" name="Graphic 48">
              <a:extLst>
                <a:ext uri="{FF2B5EF4-FFF2-40B4-BE49-F238E27FC236}">
                  <a16:creationId xmlns:a16="http://schemas.microsoft.com/office/drawing/2014/main" id="{BCD0D77A-7CB0-3A65-BC96-4E33650C9AEE}"/>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6779238" y="2785706"/>
              <a:ext cx="361823" cy="434187"/>
            </a:xfrm>
            <a:prstGeom prst="rect">
              <a:avLst/>
            </a:prstGeom>
          </p:spPr>
        </p:pic>
      </p:grpSp>
      <p:grpSp>
        <p:nvGrpSpPr>
          <p:cNvPr id="50" name="Group 49">
            <a:extLst>
              <a:ext uri="{FF2B5EF4-FFF2-40B4-BE49-F238E27FC236}">
                <a16:creationId xmlns:a16="http://schemas.microsoft.com/office/drawing/2014/main" id="{B7FDFE36-608A-2F29-B15B-84DAECB0EE60}"/>
              </a:ext>
            </a:extLst>
          </p:cNvPr>
          <p:cNvGrpSpPr/>
          <p:nvPr/>
        </p:nvGrpSpPr>
        <p:grpSpPr>
          <a:xfrm>
            <a:off x="7454777" y="1800225"/>
            <a:ext cx="736600" cy="736600"/>
            <a:chOff x="7454777" y="1681927"/>
            <a:chExt cx="736600" cy="736600"/>
          </a:xfrm>
        </p:grpSpPr>
        <p:sp>
          <p:nvSpPr>
            <p:cNvPr id="51" name="Oval 50">
              <a:extLst>
                <a:ext uri="{FF2B5EF4-FFF2-40B4-BE49-F238E27FC236}">
                  <a16:creationId xmlns:a16="http://schemas.microsoft.com/office/drawing/2014/main" id="{64C326DA-5486-00C4-1FB7-8B4512A656CF}"/>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7" name="Graphic 96">
              <a:extLst>
                <a:ext uri="{FF2B5EF4-FFF2-40B4-BE49-F238E27FC236}">
                  <a16:creationId xmlns:a16="http://schemas.microsoft.com/office/drawing/2014/main" id="{FD44B0B3-9424-4312-3C5C-11C8F4A4163A}"/>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7621491" y="1843472"/>
              <a:ext cx="403173" cy="413511"/>
            </a:xfrm>
            <a:prstGeom prst="rect">
              <a:avLst/>
            </a:prstGeom>
          </p:spPr>
        </p:pic>
      </p:grpSp>
      <p:grpSp>
        <p:nvGrpSpPr>
          <p:cNvPr id="98" name="Group 97">
            <a:extLst>
              <a:ext uri="{FF2B5EF4-FFF2-40B4-BE49-F238E27FC236}">
                <a16:creationId xmlns:a16="http://schemas.microsoft.com/office/drawing/2014/main" id="{6092B80B-2FC9-85B2-6A8B-4BF0BF11D179}"/>
              </a:ext>
            </a:extLst>
          </p:cNvPr>
          <p:cNvGrpSpPr/>
          <p:nvPr/>
        </p:nvGrpSpPr>
        <p:grpSpPr>
          <a:xfrm>
            <a:off x="7454777" y="2752797"/>
            <a:ext cx="736600" cy="736600"/>
            <a:chOff x="7454777" y="2634499"/>
            <a:chExt cx="736600" cy="736600"/>
          </a:xfrm>
        </p:grpSpPr>
        <p:sp>
          <p:nvSpPr>
            <p:cNvPr id="99" name="Oval 98">
              <a:extLst>
                <a:ext uri="{FF2B5EF4-FFF2-40B4-BE49-F238E27FC236}">
                  <a16:creationId xmlns:a16="http://schemas.microsoft.com/office/drawing/2014/main" id="{BCF9F524-49E1-2F88-E87C-C68F60B8A734}"/>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0" name="Graphic 99">
              <a:extLst>
                <a:ext uri="{FF2B5EF4-FFF2-40B4-BE49-F238E27FC236}">
                  <a16:creationId xmlns:a16="http://schemas.microsoft.com/office/drawing/2014/main" id="{38BA3D37-B7E6-43DC-DAA5-85257CE7E85B}"/>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7668011" y="2801213"/>
              <a:ext cx="310133" cy="403173"/>
            </a:xfrm>
            <a:prstGeom prst="rect">
              <a:avLst/>
            </a:prstGeom>
          </p:spPr>
        </p:pic>
      </p:grpSp>
      <p:grpSp>
        <p:nvGrpSpPr>
          <p:cNvPr id="101" name="Group 100">
            <a:extLst>
              <a:ext uri="{FF2B5EF4-FFF2-40B4-BE49-F238E27FC236}">
                <a16:creationId xmlns:a16="http://schemas.microsoft.com/office/drawing/2014/main" id="{1D72978D-247B-A16B-8A57-EAB61B675D9C}"/>
              </a:ext>
            </a:extLst>
          </p:cNvPr>
          <p:cNvGrpSpPr/>
          <p:nvPr/>
        </p:nvGrpSpPr>
        <p:grpSpPr>
          <a:xfrm>
            <a:off x="551332" y="3668093"/>
            <a:ext cx="736600" cy="736600"/>
            <a:chOff x="551332" y="3549795"/>
            <a:chExt cx="736600" cy="736600"/>
          </a:xfrm>
        </p:grpSpPr>
        <p:sp>
          <p:nvSpPr>
            <p:cNvPr id="102" name="Oval 101">
              <a:extLst>
                <a:ext uri="{FF2B5EF4-FFF2-40B4-BE49-F238E27FC236}">
                  <a16:creationId xmlns:a16="http://schemas.microsoft.com/office/drawing/2014/main" id="{AB0EC2C5-9049-861E-1C3D-69338860DC5F}"/>
                </a:ext>
              </a:extLst>
            </p:cNvPr>
            <p:cNvSpPr/>
            <p:nvPr/>
          </p:nvSpPr>
          <p:spPr>
            <a:xfrm>
              <a:off x="551332"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3" name="Graphic 102">
              <a:extLst>
                <a:ext uri="{FF2B5EF4-FFF2-40B4-BE49-F238E27FC236}">
                  <a16:creationId xmlns:a16="http://schemas.microsoft.com/office/drawing/2014/main" id="{1AA9395A-60DB-718D-6CBE-D7B10B136CBE}"/>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826592" y="3664820"/>
              <a:ext cx="186080" cy="506551"/>
            </a:xfrm>
            <a:prstGeom prst="rect">
              <a:avLst/>
            </a:prstGeom>
          </p:spPr>
        </p:pic>
      </p:grpSp>
      <p:grpSp>
        <p:nvGrpSpPr>
          <p:cNvPr id="104" name="Group 103">
            <a:extLst>
              <a:ext uri="{FF2B5EF4-FFF2-40B4-BE49-F238E27FC236}">
                <a16:creationId xmlns:a16="http://schemas.microsoft.com/office/drawing/2014/main" id="{8E96A630-A23A-9D9F-0A1C-B99E25E5F1F7}"/>
              </a:ext>
            </a:extLst>
          </p:cNvPr>
          <p:cNvGrpSpPr/>
          <p:nvPr/>
        </p:nvGrpSpPr>
        <p:grpSpPr>
          <a:xfrm>
            <a:off x="1414263" y="3668093"/>
            <a:ext cx="736600" cy="736600"/>
            <a:chOff x="1414263" y="3549795"/>
            <a:chExt cx="736600" cy="736600"/>
          </a:xfrm>
        </p:grpSpPr>
        <p:sp>
          <p:nvSpPr>
            <p:cNvPr id="105" name="Oval 104">
              <a:extLst>
                <a:ext uri="{FF2B5EF4-FFF2-40B4-BE49-F238E27FC236}">
                  <a16:creationId xmlns:a16="http://schemas.microsoft.com/office/drawing/2014/main" id="{59E7EA5B-AED5-D065-297E-610629314D5F}"/>
                </a:ext>
              </a:extLst>
            </p:cNvPr>
            <p:cNvSpPr/>
            <p:nvPr/>
          </p:nvSpPr>
          <p:spPr>
            <a:xfrm>
              <a:off x="1414263"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6" name="Graphic 105">
              <a:extLst>
                <a:ext uri="{FF2B5EF4-FFF2-40B4-BE49-F238E27FC236}">
                  <a16:creationId xmlns:a16="http://schemas.microsoft.com/office/drawing/2014/main" id="{7A7A36B8-CA82-D645-50C1-A3508FB909EA}"/>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674017" y="3664820"/>
              <a:ext cx="217093" cy="506551"/>
            </a:xfrm>
            <a:prstGeom prst="rect">
              <a:avLst/>
            </a:prstGeom>
          </p:spPr>
        </p:pic>
      </p:grpSp>
      <p:grpSp>
        <p:nvGrpSpPr>
          <p:cNvPr id="107" name="Group 106">
            <a:extLst>
              <a:ext uri="{FF2B5EF4-FFF2-40B4-BE49-F238E27FC236}">
                <a16:creationId xmlns:a16="http://schemas.microsoft.com/office/drawing/2014/main" id="{3E1541B7-C450-AA8B-F2E0-545E6990CF7B}"/>
              </a:ext>
            </a:extLst>
          </p:cNvPr>
          <p:cNvGrpSpPr/>
          <p:nvPr/>
        </p:nvGrpSpPr>
        <p:grpSpPr>
          <a:xfrm>
            <a:off x="2277194" y="3668093"/>
            <a:ext cx="736600" cy="736600"/>
            <a:chOff x="2277194" y="3549795"/>
            <a:chExt cx="736600" cy="736600"/>
          </a:xfrm>
        </p:grpSpPr>
        <p:sp>
          <p:nvSpPr>
            <p:cNvPr id="108" name="Oval 107">
              <a:extLst>
                <a:ext uri="{FF2B5EF4-FFF2-40B4-BE49-F238E27FC236}">
                  <a16:creationId xmlns:a16="http://schemas.microsoft.com/office/drawing/2014/main" id="{6777B9B7-7599-E2D9-0AD1-28CFEF1363C8}"/>
                </a:ext>
              </a:extLst>
            </p:cNvPr>
            <p:cNvSpPr/>
            <p:nvPr/>
          </p:nvSpPr>
          <p:spPr>
            <a:xfrm>
              <a:off x="2277194"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9" name="Graphic 108">
              <a:extLst>
                <a:ext uri="{FF2B5EF4-FFF2-40B4-BE49-F238E27FC236}">
                  <a16:creationId xmlns:a16="http://schemas.microsoft.com/office/drawing/2014/main" id="{D6CEA69D-68BA-DD18-BEAA-26D9674D20A9}"/>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433570" y="3701002"/>
              <a:ext cx="423849" cy="434187"/>
            </a:xfrm>
            <a:prstGeom prst="rect">
              <a:avLst/>
            </a:prstGeom>
          </p:spPr>
        </p:pic>
      </p:grpSp>
      <p:grpSp>
        <p:nvGrpSpPr>
          <p:cNvPr id="110" name="Group 109">
            <a:extLst>
              <a:ext uri="{FF2B5EF4-FFF2-40B4-BE49-F238E27FC236}">
                <a16:creationId xmlns:a16="http://schemas.microsoft.com/office/drawing/2014/main" id="{D3E3F6E2-A184-92E8-6129-778A4CF8D491}"/>
              </a:ext>
            </a:extLst>
          </p:cNvPr>
          <p:cNvGrpSpPr/>
          <p:nvPr/>
        </p:nvGrpSpPr>
        <p:grpSpPr>
          <a:xfrm>
            <a:off x="3140125" y="3668093"/>
            <a:ext cx="736600" cy="736600"/>
            <a:chOff x="3140125" y="3549795"/>
            <a:chExt cx="736600" cy="736600"/>
          </a:xfrm>
        </p:grpSpPr>
        <p:sp>
          <p:nvSpPr>
            <p:cNvPr id="111" name="Oval 110">
              <a:extLst>
                <a:ext uri="{FF2B5EF4-FFF2-40B4-BE49-F238E27FC236}">
                  <a16:creationId xmlns:a16="http://schemas.microsoft.com/office/drawing/2014/main" id="{BD1CEA88-75F2-EA0F-6131-B2DC5809D421}"/>
                </a:ext>
              </a:extLst>
            </p:cNvPr>
            <p:cNvSpPr/>
            <p:nvPr/>
          </p:nvSpPr>
          <p:spPr>
            <a:xfrm>
              <a:off x="3140125"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2" name="Graphic 111">
              <a:extLst>
                <a:ext uri="{FF2B5EF4-FFF2-40B4-BE49-F238E27FC236}">
                  <a16:creationId xmlns:a16="http://schemas.microsoft.com/office/drawing/2014/main" id="{0E0F0FAC-F3D4-66C7-93F5-1C9E3FA2C5B2}"/>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384372" y="3690664"/>
              <a:ext cx="248107" cy="454863"/>
            </a:xfrm>
            <a:prstGeom prst="rect">
              <a:avLst/>
            </a:prstGeom>
          </p:spPr>
        </p:pic>
      </p:grpSp>
      <p:grpSp>
        <p:nvGrpSpPr>
          <p:cNvPr id="113" name="Group 112">
            <a:extLst>
              <a:ext uri="{FF2B5EF4-FFF2-40B4-BE49-F238E27FC236}">
                <a16:creationId xmlns:a16="http://schemas.microsoft.com/office/drawing/2014/main" id="{93686409-C76B-4BE6-CBB5-93EF41FF4AA3}"/>
              </a:ext>
            </a:extLst>
          </p:cNvPr>
          <p:cNvGrpSpPr/>
          <p:nvPr/>
        </p:nvGrpSpPr>
        <p:grpSpPr>
          <a:xfrm>
            <a:off x="4003056" y="3668093"/>
            <a:ext cx="736600" cy="736600"/>
            <a:chOff x="4003056" y="3549795"/>
            <a:chExt cx="736600" cy="736600"/>
          </a:xfrm>
        </p:grpSpPr>
        <p:sp>
          <p:nvSpPr>
            <p:cNvPr id="114" name="Oval 113">
              <a:extLst>
                <a:ext uri="{FF2B5EF4-FFF2-40B4-BE49-F238E27FC236}">
                  <a16:creationId xmlns:a16="http://schemas.microsoft.com/office/drawing/2014/main" id="{2185A7F8-1D35-A53A-7EE3-8975F84878AE}"/>
                </a:ext>
              </a:extLst>
            </p:cNvPr>
            <p:cNvSpPr/>
            <p:nvPr/>
          </p:nvSpPr>
          <p:spPr>
            <a:xfrm>
              <a:off x="4003056"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5" name="Graphic 114">
              <a:extLst>
                <a:ext uri="{FF2B5EF4-FFF2-40B4-BE49-F238E27FC236}">
                  <a16:creationId xmlns:a16="http://schemas.microsoft.com/office/drawing/2014/main" id="{7239B481-CE96-DC23-DADC-84A7479286D3}"/>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4247303" y="3701002"/>
              <a:ext cx="248107" cy="434187"/>
            </a:xfrm>
            <a:prstGeom prst="rect">
              <a:avLst/>
            </a:prstGeom>
          </p:spPr>
        </p:pic>
      </p:grpSp>
      <p:grpSp>
        <p:nvGrpSpPr>
          <p:cNvPr id="116" name="Group 115">
            <a:extLst>
              <a:ext uri="{FF2B5EF4-FFF2-40B4-BE49-F238E27FC236}">
                <a16:creationId xmlns:a16="http://schemas.microsoft.com/office/drawing/2014/main" id="{281DC306-D908-2205-266C-DF9EFB89E78C}"/>
              </a:ext>
            </a:extLst>
          </p:cNvPr>
          <p:cNvGrpSpPr/>
          <p:nvPr/>
        </p:nvGrpSpPr>
        <p:grpSpPr>
          <a:xfrm>
            <a:off x="4865987" y="3668093"/>
            <a:ext cx="736600" cy="736600"/>
            <a:chOff x="4865987" y="3549795"/>
            <a:chExt cx="736600" cy="736600"/>
          </a:xfrm>
        </p:grpSpPr>
        <p:sp>
          <p:nvSpPr>
            <p:cNvPr id="117" name="Oval 116">
              <a:extLst>
                <a:ext uri="{FF2B5EF4-FFF2-40B4-BE49-F238E27FC236}">
                  <a16:creationId xmlns:a16="http://schemas.microsoft.com/office/drawing/2014/main" id="{0CDA5D39-8EC0-09AE-8352-E7A216A5EEC4}"/>
                </a:ext>
              </a:extLst>
            </p:cNvPr>
            <p:cNvSpPr/>
            <p:nvPr/>
          </p:nvSpPr>
          <p:spPr>
            <a:xfrm>
              <a:off x="486598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8" name="Graphic 117">
              <a:extLst>
                <a:ext uri="{FF2B5EF4-FFF2-40B4-BE49-F238E27FC236}">
                  <a16:creationId xmlns:a16="http://schemas.microsoft.com/office/drawing/2014/main" id="{437B73D4-935A-A53F-A1AB-AA20920DC898}"/>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048207" y="3701002"/>
              <a:ext cx="372161" cy="434187"/>
            </a:xfrm>
            <a:prstGeom prst="rect">
              <a:avLst/>
            </a:prstGeom>
          </p:spPr>
        </p:pic>
      </p:grpSp>
      <p:grpSp>
        <p:nvGrpSpPr>
          <p:cNvPr id="119" name="Group 118">
            <a:extLst>
              <a:ext uri="{FF2B5EF4-FFF2-40B4-BE49-F238E27FC236}">
                <a16:creationId xmlns:a16="http://schemas.microsoft.com/office/drawing/2014/main" id="{4028895D-3318-A438-37CD-E4F2A2F911E3}"/>
              </a:ext>
            </a:extLst>
          </p:cNvPr>
          <p:cNvGrpSpPr/>
          <p:nvPr/>
        </p:nvGrpSpPr>
        <p:grpSpPr>
          <a:xfrm>
            <a:off x="5728918" y="3668093"/>
            <a:ext cx="736600" cy="736600"/>
            <a:chOff x="5728918" y="3549795"/>
            <a:chExt cx="736600" cy="736600"/>
          </a:xfrm>
        </p:grpSpPr>
        <p:sp>
          <p:nvSpPr>
            <p:cNvPr id="120" name="Oval 119">
              <a:extLst>
                <a:ext uri="{FF2B5EF4-FFF2-40B4-BE49-F238E27FC236}">
                  <a16:creationId xmlns:a16="http://schemas.microsoft.com/office/drawing/2014/main" id="{1EC9305B-61A9-25D7-BC84-0B0542BF015F}"/>
                </a:ext>
              </a:extLst>
            </p:cNvPr>
            <p:cNvSpPr/>
            <p:nvPr/>
          </p:nvSpPr>
          <p:spPr>
            <a:xfrm>
              <a:off x="5728918"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1" name="Graphic 120">
              <a:extLst>
                <a:ext uri="{FF2B5EF4-FFF2-40B4-BE49-F238E27FC236}">
                  <a16:creationId xmlns:a16="http://schemas.microsoft.com/office/drawing/2014/main" id="{5C0FB005-269C-4CA5-F117-94B4EAB07826}"/>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885294" y="3732015"/>
              <a:ext cx="423849" cy="372161"/>
            </a:xfrm>
            <a:prstGeom prst="rect">
              <a:avLst/>
            </a:prstGeom>
          </p:spPr>
        </p:pic>
      </p:grpSp>
      <p:grpSp>
        <p:nvGrpSpPr>
          <p:cNvPr id="122" name="Group 121">
            <a:extLst>
              <a:ext uri="{FF2B5EF4-FFF2-40B4-BE49-F238E27FC236}">
                <a16:creationId xmlns:a16="http://schemas.microsoft.com/office/drawing/2014/main" id="{664B9FA1-76E6-8B8A-9999-8FBA36593515}"/>
              </a:ext>
            </a:extLst>
          </p:cNvPr>
          <p:cNvGrpSpPr/>
          <p:nvPr/>
        </p:nvGrpSpPr>
        <p:grpSpPr>
          <a:xfrm>
            <a:off x="6591849" y="3668093"/>
            <a:ext cx="736600" cy="736600"/>
            <a:chOff x="6591849" y="3549795"/>
            <a:chExt cx="736600" cy="736600"/>
          </a:xfrm>
        </p:grpSpPr>
        <p:sp>
          <p:nvSpPr>
            <p:cNvPr id="123" name="Oval 122">
              <a:extLst>
                <a:ext uri="{FF2B5EF4-FFF2-40B4-BE49-F238E27FC236}">
                  <a16:creationId xmlns:a16="http://schemas.microsoft.com/office/drawing/2014/main" id="{6C2CE056-144F-7954-7BEC-EE4D88561315}"/>
                </a:ext>
              </a:extLst>
            </p:cNvPr>
            <p:cNvSpPr/>
            <p:nvPr/>
          </p:nvSpPr>
          <p:spPr>
            <a:xfrm>
              <a:off x="6591849"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4" name="Graphic 123">
              <a:extLst>
                <a:ext uri="{FF2B5EF4-FFF2-40B4-BE49-F238E27FC236}">
                  <a16:creationId xmlns:a16="http://schemas.microsoft.com/office/drawing/2014/main" id="{63ABA820-6C57-25BD-002E-E150C353BD27}"/>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6748225" y="3726846"/>
              <a:ext cx="423849" cy="382498"/>
            </a:xfrm>
            <a:prstGeom prst="rect">
              <a:avLst/>
            </a:prstGeom>
          </p:spPr>
        </p:pic>
      </p:grpSp>
      <p:grpSp>
        <p:nvGrpSpPr>
          <p:cNvPr id="125" name="Group 124">
            <a:extLst>
              <a:ext uri="{FF2B5EF4-FFF2-40B4-BE49-F238E27FC236}">
                <a16:creationId xmlns:a16="http://schemas.microsoft.com/office/drawing/2014/main" id="{AE557CA6-6DC4-4243-3D9F-0FBD7F228C39}"/>
              </a:ext>
            </a:extLst>
          </p:cNvPr>
          <p:cNvGrpSpPr/>
          <p:nvPr/>
        </p:nvGrpSpPr>
        <p:grpSpPr>
          <a:xfrm>
            <a:off x="7454777" y="3668093"/>
            <a:ext cx="736600" cy="736600"/>
            <a:chOff x="7454777" y="3549795"/>
            <a:chExt cx="736600" cy="736600"/>
          </a:xfrm>
        </p:grpSpPr>
        <p:sp>
          <p:nvSpPr>
            <p:cNvPr id="126" name="Oval 125">
              <a:extLst>
                <a:ext uri="{FF2B5EF4-FFF2-40B4-BE49-F238E27FC236}">
                  <a16:creationId xmlns:a16="http://schemas.microsoft.com/office/drawing/2014/main" id="{7BDEED05-E1CE-E5FD-DD0A-84E4E8BFADBE}"/>
                </a:ext>
              </a:extLst>
            </p:cNvPr>
            <p:cNvSpPr/>
            <p:nvPr/>
          </p:nvSpPr>
          <p:spPr>
            <a:xfrm>
              <a:off x="745477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7" name="Graphic 126">
              <a:extLst>
                <a:ext uri="{FF2B5EF4-FFF2-40B4-BE49-F238E27FC236}">
                  <a16:creationId xmlns:a16="http://schemas.microsoft.com/office/drawing/2014/main" id="{F5681F2E-22D0-0C0B-965C-709B3459C0F8}"/>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7605984" y="3747522"/>
              <a:ext cx="434187" cy="341147"/>
            </a:xfrm>
            <a:prstGeom prst="rect">
              <a:avLst/>
            </a:prstGeom>
          </p:spPr>
        </p:pic>
      </p:grpSp>
      <p:grpSp>
        <p:nvGrpSpPr>
          <p:cNvPr id="128" name="Group 127">
            <a:extLst>
              <a:ext uri="{FF2B5EF4-FFF2-40B4-BE49-F238E27FC236}">
                <a16:creationId xmlns:a16="http://schemas.microsoft.com/office/drawing/2014/main" id="{6BB6D554-0317-4779-E5BD-85E3E299E056}"/>
              </a:ext>
            </a:extLst>
          </p:cNvPr>
          <p:cNvGrpSpPr/>
          <p:nvPr/>
        </p:nvGrpSpPr>
        <p:grpSpPr>
          <a:xfrm>
            <a:off x="551332" y="4608784"/>
            <a:ext cx="736600" cy="736600"/>
            <a:chOff x="551332" y="4490486"/>
            <a:chExt cx="736600" cy="736600"/>
          </a:xfrm>
        </p:grpSpPr>
        <p:sp>
          <p:nvSpPr>
            <p:cNvPr id="129" name="Oval 128">
              <a:extLst>
                <a:ext uri="{FF2B5EF4-FFF2-40B4-BE49-F238E27FC236}">
                  <a16:creationId xmlns:a16="http://schemas.microsoft.com/office/drawing/2014/main" id="{5D49ACA1-FAB0-135F-9902-FAAAA56798ED}"/>
                </a:ext>
              </a:extLst>
            </p:cNvPr>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0" name="Graphic 129">
              <a:extLst>
                <a:ext uri="{FF2B5EF4-FFF2-40B4-BE49-F238E27FC236}">
                  <a16:creationId xmlns:a16="http://schemas.microsoft.com/office/drawing/2014/main" id="{B9D09027-D6BB-6493-1E13-21048A42F999}"/>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733552" y="4631355"/>
              <a:ext cx="372161" cy="454863"/>
            </a:xfrm>
            <a:prstGeom prst="rect">
              <a:avLst/>
            </a:prstGeom>
          </p:spPr>
        </p:pic>
      </p:grpSp>
      <p:grpSp>
        <p:nvGrpSpPr>
          <p:cNvPr id="131" name="Group 130">
            <a:extLst>
              <a:ext uri="{FF2B5EF4-FFF2-40B4-BE49-F238E27FC236}">
                <a16:creationId xmlns:a16="http://schemas.microsoft.com/office/drawing/2014/main" id="{D7AE1336-3718-F95A-DA9F-70517AAF3DB2}"/>
              </a:ext>
            </a:extLst>
          </p:cNvPr>
          <p:cNvGrpSpPr/>
          <p:nvPr/>
        </p:nvGrpSpPr>
        <p:grpSpPr>
          <a:xfrm>
            <a:off x="1414263" y="4608784"/>
            <a:ext cx="736600" cy="736600"/>
            <a:chOff x="1414263" y="4490486"/>
            <a:chExt cx="736600" cy="736600"/>
          </a:xfrm>
        </p:grpSpPr>
        <p:sp>
          <p:nvSpPr>
            <p:cNvPr id="132" name="Oval 131">
              <a:extLst>
                <a:ext uri="{FF2B5EF4-FFF2-40B4-BE49-F238E27FC236}">
                  <a16:creationId xmlns:a16="http://schemas.microsoft.com/office/drawing/2014/main" id="{7FA8FACD-C234-2C34-D699-87C10C1E0DE5}"/>
                </a:ext>
              </a:extLst>
            </p:cNvPr>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3" name="Graphic 132">
              <a:extLst>
                <a:ext uri="{FF2B5EF4-FFF2-40B4-BE49-F238E27FC236}">
                  <a16:creationId xmlns:a16="http://schemas.microsoft.com/office/drawing/2014/main" id="{1B1C8497-3ADD-EDAD-2D43-E067F0E4975C}"/>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1575808" y="4615848"/>
              <a:ext cx="413511" cy="485876"/>
            </a:xfrm>
            <a:prstGeom prst="rect">
              <a:avLst/>
            </a:prstGeom>
          </p:spPr>
        </p:pic>
      </p:grpSp>
      <p:grpSp>
        <p:nvGrpSpPr>
          <p:cNvPr id="134" name="Group 133">
            <a:extLst>
              <a:ext uri="{FF2B5EF4-FFF2-40B4-BE49-F238E27FC236}">
                <a16:creationId xmlns:a16="http://schemas.microsoft.com/office/drawing/2014/main" id="{D48A791E-075E-FE8B-5F2E-C134CDA179C8}"/>
              </a:ext>
            </a:extLst>
          </p:cNvPr>
          <p:cNvGrpSpPr/>
          <p:nvPr/>
        </p:nvGrpSpPr>
        <p:grpSpPr>
          <a:xfrm>
            <a:off x="2277194" y="4608784"/>
            <a:ext cx="736600" cy="736600"/>
            <a:chOff x="2277194" y="4490486"/>
            <a:chExt cx="736600" cy="736600"/>
          </a:xfrm>
        </p:grpSpPr>
        <p:sp>
          <p:nvSpPr>
            <p:cNvPr id="135" name="Oval 134">
              <a:extLst>
                <a:ext uri="{FF2B5EF4-FFF2-40B4-BE49-F238E27FC236}">
                  <a16:creationId xmlns:a16="http://schemas.microsoft.com/office/drawing/2014/main" id="{A402E03C-236D-BDD5-E275-2C809183E296}"/>
                </a:ext>
              </a:extLst>
            </p:cNvPr>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6" name="Graphic 135">
              <a:extLst>
                <a:ext uri="{FF2B5EF4-FFF2-40B4-BE49-F238E27FC236}">
                  <a16:creationId xmlns:a16="http://schemas.microsoft.com/office/drawing/2014/main" id="{DBD4696F-2C9C-1E6E-7879-9B3016D47F89}"/>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2443908" y="4657200"/>
              <a:ext cx="403173" cy="403173"/>
            </a:xfrm>
            <a:prstGeom prst="rect">
              <a:avLst/>
            </a:prstGeom>
          </p:spPr>
        </p:pic>
      </p:grpSp>
      <p:grpSp>
        <p:nvGrpSpPr>
          <p:cNvPr id="137" name="Group 136">
            <a:extLst>
              <a:ext uri="{FF2B5EF4-FFF2-40B4-BE49-F238E27FC236}">
                <a16:creationId xmlns:a16="http://schemas.microsoft.com/office/drawing/2014/main" id="{C1696B66-1158-484F-8117-152CFE14168E}"/>
              </a:ext>
            </a:extLst>
          </p:cNvPr>
          <p:cNvGrpSpPr/>
          <p:nvPr/>
        </p:nvGrpSpPr>
        <p:grpSpPr>
          <a:xfrm>
            <a:off x="3140125" y="4608784"/>
            <a:ext cx="736600" cy="736600"/>
            <a:chOff x="3140125" y="4490486"/>
            <a:chExt cx="736600" cy="736600"/>
          </a:xfrm>
        </p:grpSpPr>
        <p:sp>
          <p:nvSpPr>
            <p:cNvPr id="138" name="Oval 137">
              <a:extLst>
                <a:ext uri="{FF2B5EF4-FFF2-40B4-BE49-F238E27FC236}">
                  <a16:creationId xmlns:a16="http://schemas.microsoft.com/office/drawing/2014/main" id="{D9631E7C-EB40-7AFA-CF88-31059CCFCF9E}"/>
                </a:ext>
              </a:extLst>
            </p:cNvPr>
            <p:cNvSpPr/>
            <p:nvPr/>
          </p:nvSpPr>
          <p:spPr>
            <a:xfrm>
              <a:off x="3140125"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9" name="Graphic 138">
              <a:extLst>
                <a:ext uri="{FF2B5EF4-FFF2-40B4-BE49-F238E27FC236}">
                  <a16:creationId xmlns:a16="http://schemas.microsoft.com/office/drawing/2014/main" id="{C171EAD6-AC36-4B75-D63E-C182B7981502}"/>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322345" y="4688213"/>
              <a:ext cx="372161" cy="341147"/>
            </a:xfrm>
            <a:prstGeom prst="rect">
              <a:avLst/>
            </a:prstGeom>
          </p:spPr>
        </p:pic>
      </p:grpSp>
      <p:grpSp>
        <p:nvGrpSpPr>
          <p:cNvPr id="140" name="Group 139">
            <a:extLst>
              <a:ext uri="{FF2B5EF4-FFF2-40B4-BE49-F238E27FC236}">
                <a16:creationId xmlns:a16="http://schemas.microsoft.com/office/drawing/2014/main" id="{5FC9EDA1-5F56-D36E-57EC-7E171C351D77}"/>
              </a:ext>
            </a:extLst>
          </p:cNvPr>
          <p:cNvGrpSpPr/>
          <p:nvPr/>
        </p:nvGrpSpPr>
        <p:grpSpPr>
          <a:xfrm>
            <a:off x="4003056" y="4608784"/>
            <a:ext cx="736600" cy="736600"/>
            <a:chOff x="4003056" y="4490486"/>
            <a:chExt cx="736600" cy="736600"/>
          </a:xfrm>
        </p:grpSpPr>
        <p:sp>
          <p:nvSpPr>
            <p:cNvPr id="141" name="Oval 140">
              <a:extLst>
                <a:ext uri="{FF2B5EF4-FFF2-40B4-BE49-F238E27FC236}">
                  <a16:creationId xmlns:a16="http://schemas.microsoft.com/office/drawing/2014/main" id="{A1DE2076-5209-A8CB-7B67-0E612E963649}"/>
                </a:ext>
              </a:extLst>
            </p:cNvPr>
            <p:cNvSpPr/>
            <p:nvPr/>
          </p:nvSpPr>
          <p:spPr>
            <a:xfrm>
              <a:off x="4003056"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2" name="Graphic 141">
              <a:extLst>
                <a:ext uri="{FF2B5EF4-FFF2-40B4-BE49-F238E27FC236}">
                  <a16:creationId xmlns:a16="http://schemas.microsoft.com/office/drawing/2014/main" id="{DBED74F4-ED01-5AD2-9C1B-7FE850B0EFF2}"/>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4185276" y="4688213"/>
              <a:ext cx="372161" cy="341147"/>
            </a:xfrm>
            <a:prstGeom prst="rect">
              <a:avLst/>
            </a:prstGeom>
          </p:spPr>
        </p:pic>
      </p:grpSp>
      <p:grpSp>
        <p:nvGrpSpPr>
          <p:cNvPr id="143" name="Group 142">
            <a:extLst>
              <a:ext uri="{FF2B5EF4-FFF2-40B4-BE49-F238E27FC236}">
                <a16:creationId xmlns:a16="http://schemas.microsoft.com/office/drawing/2014/main" id="{D13CF2B8-AFE0-38E5-94DC-6FCC394D7B44}"/>
              </a:ext>
            </a:extLst>
          </p:cNvPr>
          <p:cNvGrpSpPr/>
          <p:nvPr/>
        </p:nvGrpSpPr>
        <p:grpSpPr>
          <a:xfrm>
            <a:off x="4865987" y="4608784"/>
            <a:ext cx="736600" cy="736600"/>
            <a:chOff x="4865987" y="4490486"/>
            <a:chExt cx="736600" cy="736600"/>
          </a:xfrm>
        </p:grpSpPr>
        <p:sp>
          <p:nvSpPr>
            <p:cNvPr id="144" name="Oval 143">
              <a:extLst>
                <a:ext uri="{FF2B5EF4-FFF2-40B4-BE49-F238E27FC236}">
                  <a16:creationId xmlns:a16="http://schemas.microsoft.com/office/drawing/2014/main" id="{ECC496D8-CCF8-308B-0AA6-5C1E18DB4803}"/>
                </a:ext>
              </a:extLst>
            </p:cNvPr>
            <p:cNvSpPr/>
            <p:nvPr/>
          </p:nvSpPr>
          <p:spPr>
            <a:xfrm>
              <a:off x="486598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5" name="Graphic 144">
              <a:extLst>
                <a:ext uri="{FF2B5EF4-FFF2-40B4-BE49-F238E27FC236}">
                  <a16:creationId xmlns:a16="http://schemas.microsoft.com/office/drawing/2014/main" id="{0C261C56-0820-1B7E-ECD6-0B58126E7B78}"/>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5068883" y="4662368"/>
              <a:ext cx="330809" cy="392836"/>
            </a:xfrm>
            <a:prstGeom prst="rect">
              <a:avLst/>
            </a:prstGeom>
          </p:spPr>
        </p:pic>
      </p:grpSp>
      <p:grpSp>
        <p:nvGrpSpPr>
          <p:cNvPr id="146" name="Group 145">
            <a:extLst>
              <a:ext uri="{FF2B5EF4-FFF2-40B4-BE49-F238E27FC236}">
                <a16:creationId xmlns:a16="http://schemas.microsoft.com/office/drawing/2014/main" id="{D79BA517-DE1F-D773-C2EC-B4738AFC0B9E}"/>
              </a:ext>
            </a:extLst>
          </p:cNvPr>
          <p:cNvGrpSpPr/>
          <p:nvPr/>
        </p:nvGrpSpPr>
        <p:grpSpPr>
          <a:xfrm>
            <a:off x="5728918" y="4608784"/>
            <a:ext cx="736600" cy="736600"/>
            <a:chOff x="5728918" y="4490486"/>
            <a:chExt cx="736600" cy="736600"/>
          </a:xfrm>
        </p:grpSpPr>
        <p:sp>
          <p:nvSpPr>
            <p:cNvPr id="147" name="Oval 146">
              <a:extLst>
                <a:ext uri="{FF2B5EF4-FFF2-40B4-BE49-F238E27FC236}">
                  <a16:creationId xmlns:a16="http://schemas.microsoft.com/office/drawing/2014/main" id="{135AE142-8C2B-CB82-19B9-6FE27D2D17EB}"/>
                </a:ext>
              </a:extLst>
            </p:cNvPr>
            <p:cNvSpPr/>
            <p:nvPr/>
          </p:nvSpPr>
          <p:spPr>
            <a:xfrm>
              <a:off x="5728918"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8" name="Graphic 147">
              <a:extLst>
                <a:ext uri="{FF2B5EF4-FFF2-40B4-BE49-F238E27FC236}">
                  <a16:creationId xmlns:a16="http://schemas.microsoft.com/office/drawing/2014/main" id="{2435CB68-F8A6-CE55-1132-D870577084F5}"/>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5874956" y="4693382"/>
              <a:ext cx="444525" cy="330809"/>
            </a:xfrm>
            <a:prstGeom prst="rect">
              <a:avLst/>
            </a:prstGeom>
          </p:spPr>
        </p:pic>
      </p:grpSp>
      <p:grpSp>
        <p:nvGrpSpPr>
          <p:cNvPr id="149" name="Group 148">
            <a:extLst>
              <a:ext uri="{FF2B5EF4-FFF2-40B4-BE49-F238E27FC236}">
                <a16:creationId xmlns:a16="http://schemas.microsoft.com/office/drawing/2014/main" id="{DA431623-8D57-B714-D033-FFE0EBBB53CA}"/>
              </a:ext>
            </a:extLst>
          </p:cNvPr>
          <p:cNvGrpSpPr/>
          <p:nvPr/>
        </p:nvGrpSpPr>
        <p:grpSpPr>
          <a:xfrm>
            <a:off x="6591849" y="4608784"/>
            <a:ext cx="736600" cy="736600"/>
            <a:chOff x="6591849" y="4490486"/>
            <a:chExt cx="736600" cy="736600"/>
          </a:xfrm>
        </p:grpSpPr>
        <p:sp>
          <p:nvSpPr>
            <p:cNvPr id="150" name="Oval 149">
              <a:extLst>
                <a:ext uri="{FF2B5EF4-FFF2-40B4-BE49-F238E27FC236}">
                  <a16:creationId xmlns:a16="http://schemas.microsoft.com/office/drawing/2014/main" id="{76E38CF4-C4E5-AC34-876F-E14652812D38}"/>
                </a:ext>
              </a:extLst>
            </p:cNvPr>
            <p:cNvSpPr/>
            <p:nvPr/>
          </p:nvSpPr>
          <p:spPr>
            <a:xfrm>
              <a:off x="6591849"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1" name="Graphic 150">
              <a:extLst>
                <a:ext uri="{FF2B5EF4-FFF2-40B4-BE49-F238E27FC236}">
                  <a16:creationId xmlns:a16="http://schemas.microsoft.com/office/drawing/2014/main" id="{60D469E7-2574-27B7-CA7C-79FC2472D376}"/>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6758563" y="4652031"/>
              <a:ext cx="403173" cy="413511"/>
            </a:xfrm>
            <a:prstGeom prst="rect">
              <a:avLst/>
            </a:prstGeom>
          </p:spPr>
        </p:pic>
      </p:grpSp>
      <p:grpSp>
        <p:nvGrpSpPr>
          <p:cNvPr id="152" name="Group 151">
            <a:extLst>
              <a:ext uri="{FF2B5EF4-FFF2-40B4-BE49-F238E27FC236}">
                <a16:creationId xmlns:a16="http://schemas.microsoft.com/office/drawing/2014/main" id="{C8CE3F27-5720-735D-4A8E-78D6FC20D4B7}"/>
              </a:ext>
            </a:extLst>
          </p:cNvPr>
          <p:cNvGrpSpPr/>
          <p:nvPr/>
        </p:nvGrpSpPr>
        <p:grpSpPr>
          <a:xfrm>
            <a:off x="7454777" y="4608784"/>
            <a:ext cx="736600" cy="736600"/>
            <a:chOff x="7454777" y="4490486"/>
            <a:chExt cx="736600" cy="736600"/>
          </a:xfrm>
        </p:grpSpPr>
        <p:sp>
          <p:nvSpPr>
            <p:cNvPr id="153" name="Oval 152">
              <a:extLst>
                <a:ext uri="{FF2B5EF4-FFF2-40B4-BE49-F238E27FC236}">
                  <a16:creationId xmlns:a16="http://schemas.microsoft.com/office/drawing/2014/main" id="{30A36034-9086-CC33-6354-1230EE1CAA49}"/>
                </a:ext>
              </a:extLst>
            </p:cNvPr>
            <p:cNvSpPr/>
            <p:nvPr/>
          </p:nvSpPr>
          <p:spPr>
            <a:xfrm>
              <a:off x="745477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4" name="Graphic 153">
              <a:extLst>
                <a:ext uri="{FF2B5EF4-FFF2-40B4-BE49-F238E27FC236}">
                  <a16:creationId xmlns:a16="http://schemas.microsoft.com/office/drawing/2014/main" id="{381FE0BD-543D-47FF-9C4F-C39A49380D62}"/>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7652504" y="4657200"/>
              <a:ext cx="341147" cy="403173"/>
            </a:xfrm>
            <a:prstGeom prst="rect">
              <a:avLst/>
            </a:prstGeom>
          </p:spPr>
        </p:pic>
      </p:grpSp>
      <p:grpSp>
        <p:nvGrpSpPr>
          <p:cNvPr id="155" name="Group 154">
            <a:extLst>
              <a:ext uri="{FF2B5EF4-FFF2-40B4-BE49-F238E27FC236}">
                <a16:creationId xmlns:a16="http://schemas.microsoft.com/office/drawing/2014/main" id="{37E1216F-F3C0-C350-ABD7-93C59B2CB4C4}"/>
              </a:ext>
            </a:extLst>
          </p:cNvPr>
          <p:cNvGrpSpPr/>
          <p:nvPr/>
        </p:nvGrpSpPr>
        <p:grpSpPr>
          <a:xfrm>
            <a:off x="551332" y="5508848"/>
            <a:ext cx="736600" cy="736600"/>
            <a:chOff x="551332" y="5390550"/>
            <a:chExt cx="736600" cy="736600"/>
          </a:xfrm>
        </p:grpSpPr>
        <p:sp>
          <p:nvSpPr>
            <p:cNvPr id="156" name="Oval 155">
              <a:extLst>
                <a:ext uri="{FF2B5EF4-FFF2-40B4-BE49-F238E27FC236}">
                  <a16:creationId xmlns:a16="http://schemas.microsoft.com/office/drawing/2014/main" id="{22146BB4-A481-04E5-60CB-E4FEAEF940B2}"/>
                </a:ext>
              </a:extLst>
            </p:cNvPr>
            <p:cNvSpPr/>
            <p:nvPr/>
          </p:nvSpPr>
          <p:spPr>
            <a:xfrm>
              <a:off x="551332"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7" name="Graphic 156">
              <a:extLst>
                <a:ext uri="{FF2B5EF4-FFF2-40B4-BE49-F238E27FC236}">
                  <a16:creationId xmlns:a16="http://schemas.microsoft.com/office/drawing/2014/main" id="{776E628A-46A7-18CF-E5CA-592E1EDF532F}"/>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764566" y="5552095"/>
              <a:ext cx="310133" cy="413511"/>
            </a:xfrm>
            <a:prstGeom prst="rect">
              <a:avLst/>
            </a:prstGeom>
          </p:spPr>
        </p:pic>
      </p:grpSp>
      <p:grpSp>
        <p:nvGrpSpPr>
          <p:cNvPr id="158" name="Group 157">
            <a:extLst>
              <a:ext uri="{FF2B5EF4-FFF2-40B4-BE49-F238E27FC236}">
                <a16:creationId xmlns:a16="http://schemas.microsoft.com/office/drawing/2014/main" id="{A3F80A75-9D05-B4FB-606A-05F62C6F4B97}"/>
              </a:ext>
            </a:extLst>
          </p:cNvPr>
          <p:cNvGrpSpPr/>
          <p:nvPr/>
        </p:nvGrpSpPr>
        <p:grpSpPr>
          <a:xfrm>
            <a:off x="1414263" y="5508848"/>
            <a:ext cx="736600" cy="736600"/>
            <a:chOff x="1414263" y="5390550"/>
            <a:chExt cx="736600" cy="736600"/>
          </a:xfrm>
        </p:grpSpPr>
        <p:sp>
          <p:nvSpPr>
            <p:cNvPr id="159" name="Oval 158">
              <a:extLst>
                <a:ext uri="{FF2B5EF4-FFF2-40B4-BE49-F238E27FC236}">
                  <a16:creationId xmlns:a16="http://schemas.microsoft.com/office/drawing/2014/main" id="{31F855E9-5110-0846-32B7-E63B3A3734B7}"/>
                </a:ext>
              </a:extLst>
            </p:cNvPr>
            <p:cNvSpPr/>
            <p:nvPr/>
          </p:nvSpPr>
          <p:spPr>
            <a:xfrm>
              <a:off x="1414263"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0" name="Graphic 159">
              <a:extLst>
                <a:ext uri="{FF2B5EF4-FFF2-40B4-BE49-F238E27FC236}">
                  <a16:creationId xmlns:a16="http://schemas.microsoft.com/office/drawing/2014/main" id="{8B9E2328-40C8-7B18-06DC-3C55E4D7C2FD}"/>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1627497" y="5552095"/>
              <a:ext cx="310133" cy="413511"/>
            </a:xfrm>
            <a:prstGeom prst="rect">
              <a:avLst/>
            </a:prstGeom>
          </p:spPr>
        </p:pic>
      </p:grpSp>
      <p:grpSp>
        <p:nvGrpSpPr>
          <p:cNvPr id="161" name="Group 160">
            <a:extLst>
              <a:ext uri="{FF2B5EF4-FFF2-40B4-BE49-F238E27FC236}">
                <a16:creationId xmlns:a16="http://schemas.microsoft.com/office/drawing/2014/main" id="{B1392C3A-4C96-CD89-2713-D9967000DCFB}"/>
              </a:ext>
            </a:extLst>
          </p:cNvPr>
          <p:cNvGrpSpPr/>
          <p:nvPr/>
        </p:nvGrpSpPr>
        <p:grpSpPr>
          <a:xfrm>
            <a:off x="2277194" y="5508848"/>
            <a:ext cx="736600" cy="736600"/>
            <a:chOff x="2277194" y="5390550"/>
            <a:chExt cx="736600" cy="736600"/>
          </a:xfrm>
        </p:grpSpPr>
        <p:sp>
          <p:nvSpPr>
            <p:cNvPr id="162" name="Oval 161">
              <a:extLst>
                <a:ext uri="{FF2B5EF4-FFF2-40B4-BE49-F238E27FC236}">
                  <a16:creationId xmlns:a16="http://schemas.microsoft.com/office/drawing/2014/main" id="{F3D856A7-C1AA-5759-E3D8-1D882850FCB8}"/>
                </a:ext>
              </a:extLst>
            </p:cNvPr>
            <p:cNvSpPr/>
            <p:nvPr/>
          </p:nvSpPr>
          <p:spPr>
            <a:xfrm>
              <a:off x="2277194"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3" name="Graphic 162">
              <a:extLst>
                <a:ext uri="{FF2B5EF4-FFF2-40B4-BE49-F238E27FC236}">
                  <a16:creationId xmlns:a16="http://schemas.microsoft.com/office/drawing/2014/main" id="{B18AE6C4-6A2E-0F87-D6E4-B1003B7A407C}"/>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2443908" y="5614121"/>
              <a:ext cx="403173" cy="289458"/>
            </a:xfrm>
            <a:prstGeom prst="rect">
              <a:avLst/>
            </a:prstGeom>
          </p:spPr>
        </p:pic>
      </p:grpSp>
      <p:grpSp>
        <p:nvGrpSpPr>
          <p:cNvPr id="164" name="Group 163">
            <a:extLst>
              <a:ext uri="{FF2B5EF4-FFF2-40B4-BE49-F238E27FC236}">
                <a16:creationId xmlns:a16="http://schemas.microsoft.com/office/drawing/2014/main" id="{C6A1A7B5-BA40-08EE-3E69-96A3F7D275C8}"/>
              </a:ext>
            </a:extLst>
          </p:cNvPr>
          <p:cNvGrpSpPr/>
          <p:nvPr/>
        </p:nvGrpSpPr>
        <p:grpSpPr>
          <a:xfrm>
            <a:off x="3140125" y="5508848"/>
            <a:ext cx="736600" cy="736600"/>
            <a:chOff x="3140125" y="5390550"/>
            <a:chExt cx="736600" cy="736600"/>
          </a:xfrm>
        </p:grpSpPr>
        <p:sp>
          <p:nvSpPr>
            <p:cNvPr id="165" name="Oval 164">
              <a:extLst>
                <a:ext uri="{FF2B5EF4-FFF2-40B4-BE49-F238E27FC236}">
                  <a16:creationId xmlns:a16="http://schemas.microsoft.com/office/drawing/2014/main" id="{ABE8007A-058B-D37B-658D-9BD8DEAFC763}"/>
                </a:ext>
              </a:extLst>
            </p:cNvPr>
            <p:cNvSpPr/>
            <p:nvPr/>
          </p:nvSpPr>
          <p:spPr>
            <a:xfrm>
              <a:off x="3140125"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6" name="Graphic 165">
              <a:extLst>
                <a:ext uri="{FF2B5EF4-FFF2-40B4-BE49-F238E27FC236}">
                  <a16:creationId xmlns:a16="http://schemas.microsoft.com/office/drawing/2014/main" id="{8400F58F-05B3-5546-E7AB-3A90A064D3EB}"/>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3317176" y="5557264"/>
              <a:ext cx="382498" cy="403173"/>
            </a:xfrm>
            <a:prstGeom prst="rect">
              <a:avLst/>
            </a:prstGeom>
          </p:spPr>
        </p:pic>
      </p:grpSp>
      <p:grpSp>
        <p:nvGrpSpPr>
          <p:cNvPr id="167" name="Group 166">
            <a:extLst>
              <a:ext uri="{FF2B5EF4-FFF2-40B4-BE49-F238E27FC236}">
                <a16:creationId xmlns:a16="http://schemas.microsoft.com/office/drawing/2014/main" id="{6D93F893-40D8-0316-5824-24F9DD2BE622}"/>
              </a:ext>
            </a:extLst>
          </p:cNvPr>
          <p:cNvGrpSpPr/>
          <p:nvPr/>
        </p:nvGrpSpPr>
        <p:grpSpPr>
          <a:xfrm>
            <a:off x="4865987" y="5508848"/>
            <a:ext cx="736600" cy="736600"/>
            <a:chOff x="4865987" y="5390550"/>
            <a:chExt cx="736600" cy="736600"/>
          </a:xfrm>
        </p:grpSpPr>
        <p:sp>
          <p:nvSpPr>
            <p:cNvPr id="168" name="Oval 167">
              <a:extLst>
                <a:ext uri="{FF2B5EF4-FFF2-40B4-BE49-F238E27FC236}">
                  <a16:creationId xmlns:a16="http://schemas.microsoft.com/office/drawing/2014/main" id="{82248A2D-8A93-ED3A-0E45-363D63CBD781}"/>
                </a:ext>
              </a:extLst>
            </p:cNvPr>
            <p:cNvSpPr/>
            <p:nvPr/>
          </p:nvSpPr>
          <p:spPr>
            <a:xfrm>
              <a:off x="486598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9" name="Graphic 168">
              <a:extLst>
                <a:ext uri="{FF2B5EF4-FFF2-40B4-BE49-F238E27FC236}">
                  <a16:creationId xmlns:a16="http://schemas.microsoft.com/office/drawing/2014/main" id="{B88D4C20-008F-CCC0-E309-C0F219F46A6F}"/>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5027532" y="5552095"/>
              <a:ext cx="413511" cy="413511"/>
            </a:xfrm>
            <a:prstGeom prst="rect">
              <a:avLst/>
            </a:prstGeom>
          </p:spPr>
        </p:pic>
      </p:grpSp>
      <p:grpSp>
        <p:nvGrpSpPr>
          <p:cNvPr id="170" name="Group 169">
            <a:extLst>
              <a:ext uri="{FF2B5EF4-FFF2-40B4-BE49-F238E27FC236}">
                <a16:creationId xmlns:a16="http://schemas.microsoft.com/office/drawing/2014/main" id="{7F9E47CA-0245-0481-91CA-CED90FA2E728}"/>
              </a:ext>
            </a:extLst>
          </p:cNvPr>
          <p:cNvGrpSpPr/>
          <p:nvPr/>
        </p:nvGrpSpPr>
        <p:grpSpPr>
          <a:xfrm>
            <a:off x="4003056" y="5508848"/>
            <a:ext cx="736600" cy="736600"/>
            <a:chOff x="4003056" y="5390550"/>
            <a:chExt cx="736600" cy="736600"/>
          </a:xfrm>
        </p:grpSpPr>
        <p:sp>
          <p:nvSpPr>
            <p:cNvPr id="171" name="Oval 170">
              <a:extLst>
                <a:ext uri="{FF2B5EF4-FFF2-40B4-BE49-F238E27FC236}">
                  <a16:creationId xmlns:a16="http://schemas.microsoft.com/office/drawing/2014/main" id="{0B4956B2-FD4E-6163-4051-47CC8343EFB8}"/>
                </a:ext>
              </a:extLst>
            </p:cNvPr>
            <p:cNvSpPr/>
            <p:nvPr/>
          </p:nvSpPr>
          <p:spPr>
            <a:xfrm>
              <a:off x="400305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2" name="Graphic 171">
              <a:extLst>
                <a:ext uri="{FF2B5EF4-FFF2-40B4-BE49-F238E27FC236}">
                  <a16:creationId xmlns:a16="http://schemas.microsoft.com/office/drawing/2014/main" id="{D996B0C6-389B-2220-BC9C-39B5B166A695}"/>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4169770" y="5546925"/>
              <a:ext cx="403173" cy="423850"/>
            </a:xfrm>
            <a:prstGeom prst="rect">
              <a:avLst/>
            </a:prstGeom>
          </p:spPr>
        </p:pic>
      </p:grpSp>
      <p:grpSp>
        <p:nvGrpSpPr>
          <p:cNvPr id="173" name="Group 172">
            <a:extLst>
              <a:ext uri="{FF2B5EF4-FFF2-40B4-BE49-F238E27FC236}">
                <a16:creationId xmlns:a16="http://schemas.microsoft.com/office/drawing/2014/main" id="{37947666-75E5-34F9-0FF5-4A5798C23A3C}"/>
              </a:ext>
            </a:extLst>
          </p:cNvPr>
          <p:cNvGrpSpPr/>
          <p:nvPr/>
        </p:nvGrpSpPr>
        <p:grpSpPr>
          <a:xfrm>
            <a:off x="5728918" y="5508848"/>
            <a:ext cx="736600" cy="736600"/>
            <a:chOff x="5728918" y="5390550"/>
            <a:chExt cx="736600" cy="736600"/>
          </a:xfrm>
        </p:grpSpPr>
        <p:sp>
          <p:nvSpPr>
            <p:cNvPr id="174" name="Oval 173">
              <a:extLst>
                <a:ext uri="{FF2B5EF4-FFF2-40B4-BE49-F238E27FC236}">
                  <a16:creationId xmlns:a16="http://schemas.microsoft.com/office/drawing/2014/main" id="{A82A3DD7-F6E0-F04E-EE93-473E3B6EB4F9}"/>
                </a:ext>
              </a:extLst>
            </p:cNvPr>
            <p:cNvSpPr/>
            <p:nvPr/>
          </p:nvSpPr>
          <p:spPr>
            <a:xfrm>
              <a:off x="5728918"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5" name="Graphic 174">
              <a:extLst>
                <a:ext uri="{FF2B5EF4-FFF2-40B4-BE49-F238E27FC236}">
                  <a16:creationId xmlns:a16="http://schemas.microsoft.com/office/drawing/2014/main" id="{F3C1FE3F-EA30-0946-F9BE-EE55AA8061F4}"/>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5880125" y="5552095"/>
              <a:ext cx="434187" cy="413511"/>
            </a:xfrm>
            <a:prstGeom prst="rect">
              <a:avLst/>
            </a:prstGeom>
          </p:spPr>
        </p:pic>
      </p:grpSp>
      <p:grpSp>
        <p:nvGrpSpPr>
          <p:cNvPr id="176" name="Group 175">
            <a:extLst>
              <a:ext uri="{FF2B5EF4-FFF2-40B4-BE49-F238E27FC236}">
                <a16:creationId xmlns:a16="http://schemas.microsoft.com/office/drawing/2014/main" id="{824B84E5-AD70-0EC9-60F9-A2A91F58E6F1}"/>
              </a:ext>
            </a:extLst>
          </p:cNvPr>
          <p:cNvGrpSpPr/>
          <p:nvPr/>
        </p:nvGrpSpPr>
        <p:grpSpPr>
          <a:xfrm>
            <a:off x="6591849" y="5508848"/>
            <a:ext cx="736600" cy="736600"/>
            <a:chOff x="6591849" y="5390550"/>
            <a:chExt cx="736600" cy="736600"/>
          </a:xfrm>
        </p:grpSpPr>
        <p:sp>
          <p:nvSpPr>
            <p:cNvPr id="177" name="Oval 176">
              <a:extLst>
                <a:ext uri="{FF2B5EF4-FFF2-40B4-BE49-F238E27FC236}">
                  <a16:creationId xmlns:a16="http://schemas.microsoft.com/office/drawing/2014/main" id="{F2EAC123-6B44-FA3E-3D00-3AA83A948D23}"/>
                </a:ext>
              </a:extLst>
            </p:cNvPr>
            <p:cNvSpPr/>
            <p:nvPr/>
          </p:nvSpPr>
          <p:spPr>
            <a:xfrm>
              <a:off x="6591849"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8" name="Graphic 177">
              <a:extLst>
                <a:ext uri="{FF2B5EF4-FFF2-40B4-BE49-F238E27FC236}">
                  <a16:creationId xmlns:a16="http://schemas.microsoft.com/office/drawing/2014/main" id="{0F4387F3-31D0-1075-DF6D-872C84CAE10A}"/>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6784407" y="5526250"/>
              <a:ext cx="351484" cy="465201"/>
            </a:xfrm>
            <a:prstGeom prst="rect">
              <a:avLst/>
            </a:prstGeom>
          </p:spPr>
        </p:pic>
      </p:grpSp>
      <p:grpSp>
        <p:nvGrpSpPr>
          <p:cNvPr id="179" name="Group 178">
            <a:extLst>
              <a:ext uri="{FF2B5EF4-FFF2-40B4-BE49-F238E27FC236}">
                <a16:creationId xmlns:a16="http://schemas.microsoft.com/office/drawing/2014/main" id="{91DDF671-BDFA-F180-DE01-36B624474BAC}"/>
              </a:ext>
            </a:extLst>
          </p:cNvPr>
          <p:cNvGrpSpPr/>
          <p:nvPr/>
        </p:nvGrpSpPr>
        <p:grpSpPr>
          <a:xfrm>
            <a:off x="7454777" y="5508848"/>
            <a:ext cx="736600" cy="736600"/>
            <a:chOff x="7454777" y="5390550"/>
            <a:chExt cx="736600" cy="736600"/>
          </a:xfrm>
        </p:grpSpPr>
        <p:sp>
          <p:nvSpPr>
            <p:cNvPr id="180" name="Oval 179">
              <a:extLst>
                <a:ext uri="{FF2B5EF4-FFF2-40B4-BE49-F238E27FC236}">
                  <a16:creationId xmlns:a16="http://schemas.microsoft.com/office/drawing/2014/main" id="{4FE8BEF9-4FB8-39BF-F74F-818BBA69F116}"/>
                </a:ext>
              </a:extLst>
            </p:cNvPr>
            <p:cNvSpPr/>
            <p:nvPr/>
          </p:nvSpPr>
          <p:spPr>
            <a:xfrm>
              <a:off x="745477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1" name="Graphic 180">
              <a:extLst>
                <a:ext uri="{FF2B5EF4-FFF2-40B4-BE49-F238E27FC236}">
                  <a16:creationId xmlns:a16="http://schemas.microsoft.com/office/drawing/2014/main" id="{2B1F4076-EAC5-7C72-2BFD-B69EECDC5804}"/>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7631828" y="5562432"/>
              <a:ext cx="382498" cy="392836"/>
            </a:xfrm>
            <a:prstGeom prst="rect">
              <a:avLst/>
            </a:prstGeom>
          </p:spPr>
        </p:pic>
      </p:grpSp>
      <p:grpSp>
        <p:nvGrpSpPr>
          <p:cNvPr id="182" name="Group 181">
            <a:extLst>
              <a:ext uri="{FF2B5EF4-FFF2-40B4-BE49-F238E27FC236}">
                <a16:creationId xmlns:a16="http://schemas.microsoft.com/office/drawing/2014/main" id="{7490D900-ACDA-ECF6-0982-6BF9DB0BAFA3}"/>
              </a:ext>
            </a:extLst>
          </p:cNvPr>
          <p:cNvGrpSpPr/>
          <p:nvPr/>
        </p:nvGrpSpPr>
        <p:grpSpPr>
          <a:xfrm>
            <a:off x="2277194" y="2752797"/>
            <a:ext cx="736600" cy="736600"/>
            <a:chOff x="2277194" y="2634499"/>
            <a:chExt cx="736600" cy="736600"/>
          </a:xfrm>
        </p:grpSpPr>
        <p:sp>
          <p:nvSpPr>
            <p:cNvPr id="183" name="Oval 182">
              <a:extLst>
                <a:ext uri="{FF2B5EF4-FFF2-40B4-BE49-F238E27FC236}">
                  <a16:creationId xmlns:a16="http://schemas.microsoft.com/office/drawing/2014/main" id="{867841DB-D02E-0A5C-93CB-FAC2252B86D6}"/>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4" name="Graphic 183">
              <a:extLst>
                <a:ext uri="{FF2B5EF4-FFF2-40B4-BE49-F238E27FC236}">
                  <a16:creationId xmlns:a16="http://schemas.microsoft.com/office/drawing/2014/main" id="{09C59F40-A159-94CC-8DDA-A6BB545C4B62}"/>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2459414" y="2811550"/>
              <a:ext cx="372161" cy="382498"/>
            </a:xfrm>
            <a:prstGeom prst="rect">
              <a:avLst/>
            </a:prstGeom>
          </p:spPr>
        </p:pic>
      </p:grpSp>
    </p:spTree>
    <p:extLst>
      <p:ext uri="{BB962C8B-B14F-4D97-AF65-F5344CB8AC3E}">
        <p14:creationId xmlns:p14="http://schemas.microsoft.com/office/powerpoint/2010/main" val="145667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85121404-0013-B415-5E08-62E314C74492}"/>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39750"/>
            <a:ext cx="12384088" cy="544513"/>
          </a:xfrm>
        </p:spPr>
        <p:txBody>
          <a:bodyPr/>
          <a:lstStyle/>
          <a:p>
            <a:r>
              <a:rPr lang="en-GB"/>
              <a:t>Office &amp; Business</a:t>
            </a:r>
          </a:p>
        </p:txBody>
      </p:sp>
      <p:sp>
        <p:nvSpPr>
          <p:cNvPr id="53" name="Content Placeholder 5">
            <a:extLst>
              <a:ext uri="{FF2B5EF4-FFF2-40B4-BE49-F238E27FC236}">
                <a16:creationId xmlns:a16="http://schemas.microsoft.com/office/drawing/2014/main" id="{3D62DFEF-44B6-4797-629D-32E5E1A3AAC1}"/>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26786687-229F-6F74-ED56-436BDCD93D81}"/>
              </a:ext>
            </a:extLst>
          </p:cNvPr>
          <p:cNvGrpSpPr/>
          <p:nvPr/>
        </p:nvGrpSpPr>
        <p:grpSpPr>
          <a:xfrm>
            <a:off x="551332" y="1800225"/>
            <a:ext cx="736600" cy="736600"/>
            <a:chOff x="551332" y="1681927"/>
            <a:chExt cx="736600" cy="736600"/>
          </a:xfrm>
        </p:grpSpPr>
        <p:sp>
          <p:nvSpPr>
            <p:cNvPr id="3" name="Oval 2">
              <a:extLst>
                <a:ext uri="{FF2B5EF4-FFF2-40B4-BE49-F238E27FC236}">
                  <a16:creationId xmlns:a16="http://schemas.microsoft.com/office/drawing/2014/main" id="{E529B878-8EF5-E052-022B-5BC7D16A8E49}"/>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 name="Graphic 5">
              <a:extLst>
                <a:ext uri="{FF2B5EF4-FFF2-40B4-BE49-F238E27FC236}">
                  <a16:creationId xmlns:a16="http://schemas.microsoft.com/office/drawing/2014/main" id="{58BE777A-ABA5-FC03-F1FF-5FF665B1B6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2435" y="1870190"/>
              <a:ext cx="514394" cy="360075"/>
            </a:xfrm>
            <a:prstGeom prst="rect">
              <a:avLst/>
            </a:prstGeom>
          </p:spPr>
        </p:pic>
      </p:grpSp>
      <p:grpSp>
        <p:nvGrpSpPr>
          <p:cNvPr id="52" name="Group 51">
            <a:extLst>
              <a:ext uri="{FF2B5EF4-FFF2-40B4-BE49-F238E27FC236}">
                <a16:creationId xmlns:a16="http://schemas.microsoft.com/office/drawing/2014/main" id="{D53D97E5-B37B-96E9-8D10-71EB5D681316}"/>
              </a:ext>
            </a:extLst>
          </p:cNvPr>
          <p:cNvGrpSpPr/>
          <p:nvPr/>
        </p:nvGrpSpPr>
        <p:grpSpPr>
          <a:xfrm>
            <a:off x="1414263" y="1800225"/>
            <a:ext cx="736600" cy="736600"/>
            <a:chOff x="1414263" y="1681927"/>
            <a:chExt cx="736600" cy="736600"/>
          </a:xfrm>
        </p:grpSpPr>
        <p:sp>
          <p:nvSpPr>
            <p:cNvPr id="54" name="Oval 53">
              <a:extLst>
                <a:ext uri="{FF2B5EF4-FFF2-40B4-BE49-F238E27FC236}">
                  <a16:creationId xmlns:a16="http://schemas.microsoft.com/office/drawing/2014/main" id="{12608BE5-FEDA-525C-453E-E55C70B3B0E9}"/>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5" name="Graphic 54">
              <a:extLst>
                <a:ext uri="{FF2B5EF4-FFF2-40B4-BE49-F238E27FC236}">
                  <a16:creationId xmlns:a16="http://schemas.microsoft.com/office/drawing/2014/main" id="{A9E18934-B31F-B8DC-D0F2-04300F3BD3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56230" y="1823894"/>
              <a:ext cx="452667" cy="452667"/>
            </a:xfrm>
            <a:prstGeom prst="rect">
              <a:avLst/>
            </a:prstGeom>
          </p:spPr>
        </p:pic>
      </p:grpSp>
      <p:grpSp>
        <p:nvGrpSpPr>
          <p:cNvPr id="56" name="Group 55">
            <a:extLst>
              <a:ext uri="{FF2B5EF4-FFF2-40B4-BE49-F238E27FC236}">
                <a16:creationId xmlns:a16="http://schemas.microsoft.com/office/drawing/2014/main" id="{86BA9D6E-9840-5C5B-05BC-5B9D8EB6238B}"/>
              </a:ext>
            </a:extLst>
          </p:cNvPr>
          <p:cNvGrpSpPr/>
          <p:nvPr/>
        </p:nvGrpSpPr>
        <p:grpSpPr>
          <a:xfrm>
            <a:off x="2277194" y="1800225"/>
            <a:ext cx="736600" cy="736600"/>
            <a:chOff x="2277194" y="1681927"/>
            <a:chExt cx="736600" cy="736600"/>
          </a:xfrm>
        </p:grpSpPr>
        <p:sp>
          <p:nvSpPr>
            <p:cNvPr id="57" name="Oval 56">
              <a:extLst>
                <a:ext uri="{FF2B5EF4-FFF2-40B4-BE49-F238E27FC236}">
                  <a16:creationId xmlns:a16="http://schemas.microsoft.com/office/drawing/2014/main" id="{71EAB0D5-1B06-0264-048A-D54DE2397017}"/>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8" name="Graphic 57">
              <a:extLst>
                <a:ext uri="{FF2B5EF4-FFF2-40B4-BE49-F238E27FC236}">
                  <a16:creationId xmlns:a16="http://schemas.microsoft.com/office/drawing/2014/main" id="{65185AB3-75C0-2A5A-4A40-1E71B8C2C4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14016" y="1823894"/>
              <a:ext cx="462956" cy="452667"/>
            </a:xfrm>
            <a:prstGeom prst="rect">
              <a:avLst/>
            </a:prstGeom>
          </p:spPr>
        </p:pic>
      </p:grpSp>
      <p:grpSp>
        <p:nvGrpSpPr>
          <p:cNvPr id="59" name="Group 58">
            <a:extLst>
              <a:ext uri="{FF2B5EF4-FFF2-40B4-BE49-F238E27FC236}">
                <a16:creationId xmlns:a16="http://schemas.microsoft.com/office/drawing/2014/main" id="{49AFFB64-50EC-E28B-6B6A-55F061295585}"/>
              </a:ext>
            </a:extLst>
          </p:cNvPr>
          <p:cNvGrpSpPr/>
          <p:nvPr/>
        </p:nvGrpSpPr>
        <p:grpSpPr>
          <a:xfrm>
            <a:off x="3140125" y="1800225"/>
            <a:ext cx="736600" cy="736600"/>
            <a:chOff x="3140125" y="1681927"/>
            <a:chExt cx="736600" cy="736600"/>
          </a:xfrm>
        </p:grpSpPr>
        <p:sp>
          <p:nvSpPr>
            <p:cNvPr id="60" name="Oval 59">
              <a:extLst>
                <a:ext uri="{FF2B5EF4-FFF2-40B4-BE49-F238E27FC236}">
                  <a16:creationId xmlns:a16="http://schemas.microsoft.com/office/drawing/2014/main" id="{287DD7D4-63AC-C972-21AF-D02284A4CE1C}"/>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1" name="Graphic 60">
              <a:extLst>
                <a:ext uri="{FF2B5EF4-FFF2-40B4-BE49-F238E27FC236}">
                  <a16:creationId xmlns:a16="http://schemas.microsoft.com/office/drawing/2014/main" id="{D382CA75-ABA2-E6D4-CA4D-3E7F4840E2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18099" y="1865046"/>
              <a:ext cx="380652" cy="370363"/>
            </a:xfrm>
            <a:prstGeom prst="rect">
              <a:avLst/>
            </a:prstGeom>
          </p:spPr>
        </p:pic>
      </p:grpSp>
      <p:grpSp>
        <p:nvGrpSpPr>
          <p:cNvPr id="62" name="Group 61">
            <a:extLst>
              <a:ext uri="{FF2B5EF4-FFF2-40B4-BE49-F238E27FC236}">
                <a16:creationId xmlns:a16="http://schemas.microsoft.com/office/drawing/2014/main" id="{9D26E5AB-38DB-C5A7-3DAF-B0A12E6CC187}"/>
              </a:ext>
            </a:extLst>
          </p:cNvPr>
          <p:cNvGrpSpPr/>
          <p:nvPr/>
        </p:nvGrpSpPr>
        <p:grpSpPr>
          <a:xfrm>
            <a:off x="4003056" y="1800225"/>
            <a:ext cx="736600" cy="736600"/>
            <a:chOff x="4003056" y="1681927"/>
            <a:chExt cx="736600" cy="736600"/>
          </a:xfrm>
        </p:grpSpPr>
        <p:sp>
          <p:nvSpPr>
            <p:cNvPr id="63" name="Oval 62">
              <a:extLst>
                <a:ext uri="{FF2B5EF4-FFF2-40B4-BE49-F238E27FC236}">
                  <a16:creationId xmlns:a16="http://schemas.microsoft.com/office/drawing/2014/main" id="{D43C830A-3F29-F113-FEB6-CE6A02E3D1AB}"/>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4" name="Graphic 63">
              <a:extLst>
                <a:ext uri="{FF2B5EF4-FFF2-40B4-BE49-F238E27FC236}">
                  <a16:creationId xmlns:a16="http://schemas.microsoft.com/office/drawing/2014/main" id="{7C52734D-BF05-589A-B5A3-8A85D8FCD66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17038" y="1813606"/>
              <a:ext cx="308636" cy="473243"/>
            </a:xfrm>
            <a:prstGeom prst="rect">
              <a:avLst/>
            </a:prstGeom>
          </p:spPr>
        </p:pic>
      </p:grpSp>
      <p:grpSp>
        <p:nvGrpSpPr>
          <p:cNvPr id="65" name="Group 64">
            <a:extLst>
              <a:ext uri="{FF2B5EF4-FFF2-40B4-BE49-F238E27FC236}">
                <a16:creationId xmlns:a16="http://schemas.microsoft.com/office/drawing/2014/main" id="{9DC11303-D344-9003-6405-53A9448614A6}"/>
              </a:ext>
            </a:extLst>
          </p:cNvPr>
          <p:cNvGrpSpPr/>
          <p:nvPr/>
        </p:nvGrpSpPr>
        <p:grpSpPr>
          <a:xfrm>
            <a:off x="5728918" y="1800225"/>
            <a:ext cx="736600" cy="736600"/>
            <a:chOff x="5728918" y="1681927"/>
            <a:chExt cx="736600" cy="736600"/>
          </a:xfrm>
        </p:grpSpPr>
        <p:sp>
          <p:nvSpPr>
            <p:cNvPr id="66" name="Oval 65">
              <a:extLst>
                <a:ext uri="{FF2B5EF4-FFF2-40B4-BE49-F238E27FC236}">
                  <a16:creationId xmlns:a16="http://schemas.microsoft.com/office/drawing/2014/main" id="{F1CD5575-BC4F-B1A1-9D63-1EC1CB94B21F}"/>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7" name="Graphic 66">
              <a:extLst>
                <a:ext uri="{FF2B5EF4-FFF2-40B4-BE49-F238E27FC236}">
                  <a16:creationId xmlns:a16="http://schemas.microsoft.com/office/drawing/2014/main" id="{A40B17C5-DBF3-3562-0999-DB1B8DACF79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48044" y="1865046"/>
              <a:ext cx="298348" cy="370363"/>
            </a:xfrm>
            <a:prstGeom prst="rect">
              <a:avLst/>
            </a:prstGeom>
          </p:spPr>
        </p:pic>
      </p:grpSp>
      <p:grpSp>
        <p:nvGrpSpPr>
          <p:cNvPr id="68" name="Group 67">
            <a:extLst>
              <a:ext uri="{FF2B5EF4-FFF2-40B4-BE49-F238E27FC236}">
                <a16:creationId xmlns:a16="http://schemas.microsoft.com/office/drawing/2014/main" id="{425013FD-3913-1CBF-5FA5-030D4394631D}"/>
              </a:ext>
            </a:extLst>
          </p:cNvPr>
          <p:cNvGrpSpPr/>
          <p:nvPr/>
        </p:nvGrpSpPr>
        <p:grpSpPr>
          <a:xfrm>
            <a:off x="4865987" y="1800225"/>
            <a:ext cx="736600" cy="736600"/>
            <a:chOff x="4865987" y="1681927"/>
            <a:chExt cx="736600" cy="736600"/>
          </a:xfrm>
        </p:grpSpPr>
        <p:sp>
          <p:nvSpPr>
            <p:cNvPr id="69" name="Oval 68">
              <a:extLst>
                <a:ext uri="{FF2B5EF4-FFF2-40B4-BE49-F238E27FC236}">
                  <a16:creationId xmlns:a16="http://schemas.microsoft.com/office/drawing/2014/main" id="{666A59F8-6456-CB03-93EE-086BB2911646}"/>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0" name="Graphic 69">
              <a:extLst>
                <a:ext uri="{FF2B5EF4-FFF2-40B4-BE49-F238E27FC236}">
                  <a16:creationId xmlns:a16="http://schemas.microsoft.com/office/drawing/2014/main" id="{A369EB22-96FF-3C10-C946-44598D81352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977090" y="1834181"/>
              <a:ext cx="514394" cy="432092"/>
            </a:xfrm>
            <a:prstGeom prst="rect">
              <a:avLst/>
            </a:prstGeom>
          </p:spPr>
        </p:pic>
      </p:grpSp>
      <p:grpSp>
        <p:nvGrpSpPr>
          <p:cNvPr id="71" name="Group 70">
            <a:extLst>
              <a:ext uri="{FF2B5EF4-FFF2-40B4-BE49-F238E27FC236}">
                <a16:creationId xmlns:a16="http://schemas.microsoft.com/office/drawing/2014/main" id="{6E570170-8ACC-732B-7CA8-6C6892948EFE}"/>
              </a:ext>
            </a:extLst>
          </p:cNvPr>
          <p:cNvGrpSpPr/>
          <p:nvPr/>
        </p:nvGrpSpPr>
        <p:grpSpPr>
          <a:xfrm>
            <a:off x="6591849" y="1800225"/>
            <a:ext cx="736600" cy="736600"/>
            <a:chOff x="6591849" y="1681927"/>
            <a:chExt cx="736600" cy="736600"/>
          </a:xfrm>
        </p:grpSpPr>
        <p:sp>
          <p:nvSpPr>
            <p:cNvPr id="72" name="Oval 71">
              <a:extLst>
                <a:ext uri="{FF2B5EF4-FFF2-40B4-BE49-F238E27FC236}">
                  <a16:creationId xmlns:a16="http://schemas.microsoft.com/office/drawing/2014/main" id="{A49A7A0B-A002-00C7-B47E-D5F7F8E96060}"/>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3" name="Graphic 72">
              <a:extLst>
                <a:ext uri="{FF2B5EF4-FFF2-40B4-BE49-F238E27FC236}">
                  <a16:creationId xmlns:a16="http://schemas.microsoft.com/office/drawing/2014/main" id="{8EDF9D6D-A0A9-5DB5-A7E6-3C6C826510E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44104" y="1849613"/>
              <a:ext cx="432091" cy="401229"/>
            </a:xfrm>
            <a:prstGeom prst="rect">
              <a:avLst/>
            </a:prstGeom>
          </p:spPr>
        </p:pic>
      </p:grpSp>
      <p:grpSp>
        <p:nvGrpSpPr>
          <p:cNvPr id="74" name="Group 73">
            <a:extLst>
              <a:ext uri="{FF2B5EF4-FFF2-40B4-BE49-F238E27FC236}">
                <a16:creationId xmlns:a16="http://schemas.microsoft.com/office/drawing/2014/main" id="{7AA20838-3D0F-F4E7-5D93-C633EEC7EE1B}"/>
              </a:ext>
            </a:extLst>
          </p:cNvPr>
          <p:cNvGrpSpPr/>
          <p:nvPr/>
        </p:nvGrpSpPr>
        <p:grpSpPr>
          <a:xfrm>
            <a:off x="7454777" y="5508848"/>
            <a:ext cx="736600" cy="736600"/>
            <a:chOff x="7454777" y="5390550"/>
            <a:chExt cx="736600" cy="736600"/>
          </a:xfrm>
        </p:grpSpPr>
        <p:sp>
          <p:nvSpPr>
            <p:cNvPr id="75" name="Oval 74">
              <a:extLst>
                <a:ext uri="{FF2B5EF4-FFF2-40B4-BE49-F238E27FC236}">
                  <a16:creationId xmlns:a16="http://schemas.microsoft.com/office/drawing/2014/main" id="{651561DD-D809-7361-CF93-02D723468248}"/>
                </a:ext>
              </a:extLst>
            </p:cNvPr>
            <p:cNvSpPr/>
            <p:nvPr/>
          </p:nvSpPr>
          <p:spPr>
            <a:xfrm>
              <a:off x="745477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6" name="Graphic 75">
              <a:extLst>
                <a:ext uri="{FF2B5EF4-FFF2-40B4-BE49-F238E27FC236}">
                  <a16:creationId xmlns:a16="http://schemas.microsoft.com/office/drawing/2014/main" id="{5A7DF8EE-28CC-8A58-036E-37BE6D4E041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622464" y="5542804"/>
              <a:ext cx="401227" cy="432092"/>
            </a:xfrm>
            <a:prstGeom prst="rect">
              <a:avLst/>
            </a:prstGeom>
          </p:spPr>
        </p:pic>
      </p:grpSp>
      <p:grpSp>
        <p:nvGrpSpPr>
          <p:cNvPr id="77" name="Group 76">
            <a:extLst>
              <a:ext uri="{FF2B5EF4-FFF2-40B4-BE49-F238E27FC236}">
                <a16:creationId xmlns:a16="http://schemas.microsoft.com/office/drawing/2014/main" id="{38196ACA-1CC6-5E34-B020-8CFD54B8D54A}"/>
              </a:ext>
            </a:extLst>
          </p:cNvPr>
          <p:cNvGrpSpPr/>
          <p:nvPr/>
        </p:nvGrpSpPr>
        <p:grpSpPr>
          <a:xfrm>
            <a:off x="7454777" y="1800225"/>
            <a:ext cx="736600" cy="736600"/>
            <a:chOff x="7454777" y="1681927"/>
            <a:chExt cx="736600" cy="736600"/>
          </a:xfrm>
        </p:grpSpPr>
        <p:sp>
          <p:nvSpPr>
            <p:cNvPr id="78" name="Oval 77">
              <a:extLst>
                <a:ext uri="{FF2B5EF4-FFF2-40B4-BE49-F238E27FC236}">
                  <a16:creationId xmlns:a16="http://schemas.microsoft.com/office/drawing/2014/main" id="{5A8585B0-F59E-9675-2927-3454E03489A3}"/>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9" name="Graphic 78">
              <a:extLst>
                <a:ext uri="{FF2B5EF4-FFF2-40B4-BE49-F238E27FC236}">
                  <a16:creationId xmlns:a16="http://schemas.microsoft.com/office/drawing/2014/main" id="{5C186EAB-8F80-BA17-86A3-D6857E3017D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607032" y="1834181"/>
              <a:ext cx="432091" cy="432092"/>
            </a:xfrm>
            <a:prstGeom prst="rect">
              <a:avLst/>
            </a:prstGeom>
          </p:spPr>
        </p:pic>
      </p:grpSp>
      <p:grpSp>
        <p:nvGrpSpPr>
          <p:cNvPr id="80" name="Group 79">
            <a:extLst>
              <a:ext uri="{FF2B5EF4-FFF2-40B4-BE49-F238E27FC236}">
                <a16:creationId xmlns:a16="http://schemas.microsoft.com/office/drawing/2014/main" id="{E7365CDF-19B4-77B2-3C50-6A7AE4826563}"/>
              </a:ext>
            </a:extLst>
          </p:cNvPr>
          <p:cNvGrpSpPr/>
          <p:nvPr/>
        </p:nvGrpSpPr>
        <p:grpSpPr>
          <a:xfrm>
            <a:off x="6591849" y="5508848"/>
            <a:ext cx="736600" cy="736600"/>
            <a:chOff x="6591849" y="5390550"/>
            <a:chExt cx="736600" cy="736600"/>
          </a:xfrm>
        </p:grpSpPr>
        <p:sp>
          <p:nvSpPr>
            <p:cNvPr id="81" name="Oval 80">
              <a:extLst>
                <a:ext uri="{FF2B5EF4-FFF2-40B4-BE49-F238E27FC236}">
                  <a16:creationId xmlns:a16="http://schemas.microsoft.com/office/drawing/2014/main" id="{95103351-9F1B-A51C-3BC7-E0CEC20D0CD8}"/>
                </a:ext>
              </a:extLst>
            </p:cNvPr>
            <p:cNvSpPr/>
            <p:nvPr/>
          </p:nvSpPr>
          <p:spPr>
            <a:xfrm>
              <a:off x="6591849"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2" name="Graphic 81">
              <a:extLst>
                <a:ext uri="{FF2B5EF4-FFF2-40B4-BE49-F238E27FC236}">
                  <a16:creationId xmlns:a16="http://schemas.microsoft.com/office/drawing/2014/main" id="{41335311-2DD0-F024-0473-FEEAF63BE26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759536" y="5599388"/>
              <a:ext cx="401227" cy="318924"/>
            </a:xfrm>
            <a:prstGeom prst="rect">
              <a:avLst/>
            </a:prstGeom>
          </p:spPr>
        </p:pic>
      </p:grpSp>
      <p:grpSp>
        <p:nvGrpSpPr>
          <p:cNvPr id="83" name="Group 82">
            <a:extLst>
              <a:ext uri="{FF2B5EF4-FFF2-40B4-BE49-F238E27FC236}">
                <a16:creationId xmlns:a16="http://schemas.microsoft.com/office/drawing/2014/main" id="{784123F4-48E4-033F-B9A1-4205D2F23244}"/>
              </a:ext>
            </a:extLst>
          </p:cNvPr>
          <p:cNvGrpSpPr/>
          <p:nvPr/>
        </p:nvGrpSpPr>
        <p:grpSpPr>
          <a:xfrm>
            <a:off x="551332" y="2752797"/>
            <a:ext cx="736600" cy="736600"/>
            <a:chOff x="551332" y="2634499"/>
            <a:chExt cx="736600" cy="736600"/>
          </a:xfrm>
        </p:grpSpPr>
        <p:sp>
          <p:nvSpPr>
            <p:cNvPr id="84" name="Oval 83">
              <a:extLst>
                <a:ext uri="{FF2B5EF4-FFF2-40B4-BE49-F238E27FC236}">
                  <a16:creationId xmlns:a16="http://schemas.microsoft.com/office/drawing/2014/main" id="{8EF84D63-6CFB-F8E2-129C-BC9357FC90D7}"/>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5" name="Graphic 84">
              <a:extLst>
                <a:ext uri="{FF2B5EF4-FFF2-40B4-BE49-F238E27FC236}">
                  <a16:creationId xmlns:a16="http://schemas.microsoft.com/office/drawing/2014/main" id="{3BC3D8CD-E08F-3E01-5927-7C7185B96FEE}"/>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65314" y="2802185"/>
              <a:ext cx="308636" cy="401229"/>
            </a:xfrm>
            <a:prstGeom prst="rect">
              <a:avLst/>
            </a:prstGeom>
          </p:spPr>
        </p:pic>
      </p:grpSp>
      <p:grpSp>
        <p:nvGrpSpPr>
          <p:cNvPr id="86" name="Group 85">
            <a:extLst>
              <a:ext uri="{FF2B5EF4-FFF2-40B4-BE49-F238E27FC236}">
                <a16:creationId xmlns:a16="http://schemas.microsoft.com/office/drawing/2014/main" id="{E4B0896C-A899-966F-48E7-A8F66C70F592}"/>
              </a:ext>
            </a:extLst>
          </p:cNvPr>
          <p:cNvGrpSpPr/>
          <p:nvPr/>
        </p:nvGrpSpPr>
        <p:grpSpPr>
          <a:xfrm>
            <a:off x="1414263" y="2752797"/>
            <a:ext cx="736600" cy="736600"/>
            <a:chOff x="1414263" y="2634499"/>
            <a:chExt cx="736600" cy="736600"/>
          </a:xfrm>
        </p:grpSpPr>
        <p:sp>
          <p:nvSpPr>
            <p:cNvPr id="87" name="Oval 86">
              <a:extLst>
                <a:ext uri="{FF2B5EF4-FFF2-40B4-BE49-F238E27FC236}">
                  <a16:creationId xmlns:a16="http://schemas.microsoft.com/office/drawing/2014/main" id="{A40F4CD5-DC66-7213-6012-F1A7208E483E}"/>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8" name="Graphic 87">
              <a:extLst>
                <a:ext uri="{FF2B5EF4-FFF2-40B4-BE49-F238E27FC236}">
                  <a16:creationId xmlns:a16="http://schemas.microsoft.com/office/drawing/2014/main" id="{6F5A4984-F0E0-D304-EE73-9B4CF7C7C1BE}"/>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592237" y="2776466"/>
              <a:ext cx="380652" cy="452667"/>
            </a:xfrm>
            <a:prstGeom prst="rect">
              <a:avLst/>
            </a:prstGeom>
          </p:spPr>
        </p:pic>
      </p:grpSp>
      <p:grpSp>
        <p:nvGrpSpPr>
          <p:cNvPr id="89" name="Group 88">
            <a:extLst>
              <a:ext uri="{FF2B5EF4-FFF2-40B4-BE49-F238E27FC236}">
                <a16:creationId xmlns:a16="http://schemas.microsoft.com/office/drawing/2014/main" id="{6F6CC9CA-CFBD-F107-1D98-FC13C969E794}"/>
              </a:ext>
            </a:extLst>
          </p:cNvPr>
          <p:cNvGrpSpPr/>
          <p:nvPr/>
        </p:nvGrpSpPr>
        <p:grpSpPr>
          <a:xfrm>
            <a:off x="2277194" y="2752797"/>
            <a:ext cx="736600" cy="736600"/>
            <a:chOff x="2277194" y="2634499"/>
            <a:chExt cx="736600" cy="736600"/>
          </a:xfrm>
        </p:grpSpPr>
        <p:sp>
          <p:nvSpPr>
            <p:cNvPr id="90" name="Oval 89">
              <a:extLst>
                <a:ext uri="{FF2B5EF4-FFF2-40B4-BE49-F238E27FC236}">
                  <a16:creationId xmlns:a16="http://schemas.microsoft.com/office/drawing/2014/main" id="{BF43A5AD-5C13-4F4F-22B1-7DFC54F3A8AE}"/>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1" name="Graphic 90">
              <a:extLst>
                <a:ext uri="{FF2B5EF4-FFF2-40B4-BE49-F238E27FC236}">
                  <a16:creationId xmlns:a16="http://schemas.microsoft.com/office/drawing/2014/main" id="{806531D7-F14D-4CBB-8B0B-AC13CC40CFC2}"/>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367721" y="2858769"/>
              <a:ext cx="555546" cy="288061"/>
            </a:xfrm>
            <a:prstGeom prst="rect">
              <a:avLst/>
            </a:prstGeom>
          </p:spPr>
        </p:pic>
      </p:grpSp>
      <p:grpSp>
        <p:nvGrpSpPr>
          <p:cNvPr id="92" name="Group 91">
            <a:extLst>
              <a:ext uri="{FF2B5EF4-FFF2-40B4-BE49-F238E27FC236}">
                <a16:creationId xmlns:a16="http://schemas.microsoft.com/office/drawing/2014/main" id="{CCE77DD5-1223-00C7-AA4F-275D02E8CC29}"/>
              </a:ext>
            </a:extLst>
          </p:cNvPr>
          <p:cNvGrpSpPr/>
          <p:nvPr/>
        </p:nvGrpSpPr>
        <p:grpSpPr>
          <a:xfrm>
            <a:off x="3140125" y="2752797"/>
            <a:ext cx="736600" cy="736600"/>
            <a:chOff x="3140125" y="2634499"/>
            <a:chExt cx="736600" cy="736600"/>
          </a:xfrm>
        </p:grpSpPr>
        <p:sp>
          <p:nvSpPr>
            <p:cNvPr id="93" name="Oval 92">
              <a:extLst>
                <a:ext uri="{FF2B5EF4-FFF2-40B4-BE49-F238E27FC236}">
                  <a16:creationId xmlns:a16="http://schemas.microsoft.com/office/drawing/2014/main" id="{B53F0E64-49BA-D42A-5EAA-CD2C05CD08F7}"/>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4" name="Graphic 93">
              <a:extLst>
                <a:ext uri="{FF2B5EF4-FFF2-40B4-BE49-F238E27FC236}">
                  <a16:creationId xmlns:a16="http://schemas.microsoft.com/office/drawing/2014/main" id="{594FAB59-65B2-7591-B56B-A2299595E5AB}"/>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rot="10800000">
              <a:off x="3323244" y="2812473"/>
              <a:ext cx="370363" cy="380652"/>
            </a:xfrm>
            <a:prstGeom prst="rect">
              <a:avLst/>
            </a:prstGeom>
          </p:spPr>
        </p:pic>
      </p:grpSp>
      <p:grpSp>
        <p:nvGrpSpPr>
          <p:cNvPr id="95" name="Group 94">
            <a:extLst>
              <a:ext uri="{FF2B5EF4-FFF2-40B4-BE49-F238E27FC236}">
                <a16:creationId xmlns:a16="http://schemas.microsoft.com/office/drawing/2014/main" id="{D4DB2702-039E-FFC9-599F-871535D931F0}"/>
              </a:ext>
            </a:extLst>
          </p:cNvPr>
          <p:cNvGrpSpPr/>
          <p:nvPr/>
        </p:nvGrpSpPr>
        <p:grpSpPr>
          <a:xfrm>
            <a:off x="4003056" y="2752797"/>
            <a:ext cx="736600" cy="736600"/>
            <a:chOff x="4003056" y="2634499"/>
            <a:chExt cx="736600" cy="736600"/>
          </a:xfrm>
        </p:grpSpPr>
        <p:sp>
          <p:nvSpPr>
            <p:cNvPr id="96" name="Oval 95">
              <a:extLst>
                <a:ext uri="{FF2B5EF4-FFF2-40B4-BE49-F238E27FC236}">
                  <a16:creationId xmlns:a16="http://schemas.microsoft.com/office/drawing/2014/main" id="{D57EB973-FB27-0CD8-39E5-27A71BDB12DE}"/>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7" name="Graphic 96">
              <a:extLst>
                <a:ext uri="{FF2B5EF4-FFF2-40B4-BE49-F238E27FC236}">
                  <a16:creationId xmlns:a16="http://schemas.microsoft.com/office/drawing/2014/main" id="{0B31A918-535A-2731-2B74-B6F5EC6EA5CE}"/>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145343" y="2745602"/>
              <a:ext cx="401227" cy="514394"/>
            </a:xfrm>
            <a:prstGeom prst="rect">
              <a:avLst/>
            </a:prstGeom>
          </p:spPr>
        </p:pic>
      </p:grpSp>
      <p:grpSp>
        <p:nvGrpSpPr>
          <p:cNvPr id="98" name="Group 97">
            <a:extLst>
              <a:ext uri="{FF2B5EF4-FFF2-40B4-BE49-F238E27FC236}">
                <a16:creationId xmlns:a16="http://schemas.microsoft.com/office/drawing/2014/main" id="{C9AD8A6A-CE7A-8BAD-F004-6B95CB97A39D}"/>
              </a:ext>
            </a:extLst>
          </p:cNvPr>
          <p:cNvGrpSpPr/>
          <p:nvPr/>
        </p:nvGrpSpPr>
        <p:grpSpPr>
          <a:xfrm>
            <a:off x="4865987" y="2752797"/>
            <a:ext cx="736600" cy="736600"/>
            <a:chOff x="4865987" y="2634499"/>
            <a:chExt cx="736600" cy="736600"/>
          </a:xfrm>
        </p:grpSpPr>
        <p:sp>
          <p:nvSpPr>
            <p:cNvPr id="99" name="Oval 98">
              <a:extLst>
                <a:ext uri="{FF2B5EF4-FFF2-40B4-BE49-F238E27FC236}">
                  <a16:creationId xmlns:a16="http://schemas.microsoft.com/office/drawing/2014/main" id="{FD7E0FA1-C3E1-BA94-0257-0F6779DB168F}"/>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0" name="Graphic 99">
              <a:extLst>
                <a:ext uri="{FF2B5EF4-FFF2-40B4-BE49-F238E27FC236}">
                  <a16:creationId xmlns:a16="http://schemas.microsoft.com/office/drawing/2014/main" id="{031ADCAC-4645-A453-77B6-72E2D8D83352}"/>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038818" y="2791897"/>
              <a:ext cx="390939" cy="421804"/>
            </a:xfrm>
            <a:prstGeom prst="rect">
              <a:avLst/>
            </a:prstGeom>
          </p:spPr>
        </p:pic>
      </p:grpSp>
      <p:grpSp>
        <p:nvGrpSpPr>
          <p:cNvPr id="101" name="Group 100">
            <a:extLst>
              <a:ext uri="{FF2B5EF4-FFF2-40B4-BE49-F238E27FC236}">
                <a16:creationId xmlns:a16="http://schemas.microsoft.com/office/drawing/2014/main" id="{142766B2-F697-6DE4-AF6D-593C9AD93270}"/>
              </a:ext>
            </a:extLst>
          </p:cNvPr>
          <p:cNvGrpSpPr/>
          <p:nvPr/>
        </p:nvGrpSpPr>
        <p:grpSpPr>
          <a:xfrm>
            <a:off x="5728918" y="2752797"/>
            <a:ext cx="736600" cy="736600"/>
            <a:chOff x="5728918" y="2634499"/>
            <a:chExt cx="736600" cy="736600"/>
          </a:xfrm>
        </p:grpSpPr>
        <p:sp>
          <p:nvSpPr>
            <p:cNvPr id="102" name="Oval 101">
              <a:extLst>
                <a:ext uri="{FF2B5EF4-FFF2-40B4-BE49-F238E27FC236}">
                  <a16:creationId xmlns:a16="http://schemas.microsoft.com/office/drawing/2014/main" id="{8C7CE718-2D23-A371-B747-067CAB9909ED}"/>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3" name="Graphic 102">
              <a:extLst>
                <a:ext uri="{FF2B5EF4-FFF2-40B4-BE49-F238E27FC236}">
                  <a16:creationId xmlns:a16="http://schemas.microsoft.com/office/drawing/2014/main" id="{AB9EFE45-FCBE-562B-07D2-14597B7683B0}"/>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5922324" y="2791897"/>
              <a:ext cx="349788" cy="421804"/>
            </a:xfrm>
            <a:prstGeom prst="rect">
              <a:avLst/>
            </a:prstGeom>
          </p:spPr>
        </p:pic>
      </p:grpSp>
      <p:grpSp>
        <p:nvGrpSpPr>
          <p:cNvPr id="104" name="Group 103">
            <a:extLst>
              <a:ext uri="{FF2B5EF4-FFF2-40B4-BE49-F238E27FC236}">
                <a16:creationId xmlns:a16="http://schemas.microsoft.com/office/drawing/2014/main" id="{1FCE667B-1E29-4450-1AD5-4526227FD644}"/>
              </a:ext>
            </a:extLst>
          </p:cNvPr>
          <p:cNvGrpSpPr/>
          <p:nvPr/>
        </p:nvGrpSpPr>
        <p:grpSpPr>
          <a:xfrm>
            <a:off x="6591849" y="2752797"/>
            <a:ext cx="736600" cy="736600"/>
            <a:chOff x="6591849" y="2634499"/>
            <a:chExt cx="736600" cy="736600"/>
          </a:xfrm>
        </p:grpSpPr>
        <p:sp>
          <p:nvSpPr>
            <p:cNvPr id="105" name="Oval 104">
              <a:extLst>
                <a:ext uri="{FF2B5EF4-FFF2-40B4-BE49-F238E27FC236}">
                  <a16:creationId xmlns:a16="http://schemas.microsoft.com/office/drawing/2014/main" id="{78BD1FA1-6267-A8BD-C319-67BA6ED7D085}"/>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6" name="Graphic 105">
              <a:extLst>
                <a:ext uri="{FF2B5EF4-FFF2-40B4-BE49-F238E27FC236}">
                  <a16:creationId xmlns:a16="http://schemas.microsoft.com/office/drawing/2014/main" id="{E1ADA31E-E7F5-4D27-46C8-775513C4346E}"/>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6744104" y="2797041"/>
              <a:ext cx="432091" cy="411516"/>
            </a:xfrm>
            <a:prstGeom prst="rect">
              <a:avLst/>
            </a:prstGeom>
          </p:spPr>
        </p:pic>
      </p:grpSp>
      <p:grpSp>
        <p:nvGrpSpPr>
          <p:cNvPr id="107" name="Group 106">
            <a:extLst>
              <a:ext uri="{FF2B5EF4-FFF2-40B4-BE49-F238E27FC236}">
                <a16:creationId xmlns:a16="http://schemas.microsoft.com/office/drawing/2014/main" id="{B658D17F-7412-09FD-ADE2-4F27748CE1F7}"/>
              </a:ext>
            </a:extLst>
          </p:cNvPr>
          <p:cNvGrpSpPr/>
          <p:nvPr/>
        </p:nvGrpSpPr>
        <p:grpSpPr>
          <a:xfrm>
            <a:off x="7454777" y="2752797"/>
            <a:ext cx="736600" cy="736600"/>
            <a:chOff x="7454777" y="2634499"/>
            <a:chExt cx="736600" cy="736600"/>
          </a:xfrm>
        </p:grpSpPr>
        <p:sp>
          <p:nvSpPr>
            <p:cNvPr id="108" name="Oval 107">
              <a:extLst>
                <a:ext uri="{FF2B5EF4-FFF2-40B4-BE49-F238E27FC236}">
                  <a16:creationId xmlns:a16="http://schemas.microsoft.com/office/drawing/2014/main" id="{8353F604-4DA8-5CE8-6089-72DD9CB1AE08}"/>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9" name="Graphic 108">
              <a:extLst>
                <a:ext uri="{FF2B5EF4-FFF2-40B4-BE49-F238E27FC236}">
                  <a16:creationId xmlns:a16="http://schemas.microsoft.com/office/drawing/2014/main" id="{E4013B57-85B3-36CF-920E-FB55817C796C}"/>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7627608" y="2797041"/>
              <a:ext cx="390939" cy="411516"/>
            </a:xfrm>
            <a:prstGeom prst="rect">
              <a:avLst/>
            </a:prstGeom>
          </p:spPr>
        </p:pic>
      </p:grpSp>
      <p:grpSp>
        <p:nvGrpSpPr>
          <p:cNvPr id="110" name="Group 109">
            <a:extLst>
              <a:ext uri="{FF2B5EF4-FFF2-40B4-BE49-F238E27FC236}">
                <a16:creationId xmlns:a16="http://schemas.microsoft.com/office/drawing/2014/main" id="{325B7A3E-241F-B9BC-3206-F82E86E46306}"/>
              </a:ext>
            </a:extLst>
          </p:cNvPr>
          <p:cNvGrpSpPr/>
          <p:nvPr/>
        </p:nvGrpSpPr>
        <p:grpSpPr>
          <a:xfrm>
            <a:off x="551332" y="3668093"/>
            <a:ext cx="736600" cy="736600"/>
            <a:chOff x="551332" y="3549795"/>
            <a:chExt cx="736600" cy="736600"/>
          </a:xfrm>
        </p:grpSpPr>
        <p:sp>
          <p:nvSpPr>
            <p:cNvPr id="111" name="Oval 110">
              <a:extLst>
                <a:ext uri="{FF2B5EF4-FFF2-40B4-BE49-F238E27FC236}">
                  <a16:creationId xmlns:a16="http://schemas.microsoft.com/office/drawing/2014/main" id="{04707417-DDC3-0366-8878-017C6F612022}"/>
                </a:ext>
              </a:extLst>
            </p:cNvPr>
            <p:cNvSpPr/>
            <p:nvPr/>
          </p:nvSpPr>
          <p:spPr>
            <a:xfrm>
              <a:off x="551332"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2" name="Graphic 111">
              <a:extLst>
                <a:ext uri="{FF2B5EF4-FFF2-40B4-BE49-F238E27FC236}">
                  <a16:creationId xmlns:a16="http://schemas.microsoft.com/office/drawing/2014/main" id="{ABC4BCA2-107C-2415-F1A8-A08A16388815}"/>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734451" y="3712337"/>
              <a:ext cx="370363" cy="411516"/>
            </a:xfrm>
            <a:prstGeom prst="rect">
              <a:avLst/>
            </a:prstGeom>
          </p:spPr>
        </p:pic>
      </p:grpSp>
      <p:grpSp>
        <p:nvGrpSpPr>
          <p:cNvPr id="113" name="Group 112">
            <a:extLst>
              <a:ext uri="{FF2B5EF4-FFF2-40B4-BE49-F238E27FC236}">
                <a16:creationId xmlns:a16="http://schemas.microsoft.com/office/drawing/2014/main" id="{6A2D6981-FF30-C9B3-0939-E56F208B36C0}"/>
              </a:ext>
            </a:extLst>
          </p:cNvPr>
          <p:cNvGrpSpPr/>
          <p:nvPr/>
        </p:nvGrpSpPr>
        <p:grpSpPr>
          <a:xfrm>
            <a:off x="1414263" y="3668093"/>
            <a:ext cx="736600" cy="736600"/>
            <a:chOff x="1414263" y="3549795"/>
            <a:chExt cx="736600" cy="736600"/>
          </a:xfrm>
        </p:grpSpPr>
        <p:sp>
          <p:nvSpPr>
            <p:cNvPr id="114" name="Oval 113">
              <a:extLst>
                <a:ext uri="{FF2B5EF4-FFF2-40B4-BE49-F238E27FC236}">
                  <a16:creationId xmlns:a16="http://schemas.microsoft.com/office/drawing/2014/main" id="{6D1579B5-9F72-092A-AD95-991E786DA49D}"/>
                </a:ext>
              </a:extLst>
            </p:cNvPr>
            <p:cNvSpPr/>
            <p:nvPr/>
          </p:nvSpPr>
          <p:spPr>
            <a:xfrm>
              <a:off x="1414263"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5" name="Graphic 114">
              <a:extLst>
                <a:ext uri="{FF2B5EF4-FFF2-40B4-BE49-F238E27FC236}">
                  <a16:creationId xmlns:a16="http://schemas.microsoft.com/office/drawing/2014/main" id="{5DE62D0C-F9FB-352B-E915-3F7847E8DB75}"/>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561373" y="3717481"/>
              <a:ext cx="442380" cy="401229"/>
            </a:xfrm>
            <a:prstGeom prst="rect">
              <a:avLst/>
            </a:prstGeom>
          </p:spPr>
        </p:pic>
      </p:grpSp>
      <p:grpSp>
        <p:nvGrpSpPr>
          <p:cNvPr id="116" name="Group 115">
            <a:extLst>
              <a:ext uri="{FF2B5EF4-FFF2-40B4-BE49-F238E27FC236}">
                <a16:creationId xmlns:a16="http://schemas.microsoft.com/office/drawing/2014/main" id="{2DE58756-8A2D-7783-9821-BFD204B53250}"/>
              </a:ext>
            </a:extLst>
          </p:cNvPr>
          <p:cNvGrpSpPr/>
          <p:nvPr/>
        </p:nvGrpSpPr>
        <p:grpSpPr>
          <a:xfrm>
            <a:off x="2277194" y="3668093"/>
            <a:ext cx="736600" cy="736600"/>
            <a:chOff x="2277194" y="3549795"/>
            <a:chExt cx="736600" cy="736600"/>
          </a:xfrm>
        </p:grpSpPr>
        <p:sp>
          <p:nvSpPr>
            <p:cNvPr id="117" name="Oval 116">
              <a:extLst>
                <a:ext uri="{FF2B5EF4-FFF2-40B4-BE49-F238E27FC236}">
                  <a16:creationId xmlns:a16="http://schemas.microsoft.com/office/drawing/2014/main" id="{01836079-4424-6092-93D8-A57539CB8005}"/>
                </a:ext>
              </a:extLst>
            </p:cNvPr>
            <p:cNvSpPr/>
            <p:nvPr/>
          </p:nvSpPr>
          <p:spPr>
            <a:xfrm>
              <a:off x="2277194"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8" name="Graphic 117">
              <a:extLst>
                <a:ext uri="{FF2B5EF4-FFF2-40B4-BE49-F238E27FC236}">
                  <a16:creationId xmlns:a16="http://schemas.microsoft.com/office/drawing/2014/main" id="{8BEAC16D-4E47-8222-D803-5016133DDAB2}"/>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2424304" y="3717481"/>
              <a:ext cx="442380" cy="401229"/>
            </a:xfrm>
            <a:prstGeom prst="rect">
              <a:avLst/>
            </a:prstGeom>
          </p:spPr>
        </p:pic>
      </p:grpSp>
      <p:grpSp>
        <p:nvGrpSpPr>
          <p:cNvPr id="119" name="Group 118">
            <a:extLst>
              <a:ext uri="{FF2B5EF4-FFF2-40B4-BE49-F238E27FC236}">
                <a16:creationId xmlns:a16="http://schemas.microsoft.com/office/drawing/2014/main" id="{5F82E92C-A136-46FA-E04A-97E01472C4DA}"/>
              </a:ext>
            </a:extLst>
          </p:cNvPr>
          <p:cNvGrpSpPr/>
          <p:nvPr/>
        </p:nvGrpSpPr>
        <p:grpSpPr>
          <a:xfrm>
            <a:off x="3140125" y="3668093"/>
            <a:ext cx="736600" cy="736600"/>
            <a:chOff x="3140125" y="3549795"/>
            <a:chExt cx="736600" cy="736600"/>
          </a:xfrm>
        </p:grpSpPr>
        <p:sp>
          <p:nvSpPr>
            <p:cNvPr id="120" name="Oval 119">
              <a:extLst>
                <a:ext uri="{FF2B5EF4-FFF2-40B4-BE49-F238E27FC236}">
                  <a16:creationId xmlns:a16="http://schemas.microsoft.com/office/drawing/2014/main" id="{D7B8762D-31E7-E305-FA2F-8EF6191EEDCD}"/>
                </a:ext>
              </a:extLst>
            </p:cNvPr>
            <p:cNvSpPr/>
            <p:nvPr/>
          </p:nvSpPr>
          <p:spPr>
            <a:xfrm>
              <a:off x="3140125"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1" name="Graphic 120">
              <a:extLst>
                <a:ext uri="{FF2B5EF4-FFF2-40B4-BE49-F238E27FC236}">
                  <a16:creationId xmlns:a16="http://schemas.microsoft.com/office/drawing/2014/main" id="{F14C9B3C-60E4-ED0C-3575-051D92F6A771}"/>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3292380" y="3768921"/>
              <a:ext cx="432091" cy="298348"/>
            </a:xfrm>
            <a:prstGeom prst="rect">
              <a:avLst/>
            </a:prstGeom>
          </p:spPr>
        </p:pic>
      </p:grpSp>
      <p:grpSp>
        <p:nvGrpSpPr>
          <p:cNvPr id="122" name="Group 121">
            <a:extLst>
              <a:ext uri="{FF2B5EF4-FFF2-40B4-BE49-F238E27FC236}">
                <a16:creationId xmlns:a16="http://schemas.microsoft.com/office/drawing/2014/main" id="{065E0DB9-BA36-E0F7-75C7-A9E461946261}"/>
              </a:ext>
            </a:extLst>
          </p:cNvPr>
          <p:cNvGrpSpPr/>
          <p:nvPr/>
        </p:nvGrpSpPr>
        <p:grpSpPr>
          <a:xfrm>
            <a:off x="4003056" y="3668093"/>
            <a:ext cx="736600" cy="736600"/>
            <a:chOff x="4003056" y="3549795"/>
            <a:chExt cx="736600" cy="736600"/>
          </a:xfrm>
        </p:grpSpPr>
        <p:sp>
          <p:nvSpPr>
            <p:cNvPr id="123" name="Oval 122">
              <a:extLst>
                <a:ext uri="{FF2B5EF4-FFF2-40B4-BE49-F238E27FC236}">
                  <a16:creationId xmlns:a16="http://schemas.microsoft.com/office/drawing/2014/main" id="{5E6FA541-D0C6-CCCB-532E-136804D7B387}"/>
                </a:ext>
              </a:extLst>
            </p:cNvPr>
            <p:cNvSpPr/>
            <p:nvPr/>
          </p:nvSpPr>
          <p:spPr>
            <a:xfrm>
              <a:off x="4003056"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4" name="Graphic 123">
              <a:extLst>
                <a:ext uri="{FF2B5EF4-FFF2-40B4-BE49-F238E27FC236}">
                  <a16:creationId xmlns:a16="http://schemas.microsoft.com/office/drawing/2014/main" id="{6D147F62-74E6-3092-C270-EF3B87D92557}"/>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4119303" y="3691762"/>
              <a:ext cx="504107" cy="452667"/>
            </a:xfrm>
            <a:prstGeom prst="rect">
              <a:avLst/>
            </a:prstGeom>
          </p:spPr>
        </p:pic>
      </p:grpSp>
      <p:grpSp>
        <p:nvGrpSpPr>
          <p:cNvPr id="125" name="Group 124">
            <a:extLst>
              <a:ext uri="{FF2B5EF4-FFF2-40B4-BE49-F238E27FC236}">
                <a16:creationId xmlns:a16="http://schemas.microsoft.com/office/drawing/2014/main" id="{1E1FC7D4-E278-F785-0F0D-9D1B64CA5B5B}"/>
              </a:ext>
            </a:extLst>
          </p:cNvPr>
          <p:cNvGrpSpPr/>
          <p:nvPr/>
        </p:nvGrpSpPr>
        <p:grpSpPr>
          <a:xfrm>
            <a:off x="4865987" y="3668093"/>
            <a:ext cx="736600" cy="736600"/>
            <a:chOff x="4865987" y="3549795"/>
            <a:chExt cx="736600" cy="736600"/>
          </a:xfrm>
        </p:grpSpPr>
        <p:sp>
          <p:nvSpPr>
            <p:cNvPr id="126" name="Oval 125">
              <a:extLst>
                <a:ext uri="{FF2B5EF4-FFF2-40B4-BE49-F238E27FC236}">
                  <a16:creationId xmlns:a16="http://schemas.microsoft.com/office/drawing/2014/main" id="{020943E9-7312-9C4A-D611-137B6A3F18D6}"/>
                </a:ext>
              </a:extLst>
            </p:cNvPr>
            <p:cNvSpPr/>
            <p:nvPr/>
          </p:nvSpPr>
          <p:spPr>
            <a:xfrm>
              <a:off x="486598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7" name="Graphic 126">
              <a:extLst>
                <a:ext uri="{FF2B5EF4-FFF2-40B4-BE49-F238E27FC236}">
                  <a16:creationId xmlns:a16="http://schemas.microsoft.com/office/drawing/2014/main" id="{6F9B4164-FE5A-FE0F-6D4D-208E5BED3406}"/>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4987378" y="3671186"/>
              <a:ext cx="493819" cy="493819"/>
            </a:xfrm>
            <a:prstGeom prst="rect">
              <a:avLst/>
            </a:prstGeom>
          </p:spPr>
        </p:pic>
      </p:grpSp>
      <p:grpSp>
        <p:nvGrpSpPr>
          <p:cNvPr id="128" name="Group 127">
            <a:extLst>
              <a:ext uri="{FF2B5EF4-FFF2-40B4-BE49-F238E27FC236}">
                <a16:creationId xmlns:a16="http://schemas.microsoft.com/office/drawing/2014/main" id="{9AD3186C-2E91-332D-1E5A-E46E56E2087A}"/>
              </a:ext>
            </a:extLst>
          </p:cNvPr>
          <p:cNvGrpSpPr/>
          <p:nvPr/>
        </p:nvGrpSpPr>
        <p:grpSpPr>
          <a:xfrm>
            <a:off x="5728918" y="3668093"/>
            <a:ext cx="736600" cy="736600"/>
            <a:chOff x="5728918" y="3549795"/>
            <a:chExt cx="736600" cy="736600"/>
          </a:xfrm>
        </p:grpSpPr>
        <p:sp>
          <p:nvSpPr>
            <p:cNvPr id="129" name="Oval 128">
              <a:extLst>
                <a:ext uri="{FF2B5EF4-FFF2-40B4-BE49-F238E27FC236}">
                  <a16:creationId xmlns:a16="http://schemas.microsoft.com/office/drawing/2014/main" id="{64214732-B1C2-3E4F-FFC8-FD895CBEEF89}"/>
                </a:ext>
              </a:extLst>
            </p:cNvPr>
            <p:cNvSpPr/>
            <p:nvPr/>
          </p:nvSpPr>
          <p:spPr>
            <a:xfrm>
              <a:off x="5728918"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0" name="Graphic 129">
              <a:extLst>
                <a:ext uri="{FF2B5EF4-FFF2-40B4-BE49-F238E27FC236}">
                  <a16:creationId xmlns:a16="http://schemas.microsoft.com/office/drawing/2014/main" id="{B82305D4-B2FE-798E-3F4E-87000706CD6E}"/>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5948044" y="3671186"/>
              <a:ext cx="298348" cy="493819"/>
            </a:xfrm>
            <a:prstGeom prst="rect">
              <a:avLst/>
            </a:prstGeom>
          </p:spPr>
        </p:pic>
      </p:grpSp>
      <p:grpSp>
        <p:nvGrpSpPr>
          <p:cNvPr id="131" name="Group 130">
            <a:extLst>
              <a:ext uri="{FF2B5EF4-FFF2-40B4-BE49-F238E27FC236}">
                <a16:creationId xmlns:a16="http://schemas.microsoft.com/office/drawing/2014/main" id="{E33942CE-8953-64C1-651B-3BBC0F691D7B}"/>
              </a:ext>
            </a:extLst>
          </p:cNvPr>
          <p:cNvGrpSpPr/>
          <p:nvPr/>
        </p:nvGrpSpPr>
        <p:grpSpPr>
          <a:xfrm>
            <a:off x="6591849" y="3668093"/>
            <a:ext cx="736600" cy="736600"/>
            <a:chOff x="6591849" y="3549795"/>
            <a:chExt cx="736600" cy="736600"/>
          </a:xfrm>
        </p:grpSpPr>
        <p:sp>
          <p:nvSpPr>
            <p:cNvPr id="132" name="Oval 131">
              <a:extLst>
                <a:ext uri="{FF2B5EF4-FFF2-40B4-BE49-F238E27FC236}">
                  <a16:creationId xmlns:a16="http://schemas.microsoft.com/office/drawing/2014/main" id="{BD3AEBE4-891B-E678-F21D-E865E8675CD2}"/>
                </a:ext>
              </a:extLst>
            </p:cNvPr>
            <p:cNvSpPr/>
            <p:nvPr/>
          </p:nvSpPr>
          <p:spPr>
            <a:xfrm>
              <a:off x="6591849"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3" name="Graphic 132">
              <a:extLst>
                <a:ext uri="{FF2B5EF4-FFF2-40B4-BE49-F238E27FC236}">
                  <a16:creationId xmlns:a16="http://schemas.microsoft.com/office/drawing/2014/main" id="{F8D7EC02-058D-CC0B-4567-DD46D479BBA3}"/>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6718384" y="3717481"/>
              <a:ext cx="483531" cy="401229"/>
            </a:xfrm>
            <a:prstGeom prst="rect">
              <a:avLst/>
            </a:prstGeom>
          </p:spPr>
        </p:pic>
      </p:grpSp>
      <p:grpSp>
        <p:nvGrpSpPr>
          <p:cNvPr id="134" name="Group 133">
            <a:extLst>
              <a:ext uri="{FF2B5EF4-FFF2-40B4-BE49-F238E27FC236}">
                <a16:creationId xmlns:a16="http://schemas.microsoft.com/office/drawing/2014/main" id="{EB86137F-964B-9EC4-5FAB-1FD948CCE7C4}"/>
              </a:ext>
            </a:extLst>
          </p:cNvPr>
          <p:cNvGrpSpPr/>
          <p:nvPr/>
        </p:nvGrpSpPr>
        <p:grpSpPr>
          <a:xfrm>
            <a:off x="7454777" y="3668093"/>
            <a:ext cx="736600" cy="736600"/>
            <a:chOff x="7454777" y="3549795"/>
            <a:chExt cx="736600" cy="736600"/>
          </a:xfrm>
        </p:grpSpPr>
        <p:sp>
          <p:nvSpPr>
            <p:cNvPr id="135" name="Oval 134">
              <a:extLst>
                <a:ext uri="{FF2B5EF4-FFF2-40B4-BE49-F238E27FC236}">
                  <a16:creationId xmlns:a16="http://schemas.microsoft.com/office/drawing/2014/main" id="{EB9611E8-9E51-ECB8-EBBA-8E128B6E0AD9}"/>
                </a:ext>
              </a:extLst>
            </p:cNvPr>
            <p:cNvSpPr/>
            <p:nvPr/>
          </p:nvSpPr>
          <p:spPr>
            <a:xfrm>
              <a:off x="745477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6" name="Graphic 135">
              <a:extLst>
                <a:ext uri="{FF2B5EF4-FFF2-40B4-BE49-F238E27FC236}">
                  <a16:creationId xmlns:a16="http://schemas.microsoft.com/office/drawing/2014/main" id="{1F947F41-9E87-50FF-4FD1-D8ABB095C0D1}"/>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7581312" y="3748346"/>
              <a:ext cx="483531" cy="339499"/>
            </a:xfrm>
            <a:prstGeom prst="rect">
              <a:avLst/>
            </a:prstGeom>
          </p:spPr>
        </p:pic>
      </p:grpSp>
      <p:grpSp>
        <p:nvGrpSpPr>
          <p:cNvPr id="137" name="Group 136">
            <a:extLst>
              <a:ext uri="{FF2B5EF4-FFF2-40B4-BE49-F238E27FC236}">
                <a16:creationId xmlns:a16="http://schemas.microsoft.com/office/drawing/2014/main" id="{D2606776-27BD-94F2-BCC7-4D8D2DC97908}"/>
              </a:ext>
            </a:extLst>
          </p:cNvPr>
          <p:cNvGrpSpPr/>
          <p:nvPr/>
        </p:nvGrpSpPr>
        <p:grpSpPr>
          <a:xfrm>
            <a:off x="5728918" y="5508848"/>
            <a:ext cx="736600" cy="736600"/>
            <a:chOff x="5728918" y="5390550"/>
            <a:chExt cx="736600" cy="736600"/>
          </a:xfrm>
        </p:grpSpPr>
        <p:sp>
          <p:nvSpPr>
            <p:cNvPr id="138" name="Oval 137">
              <a:extLst>
                <a:ext uri="{FF2B5EF4-FFF2-40B4-BE49-F238E27FC236}">
                  <a16:creationId xmlns:a16="http://schemas.microsoft.com/office/drawing/2014/main" id="{F01296C9-3D27-F8F4-9464-2FA506FA93EF}"/>
                </a:ext>
              </a:extLst>
            </p:cNvPr>
            <p:cNvSpPr/>
            <p:nvPr/>
          </p:nvSpPr>
          <p:spPr>
            <a:xfrm>
              <a:off x="5728918"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9" name="Graphic 138">
              <a:extLst>
                <a:ext uri="{FF2B5EF4-FFF2-40B4-BE49-F238E27FC236}">
                  <a16:creationId xmlns:a16="http://schemas.microsoft.com/office/drawing/2014/main" id="{3049A68F-1F31-2190-5B10-8AE9CD892E57}"/>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5927469" y="5542804"/>
              <a:ext cx="339499" cy="432092"/>
            </a:xfrm>
            <a:prstGeom prst="rect">
              <a:avLst/>
            </a:prstGeom>
          </p:spPr>
        </p:pic>
      </p:grpSp>
      <p:grpSp>
        <p:nvGrpSpPr>
          <p:cNvPr id="140" name="Group 139">
            <a:extLst>
              <a:ext uri="{FF2B5EF4-FFF2-40B4-BE49-F238E27FC236}">
                <a16:creationId xmlns:a16="http://schemas.microsoft.com/office/drawing/2014/main" id="{12D1AF2E-667B-3035-74AD-EB71CCC57F28}"/>
              </a:ext>
            </a:extLst>
          </p:cNvPr>
          <p:cNvGrpSpPr/>
          <p:nvPr/>
        </p:nvGrpSpPr>
        <p:grpSpPr>
          <a:xfrm>
            <a:off x="551332" y="4608784"/>
            <a:ext cx="736600" cy="736600"/>
            <a:chOff x="551332" y="4490486"/>
            <a:chExt cx="736600" cy="736600"/>
          </a:xfrm>
        </p:grpSpPr>
        <p:sp>
          <p:nvSpPr>
            <p:cNvPr id="141" name="Oval 140">
              <a:extLst>
                <a:ext uri="{FF2B5EF4-FFF2-40B4-BE49-F238E27FC236}">
                  <a16:creationId xmlns:a16="http://schemas.microsoft.com/office/drawing/2014/main" id="{8AF07F67-4D17-0278-B534-D2A6F1F6AC0F}"/>
                </a:ext>
              </a:extLst>
            </p:cNvPr>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2" name="Graphic 141">
              <a:extLst>
                <a:ext uri="{FF2B5EF4-FFF2-40B4-BE49-F238E27FC236}">
                  <a16:creationId xmlns:a16="http://schemas.microsoft.com/office/drawing/2014/main" id="{D3BC290F-FC83-1DD5-BA61-E6389E8C6F98}"/>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13874" y="4673605"/>
              <a:ext cx="411516" cy="370363"/>
            </a:xfrm>
            <a:prstGeom prst="rect">
              <a:avLst/>
            </a:prstGeom>
          </p:spPr>
        </p:pic>
      </p:grpSp>
      <p:grpSp>
        <p:nvGrpSpPr>
          <p:cNvPr id="143" name="Group 142">
            <a:extLst>
              <a:ext uri="{FF2B5EF4-FFF2-40B4-BE49-F238E27FC236}">
                <a16:creationId xmlns:a16="http://schemas.microsoft.com/office/drawing/2014/main" id="{E3ADF56B-FE9D-94BA-76E5-B72FB75971E0}"/>
              </a:ext>
            </a:extLst>
          </p:cNvPr>
          <p:cNvGrpSpPr/>
          <p:nvPr/>
        </p:nvGrpSpPr>
        <p:grpSpPr>
          <a:xfrm>
            <a:off x="1414263" y="4608784"/>
            <a:ext cx="736600" cy="736600"/>
            <a:chOff x="1414263" y="4490486"/>
            <a:chExt cx="736600" cy="736600"/>
          </a:xfrm>
        </p:grpSpPr>
        <p:sp>
          <p:nvSpPr>
            <p:cNvPr id="144" name="Oval 143">
              <a:extLst>
                <a:ext uri="{FF2B5EF4-FFF2-40B4-BE49-F238E27FC236}">
                  <a16:creationId xmlns:a16="http://schemas.microsoft.com/office/drawing/2014/main" id="{8FD3E4F2-89C1-55F4-14FB-AE5F37C66F03}"/>
                </a:ext>
              </a:extLst>
            </p:cNvPr>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5" name="Graphic 144">
              <a:extLst>
                <a:ext uri="{FF2B5EF4-FFF2-40B4-BE49-F238E27FC236}">
                  <a16:creationId xmlns:a16="http://schemas.microsoft.com/office/drawing/2014/main" id="{BC5D04B5-E0C9-5D36-10F0-BC59ABE9D445}"/>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1504790" y="4673605"/>
              <a:ext cx="555546" cy="370363"/>
            </a:xfrm>
            <a:prstGeom prst="rect">
              <a:avLst/>
            </a:prstGeom>
          </p:spPr>
        </p:pic>
      </p:grpSp>
      <p:grpSp>
        <p:nvGrpSpPr>
          <p:cNvPr id="146" name="Group 145">
            <a:extLst>
              <a:ext uri="{FF2B5EF4-FFF2-40B4-BE49-F238E27FC236}">
                <a16:creationId xmlns:a16="http://schemas.microsoft.com/office/drawing/2014/main" id="{F65E7CA9-180C-37F8-7004-6371C1EF5C7B}"/>
              </a:ext>
            </a:extLst>
          </p:cNvPr>
          <p:cNvGrpSpPr/>
          <p:nvPr/>
        </p:nvGrpSpPr>
        <p:grpSpPr>
          <a:xfrm>
            <a:off x="2277194" y="4608784"/>
            <a:ext cx="736600" cy="736600"/>
            <a:chOff x="2277194" y="4490486"/>
            <a:chExt cx="736600" cy="736600"/>
          </a:xfrm>
        </p:grpSpPr>
        <p:sp>
          <p:nvSpPr>
            <p:cNvPr id="147" name="Oval 146">
              <a:extLst>
                <a:ext uri="{FF2B5EF4-FFF2-40B4-BE49-F238E27FC236}">
                  <a16:creationId xmlns:a16="http://schemas.microsoft.com/office/drawing/2014/main" id="{C29D3AC0-8033-8898-4076-DC33F68CD99D}"/>
                </a:ext>
              </a:extLst>
            </p:cNvPr>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8" name="Graphic 147">
              <a:extLst>
                <a:ext uri="{FF2B5EF4-FFF2-40B4-BE49-F238E27FC236}">
                  <a16:creationId xmlns:a16="http://schemas.microsoft.com/office/drawing/2014/main" id="{C1419614-E248-C029-8FB5-B9AA9523ADD0}"/>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2429449" y="4627308"/>
              <a:ext cx="432091" cy="462956"/>
            </a:xfrm>
            <a:prstGeom prst="rect">
              <a:avLst/>
            </a:prstGeom>
          </p:spPr>
        </p:pic>
      </p:grpSp>
      <p:grpSp>
        <p:nvGrpSpPr>
          <p:cNvPr id="149" name="Group 148">
            <a:extLst>
              <a:ext uri="{FF2B5EF4-FFF2-40B4-BE49-F238E27FC236}">
                <a16:creationId xmlns:a16="http://schemas.microsoft.com/office/drawing/2014/main" id="{FFEA9F25-70BB-8ADD-ECCC-5C9421F8D119}"/>
              </a:ext>
            </a:extLst>
          </p:cNvPr>
          <p:cNvGrpSpPr/>
          <p:nvPr/>
        </p:nvGrpSpPr>
        <p:grpSpPr>
          <a:xfrm>
            <a:off x="3140125" y="4608784"/>
            <a:ext cx="736600" cy="736600"/>
            <a:chOff x="3140125" y="4490486"/>
            <a:chExt cx="736600" cy="736600"/>
          </a:xfrm>
        </p:grpSpPr>
        <p:sp>
          <p:nvSpPr>
            <p:cNvPr id="150" name="Oval 149">
              <a:extLst>
                <a:ext uri="{FF2B5EF4-FFF2-40B4-BE49-F238E27FC236}">
                  <a16:creationId xmlns:a16="http://schemas.microsoft.com/office/drawing/2014/main" id="{9871B280-7216-A8D7-C3AE-82F5057B2A5E}"/>
                </a:ext>
              </a:extLst>
            </p:cNvPr>
            <p:cNvSpPr/>
            <p:nvPr/>
          </p:nvSpPr>
          <p:spPr>
            <a:xfrm>
              <a:off x="3140125"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1" name="Graphic 150">
              <a:extLst>
                <a:ext uri="{FF2B5EF4-FFF2-40B4-BE49-F238E27FC236}">
                  <a16:creationId xmlns:a16="http://schemas.microsoft.com/office/drawing/2014/main" id="{CA6DC0E1-7555-4588-B34F-BFF5F351952E}"/>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3287235" y="4637596"/>
              <a:ext cx="442380" cy="442380"/>
            </a:xfrm>
            <a:prstGeom prst="rect">
              <a:avLst/>
            </a:prstGeom>
          </p:spPr>
        </p:pic>
      </p:grpSp>
      <p:grpSp>
        <p:nvGrpSpPr>
          <p:cNvPr id="152" name="Group 151">
            <a:extLst>
              <a:ext uri="{FF2B5EF4-FFF2-40B4-BE49-F238E27FC236}">
                <a16:creationId xmlns:a16="http://schemas.microsoft.com/office/drawing/2014/main" id="{460681BA-450F-52C2-8877-E683A159D33C}"/>
              </a:ext>
            </a:extLst>
          </p:cNvPr>
          <p:cNvGrpSpPr/>
          <p:nvPr/>
        </p:nvGrpSpPr>
        <p:grpSpPr>
          <a:xfrm>
            <a:off x="4003056" y="4608784"/>
            <a:ext cx="736600" cy="736600"/>
            <a:chOff x="4003056" y="4490486"/>
            <a:chExt cx="736600" cy="736600"/>
          </a:xfrm>
        </p:grpSpPr>
        <p:sp>
          <p:nvSpPr>
            <p:cNvPr id="153" name="Oval 152">
              <a:extLst>
                <a:ext uri="{FF2B5EF4-FFF2-40B4-BE49-F238E27FC236}">
                  <a16:creationId xmlns:a16="http://schemas.microsoft.com/office/drawing/2014/main" id="{5482DCD0-6872-FD4B-8290-4D33B793BB6A}"/>
                </a:ext>
              </a:extLst>
            </p:cNvPr>
            <p:cNvSpPr/>
            <p:nvPr/>
          </p:nvSpPr>
          <p:spPr>
            <a:xfrm>
              <a:off x="4003056"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4" name="Graphic 153">
              <a:extLst>
                <a:ext uri="{FF2B5EF4-FFF2-40B4-BE49-F238E27FC236}">
                  <a16:creationId xmlns:a16="http://schemas.microsoft.com/office/drawing/2014/main" id="{5AE0ED1C-560D-13F3-7E1C-EDD2DFBC9484}"/>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4145023" y="4653028"/>
              <a:ext cx="452667" cy="411516"/>
            </a:xfrm>
            <a:prstGeom prst="rect">
              <a:avLst/>
            </a:prstGeom>
          </p:spPr>
        </p:pic>
      </p:grpSp>
      <p:grpSp>
        <p:nvGrpSpPr>
          <p:cNvPr id="155" name="Group 154">
            <a:extLst>
              <a:ext uri="{FF2B5EF4-FFF2-40B4-BE49-F238E27FC236}">
                <a16:creationId xmlns:a16="http://schemas.microsoft.com/office/drawing/2014/main" id="{BAEA7C1E-DF36-472E-E760-8A6689840BC8}"/>
              </a:ext>
            </a:extLst>
          </p:cNvPr>
          <p:cNvGrpSpPr/>
          <p:nvPr/>
        </p:nvGrpSpPr>
        <p:grpSpPr>
          <a:xfrm>
            <a:off x="4865987" y="4608784"/>
            <a:ext cx="736600" cy="736600"/>
            <a:chOff x="4865987" y="4490486"/>
            <a:chExt cx="736600" cy="736600"/>
          </a:xfrm>
        </p:grpSpPr>
        <p:sp>
          <p:nvSpPr>
            <p:cNvPr id="156" name="Oval 155">
              <a:extLst>
                <a:ext uri="{FF2B5EF4-FFF2-40B4-BE49-F238E27FC236}">
                  <a16:creationId xmlns:a16="http://schemas.microsoft.com/office/drawing/2014/main" id="{5C28A516-95A2-3DDD-9CBF-91A281DD25DD}"/>
                </a:ext>
              </a:extLst>
            </p:cNvPr>
            <p:cNvSpPr/>
            <p:nvPr/>
          </p:nvSpPr>
          <p:spPr>
            <a:xfrm>
              <a:off x="486598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7" name="Graphic 156">
              <a:extLst>
                <a:ext uri="{FF2B5EF4-FFF2-40B4-BE49-F238E27FC236}">
                  <a16:creationId xmlns:a16="http://schemas.microsoft.com/office/drawing/2014/main" id="{44F6ED0B-7D64-EB56-E077-5915CCE2D2D3}"/>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5018242" y="4627308"/>
              <a:ext cx="432091" cy="462956"/>
            </a:xfrm>
            <a:prstGeom prst="rect">
              <a:avLst/>
            </a:prstGeom>
          </p:spPr>
        </p:pic>
      </p:grpSp>
      <p:grpSp>
        <p:nvGrpSpPr>
          <p:cNvPr id="158" name="Group 157">
            <a:extLst>
              <a:ext uri="{FF2B5EF4-FFF2-40B4-BE49-F238E27FC236}">
                <a16:creationId xmlns:a16="http://schemas.microsoft.com/office/drawing/2014/main" id="{814D1276-DCFF-0D5C-B99B-4CACFDADF626}"/>
              </a:ext>
            </a:extLst>
          </p:cNvPr>
          <p:cNvGrpSpPr/>
          <p:nvPr/>
        </p:nvGrpSpPr>
        <p:grpSpPr>
          <a:xfrm>
            <a:off x="5728918" y="4608784"/>
            <a:ext cx="736600" cy="736600"/>
            <a:chOff x="5728918" y="4490486"/>
            <a:chExt cx="736600" cy="736600"/>
          </a:xfrm>
        </p:grpSpPr>
        <p:sp>
          <p:nvSpPr>
            <p:cNvPr id="159" name="Oval 158">
              <a:extLst>
                <a:ext uri="{FF2B5EF4-FFF2-40B4-BE49-F238E27FC236}">
                  <a16:creationId xmlns:a16="http://schemas.microsoft.com/office/drawing/2014/main" id="{E78E102F-9EAC-AEEE-FF20-315D08B748EC}"/>
                </a:ext>
              </a:extLst>
            </p:cNvPr>
            <p:cNvSpPr/>
            <p:nvPr/>
          </p:nvSpPr>
          <p:spPr>
            <a:xfrm>
              <a:off x="5728918"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0" name="Graphic 159">
              <a:extLst>
                <a:ext uri="{FF2B5EF4-FFF2-40B4-BE49-F238E27FC236}">
                  <a16:creationId xmlns:a16="http://schemas.microsoft.com/office/drawing/2014/main" id="{5D4D1D20-8720-3982-968A-AC4A3A3E0261}"/>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5901749" y="4673605"/>
              <a:ext cx="390939" cy="370363"/>
            </a:xfrm>
            <a:prstGeom prst="rect">
              <a:avLst/>
            </a:prstGeom>
          </p:spPr>
        </p:pic>
      </p:grpSp>
      <p:grpSp>
        <p:nvGrpSpPr>
          <p:cNvPr id="161" name="Group 160">
            <a:extLst>
              <a:ext uri="{FF2B5EF4-FFF2-40B4-BE49-F238E27FC236}">
                <a16:creationId xmlns:a16="http://schemas.microsoft.com/office/drawing/2014/main" id="{30B9B4A0-04DF-AC6C-5513-DAAE06D3D209}"/>
              </a:ext>
            </a:extLst>
          </p:cNvPr>
          <p:cNvGrpSpPr/>
          <p:nvPr/>
        </p:nvGrpSpPr>
        <p:grpSpPr>
          <a:xfrm>
            <a:off x="6591849" y="4608784"/>
            <a:ext cx="736600" cy="736600"/>
            <a:chOff x="6591849" y="4490486"/>
            <a:chExt cx="736600" cy="736600"/>
          </a:xfrm>
        </p:grpSpPr>
        <p:sp>
          <p:nvSpPr>
            <p:cNvPr id="162" name="Oval 161">
              <a:extLst>
                <a:ext uri="{FF2B5EF4-FFF2-40B4-BE49-F238E27FC236}">
                  <a16:creationId xmlns:a16="http://schemas.microsoft.com/office/drawing/2014/main" id="{6CED76B4-6993-B248-8E67-6664F91E8EBB}"/>
                </a:ext>
              </a:extLst>
            </p:cNvPr>
            <p:cNvSpPr/>
            <p:nvPr/>
          </p:nvSpPr>
          <p:spPr>
            <a:xfrm>
              <a:off x="6591849"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3" name="Graphic 162">
              <a:extLst>
                <a:ext uri="{FF2B5EF4-FFF2-40B4-BE49-F238E27FC236}">
                  <a16:creationId xmlns:a16="http://schemas.microsoft.com/office/drawing/2014/main" id="{05EEF978-806F-4FAC-1421-486D7D52AD09}"/>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6774968" y="4694180"/>
              <a:ext cx="370363" cy="329212"/>
            </a:xfrm>
            <a:prstGeom prst="rect">
              <a:avLst/>
            </a:prstGeom>
          </p:spPr>
        </p:pic>
      </p:grpSp>
      <p:grpSp>
        <p:nvGrpSpPr>
          <p:cNvPr id="164" name="Group 163">
            <a:extLst>
              <a:ext uri="{FF2B5EF4-FFF2-40B4-BE49-F238E27FC236}">
                <a16:creationId xmlns:a16="http://schemas.microsoft.com/office/drawing/2014/main" id="{CEC6269A-6D28-FC2E-86C6-EA63BF16A860}"/>
              </a:ext>
            </a:extLst>
          </p:cNvPr>
          <p:cNvGrpSpPr/>
          <p:nvPr/>
        </p:nvGrpSpPr>
        <p:grpSpPr>
          <a:xfrm>
            <a:off x="7454777" y="4608784"/>
            <a:ext cx="736600" cy="736600"/>
            <a:chOff x="7454777" y="4490486"/>
            <a:chExt cx="736600" cy="736600"/>
          </a:xfrm>
        </p:grpSpPr>
        <p:sp>
          <p:nvSpPr>
            <p:cNvPr id="165" name="Oval 164">
              <a:extLst>
                <a:ext uri="{FF2B5EF4-FFF2-40B4-BE49-F238E27FC236}">
                  <a16:creationId xmlns:a16="http://schemas.microsoft.com/office/drawing/2014/main" id="{C5981FD6-25B5-02ED-7FD0-A8E203E38033}"/>
                </a:ext>
              </a:extLst>
            </p:cNvPr>
            <p:cNvSpPr/>
            <p:nvPr/>
          </p:nvSpPr>
          <p:spPr>
            <a:xfrm>
              <a:off x="745477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6" name="Graphic 165">
              <a:extLst>
                <a:ext uri="{FF2B5EF4-FFF2-40B4-BE49-F238E27FC236}">
                  <a16:creationId xmlns:a16="http://schemas.microsoft.com/office/drawing/2014/main" id="{1F534D70-33D0-6819-5C56-2CF684A001C9}"/>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7648183" y="4642740"/>
              <a:ext cx="349788" cy="432092"/>
            </a:xfrm>
            <a:prstGeom prst="rect">
              <a:avLst/>
            </a:prstGeom>
          </p:spPr>
        </p:pic>
      </p:grpSp>
      <p:grpSp>
        <p:nvGrpSpPr>
          <p:cNvPr id="167" name="Group 166">
            <a:extLst>
              <a:ext uri="{FF2B5EF4-FFF2-40B4-BE49-F238E27FC236}">
                <a16:creationId xmlns:a16="http://schemas.microsoft.com/office/drawing/2014/main" id="{E31C6895-F354-494B-5721-5EE9BA86D1BF}"/>
              </a:ext>
            </a:extLst>
          </p:cNvPr>
          <p:cNvGrpSpPr/>
          <p:nvPr/>
        </p:nvGrpSpPr>
        <p:grpSpPr>
          <a:xfrm>
            <a:off x="4865987" y="5508848"/>
            <a:ext cx="736600" cy="736600"/>
            <a:chOff x="4865987" y="5390550"/>
            <a:chExt cx="736600" cy="736600"/>
          </a:xfrm>
        </p:grpSpPr>
        <p:sp>
          <p:nvSpPr>
            <p:cNvPr id="168" name="Oval 167">
              <a:extLst>
                <a:ext uri="{FF2B5EF4-FFF2-40B4-BE49-F238E27FC236}">
                  <a16:creationId xmlns:a16="http://schemas.microsoft.com/office/drawing/2014/main" id="{190531E7-2DFD-60A7-25B3-4F820040FB10}"/>
                </a:ext>
              </a:extLst>
            </p:cNvPr>
            <p:cNvSpPr/>
            <p:nvPr/>
          </p:nvSpPr>
          <p:spPr>
            <a:xfrm>
              <a:off x="486598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9" name="Graphic 168">
              <a:extLst>
                <a:ext uri="{FF2B5EF4-FFF2-40B4-BE49-F238E27FC236}">
                  <a16:creationId xmlns:a16="http://schemas.microsoft.com/office/drawing/2014/main" id="{5164C668-6025-F292-8EC3-D2F1BB0FDE90}"/>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5043961" y="5568524"/>
              <a:ext cx="380652" cy="380652"/>
            </a:xfrm>
            <a:prstGeom prst="rect">
              <a:avLst/>
            </a:prstGeom>
          </p:spPr>
        </p:pic>
      </p:grpSp>
      <p:grpSp>
        <p:nvGrpSpPr>
          <p:cNvPr id="170" name="Group 169">
            <a:extLst>
              <a:ext uri="{FF2B5EF4-FFF2-40B4-BE49-F238E27FC236}">
                <a16:creationId xmlns:a16="http://schemas.microsoft.com/office/drawing/2014/main" id="{978860A7-DA0B-0459-BC29-86E74BD1D9E6}"/>
              </a:ext>
            </a:extLst>
          </p:cNvPr>
          <p:cNvGrpSpPr/>
          <p:nvPr/>
        </p:nvGrpSpPr>
        <p:grpSpPr>
          <a:xfrm>
            <a:off x="551332" y="5508848"/>
            <a:ext cx="736600" cy="736600"/>
            <a:chOff x="551332" y="5390550"/>
            <a:chExt cx="736600" cy="736600"/>
          </a:xfrm>
        </p:grpSpPr>
        <p:sp>
          <p:nvSpPr>
            <p:cNvPr id="171" name="Oval 170">
              <a:extLst>
                <a:ext uri="{FF2B5EF4-FFF2-40B4-BE49-F238E27FC236}">
                  <a16:creationId xmlns:a16="http://schemas.microsoft.com/office/drawing/2014/main" id="{1E9545E8-A84D-E2BB-3877-97458F081AC5}"/>
                </a:ext>
              </a:extLst>
            </p:cNvPr>
            <p:cNvSpPr/>
            <p:nvPr/>
          </p:nvSpPr>
          <p:spPr>
            <a:xfrm>
              <a:off x="551332"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2" name="Graphic 171">
              <a:extLst>
                <a:ext uri="{FF2B5EF4-FFF2-40B4-BE49-F238E27FC236}">
                  <a16:creationId xmlns:a16="http://schemas.microsoft.com/office/drawing/2014/main" id="{9749CE96-46BC-174E-6DDD-D5DB0CA1CE1D}"/>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749883" y="5532517"/>
              <a:ext cx="339499" cy="452667"/>
            </a:xfrm>
            <a:prstGeom prst="rect">
              <a:avLst/>
            </a:prstGeom>
          </p:spPr>
        </p:pic>
      </p:grpSp>
      <p:grpSp>
        <p:nvGrpSpPr>
          <p:cNvPr id="173" name="Group 172">
            <a:extLst>
              <a:ext uri="{FF2B5EF4-FFF2-40B4-BE49-F238E27FC236}">
                <a16:creationId xmlns:a16="http://schemas.microsoft.com/office/drawing/2014/main" id="{5C7FC0F1-A973-32CD-2C73-AFEA85D21D27}"/>
              </a:ext>
            </a:extLst>
          </p:cNvPr>
          <p:cNvGrpSpPr/>
          <p:nvPr/>
        </p:nvGrpSpPr>
        <p:grpSpPr>
          <a:xfrm>
            <a:off x="1414263" y="5508848"/>
            <a:ext cx="736600" cy="736600"/>
            <a:chOff x="1414263" y="5390550"/>
            <a:chExt cx="736600" cy="736600"/>
          </a:xfrm>
        </p:grpSpPr>
        <p:sp>
          <p:nvSpPr>
            <p:cNvPr id="174" name="Oval 173">
              <a:extLst>
                <a:ext uri="{FF2B5EF4-FFF2-40B4-BE49-F238E27FC236}">
                  <a16:creationId xmlns:a16="http://schemas.microsoft.com/office/drawing/2014/main" id="{1CBC52E5-7AE0-8E41-54AF-22EF65DAD120}"/>
                </a:ext>
              </a:extLst>
            </p:cNvPr>
            <p:cNvSpPr/>
            <p:nvPr/>
          </p:nvSpPr>
          <p:spPr>
            <a:xfrm>
              <a:off x="1414263"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5" name="Graphic 174">
              <a:extLst>
                <a:ext uri="{FF2B5EF4-FFF2-40B4-BE49-F238E27FC236}">
                  <a16:creationId xmlns:a16="http://schemas.microsoft.com/office/drawing/2014/main" id="{D2D67383-CA38-5E8C-AD2A-D5027FCD8861}"/>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1515078" y="5568524"/>
              <a:ext cx="534970" cy="380652"/>
            </a:xfrm>
            <a:prstGeom prst="rect">
              <a:avLst/>
            </a:prstGeom>
          </p:spPr>
        </p:pic>
      </p:grpSp>
      <p:grpSp>
        <p:nvGrpSpPr>
          <p:cNvPr id="176" name="Group 175">
            <a:extLst>
              <a:ext uri="{FF2B5EF4-FFF2-40B4-BE49-F238E27FC236}">
                <a16:creationId xmlns:a16="http://schemas.microsoft.com/office/drawing/2014/main" id="{48B06C21-0777-E936-4096-02341E381DDD}"/>
              </a:ext>
            </a:extLst>
          </p:cNvPr>
          <p:cNvGrpSpPr/>
          <p:nvPr/>
        </p:nvGrpSpPr>
        <p:grpSpPr>
          <a:xfrm>
            <a:off x="2277194" y="5508848"/>
            <a:ext cx="736600" cy="736600"/>
            <a:chOff x="2277194" y="5390550"/>
            <a:chExt cx="736600" cy="736600"/>
          </a:xfrm>
        </p:grpSpPr>
        <p:sp>
          <p:nvSpPr>
            <p:cNvPr id="177" name="Oval 176">
              <a:extLst>
                <a:ext uri="{FF2B5EF4-FFF2-40B4-BE49-F238E27FC236}">
                  <a16:creationId xmlns:a16="http://schemas.microsoft.com/office/drawing/2014/main" id="{6A84FA34-AE9E-F4B6-17EB-C5DED17CB3A1}"/>
                </a:ext>
              </a:extLst>
            </p:cNvPr>
            <p:cNvSpPr/>
            <p:nvPr/>
          </p:nvSpPr>
          <p:spPr>
            <a:xfrm>
              <a:off x="2277194"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8" name="Graphic 177">
              <a:extLst>
                <a:ext uri="{FF2B5EF4-FFF2-40B4-BE49-F238E27FC236}">
                  <a16:creationId xmlns:a16="http://schemas.microsoft.com/office/drawing/2014/main" id="{194F8D56-6C02-CC71-8148-C809918C0A6A}"/>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2383153" y="5583956"/>
              <a:ext cx="524683" cy="349788"/>
            </a:xfrm>
            <a:prstGeom prst="rect">
              <a:avLst/>
            </a:prstGeom>
          </p:spPr>
        </p:pic>
      </p:grpSp>
      <p:grpSp>
        <p:nvGrpSpPr>
          <p:cNvPr id="179" name="Group 178">
            <a:extLst>
              <a:ext uri="{FF2B5EF4-FFF2-40B4-BE49-F238E27FC236}">
                <a16:creationId xmlns:a16="http://schemas.microsoft.com/office/drawing/2014/main" id="{8305D4EE-A04C-F8EE-482A-961DC2F28544}"/>
              </a:ext>
            </a:extLst>
          </p:cNvPr>
          <p:cNvGrpSpPr/>
          <p:nvPr/>
        </p:nvGrpSpPr>
        <p:grpSpPr>
          <a:xfrm>
            <a:off x="3140125" y="5508848"/>
            <a:ext cx="736600" cy="736600"/>
            <a:chOff x="3140125" y="5390550"/>
            <a:chExt cx="736600" cy="736600"/>
          </a:xfrm>
        </p:grpSpPr>
        <p:sp>
          <p:nvSpPr>
            <p:cNvPr id="180" name="Oval 179">
              <a:extLst>
                <a:ext uri="{FF2B5EF4-FFF2-40B4-BE49-F238E27FC236}">
                  <a16:creationId xmlns:a16="http://schemas.microsoft.com/office/drawing/2014/main" id="{2C1C1D84-8EE1-43FA-8C33-E6D9F710B934}"/>
                </a:ext>
              </a:extLst>
            </p:cNvPr>
            <p:cNvSpPr/>
            <p:nvPr/>
          </p:nvSpPr>
          <p:spPr>
            <a:xfrm>
              <a:off x="3140125"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1" name="Graphic 180">
              <a:extLst>
                <a:ext uri="{FF2B5EF4-FFF2-40B4-BE49-F238E27FC236}">
                  <a16:creationId xmlns:a16="http://schemas.microsoft.com/office/drawing/2014/main" id="{F67425B6-6BDA-6C98-FFF9-A647B3FC6C7A}"/>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3292380" y="5537660"/>
              <a:ext cx="432091" cy="442380"/>
            </a:xfrm>
            <a:prstGeom prst="rect">
              <a:avLst/>
            </a:prstGeom>
          </p:spPr>
        </p:pic>
      </p:grpSp>
      <p:grpSp>
        <p:nvGrpSpPr>
          <p:cNvPr id="182" name="Group 181">
            <a:extLst>
              <a:ext uri="{FF2B5EF4-FFF2-40B4-BE49-F238E27FC236}">
                <a16:creationId xmlns:a16="http://schemas.microsoft.com/office/drawing/2014/main" id="{729788A6-BCA4-8CA1-7F88-A12D33548BE4}"/>
              </a:ext>
            </a:extLst>
          </p:cNvPr>
          <p:cNvGrpSpPr/>
          <p:nvPr/>
        </p:nvGrpSpPr>
        <p:grpSpPr>
          <a:xfrm>
            <a:off x="4003056" y="5508848"/>
            <a:ext cx="736600" cy="736600"/>
            <a:chOff x="4003056" y="5390550"/>
            <a:chExt cx="736600" cy="736600"/>
          </a:xfrm>
        </p:grpSpPr>
        <p:sp>
          <p:nvSpPr>
            <p:cNvPr id="183" name="Oval 182">
              <a:extLst>
                <a:ext uri="{FF2B5EF4-FFF2-40B4-BE49-F238E27FC236}">
                  <a16:creationId xmlns:a16="http://schemas.microsoft.com/office/drawing/2014/main" id="{818BD482-B83E-C507-468E-A2843A86093E}"/>
                </a:ext>
              </a:extLst>
            </p:cNvPr>
            <p:cNvSpPr/>
            <p:nvPr/>
          </p:nvSpPr>
          <p:spPr>
            <a:xfrm>
              <a:off x="400305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4" name="Graphic 183">
              <a:extLst>
                <a:ext uri="{FF2B5EF4-FFF2-40B4-BE49-F238E27FC236}">
                  <a16:creationId xmlns:a16="http://schemas.microsoft.com/office/drawing/2014/main" id="{CAF81483-1C3D-D5C2-2084-649AF9A5F61D}"/>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4124447" y="5604532"/>
              <a:ext cx="493819" cy="308636"/>
            </a:xfrm>
            <a:prstGeom prst="rect">
              <a:avLst/>
            </a:prstGeom>
          </p:spPr>
        </p:pic>
      </p:grpSp>
    </p:spTree>
    <p:extLst>
      <p:ext uri="{BB962C8B-B14F-4D97-AF65-F5344CB8AC3E}">
        <p14:creationId xmlns:p14="http://schemas.microsoft.com/office/powerpoint/2010/main" val="1564011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214A0E6F-07B0-52F2-7D52-95849C9122AE}"/>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40000"/>
            <a:ext cx="12384088" cy="543914"/>
          </a:xfrm>
        </p:spPr>
        <p:txBody>
          <a:bodyPr/>
          <a:lstStyle/>
          <a:p>
            <a:r>
              <a:rPr lang="en-GB"/>
              <a:t>Strategy &amp; Management</a:t>
            </a:r>
          </a:p>
        </p:txBody>
      </p:sp>
      <p:sp>
        <p:nvSpPr>
          <p:cNvPr id="8" name="Content Placeholder 5">
            <a:extLst>
              <a:ext uri="{FF2B5EF4-FFF2-40B4-BE49-F238E27FC236}">
                <a16:creationId xmlns:a16="http://schemas.microsoft.com/office/drawing/2014/main" id="{32FB8706-820E-9C44-554C-0235FC97484A}"/>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E81AFA86-3F2E-51E0-6211-8C7A9DFA5CED}"/>
              </a:ext>
            </a:extLst>
          </p:cNvPr>
          <p:cNvGrpSpPr/>
          <p:nvPr/>
        </p:nvGrpSpPr>
        <p:grpSpPr>
          <a:xfrm>
            <a:off x="551332" y="1800225"/>
            <a:ext cx="736600" cy="736600"/>
            <a:chOff x="551332" y="1681927"/>
            <a:chExt cx="736600" cy="736600"/>
          </a:xfrm>
        </p:grpSpPr>
        <p:sp>
          <p:nvSpPr>
            <p:cNvPr id="3" name="Oval 2">
              <a:extLst>
                <a:ext uri="{FF2B5EF4-FFF2-40B4-BE49-F238E27FC236}">
                  <a16:creationId xmlns:a16="http://schemas.microsoft.com/office/drawing/2014/main" id="{4A1F4BD5-7A2A-6D08-D2D7-097FF202514D}"/>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 name="Graphic 5">
              <a:extLst>
                <a:ext uri="{FF2B5EF4-FFF2-40B4-BE49-F238E27FC236}">
                  <a16:creationId xmlns:a16="http://schemas.microsoft.com/office/drawing/2014/main" id="{5CC02624-5E49-9679-A4B3-E1821F4B59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8706" y="1833845"/>
              <a:ext cx="401853" cy="432764"/>
            </a:xfrm>
            <a:prstGeom prst="rect">
              <a:avLst/>
            </a:prstGeom>
          </p:spPr>
        </p:pic>
      </p:grpSp>
      <p:grpSp>
        <p:nvGrpSpPr>
          <p:cNvPr id="7" name="Group 6">
            <a:extLst>
              <a:ext uri="{FF2B5EF4-FFF2-40B4-BE49-F238E27FC236}">
                <a16:creationId xmlns:a16="http://schemas.microsoft.com/office/drawing/2014/main" id="{231E4906-986B-DEF2-21B6-6A188B376668}"/>
              </a:ext>
            </a:extLst>
          </p:cNvPr>
          <p:cNvGrpSpPr/>
          <p:nvPr/>
        </p:nvGrpSpPr>
        <p:grpSpPr>
          <a:xfrm>
            <a:off x="1414263" y="1800225"/>
            <a:ext cx="736600" cy="736600"/>
            <a:chOff x="1414263" y="1681927"/>
            <a:chExt cx="736600" cy="736600"/>
          </a:xfrm>
        </p:grpSpPr>
        <p:sp>
          <p:nvSpPr>
            <p:cNvPr id="9" name="Oval 8">
              <a:extLst>
                <a:ext uri="{FF2B5EF4-FFF2-40B4-BE49-F238E27FC236}">
                  <a16:creationId xmlns:a16="http://schemas.microsoft.com/office/drawing/2014/main" id="{30CD1C39-45F7-3762-8D97-9D234169F47C}"/>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 name="Graphic 9">
              <a:extLst>
                <a:ext uri="{FF2B5EF4-FFF2-40B4-BE49-F238E27FC236}">
                  <a16:creationId xmlns:a16="http://schemas.microsoft.com/office/drawing/2014/main" id="{3D3B2695-86A3-C195-834A-3BDD7749B6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81637" y="1833845"/>
              <a:ext cx="401853" cy="432764"/>
            </a:xfrm>
            <a:prstGeom prst="rect">
              <a:avLst/>
            </a:prstGeom>
          </p:spPr>
        </p:pic>
      </p:grpSp>
      <p:grpSp>
        <p:nvGrpSpPr>
          <p:cNvPr id="11" name="Group 10">
            <a:extLst>
              <a:ext uri="{FF2B5EF4-FFF2-40B4-BE49-F238E27FC236}">
                <a16:creationId xmlns:a16="http://schemas.microsoft.com/office/drawing/2014/main" id="{0D3A35D2-FB4C-4749-8D7B-8EA0F80CB820}"/>
              </a:ext>
            </a:extLst>
          </p:cNvPr>
          <p:cNvGrpSpPr/>
          <p:nvPr/>
        </p:nvGrpSpPr>
        <p:grpSpPr>
          <a:xfrm>
            <a:off x="2277194" y="1800225"/>
            <a:ext cx="736600" cy="736600"/>
            <a:chOff x="2277194" y="1681927"/>
            <a:chExt cx="736600" cy="736600"/>
          </a:xfrm>
        </p:grpSpPr>
        <p:sp>
          <p:nvSpPr>
            <p:cNvPr id="12" name="Oval 11">
              <a:extLst>
                <a:ext uri="{FF2B5EF4-FFF2-40B4-BE49-F238E27FC236}">
                  <a16:creationId xmlns:a16="http://schemas.microsoft.com/office/drawing/2014/main" id="{BF3C02C9-CBA9-8302-4B03-B9F89B82F957}"/>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 name="Graphic 12">
              <a:extLst>
                <a:ext uri="{FF2B5EF4-FFF2-40B4-BE49-F238E27FC236}">
                  <a16:creationId xmlns:a16="http://schemas.microsoft.com/office/drawing/2014/main" id="{2B1FF7ED-8CF2-33FB-559B-927C3F540EB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44568" y="1833845"/>
              <a:ext cx="401853" cy="432764"/>
            </a:xfrm>
            <a:prstGeom prst="rect">
              <a:avLst/>
            </a:prstGeom>
          </p:spPr>
        </p:pic>
      </p:grpSp>
      <p:grpSp>
        <p:nvGrpSpPr>
          <p:cNvPr id="14" name="Group 13">
            <a:extLst>
              <a:ext uri="{FF2B5EF4-FFF2-40B4-BE49-F238E27FC236}">
                <a16:creationId xmlns:a16="http://schemas.microsoft.com/office/drawing/2014/main" id="{80EA4BED-B4D7-8A59-B5FD-749F7B1E76B2}"/>
              </a:ext>
            </a:extLst>
          </p:cNvPr>
          <p:cNvGrpSpPr/>
          <p:nvPr/>
        </p:nvGrpSpPr>
        <p:grpSpPr>
          <a:xfrm>
            <a:off x="3140125" y="1800225"/>
            <a:ext cx="736600" cy="736600"/>
            <a:chOff x="3140125" y="1681927"/>
            <a:chExt cx="736600" cy="736600"/>
          </a:xfrm>
        </p:grpSpPr>
        <p:sp>
          <p:nvSpPr>
            <p:cNvPr id="15" name="Oval 14">
              <a:extLst>
                <a:ext uri="{FF2B5EF4-FFF2-40B4-BE49-F238E27FC236}">
                  <a16:creationId xmlns:a16="http://schemas.microsoft.com/office/drawing/2014/main" id="{ADCF07D9-B349-0D56-77D0-D247188B8D37}"/>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 name="Graphic 15">
              <a:extLst>
                <a:ext uri="{FF2B5EF4-FFF2-40B4-BE49-F238E27FC236}">
                  <a16:creationId xmlns:a16="http://schemas.microsoft.com/office/drawing/2014/main" id="{7758C05C-AD68-8B27-F139-36723AF87A1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33258" y="1813237"/>
              <a:ext cx="350334" cy="473980"/>
            </a:xfrm>
            <a:prstGeom prst="rect">
              <a:avLst/>
            </a:prstGeom>
          </p:spPr>
        </p:pic>
      </p:grpSp>
      <p:grpSp>
        <p:nvGrpSpPr>
          <p:cNvPr id="17" name="Group 16">
            <a:extLst>
              <a:ext uri="{FF2B5EF4-FFF2-40B4-BE49-F238E27FC236}">
                <a16:creationId xmlns:a16="http://schemas.microsoft.com/office/drawing/2014/main" id="{B4A22030-DB9B-3715-1893-62454155942D}"/>
              </a:ext>
            </a:extLst>
          </p:cNvPr>
          <p:cNvGrpSpPr/>
          <p:nvPr/>
        </p:nvGrpSpPr>
        <p:grpSpPr>
          <a:xfrm>
            <a:off x="4003056" y="1800225"/>
            <a:ext cx="736600" cy="736600"/>
            <a:chOff x="4003056" y="1681927"/>
            <a:chExt cx="736600" cy="736600"/>
          </a:xfrm>
        </p:grpSpPr>
        <p:sp>
          <p:nvSpPr>
            <p:cNvPr id="18" name="Oval 17">
              <a:extLst>
                <a:ext uri="{FF2B5EF4-FFF2-40B4-BE49-F238E27FC236}">
                  <a16:creationId xmlns:a16="http://schemas.microsoft.com/office/drawing/2014/main" id="{DEC0A573-B347-BE5E-DB49-1EFABD88C64F}"/>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9" name="Graphic 18">
              <a:extLst>
                <a:ext uri="{FF2B5EF4-FFF2-40B4-BE49-F238E27FC236}">
                  <a16:creationId xmlns:a16="http://schemas.microsoft.com/office/drawing/2014/main" id="{782C51BA-8A8F-5EBA-45B1-527ED16EAA3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96189" y="1813237"/>
              <a:ext cx="350334" cy="473980"/>
            </a:xfrm>
            <a:prstGeom prst="rect">
              <a:avLst/>
            </a:prstGeom>
          </p:spPr>
        </p:pic>
      </p:grpSp>
      <p:grpSp>
        <p:nvGrpSpPr>
          <p:cNvPr id="20" name="Group 19">
            <a:extLst>
              <a:ext uri="{FF2B5EF4-FFF2-40B4-BE49-F238E27FC236}">
                <a16:creationId xmlns:a16="http://schemas.microsoft.com/office/drawing/2014/main" id="{51A98F43-A175-90BB-1B19-FB542A187F13}"/>
              </a:ext>
            </a:extLst>
          </p:cNvPr>
          <p:cNvGrpSpPr/>
          <p:nvPr/>
        </p:nvGrpSpPr>
        <p:grpSpPr>
          <a:xfrm>
            <a:off x="4865987" y="1800225"/>
            <a:ext cx="736600" cy="736600"/>
            <a:chOff x="4865987" y="1681927"/>
            <a:chExt cx="736600" cy="736600"/>
          </a:xfrm>
        </p:grpSpPr>
        <p:sp>
          <p:nvSpPr>
            <p:cNvPr id="21" name="Oval 20">
              <a:extLst>
                <a:ext uri="{FF2B5EF4-FFF2-40B4-BE49-F238E27FC236}">
                  <a16:creationId xmlns:a16="http://schemas.microsoft.com/office/drawing/2014/main" id="{3E790B80-7A94-11EB-ACDF-9D07E781AFF8}"/>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2" name="Graphic 21">
              <a:extLst>
                <a:ext uri="{FF2B5EF4-FFF2-40B4-BE49-F238E27FC236}">
                  <a16:creationId xmlns:a16="http://schemas.microsoft.com/office/drawing/2014/main" id="{84F27824-D2AD-DB54-9027-90F28CABD9B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74577" y="1823542"/>
              <a:ext cx="319421" cy="453371"/>
            </a:xfrm>
            <a:prstGeom prst="rect">
              <a:avLst/>
            </a:prstGeom>
          </p:spPr>
        </p:pic>
      </p:grpSp>
      <p:grpSp>
        <p:nvGrpSpPr>
          <p:cNvPr id="23" name="Group 22">
            <a:extLst>
              <a:ext uri="{FF2B5EF4-FFF2-40B4-BE49-F238E27FC236}">
                <a16:creationId xmlns:a16="http://schemas.microsoft.com/office/drawing/2014/main" id="{95320B3B-1B0E-1953-F1DA-B84684A1002F}"/>
              </a:ext>
            </a:extLst>
          </p:cNvPr>
          <p:cNvGrpSpPr/>
          <p:nvPr/>
        </p:nvGrpSpPr>
        <p:grpSpPr>
          <a:xfrm>
            <a:off x="5728918" y="1800225"/>
            <a:ext cx="736600" cy="736600"/>
            <a:chOff x="5728918" y="1681927"/>
            <a:chExt cx="736600" cy="736600"/>
          </a:xfrm>
        </p:grpSpPr>
        <p:sp>
          <p:nvSpPr>
            <p:cNvPr id="24" name="Oval 23">
              <a:extLst>
                <a:ext uri="{FF2B5EF4-FFF2-40B4-BE49-F238E27FC236}">
                  <a16:creationId xmlns:a16="http://schemas.microsoft.com/office/drawing/2014/main" id="{37AFE9F0-7425-7AA5-C2E1-471C1B2A353C}"/>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5" name="Graphic 24">
              <a:extLst>
                <a:ext uri="{FF2B5EF4-FFF2-40B4-BE49-F238E27FC236}">
                  <a16:creationId xmlns:a16="http://schemas.microsoft.com/office/drawing/2014/main" id="{EE2EE8F5-5B05-4433-F17E-919272495A7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96292" y="1802934"/>
              <a:ext cx="401853" cy="494587"/>
            </a:xfrm>
            <a:prstGeom prst="rect">
              <a:avLst/>
            </a:prstGeom>
          </p:spPr>
        </p:pic>
      </p:grpSp>
      <p:grpSp>
        <p:nvGrpSpPr>
          <p:cNvPr id="26" name="Group 25">
            <a:extLst>
              <a:ext uri="{FF2B5EF4-FFF2-40B4-BE49-F238E27FC236}">
                <a16:creationId xmlns:a16="http://schemas.microsoft.com/office/drawing/2014/main" id="{C8FB7841-2654-08F0-D012-04EB8BB7A8AC}"/>
              </a:ext>
            </a:extLst>
          </p:cNvPr>
          <p:cNvGrpSpPr/>
          <p:nvPr/>
        </p:nvGrpSpPr>
        <p:grpSpPr>
          <a:xfrm>
            <a:off x="6591849" y="1800225"/>
            <a:ext cx="736600" cy="736600"/>
            <a:chOff x="6591849" y="1681927"/>
            <a:chExt cx="736600" cy="736600"/>
          </a:xfrm>
        </p:grpSpPr>
        <p:sp>
          <p:nvSpPr>
            <p:cNvPr id="27" name="Oval 26">
              <a:extLst>
                <a:ext uri="{FF2B5EF4-FFF2-40B4-BE49-F238E27FC236}">
                  <a16:creationId xmlns:a16="http://schemas.microsoft.com/office/drawing/2014/main" id="{86E5562D-6BAD-8D8A-BB17-982682D8BB84}"/>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8" name="Graphic 27">
              <a:extLst>
                <a:ext uri="{FF2B5EF4-FFF2-40B4-BE49-F238E27FC236}">
                  <a16:creationId xmlns:a16="http://schemas.microsoft.com/office/drawing/2014/main" id="{3CCA81FF-0C9E-C0BF-EF9F-1389EBA3DDA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64375" y="1808085"/>
              <a:ext cx="391548" cy="484284"/>
            </a:xfrm>
            <a:prstGeom prst="rect">
              <a:avLst/>
            </a:prstGeom>
          </p:spPr>
        </p:pic>
      </p:grpSp>
      <p:grpSp>
        <p:nvGrpSpPr>
          <p:cNvPr id="29" name="Group 28">
            <a:extLst>
              <a:ext uri="{FF2B5EF4-FFF2-40B4-BE49-F238E27FC236}">
                <a16:creationId xmlns:a16="http://schemas.microsoft.com/office/drawing/2014/main" id="{BD4DE599-5CD5-786F-9065-C7129E6B8DFA}"/>
              </a:ext>
            </a:extLst>
          </p:cNvPr>
          <p:cNvGrpSpPr/>
          <p:nvPr/>
        </p:nvGrpSpPr>
        <p:grpSpPr>
          <a:xfrm>
            <a:off x="7454777" y="1800225"/>
            <a:ext cx="736600" cy="736600"/>
            <a:chOff x="7454777" y="1681927"/>
            <a:chExt cx="736600" cy="736600"/>
          </a:xfrm>
        </p:grpSpPr>
        <p:sp>
          <p:nvSpPr>
            <p:cNvPr id="30" name="Oval 29">
              <a:extLst>
                <a:ext uri="{FF2B5EF4-FFF2-40B4-BE49-F238E27FC236}">
                  <a16:creationId xmlns:a16="http://schemas.microsoft.com/office/drawing/2014/main" id="{CD9DC60B-FA33-86C8-28D9-86D5386BD6B1}"/>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1" name="Graphic 30">
              <a:extLst>
                <a:ext uri="{FF2B5EF4-FFF2-40B4-BE49-F238E27FC236}">
                  <a16:creationId xmlns:a16="http://schemas.microsoft.com/office/drawing/2014/main" id="{2D1C65C9-58E0-07EE-C96D-B57876942D4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637607" y="1792629"/>
              <a:ext cx="370941" cy="515196"/>
            </a:xfrm>
            <a:prstGeom prst="rect">
              <a:avLst/>
            </a:prstGeom>
          </p:spPr>
        </p:pic>
      </p:grpSp>
      <p:grpSp>
        <p:nvGrpSpPr>
          <p:cNvPr id="32" name="Group 31">
            <a:extLst>
              <a:ext uri="{FF2B5EF4-FFF2-40B4-BE49-F238E27FC236}">
                <a16:creationId xmlns:a16="http://schemas.microsoft.com/office/drawing/2014/main" id="{7E217862-E463-DCE3-D37F-619DFE9FB2D4}"/>
              </a:ext>
            </a:extLst>
          </p:cNvPr>
          <p:cNvGrpSpPr/>
          <p:nvPr/>
        </p:nvGrpSpPr>
        <p:grpSpPr>
          <a:xfrm>
            <a:off x="551332" y="2752797"/>
            <a:ext cx="736600" cy="736600"/>
            <a:chOff x="551332" y="2634499"/>
            <a:chExt cx="736600" cy="736600"/>
          </a:xfrm>
        </p:grpSpPr>
        <p:sp>
          <p:nvSpPr>
            <p:cNvPr id="33" name="Oval 32">
              <a:extLst>
                <a:ext uri="{FF2B5EF4-FFF2-40B4-BE49-F238E27FC236}">
                  <a16:creationId xmlns:a16="http://schemas.microsoft.com/office/drawing/2014/main" id="{0F8C5796-9E40-4FE0-A379-38EA9A4EC94F}"/>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4" name="Graphic 33">
              <a:extLst>
                <a:ext uri="{FF2B5EF4-FFF2-40B4-BE49-F238E27FC236}">
                  <a16:creationId xmlns:a16="http://schemas.microsoft.com/office/drawing/2014/main" id="{C119210E-BBEA-BA56-CA99-A9557AA1DA3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39313" y="2776114"/>
              <a:ext cx="360638" cy="453371"/>
            </a:xfrm>
            <a:prstGeom prst="rect">
              <a:avLst/>
            </a:prstGeom>
          </p:spPr>
        </p:pic>
      </p:grpSp>
      <p:grpSp>
        <p:nvGrpSpPr>
          <p:cNvPr id="35" name="Group 34">
            <a:extLst>
              <a:ext uri="{FF2B5EF4-FFF2-40B4-BE49-F238E27FC236}">
                <a16:creationId xmlns:a16="http://schemas.microsoft.com/office/drawing/2014/main" id="{1B5F63BF-182D-6C3E-56C2-25AC2DF0973E}"/>
              </a:ext>
            </a:extLst>
          </p:cNvPr>
          <p:cNvGrpSpPr/>
          <p:nvPr/>
        </p:nvGrpSpPr>
        <p:grpSpPr>
          <a:xfrm>
            <a:off x="1414263" y="2752797"/>
            <a:ext cx="736600" cy="736600"/>
            <a:chOff x="1414263" y="2634499"/>
            <a:chExt cx="736600" cy="736600"/>
          </a:xfrm>
        </p:grpSpPr>
        <p:sp>
          <p:nvSpPr>
            <p:cNvPr id="36" name="Oval 35">
              <a:extLst>
                <a:ext uri="{FF2B5EF4-FFF2-40B4-BE49-F238E27FC236}">
                  <a16:creationId xmlns:a16="http://schemas.microsoft.com/office/drawing/2014/main" id="{0E4C344B-1D4E-2623-1BA7-EC637338FAD3}"/>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7" name="Graphic 36">
              <a:extLst>
                <a:ext uri="{FF2B5EF4-FFF2-40B4-BE49-F238E27FC236}">
                  <a16:creationId xmlns:a16="http://schemas.microsoft.com/office/drawing/2014/main" id="{50DF6EC3-8C55-72E8-C0D5-81B55E31527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581637" y="2781265"/>
              <a:ext cx="401853" cy="443068"/>
            </a:xfrm>
            <a:prstGeom prst="rect">
              <a:avLst/>
            </a:prstGeom>
          </p:spPr>
        </p:pic>
      </p:grpSp>
      <p:grpSp>
        <p:nvGrpSpPr>
          <p:cNvPr id="38" name="Group 37">
            <a:extLst>
              <a:ext uri="{FF2B5EF4-FFF2-40B4-BE49-F238E27FC236}">
                <a16:creationId xmlns:a16="http://schemas.microsoft.com/office/drawing/2014/main" id="{C26E106F-CB87-90DB-A872-6606BA52F156}"/>
              </a:ext>
            </a:extLst>
          </p:cNvPr>
          <p:cNvGrpSpPr/>
          <p:nvPr/>
        </p:nvGrpSpPr>
        <p:grpSpPr>
          <a:xfrm>
            <a:off x="2277194" y="2752797"/>
            <a:ext cx="736600" cy="736600"/>
            <a:chOff x="2277194" y="2634499"/>
            <a:chExt cx="736600" cy="736600"/>
          </a:xfrm>
        </p:grpSpPr>
        <p:sp>
          <p:nvSpPr>
            <p:cNvPr id="39" name="Oval 38">
              <a:extLst>
                <a:ext uri="{FF2B5EF4-FFF2-40B4-BE49-F238E27FC236}">
                  <a16:creationId xmlns:a16="http://schemas.microsoft.com/office/drawing/2014/main" id="{694442FE-7EB3-5344-0189-9F5986C75E0E}"/>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0" name="Graphic 39">
              <a:extLst>
                <a:ext uri="{FF2B5EF4-FFF2-40B4-BE49-F238E27FC236}">
                  <a16:creationId xmlns:a16="http://schemas.microsoft.com/office/drawing/2014/main" id="{26F7B9A8-F967-8DD3-21B9-9E620CD7E17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429112" y="2786417"/>
              <a:ext cx="432764" cy="432764"/>
            </a:xfrm>
            <a:prstGeom prst="rect">
              <a:avLst/>
            </a:prstGeom>
          </p:spPr>
        </p:pic>
      </p:grpSp>
      <p:grpSp>
        <p:nvGrpSpPr>
          <p:cNvPr id="41" name="Group 40">
            <a:extLst>
              <a:ext uri="{FF2B5EF4-FFF2-40B4-BE49-F238E27FC236}">
                <a16:creationId xmlns:a16="http://schemas.microsoft.com/office/drawing/2014/main" id="{51F56B9F-19E2-D5E1-1ECA-228FCEF83009}"/>
              </a:ext>
            </a:extLst>
          </p:cNvPr>
          <p:cNvGrpSpPr/>
          <p:nvPr/>
        </p:nvGrpSpPr>
        <p:grpSpPr>
          <a:xfrm>
            <a:off x="3140125" y="2752797"/>
            <a:ext cx="736600" cy="736600"/>
            <a:chOff x="3140125" y="2634499"/>
            <a:chExt cx="736600" cy="736600"/>
          </a:xfrm>
        </p:grpSpPr>
        <p:sp>
          <p:nvSpPr>
            <p:cNvPr id="42" name="Oval 41">
              <a:extLst>
                <a:ext uri="{FF2B5EF4-FFF2-40B4-BE49-F238E27FC236}">
                  <a16:creationId xmlns:a16="http://schemas.microsoft.com/office/drawing/2014/main" id="{696831AF-C7F5-4BB4-8E29-9DD7198A18FA}"/>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3" name="Graphic 42">
              <a:extLst>
                <a:ext uri="{FF2B5EF4-FFF2-40B4-BE49-F238E27FC236}">
                  <a16:creationId xmlns:a16="http://schemas.microsoft.com/office/drawing/2014/main" id="{71114F24-FACB-C086-3746-C94F81003E2F}"/>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328106" y="2822480"/>
              <a:ext cx="360638" cy="360638"/>
            </a:xfrm>
            <a:prstGeom prst="rect">
              <a:avLst/>
            </a:prstGeom>
          </p:spPr>
        </p:pic>
      </p:grpSp>
      <p:grpSp>
        <p:nvGrpSpPr>
          <p:cNvPr id="44" name="Group 43">
            <a:extLst>
              <a:ext uri="{FF2B5EF4-FFF2-40B4-BE49-F238E27FC236}">
                <a16:creationId xmlns:a16="http://schemas.microsoft.com/office/drawing/2014/main" id="{6037AF36-16BE-8913-9F7E-647EB98941DF}"/>
              </a:ext>
            </a:extLst>
          </p:cNvPr>
          <p:cNvGrpSpPr/>
          <p:nvPr/>
        </p:nvGrpSpPr>
        <p:grpSpPr>
          <a:xfrm>
            <a:off x="4003056" y="2752797"/>
            <a:ext cx="736600" cy="736600"/>
            <a:chOff x="4003056" y="2634499"/>
            <a:chExt cx="736600" cy="736600"/>
          </a:xfrm>
        </p:grpSpPr>
        <p:sp>
          <p:nvSpPr>
            <p:cNvPr id="45" name="Oval 44">
              <a:extLst>
                <a:ext uri="{FF2B5EF4-FFF2-40B4-BE49-F238E27FC236}">
                  <a16:creationId xmlns:a16="http://schemas.microsoft.com/office/drawing/2014/main" id="{F492DE50-DF32-B174-06E8-95D260FA15DA}"/>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6" name="Graphic 45">
              <a:extLst>
                <a:ext uri="{FF2B5EF4-FFF2-40B4-BE49-F238E27FC236}">
                  <a16:creationId xmlns:a16="http://schemas.microsoft.com/office/drawing/2014/main" id="{4C32B90D-50D5-998E-417C-6F8807238267}"/>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191037" y="2755506"/>
              <a:ext cx="360638" cy="494587"/>
            </a:xfrm>
            <a:prstGeom prst="rect">
              <a:avLst/>
            </a:prstGeom>
          </p:spPr>
        </p:pic>
      </p:grpSp>
      <p:grpSp>
        <p:nvGrpSpPr>
          <p:cNvPr id="47" name="Group 46">
            <a:extLst>
              <a:ext uri="{FF2B5EF4-FFF2-40B4-BE49-F238E27FC236}">
                <a16:creationId xmlns:a16="http://schemas.microsoft.com/office/drawing/2014/main" id="{39E9EAEA-11CF-1360-C835-144D00B1761E}"/>
              </a:ext>
            </a:extLst>
          </p:cNvPr>
          <p:cNvGrpSpPr/>
          <p:nvPr/>
        </p:nvGrpSpPr>
        <p:grpSpPr>
          <a:xfrm>
            <a:off x="4865987" y="2752797"/>
            <a:ext cx="736600" cy="736600"/>
            <a:chOff x="4865987" y="2634499"/>
            <a:chExt cx="736600" cy="736600"/>
          </a:xfrm>
        </p:grpSpPr>
        <p:sp>
          <p:nvSpPr>
            <p:cNvPr id="48" name="Oval 47">
              <a:extLst>
                <a:ext uri="{FF2B5EF4-FFF2-40B4-BE49-F238E27FC236}">
                  <a16:creationId xmlns:a16="http://schemas.microsoft.com/office/drawing/2014/main" id="{782BA2CB-B5FD-2F6B-2AD6-FC8816BC33DE}"/>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9" name="Graphic 48">
              <a:extLst>
                <a:ext uri="{FF2B5EF4-FFF2-40B4-BE49-F238E27FC236}">
                  <a16:creationId xmlns:a16="http://schemas.microsoft.com/office/drawing/2014/main" id="{7D76F48A-CF0E-36CB-B78B-2BA12439074D}"/>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4981842" y="2843089"/>
              <a:ext cx="504891" cy="319421"/>
            </a:xfrm>
            <a:prstGeom prst="rect">
              <a:avLst/>
            </a:prstGeom>
          </p:spPr>
        </p:pic>
      </p:grpSp>
      <p:grpSp>
        <p:nvGrpSpPr>
          <p:cNvPr id="50" name="Group 49">
            <a:extLst>
              <a:ext uri="{FF2B5EF4-FFF2-40B4-BE49-F238E27FC236}">
                <a16:creationId xmlns:a16="http://schemas.microsoft.com/office/drawing/2014/main" id="{B850893C-1F4C-9BD7-3120-F5D7531D325A}"/>
              </a:ext>
            </a:extLst>
          </p:cNvPr>
          <p:cNvGrpSpPr/>
          <p:nvPr/>
        </p:nvGrpSpPr>
        <p:grpSpPr>
          <a:xfrm>
            <a:off x="5728918" y="2752797"/>
            <a:ext cx="736600" cy="736600"/>
            <a:chOff x="5728918" y="2634499"/>
            <a:chExt cx="736600" cy="736600"/>
          </a:xfrm>
        </p:grpSpPr>
        <p:sp>
          <p:nvSpPr>
            <p:cNvPr id="51" name="Oval 50">
              <a:extLst>
                <a:ext uri="{FF2B5EF4-FFF2-40B4-BE49-F238E27FC236}">
                  <a16:creationId xmlns:a16="http://schemas.microsoft.com/office/drawing/2014/main" id="{82712D9E-4638-3516-6433-4C16735E966C}"/>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7" name="Graphic 96">
              <a:extLst>
                <a:ext uri="{FF2B5EF4-FFF2-40B4-BE49-F238E27FC236}">
                  <a16:creationId xmlns:a16="http://schemas.microsoft.com/office/drawing/2014/main" id="{48E10436-50FE-4C34-A685-B001D9CD76DE}"/>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885988" y="2786417"/>
              <a:ext cx="422461" cy="432764"/>
            </a:xfrm>
            <a:prstGeom prst="rect">
              <a:avLst/>
            </a:prstGeom>
          </p:spPr>
        </p:pic>
      </p:grpSp>
      <p:grpSp>
        <p:nvGrpSpPr>
          <p:cNvPr id="98" name="Group 97">
            <a:extLst>
              <a:ext uri="{FF2B5EF4-FFF2-40B4-BE49-F238E27FC236}">
                <a16:creationId xmlns:a16="http://schemas.microsoft.com/office/drawing/2014/main" id="{98FC98DD-1943-81C5-2AB1-BCCD70E133F0}"/>
              </a:ext>
            </a:extLst>
          </p:cNvPr>
          <p:cNvGrpSpPr/>
          <p:nvPr/>
        </p:nvGrpSpPr>
        <p:grpSpPr>
          <a:xfrm>
            <a:off x="6591849" y="2752797"/>
            <a:ext cx="736600" cy="736600"/>
            <a:chOff x="6591849" y="2634499"/>
            <a:chExt cx="736600" cy="736600"/>
          </a:xfrm>
        </p:grpSpPr>
        <p:sp>
          <p:nvSpPr>
            <p:cNvPr id="99" name="Oval 98">
              <a:extLst>
                <a:ext uri="{FF2B5EF4-FFF2-40B4-BE49-F238E27FC236}">
                  <a16:creationId xmlns:a16="http://schemas.microsoft.com/office/drawing/2014/main" id="{56354FEC-746C-0BC4-BF85-7B355EBA3A8A}"/>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0" name="Graphic 99">
              <a:extLst>
                <a:ext uri="{FF2B5EF4-FFF2-40B4-BE49-F238E27FC236}">
                  <a16:creationId xmlns:a16="http://schemas.microsoft.com/office/drawing/2014/main" id="{41BDD01A-82CC-4C58-D65F-93BCC643641E}"/>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759223" y="2786417"/>
              <a:ext cx="401853" cy="432764"/>
            </a:xfrm>
            <a:prstGeom prst="rect">
              <a:avLst/>
            </a:prstGeom>
          </p:spPr>
        </p:pic>
      </p:grpSp>
      <p:grpSp>
        <p:nvGrpSpPr>
          <p:cNvPr id="101" name="Group 100">
            <a:extLst>
              <a:ext uri="{FF2B5EF4-FFF2-40B4-BE49-F238E27FC236}">
                <a16:creationId xmlns:a16="http://schemas.microsoft.com/office/drawing/2014/main" id="{CFE16AC5-4942-096B-BADF-AB0EA2B0167F}"/>
              </a:ext>
            </a:extLst>
          </p:cNvPr>
          <p:cNvGrpSpPr/>
          <p:nvPr/>
        </p:nvGrpSpPr>
        <p:grpSpPr>
          <a:xfrm>
            <a:off x="7454777" y="2752797"/>
            <a:ext cx="736600" cy="736600"/>
            <a:chOff x="7454777" y="2634499"/>
            <a:chExt cx="736600" cy="736600"/>
          </a:xfrm>
        </p:grpSpPr>
        <p:sp>
          <p:nvSpPr>
            <p:cNvPr id="102" name="Oval 101">
              <a:extLst>
                <a:ext uri="{FF2B5EF4-FFF2-40B4-BE49-F238E27FC236}">
                  <a16:creationId xmlns:a16="http://schemas.microsoft.com/office/drawing/2014/main" id="{B1FB9CDE-C691-2564-6E48-1F41EF92785D}"/>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3" name="Graphic 102">
              <a:extLst>
                <a:ext uri="{FF2B5EF4-FFF2-40B4-BE49-F238E27FC236}">
                  <a16:creationId xmlns:a16="http://schemas.microsoft.com/office/drawing/2014/main" id="{601AD002-1AEE-714B-AC02-85E720EB1DDE}"/>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601543" y="2796721"/>
              <a:ext cx="443068" cy="412157"/>
            </a:xfrm>
            <a:prstGeom prst="rect">
              <a:avLst/>
            </a:prstGeom>
          </p:spPr>
        </p:pic>
      </p:grpSp>
      <p:grpSp>
        <p:nvGrpSpPr>
          <p:cNvPr id="104" name="Group 103">
            <a:extLst>
              <a:ext uri="{FF2B5EF4-FFF2-40B4-BE49-F238E27FC236}">
                <a16:creationId xmlns:a16="http://schemas.microsoft.com/office/drawing/2014/main" id="{33676425-F0B2-8D48-B236-67E12D9DB310}"/>
              </a:ext>
            </a:extLst>
          </p:cNvPr>
          <p:cNvGrpSpPr/>
          <p:nvPr/>
        </p:nvGrpSpPr>
        <p:grpSpPr>
          <a:xfrm>
            <a:off x="551332" y="3668093"/>
            <a:ext cx="736600" cy="736600"/>
            <a:chOff x="551332" y="3549795"/>
            <a:chExt cx="736600" cy="736600"/>
          </a:xfrm>
        </p:grpSpPr>
        <p:sp>
          <p:nvSpPr>
            <p:cNvPr id="105" name="Oval 104">
              <a:extLst>
                <a:ext uri="{FF2B5EF4-FFF2-40B4-BE49-F238E27FC236}">
                  <a16:creationId xmlns:a16="http://schemas.microsoft.com/office/drawing/2014/main" id="{F5B08CCB-C780-D6FF-4907-8EEEE6C262A0}"/>
                </a:ext>
              </a:extLst>
            </p:cNvPr>
            <p:cNvSpPr/>
            <p:nvPr/>
          </p:nvSpPr>
          <p:spPr>
            <a:xfrm>
              <a:off x="551332"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6" name="Graphic 105">
              <a:extLst>
                <a:ext uri="{FF2B5EF4-FFF2-40B4-BE49-F238E27FC236}">
                  <a16:creationId xmlns:a16="http://schemas.microsoft.com/office/drawing/2014/main" id="{7AB287F8-ADEA-0C80-7FF7-10567A52E3B7}"/>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656882" y="3748081"/>
              <a:ext cx="525500" cy="340028"/>
            </a:xfrm>
            <a:prstGeom prst="rect">
              <a:avLst/>
            </a:prstGeom>
          </p:spPr>
        </p:pic>
      </p:grpSp>
      <p:grpSp>
        <p:nvGrpSpPr>
          <p:cNvPr id="107" name="Group 106">
            <a:extLst>
              <a:ext uri="{FF2B5EF4-FFF2-40B4-BE49-F238E27FC236}">
                <a16:creationId xmlns:a16="http://schemas.microsoft.com/office/drawing/2014/main" id="{EFF17983-C044-DF2B-F501-F67B5A5AD635}"/>
              </a:ext>
            </a:extLst>
          </p:cNvPr>
          <p:cNvGrpSpPr/>
          <p:nvPr/>
        </p:nvGrpSpPr>
        <p:grpSpPr>
          <a:xfrm>
            <a:off x="1414263" y="3668093"/>
            <a:ext cx="736600" cy="736600"/>
            <a:chOff x="1414263" y="3549795"/>
            <a:chExt cx="736600" cy="736600"/>
          </a:xfrm>
        </p:grpSpPr>
        <p:sp>
          <p:nvSpPr>
            <p:cNvPr id="108" name="Oval 107">
              <a:extLst>
                <a:ext uri="{FF2B5EF4-FFF2-40B4-BE49-F238E27FC236}">
                  <a16:creationId xmlns:a16="http://schemas.microsoft.com/office/drawing/2014/main" id="{6CFFF9E3-9941-DB4F-5B0B-820A057CA649}"/>
                </a:ext>
              </a:extLst>
            </p:cNvPr>
            <p:cNvSpPr/>
            <p:nvPr/>
          </p:nvSpPr>
          <p:spPr>
            <a:xfrm>
              <a:off x="1414263"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9" name="Graphic 108">
              <a:extLst>
                <a:ext uri="{FF2B5EF4-FFF2-40B4-BE49-F238E27FC236}">
                  <a16:creationId xmlns:a16="http://schemas.microsoft.com/office/drawing/2014/main" id="{4B78D520-7D35-6F6E-CC2A-631DF523EF95}"/>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519813" y="3748081"/>
              <a:ext cx="525500" cy="340028"/>
            </a:xfrm>
            <a:prstGeom prst="rect">
              <a:avLst/>
            </a:prstGeom>
          </p:spPr>
        </p:pic>
      </p:grpSp>
      <p:grpSp>
        <p:nvGrpSpPr>
          <p:cNvPr id="110" name="Group 109">
            <a:extLst>
              <a:ext uri="{FF2B5EF4-FFF2-40B4-BE49-F238E27FC236}">
                <a16:creationId xmlns:a16="http://schemas.microsoft.com/office/drawing/2014/main" id="{396E1D86-9971-2501-3763-DB376BC992B6}"/>
              </a:ext>
            </a:extLst>
          </p:cNvPr>
          <p:cNvGrpSpPr/>
          <p:nvPr/>
        </p:nvGrpSpPr>
        <p:grpSpPr>
          <a:xfrm>
            <a:off x="2277194" y="3668093"/>
            <a:ext cx="736600" cy="736600"/>
            <a:chOff x="2277194" y="3549795"/>
            <a:chExt cx="736600" cy="736600"/>
          </a:xfrm>
        </p:grpSpPr>
        <p:sp>
          <p:nvSpPr>
            <p:cNvPr id="111" name="Oval 110">
              <a:extLst>
                <a:ext uri="{FF2B5EF4-FFF2-40B4-BE49-F238E27FC236}">
                  <a16:creationId xmlns:a16="http://schemas.microsoft.com/office/drawing/2014/main" id="{BF854060-6195-487B-67B4-652291AF0036}"/>
                </a:ext>
              </a:extLst>
            </p:cNvPr>
            <p:cNvSpPr/>
            <p:nvPr/>
          </p:nvSpPr>
          <p:spPr>
            <a:xfrm>
              <a:off x="2277194"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2" name="Graphic 111">
              <a:extLst>
                <a:ext uri="{FF2B5EF4-FFF2-40B4-BE49-F238E27FC236}">
                  <a16:creationId xmlns:a16="http://schemas.microsoft.com/office/drawing/2014/main" id="{65ACA079-3EF2-EF21-8067-CC57B981EC7C}"/>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382744" y="3748081"/>
              <a:ext cx="525500" cy="340028"/>
            </a:xfrm>
            <a:prstGeom prst="rect">
              <a:avLst/>
            </a:prstGeom>
          </p:spPr>
        </p:pic>
      </p:grpSp>
      <p:grpSp>
        <p:nvGrpSpPr>
          <p:cNvPr id="113" name="Group 112">
            <a:extLst>
              <a:ext uri="{FF2B5EF4-FFF2-40B4-BE49-F238E27FC236}">
                <a16:creationId xmlns:a16="http://schemas.microsoft.com/office/drawing/2014/main" id="{16B79EC6-108E-44C1-049C-47D76BC03D3E}"/>
              </a:ext>
            </a:extLst>
          </p:cNvPr>
          <p:cNvGrpSpPr/>
          <p:nvPr/>
        </p:nvGrpSpPr>
        <p:grpSpPr>
          <a:xfrm>
            <a:off x="3140125" y="3668093"/>
            <a:ext cx="736600" cy="736600"/>
            <a:chOff x="3140125" y="3549795"/>
            <a:chExt cx="736600" cy="736600"/>
          </a:xfrm>
        </p:grpSpPr>
        <p:sp>
          <p:nvSpPr>
            <p:cNvPr id="114" name="Oval 113">
              <a:extLst>
                <a:ext uri="{FF2B5EF4-FFF2-40B4-BE49-F238E27FC236}">
                  <a16:creationId xmlns:a16="http://schemas.microsoft.com/office/drawing/2014/main" id="{FD388B30-41C2-9EF2-2565-702DE8C5C90A}"/>
                </a:ext>
              </a:extLst>
            </p:cNvPr>
            <p:cNvSpPr/>
            <p:nvPr/>
          </p:nvSpPr>
          <p:spPr>
            <a:xfrm>
              <a:off x="3140125"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5" name="Graphic 114">
              <a:extLst>
                <a:ext uri="{FF2B5EF4-FFF2-40B4-BE49-F238E27FC236}">
                  <a16:creationId xmlns:a16="http://schemas.microsoft.com/office/drawing/2014/main" id="{8D2CE5DF-7EC8-F40E-EB1F-3CF19294E288}"/>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276587" y="3696561"/>
              <a:ext cx="463677" cy="443068"/>
            </a:xfrm>
            <a:prstGeom prst="rect">
              <a:avLst/>
            </a:prstGeom>
          </p:spPr>
        </p:pic>
      </p:grpSp>
      <p:grpSp>
        <p:nvGrpSpPr>
          <p:cNvPr id="116" name="Group 115">
            <a:extLst>
              <a:ext uri="{FF2B5EF4-FFF2-40B4-BE49-F238E27FC236}">
                <a16:creationId xmlns:a16="http://schemas.microsoft.com/office/drawing/2014/main" id="{475D8BD0-1474-503B-9539-3753BF8DC54E}"/>
              </a:ext>
            </a:extLst>
          </p:cNvPr>
          <p:cNvGrpSpPr/>
          <p:nvPr/>
        </p:nvGrpSpPr>
        <p:grpSpPr>
          <a:xfrm>
            <a:off x="4003056" y="3668093"/>
            <a:ext cx="736600" cy="736600"/>
            <a:chOff x="4003056" y="3549795"/>
            <a:chExt cx="736600" cy="736600"/>
          </a:xfrm>
        </p:grpSpPr>
        <p:sp>
          <p:nvSpPr>
            <p:cNvPr id="117" name="Oval 116">
              <a:extLst>
                <a:ext uri="{FF2B5EF4-FFF2-40B4-BE49-F238E27FC236}">
                  <a16:creationId xmlns:a16="http://schemas.microsoft.com/office/drawing/2014/main" id="{2F028440-025F-24C4-3153-59315630AE29}"/>
                </a:ext>
              </a:extLst>
            </p:cNvPr>
            <p:cNvSpPr/>
            <p:nvPr/>
          </p:nvSpPr>
          <p:spPr>
            <a:xfrm>
              <a:off x="4003056"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8" name="Graphic 117">
              <a:extLst>
                <a:ext uri="{FF2B5EF4-FFF2-40B4-BE49-F238E27FC236}">
                  <a16:creationId xmlns:a16="http://schemas.microsoft.com/office/drawing/2014/main" id="{D0AC5425-F0B1-8EED-A5EA-3194D2F8DFBA}"/>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4154974" y="3712017"/>
              <a:ext cx="432764" cy="412157"/>
            </a:xfrm>
            <a:prstGeom prst="rect">
              <a:avLst/>
            </a:prstGeom>
          </p:spPr>
        </p:pic>
      </p:grpSp>
      <p:grpSp>
        <p:nvGrpSpPr>
          <p:cNvPr id="119" name="Group 118">
            <a:extLst>
              <a:ext uri="{FF2B5EF4-FFF2-40B4-BE49-F238E27FC236}">
                <a16:creationId xmlns:a16="http://schemas.microsoft.com/office/drawing/2014/main" id="{AE121D1D-0CA0-AD85-36FE-EDB1ED7CDB02}"/>
              </a:ext>
            </a:extLst>
          </p:cNvPr>
          <p:cNvGrpSpPr/>
          <p:nvPr/>
        </p:nvGrpSpPr>
        <p:grpSpPr>
          <a:xfrm>
            <a:off x="4865987" y="3668093"/>
            <a:ext cx="736600" cy="736600"/>
            <a:chOff x="4865987" y="3549795"/>
            <a:chExt cx="736600" cy="736600"/>
          </a:xfrm>
        </p:grpSpPr>
        <p:sp>
          <p:nvSpPr>
            <p:cNvPr id="120" name="Oval 119">
              <a:extLst>
                <a:ext uri="{FF2B5EF4-FFF2-40B4-BE49-F238E27FC236}">
                  <a16:creationId xmlns:a16="http://schemas.microsoft.com/office/drawing/2014/main" id="{ABDCA64D-21B3-A330-6F67-CBD0E36B8A3D}"/>
                </a:ext>
              </a:extLst>
            </p:cNvPr>
            <p:cNvSpPr/>
            <p:nvPr/>
          </p:nvSpPr>
          <p:spPr>
            <a:xfrm>
              <a:off x="486598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1" name="Graphic 120">
              <a:extLst>
                <a:ext uri="{FF2B5EF4-FFF2-40B4-BE49-F238E27FC236}">
                  <a16:creationId xmlns:a16="http://schemas.microsoft.com/office/drawing/2014/main" id="{822B24C2-5A91-C1B8-16D7-06AB9EEBDF15}"/>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069425" y="3701713"/>
              <a:ext cx="329725" cy="432764"/>
            </a:xfrm>
            <a:prstGeom prst="rect">
              <a:avLst/>
            </a:prstGeom>
          </p:spPr>
        </p:pic>
      </p:grpSp>
      <p:grpSp>
        <p:nvGrpSpPr>
          <p:cNvPr id="122" name="Group 121">
            <a:extLst>
              <a:ext uri="{FF2B5EF4-FFF2-40B4-BE49-F238E27FC236}">
                <a16:creationId xmlns:a16="http://schemas.microsoft.com/office/drawing/2014/main" id="{A2E4C01E-E202-1528-124E-9A72A9497560}"/>
              </a:ext>
            </a:extLst>
          </p:cNvPr>
          <p:cNvGrpSpPr/>
          <p:nvPr/>
        </p:nvGrpSpPr>
        <p:grpSpPr>
          <a:xfrm>
            <a:off x="5728918" y="3668093"/>
            <a:ext cx="736600" cy="736600"/>
            <a:chOff x="5728918" y="3549795"/>
            <a:chExt cx="736600" cy="736600"/>
          </a:xfrm>
        </p:grpSpPr>
        <p:sp>
          <p:nvSpPr>
            <p:cNvPr id="123" name="Oval 122">
              <a:extLst>
                <a:ext uri="{FF2B5EF4-FFF2-40B4-BE49-F238E27FC236}">
                  <a16:creationId xmlns:a16="http://schemas.microsoft.com/office/drawing/2014/main" id="{1CEBB8A9-CD6B-3B33-9E83-70903C6F88CC}"/>
                </a:ext>
              </a:extLst>
            </p:cNvPr>
            <p:cNvSpPr/>
            <p:nvPr/>
          </p:nvSpPr>
          <p:spPr>
            <a:xfrm>
              <a:off x="5728918"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4" name="Graphic 123">
              <a:extLst>
                <a:ext uri="{FF2B5EF4-FFF2-40B4-BE49-F238E27FC236}">
                  <a16:creationId xmlns:a16="http://schemas.microsoft.com/office/drawing/2014/main" id="{1276FFA9-0338-B111-44E0-D9994FDFCBCA}"/>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927204" y="3655345"/>
              <a:ext cx="340028" cy="525500"/>
            </a:xfrm>
            <a:prstGeom prst="rect">
              <a:avLst/>
            </a:prstGeom>
          </p:spPr>
        </p:pic>
      </p:grpSp>
      <p:grpSp>
        <p:nvGrpSpPr>
          <p:cNvPr id="125" name="Group 124">
            <a:extLst>
              <a:ext uri="{FF2B5EF4-FFF2-40B4-BE49-F238E27FC236}">
                <a16:creationId xmlns:a16="http://schemas.microsoft.com/office/drawing/2014/main" id="{1EDC1617-B948-AE69-3CDC-DEB6DAF3B9BA}"/>
              </a:ext>
            </a:extLst>
          </p:cNvPr>
          <p:cNvGrpSpPr/>
          <p:nvPr/>
        </p:nvGrpSpPr>
        <p:grpSpPr>
          <a:xfrm>
            <a:off x="7454777" y="3668093"/>
            <a:ext cx="736600" cy="736600"/>
            <a:chOff x="7454777" y="3549795"/>
            <a:chExt cx="736600" cy="736600"/>
          </a:xfrm>
        </p:grpSpPr>
        <p:sp>
          <p:nvSpPr>
            <p:cNvPr id="126" name="Oval 125">
              <a:extLst>
                <a:ext uri="{FF2B5EF4-FFF2-40B4-BE49-F238E27FC236}">
                  <a16:creationId xmlns:a16="http://schemas.microsoft.com/office/drawing/2014/main" id="{A32AB90E-1F99-D31E-A6A9-71DF3DBEECE4}"/>
                </a:ext>
              </a:extLst>
            </p:cNvPr>
            <p:cNvSpPr/>
            <p:nvPr/>
          </p:nvSpPr>
          <p:spPr>
            <a:xfrm>
              <a:off x="745477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7" name="Graphic 126">
              <a:extLst>
                <a:ext uri="{FF2B5EF4-FFF2-40B4-BE49-F238E27FC236}">
                  <a16:creationId xmlns:a16="http://schemas.microsoft.com/office/drawing/2014/main" id="{AEE0D711-D9B4-7F66-34FE-4E28150794A8}"/>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647910" y="3681105"/>
              <a:ext cx="350334" cy="473980"/>
            </a:xfrm>
            <a:prstGeom prst="rect">
              <a:avLst/>
            </a:prstGeom>
          </p:spPr>
        </p:pic>
      </p:grpSp>
      <p:grpSp>
        <p:nvGrpSpPr>
          <p:cNvPr id="128" name="Group 127">
            <a:extLst>
              <a:ext uri="{FF2B5EF4-FFF2-40B4-BE49-F238E27FC236}">
                <a16:creationId xmlns:a16="http://schemas.microsoft.com/office/drawing/2014/main" id="{2FE5318B-BBB1-0CC5-BF8C-DFD377AB0B9E}"/>
              </a:ext>
            </a:extLst>
          </p:cNvPr>
          <p:cNvGrpSpPr/>
          <p:nvPr/>
        </p:nvGrpSpPr>
        <p:grpSpPr>
          <a:xfrm>
            <a:off x="551332" y="4608784"/>
            <a:ext cx="736600" cy="736600"/>
            <a:chOff x="551332" y="4490486"/>
            <a:chExt cx="736600" cy="736600"/>
          </a:xfrm>
        </p:grpSpPr>
        <p:sp>
          <p:nvSpPr>
            <p:cNvPr id="129" name="Oval 128">
              <a:extLst>
                <a:ext uri="{FF2B5EF4-FFF2-40B4-BE49-F238E27FC236}">
                  <a16:creationId xmlns:a16="http://schemas.microsoft.com/office/drawing/2014/main" id="{512CC2A5-2BC2-A496-7352-854A3E3B863F}"/>
                </a:ext>
              </a:extLst>
            </p:cNvPr>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0" name="Graphic 129">
              <a:extLst>
                <a:ext uri="{FF2B5EF4-FFF2-40B4-BE49-F238E27FC236}">
                  <a16:creationId xmlns:a16="http://schemas.microsoft.com/office/drawing/2014/main" id="{77E2CB21-BBC0-BE13-281B-04F9916B756E}"/>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703250" y="4657860"/>
              <a:ext cx="432764" cy="401853"/>
            </a:xfrm>
            <a:prstGeom prst="rect">
              <a:avLst/>
            </a:prstGeom>
          </p:spPr>
        </p:pic>
      </p:grpSp>
      <p:grpSp>
        <p:nvGrpSpPr>
          <p:cNvPr id="131" name="Group 130">
            <a:extLst>
              <a:ext uri="{FF2B5EF4-FFF2-40B4-BE49-F238E27FC236}">
                <a16:creationId xmlns:a16="http://schemas.microsoft.com/office/drawing/2014/main" id="{DA5D8C7A-D739-C5D2-7CDA-A890E76EB508}"/>
              </a:ext>
            </a:extLst>
          </p:cNvPr>
          <p:cNvGrpSpPr/>
          <p:nvPr/>
        </p:nvGrpSpPr>
        <p:grpSpPr>
          <a:xfrm>
            <a:off x="1414263" y="4608784"/>
            <a:ext cx="736600" cy="736600"/>
            <a:chOff x="1414263" y="4490486"/>
            <a:chExt cx="736600" cy="736600"/>
          </a:xfrm>
        </p:grpSpPr>
        <p:sp>
          <p:nvSpPr>
            <p:cNvPr id="132" name="Oval 131">
              <a:extLst>
                <a:ext uri="{FF2B5EF4-FFF2-40B4-BE49-F238E27FC236}">
                  <a16:creationId xmlns:a16="http://schemas.microsoft.com/office/drawing/2014/main" id="{08CF54AE-2572-03C8-6CF1-72B06898E602}"/>
                </a:ext>
              </a:extLst>
            </p:cNvPr>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3" name="Graphic 132">
              <a:extLst>
                <a:ext uri="{FF2B5EF4-FFF2-40B4-BE49-F238E27FC236}">
                  <a16:creationId xmlns:a16="http://schemas.microsoft.com/office/drawing/2014/main" id="{68CA552B-7C33-F753-A5DD-387F7A0EF669}"/>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1540421" y="4657860"/>
              <a:ext cx="484284" cy="401853"/>
            </a:xfrm>
            <a:prstGeom prst="rect">
              <a:avLst/>
            </a:prstGeom>
          </p:spPr>
        </p:pic>
      </p:grpSp>
      <p:grpSp>
        <p:nvGrpSpPr>
          <p:cNvPr id="134" name="Group 133">
            <a:extLst>
              <a:ext uri="{FF2B5EF4-FFF2-40B4-BE49-F238E27FC236}">
                <a16:creationId xmlns:a16="http://schemas.microsoft.com/office/drawing/2014/main" id="{BC1BEF7A-794F-34F6-1931-1B7D54B90D02}"/>
              </a:ext>
            </a:extLst>
          </p:cNvPr>
          <p:cNvGrpSpPr/>
          <p:nvPr/>
        </p:nvGrpSpPr>
        <p:grpSpPr>
          <a:xfrm>
            <a:off x="2277194" y="4608784"/>
            <a:ext cx="736600" cy="736600"/>
            <a:chOff x="2277194" y="4490486"/>
            <a:chExt cx="736600" cy="736600"/>
          </a:xfrm>
        </p:grpSpPr>
        <p:sp>
          <p:nvSpPr>
            <p:cNvPr id="135" name="Oval 134">
              <a:extLst>
                <a:ext uri="{FF2B5EF4-FFF2-40B4-BE49-F238E27FC236}">
                  <a16:creationId xmlns:a16="http://schemas.microsoft.com/office/drawing/2014/main" id="{7331139A-BCAA-7ECE-4088-3FB253F752DD}"/>
                </a:ext>
              </a:extLst>
            </p:cNvPr>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6" name="Graphic 135">
              <a:extLst>
                <a:ext uri="{FF2B5EF4-FFF2-40B4-BE49-F238E27FC236}">
                  <a16:creationId xmlns:a16="http://schemas.microsoft.com/office/drawing/2014/main" id="{21CD9C06-1758-FC32-A8D0-4621C5F6C3FA}"/>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2490935" y="4652708"/>
              <a:ext cx="309118" cy="412157"/>
            </a:xfrm>
            <a:prstGeom prst="rect">
              <a:avLst/>
            </a:prstGeom>
          </p:spPr>
        </p:pic>
      </p:grpSp>
      <p:grpSp>
        <p:nvGrpSpPr>
          <p:cNvPr id="137" name="Group 136">
            <a:extLst>
              <a:ext uri="{FF2B5EF4-FFF2-40B4-BE49-F238E27FC236}">
                <a16:creationId xmlns:a16="http://schemas.microsoft.com/office/drawing/2014/main" id="{ED66A9D4-39CC-42DE-B9F5-C83622A5FF06}"/>
              </a:ext>
            </a:extLst>
          </p:cNvPr>
          <p:cNvGrpSpPr/>
          <p:nvPr/>
        </p:nvGrpSpPr>
        <p:grpSpPr>
          <a:xfrm>
            <a:off x="3140125" y="4608784"/>
            <a:ext cx="736600" cy="736600"/>
            <a:chOff x="3140125" y="4490486"/>
            <a:chExt cx="736600" cy="736600"/>
          </a:xfrm>
        </p:grpSpPr>
        <p:sp>
          <p:nvSpPr>
            <p:cNvPr id="138" name="Oval 137">
              <a:extLst>
                <a:ext uri="{FF2B5EF4-FFF2-40B4-BE49-F238E27FC236}">
                  <a16:creationId xmlns:a16="http://schemas.microsoft.com/office/drawing/2014/main" id="{1CCF0EF5-99EC-C68A-2469-1C7AF1A45F71}"/>
                </a:ext>
              </a:extLst>
            </p:cNvPr>
            <p:cNvSpPr/>
            <p:nvPr/>
          </p:nvSpPr>
          <p:spPr>
            <a:xfrm>
              <a:off x="3140125"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9" name="Graphic 138">
              <a:extLst>
                <a:ext uri="{FF2B5EF4-FFF2-40B4-BE49-F238E27FC236}">
                  <a16:creationId xmlns:a16="http://schemas.microsoft.com/office/drawing/2014/main" id="{42025313-FEAC-7F9E-5277-513973C5B2A8}"/>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292043" y="4663012"/>
              <a:ext cx="432764" cy="391548"/>
            </a:xfrm>
            <a:prstGeom prst="rect">
              <a:avLst/>
            </a:prstGeom>
          </p:spPr>
        </p:pic>
      </p:grpSp>
      <p:grpSp>
        <p:nvGrpSpPr>
          <p:cNvPr id="140" name="Group 139">
            <a:extLst>
              <a:ext uri="{FF2B5EF4-FFF2-40B4-BE49-F238E27FC236}">
                <a16:creationId xmlns:a16="http://schemas.microsoft.com/office/drawing/2014/main" id="{7C09982F-461B-EA7B-2B7E-E454178D9666}"/>
              </a:ext>
            </a:extLst>
          </p:cNvPr>
          <p:cNvGrpSpPr/>
          <p:nvPr/>
        </p:nvGrpSpPr>
        <p:grpSpPr>
          <a:xfrm>
            <a:off x="4003056" y="4608784"/>
            <a:ext cx="736600" cy="736600"/>
            <a:chOff x="4003056" y="4490486"/>
            <a:chExt cx="736600" cy="736600"/>
          </a:xfrm>
        </p:grpSpPr>
        <p:sp>
          <p:nvSpPr>
            <p:cNvPr id="141" name="Oval 140">
              <a:extLst>
                <a:ext uri="{FF2B5EF4-FFF2-40B4-BE49-F238E27FC236}">
                  <a16:creationId xmlns:a16="http://schemas.microsoft.com/office/drawing/2014/main" id="{3A785CF5-6FD2-50A9-A959-2FBA34E98AB1}"/>
                </a:ext>
              </a:extLst>
            </p:cNvPr>
            <p:cNvSpPr/>
            <p:nvPr/>
          </p:nvSpPr>
          <p:spPr>
            <a:xfrm>
              <a:off x="4003056"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2" name="Graphic 141">
              <a:extLst>
                <a:ext uri="{FF2B5EF4-FFF2-40B4-BE49-F238E27FC236}">
                  <a16:creationId xmlns:a16="http://schemas.microsoft.com/office/drawing/2014/main" id="{6F9488D4-033F-5D55-7722-B0A6B5AACF65}"/>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124063" y="4611493"/>
              <a:ext cx="494587" cy="494587"/>
            </a:xfrm>
            <a:prstGeom prst="rect">
              <a:avLst/>
            </a:prstGeom>
          </p:spPr>
        </p:pic>
      </p:grpSp>
      <p:grpSp>
        <p:nvGrpSpPr>
          <p:cNvPr id="143" name="Group 142">
            <a:extLst>
              <a:ext uri="{FF2B5EF4-FFF2-40B4-BE49-F238E27FC236}">
                <a16:creationId xmlns:a16="http://schemas.microsoft.com/office/drawing/2014/main" id="{37D9EF84-1FC2-8F18-19D0-0DF8E795D73F}"/>
              </a:ext>
            </a:extLst>
          </p:cNvPr>
          <p:cNvGrpSpPr/>
          <p:nvPr/>
        </p:nvGrpSpPr>
        <p:grpSpPr>
          <a:xfrm>
            <a:off x="4865987" y="4608784"/>
            <a:ext cx="736600" cy="736600"/>
            <a:chOff x="4865987" y="4490486"/>
            <a:chExt cx="736600" cy="736600"/>
          </a:xfrm>
        </p:grpSpPr>
        <p:sp>
          <p:nvSpPr>
            <p:cNvPr id="144" name="Oval 143">
              <a:extLst>
                <a:ext uri="{FF2B5EF4-FFF2-40B4-BE49-F238E27FC236}">
                  <a16:creationId xmlns:a16="http://schemas.microsoft.com/office/drawing/2014/main" id="{E9D4E7C8-72A7-95A3-B64F-2019073F932A}"/>
                </a:ext>
              </a:extLst>
            </p:cNvPr>
            <p:cNvSpPr/>
            <p:nvPr/>
          </p:nvSpPr>
          <p:spPr>
            <a:xfrm>
              <a:off x="486598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5" name="Graphic 144">
              <a:extLst>
                <a:ext uri="{FF2B5EF4-FFF2-40B4-BE49-F238E27FC236}">
                  <a16:creationId xmlns:a16="http://schemas.microsoft.com/office/drawing/2014/main" id="{FAE7F034-0586-1BD7-2280-5A13E00B4508}"/>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5012753" y="4637252"/>
              <a:ext cx="443068" cy="443068"/>
            </a:xfrm>
            <a:prstGeom prst="rect">
              <a:avLst/>
            </a:prstGeom>
          </p:spPr>
        </p:pic>
      </p:grpSp>
      <p:grpSp>
        <p:nvGrpSpPr>
          <p:cNvPr id="146" name="Group 145">
            <a:extLst>
              <a:ext uri="{FF2B5EF4-FFF2-40B4-BE49-F238E27FC236}">
                <a16:creationId xmlns:a16="http://schemas.microsoft.com/office/drawing/2014/main" id="{BCFFD26C-FDF3-28DF-46FE-C52AF4FC996F}"/>
              </a:ext>
            </a:extLst>
          </p:cNvPr>
          <p:cNvGrpSpPr/>
          <p:nvPr/>
        </p:nvGrpSpPr>
        <p:grpSpPr>
          <a:xfrm>
            <a:off x="5728918" y="4608784"/>
            <a:ext cx="736600" cy="736600"/>
            <a:chOff x="5728918" y="4490486"/>
            <a:chExt cx="736600" cy="736600"/>
          </a:xfrm>
        </p:grpSpPr>
        <p:sp>
          <p:nvSpPr>
            <p:cNvPr id="147" name="Oval 146">
              <a:extLst>
                <a:ext uri="{FF2B5EF4-FFF2-40B4-BE49-F238E27FC236}">
                  <a16:creationId xmlns:a16="http://schemas.microsoft.com/office/drawing/2014/main" id="{BAF34F9B-D79E-92E0-70DD-FD65BBE5B3AE}"/>
                </a:ext>
              </a:extLst>
            </p:cNvPr>
            <p:cNvSpPr/>
            <p:nvPr/>
          </p:nvSpPr>
          <p:spPr>
            <a:xfrm>
              <a:off x="5728918"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8" name="Graphic 147">
              <a:extLst>
                <a:ext uri="{FF2B5EF4-FFF2-40B4-BE49-F238E27FC236}">
                  <a16:creationId xmlns:a16="http://schemas.microsoft.com/office/drawing/2014/main" id="{BF134105-FF5F-7E17-97CC-79FDFC05A87D}"/>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5891140" y="4626948"/>
              <a:ext cx="412157" cy="463677"/>
            </a:xfrm>
            <a:prstGeom prst="rect">
              <a:avLst/>
            </a:prstGeom>
          </p:spPr>
        </p:pic>
      </p:grpSp>
      <p:grpSp>
        <p:nvGrpSpPr>
          <p:cNvPr id="149" name="Group 148">
            <a:extLst>
              <a:ext uri="{FF2B5EF4-FFF2-40B4-BE49-F238E27FC236}">
                <a16:creationId xmlns:a16="http://schemas.microsoft.com/office/drawing/2014/main" id="{A123BF57-F254-1C18-792A-A448FC4EC0E8}"/>
              </a:ext>
            </a:extLst>
          </p:cNvPr>
          <p:cNvGrpSpPr/>
          <p:nvPr/>
        </p:nvGrpSpPr>
        <p:grpSpPr>
          <a:xfrm>
            <a:off x="6591849" y="4608784"/>
            <a:ext cx="736600" cy="736600"/>
            <a:chOff x="6591849" y="4490486"/>
            <a:chExt cx="736600" cy="736600"/>
          </a:xfrm>
        </p:grpSpPr>
        <p:sp>
          <p:nvSpPr>
            <p:cNvPr id="150" name="Oval 149">
              <a:extLst>
                <a:ext uri="{FF2B5EF4-FFF2-40B4-BE49-F238E27FC236}">
                  <a16:creationId xmlns:a16="http://schemas.microsoft.com/office/drawing/2014/main" id="{44AC9AE1-6015-72F4-D83A-9C70CDA534BB}"/>
                </a:ext>
              </a:extLst>
            </p:cNvPr>
            <p:cNvSpPr/>
            <p:nvPr/>
          </p:nvSpPr>
          <p:spPr>
            <a:xfrm>
              <a:off x="6591849"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1" name="Graphic 150">
              <a:extLst>
                <a:ext uri="{FF2B5EF4-FFF2-40B4-BE49-F238E27FC236}">
                  <a16:creationId xmlns:a16="http://schemas.microsoft.com/office/drawing/2014/main" id="{F82E1580-601E-55C5-FC35-9F7B101CC517}"/>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769527" y="4621796"/>
              <a:ext cx="381245" cy="473980"/>
            </a:xfrm>
            <a:prstGeom prst="rect">
              <a:avLst/>
            </a:prstGeom>
          </p:spPr>
        </p:pic>
      </p:grpSp>
      <p:grpSp>
        <p:nvGrpSpPr>
          <p:cNvPr id="152" name="Group 151">
            <a:extLst>
              <a:ext uri="{FF2B5EF4-FFF2-40B4-BE49-F238E27FC236}">
                <a16:creationId xmlns:a16="http://schemas.microsoft.com/office/drawing/2014/main" id="{C615117E-76FE-6302-7AD6-60B9FFB2108C}"/>
              </a:ext>
            </a:extLst>
          </p:cNvPr>
          <p:cNvGrpSpPr/>
          <p:nvPr/>
        </p:nvGrpSpPr>
        <p:grpSpPr>
          <a:xfrm>
            <a:off x="7454777" y="4608784"/>
            <a:ext cx="736600" cy="736600"/>
            <a:chOff x="7454777" y="4490486"/>
            <a:chExt cx="736600" cy="736600"/>
          </a:xfrm>
        </p:grpSpPr>
        <p:sp>
          <p:nvSpPr>
            <p:cNvPr id="153" name="Oval 152">
              <a:extLst>
                <a:ext uri="{FF2B5EF4-FFF2-40B4-BE49-F238E27FC236}">
                  <a16:creationId xmlns:a16="http://schemas.microsoft.com/office/drawing/2014/main" id="{11F20F48-A07B-95C0-9CF1-4B2E3869C441}"/>
                </a:ext>
              </a:extLst>
            </p:cNvPr>
            <p:cNvSpPr/>
            <p:nvPr/>
          </p:nvSpPr>
          <p:spPr>
            <a:xfrm>
              <a:off x="745477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4" name="Graphic 153">
              <a:extLst>
                <a:ext uri="{FF2B5EF4-FFF2-40B4-BE49-F238E27FC236}">
                  <a16:creationId xmlns:a16="http://schemas.microsoft.com/office/drawing/2014/main" id="{F6ED98FD-CAE9-6CF0-E253-9E6197802880}"/>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7627303" y="4663012"/>
              <a:ext cx="391548" cy="391548"/>
            </a:xfrm>
            <a:prstGeom prst="rect">
              <a:avLst/>
            </a:prstGeom>
          </p:spPr>
        </p:pic>
      </p:grpSp>
      <p:grpSp>
        <p:nvGrpSpPr>
          <p:cNvPr id="155" name="Group 154">
            <a:extLst>
              <a:ext uri="{FF2B5EF4-FFF2-40B4-BE49-F238E27FC236}">
                <a16:creationId xmlns:a16="http://schemas.microsoft.com/office/drawing/2014/main" id="{33016ABF-4AE6-C061-0809-3985DCDDF1A9}"/>
              </a:ext>
            </a:extLst>
          </p:cNvPr>
          <p:cNvGrpSpPr/>
          <p:nvPr/>
        </p:nvGrpSpPr>
        <p:grpSpPr>
          <a:xfrm>
            <a:off x="6591849" y="3668093"/>
            <a:ext cx="736600" cy="736600"/>
            <a:chOff x="6591849" y="3549795"/>
            <a:chExt cx="736600" cy="736600"/>
          </a:xfrm>
        </p:grpSpPr>
        <p:sp>
          <p:nvSpPr>
            <p:cNvPr id="156" name="Oval 155">
              <a:extLst>
                <a:ext uri="{FF2B5EF4-FFF2-40B4-BE49-F238E27FC236}">
                  <a16:creationId xmlns:a16="http://schemas.microsoft.com/office/drawing/2014/main" id="{EBF57162-8ACC-FCCB-BE2B-ADAA800396C6}"/>
                </a:ext>
              </a:extLst>
            </p:cNvPr>
            <p:cNvSpPr/>
            <p:nvPr/>
          </p:nvSpPr>
          <p:spPr>
            <a:xfrm>
              <a:off x="6591849"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7" name="Graphic 156">
              <a:extLst>
                <a:ext uri="{FF2B5EF4-FFF2-40B4-BE49-F238E27FC236}">
                  <a16:creationId xmlns:a16="http://schemas.microsoft.com/office/drawing/2014/main" id="{2B436B8F-5DDF-F533-8811-D5B984ED4C2B}"/>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6759223" y="3737776"/>
              <a:ext cx="401853" cy="360638"/>
            </a:xfrm>
            <a:prstGeom prst="rect">
              <a:avLst/>
            </a:prstGeom>
          </p:spPr>
        </p:pic>
      </p:grpSp>
      <p:grpSp>
        <p:nvGrpSpPr>
          <p:cNvPr id="158" name="Group 157">
            <a:extLst>
              <a:ext uri="{FF2B5EF4-FFF2-40B4-BE49-F238E27FC236}">
                <a16:creationId xmlns:a16="http://schemas.microsoft.com/office/drawing/2014/main" id="{9FB0A06E-F0DB-473F-37D0-C75B82BAEBF8}"/>
              </a:ext>
            </a:extLst>
          </p:cNvPr>
          <p:cNvGrpSpPr/>
          <p:nvPr/>
        </p:nvGrpSpPr>
        <p:grpSpPr>
          <a:xfrm>
            <a:off x="551332" y="5508848"/>
            <a:ext cx="736600" cy="736600"/>
            <a:chOff x="551332" y="5390550"/>
            <a:chExt cx="736600" cy="736600"/>
          </a:xfrm>
        </p:grpSpPr>
        <p:sp>
          <p:nvSpPr>
            <p:cNvPr id="159" name="Oval 158">
              <a:extLst>
                <a:ext uri="{FF2B5EF4-FFF2-40B4-BE49-F238E27FC236}">
                  <a16:creationId xmlns:a16="http://schemas.microsoft.com/office/drawing/2014/main" id="{90BE9891-AE61-8285-7C99-43E440DB2678}"/>
                </a:ext>
              </a:extLst>
            </p:cNvPr>
            <p:cNvSpPr/>
            <p:nvPr/>
          </p:nvSpPr>
          <p:spPr>
            <a:xfrm>
              <a:off x="551332"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0" name="Graphic 159">
              <a:extLst>
                <a:ext uri="{FF2B5EF4-FFF2-40B4-BE49-F238E27FC236}">
                  <a16:creationId xmlns:a16="http://schemas.microsoft.com/office/drawing/2014/main" id="{2C08CECD-E726-BEBD-07CD-C8CD6B8405FB}"/>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723858" y="5563076"/>
              <a:ext cx="391548" cy="391548"/>
            </a:xfrm>
            <a:prstGeom prst="rect">
              <a:avLst/>
            </a:prstGeom>
          </p:spPr>
        </p:pic>
      </p:grpSp>
      <p:grpSp>
        <p:nvGrpSpPr>
          <p:cNvPr id="161" name="Group 160">
            <a:extLst>
              <a:ext uri="{FF2B5EF4-FFF2-40B4-BE49-F238E27FC236}">
                <a16:creationId xmlns:a16="http://schemas.microsoft.com/office/drawing/2014/main" id="{3EE95F84-0D90-EFC6-335D-6CA5EEAB7F76}"/>
              </a:ext>
            </a:extLst>
          </p:cNvPr>
          <p:cNvGrpSpPr/>
          <p:nvPr/>
        </p:nvGrpSpPr>
        <p:grpSpPr>
          <a:xfrm>
            <a:off x="1414263" y="5508848"/>
            <a:ext cx="736600" cy="736600"/>
            <a:chOff x="1414263" y="5390550"/>
            <a:chExt cx="736600" cy="736600"/>
          </a:xfrm>
        </p:grpSpPr>
        <p:sp>
          <p:nvSpPr>
            <p:cNvPr id="162" name="Oval 161">
              <a:extLst>
                <a:ext uri="{FF2B5EF4-FFF2-40B4-BE49-F238E27FC236}">
                  <a16:creationId xmlns:a16="http://schemas.microsoft.com/office/drawing/2014/main" id="{91765E73-411A-ACAA-62B1-278789B8DAC6}"/>
                </a:ext>
              </a:extLst>
            </p:cNvPr>
            <p:cNvSpPr/>
            <p:nvPr/>
          </p:nvSpPr>
          <p:spPr>
            <a:xfrm>
              <a:off x="1414263"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3" name="Graphic 162">
              <a:extLst>
                <a:ext uri="{FF2B5EF4-FFF2-40B4-BE49-F238E27FC236}">
                  <a16:creationId xmlns:a16="http://schemas.microsoft.com/office/drawing/2014/main" id="{86F46B07-DAD0-A4A6-1A47-28576ED55530}"/>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1576485" y="5532165"/>
              <a:ext cx="412157" cy="453371"/>
            </a:xfrm>
            <a:prstGeom prst="rect">
              <a:avLst/>
            </a:prstGeom>
          </p:spPr>
        </p:pic>
      </p:grpSp>
      <p:grpSp>
        <p:nvGrpSpPr>
          <p:cNvPr id="164" name="Group 163">
            <a:extLst>
              <a:ext uri="{FF2B5EF4-FFF2-40B4-BE49-F238E27FC236}">
                <a16:creationId xmlns:a16="http://schemas.microsoft.com/office/drawing/2014/main" id="{493FDB68-97FA-761E-25D0-87EB0B6333B8}"/>
              </a:ext>
            </a:extLst>
          </p:cNvPr>
          <p:cNvGrpSpPr/>
          <p:nvPr/>
        </p:nvGrpSpPr>
        <p:grpSpPr>
          <a:xfrm>
            <a:off x="2277194" y="5508848"/>
            <a:ext cx="736600" cy="736600"/>
            <a:chOff x="2277194" y="5390550"/>
            <a:chExt cx="736600" cy="736600"/>
          </a:xfrm>
        </p:grpSpPr>
        <p:sp>
          <p:nvSpPr>
            <p:cNvPr id="165" name="Oval 164">
              <a:extLst>
                <a:ext uri="{FF2B5EF4-FFF2-40B4-BE49-F238E27FC236}">
                  <a16:creationId xmlns:a16="http://schemas.microsoft.com/office/drawing/2014/main" id="{3C40840D-A53D-6089-2ACC-6793758C690A}"/>
                </a:ext>
              </a:extLst>
            </p:cNvPr>
            <p:cNvSpPr/>
            <p:nvPr/>
          </p:nvSpPr>
          <p:spPr>
            <a:xfrm>
              <a:off x="2277194"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6" name="Graphic 165">
              <a:extLst>
                <a:ext uri="{FF2B5EF4-FFF2-40B4-BE49-F238E27FC236}">
                  <a16:creationId xmlns:a16="http://schemas.microsoft.com/office/drawing/2014/main" id="{60A59763-C98F-4848-0AED-B8F6DD54D344}"/>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2444568" y="5501252"/>
              <a:ext cx="401853" cy="515196"/>
            </a:xfrm>
            <a:prstGeom prst="rect">
              <a:avLst/>
            </a:prstGeom>
          </p:spPr>
        </p:pic>
      </p:grpSp>
      <p:grpSp>
        <p:nvGrpSpPr>
          <p:cNvPr id="167" name="Group 166">
            <a:extLst>
              <a:ext uri="{FF2B5EF4-FFF2-40B4-BE49-F238E27FC236}">
                <a16:creationId xmlns:a16="http://schemas.microsoft.com/office/drawing/2014/main" id="{E2785757-75EB-A3C4-6450-E15AA9D9001E}"/>
              </a:ext>
            </a:extLst>
          </p:cNvPr>
          <p:cNvGrpSpPr/>
          <p:nvPr/>
        </p:nvGrpSpPr>
        <p:grpSpPr>
          <a:xfrm>
            <a:off x="3140125" y="5508848"/>
            <a:ext cx="736600" cy="736600"/>
            <a:chOff x="3140125" y="5390550"/>
            <a:chExt cx="736600" cy="736600"/>
          </a:xfrm>
        </p:grpSpPr>
        <p:sp>
          <p:nvSpPr>
            <p:cNvPr id="168" name="Oval 167">
              <a:extLst>
                <a:ext uri="{FF2B5EF4-FFF2-40B4-BE49-F238E27FC236}">
                  <a16:creationId xmlns:a16="http://schemas.microsoft.com/office/drawing/2014/main" id="{00A4EDE9-A17F-2091-A3AE-D6CB57258623}"/>
                </a:ext>
              </a:extLst>
            </p:cNvPr>
            <p:cNvSpPr/>
            <p:nvPr/>
          </p:nvSpPr>
          <p:spPr>
            <a:xfrm>
              <a:off x="3140125"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9" name="Graphic 168">
              <a:extLst>
                <a:ext uri="{FF2B5EF4-FFF2-40B4-BE49-F238E27FC236}">
                  <a16:creationId xmlns:a16="http://schemas.microsoft.com/office/drawing/2014/main" id="{70C14E7E-E195-4CD8-8F16-5F846EF2774D}"/>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3322955" y="5501252"/>
              <a:ext cx="370941" cy="515196"/>
            </a:xfrm>
            <a:prstGeom prst="rect">
              <a:avLst/>
            </a:prstGeom>
          </p:spPr>
        </p:pic>
      </p:grpSp>
      <p:grpSp>
        <p:nvGrpSpPr>
          <p:cNvPr id="170" name="Group 169">
            <a:extLst>
              <a:ext uri="{FF2B5EF4-FFF2-40B4-BE49-F238E27FC236}">
                <a16:creationId xmlns:a16="http://schemas.microsoft.com/office/drawing/2014/main" id="{B9FCE684-6C1D-948A-5C91-414317429D09}"/>
              </a:ext>
            </a:extLst>
          </p:cNvPr>
          <p:cNvGrpSpPr/>
          <p:nvPr/>
        </p:nvGrpSpPr>
        <p:grpSpPr>
          <a:xfrm>
            <a:off x="4003056" y="5508848"/>
            <a:ext cx="736600" cy="736600"/>
            <a:chOff x="4003056" y="5390550"/>
            <a:chExt cx="736600" cy="736600"/>
          </a:xfrm>
        </p:grpSpPr>
        <p:sp>
          <p:nvSpPr>
            <p:cNvPr id="171" name="Oval 170">
              <a:extLst>
                <a:ext uri="{FF2B5EF4-FFF2-40B4-BE49-F238E27FC236}">
                  <a16:creationId xmlns:a16="http://schemas.microsoft.com/office/drawing/2014/main" id="{5312B24B-FC93-F5E7-05FD-A60B5D3AE28A}"/>
                </a:ext>
              </a:extLst>
            </p:cNvPr>
            <p:cNvSpPr/>
            <p:nvPr/>
          </p:nvSpPr>
          <p:spPr>
            <a:xfrm>
              <a:off x="400305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2" name="Graphic 171">
              <a:extLst>
                <a:ext uri="{FF2B5EF4-FFF2-40B4-BE49-F238E27FC236}">
                  <a16:creationId xmlns:a16="http://schemas.microsoft.com/office/drawing/2014/main" id="{4FB95397-CE17-56B9-DD1B-E1172D358959}"/>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4201342" y="5506405"/>
              <a:ext cx="340028" cy="504891"/>
            </a:xfrm>
            <a:prstGeom prst="rect">
              <a:avLst/>
            </a:prstGeom>
          </p:spPr>
        </p:pic>
      </p:grpSp>
      <p:grpSp>
        <p:nvGrpSpPr>
          <p:cNvPr id="173" name="Group 172">
            <a:extLst>
              <a:ext uri="{FF2B5EF4-FFF2-40B4-BE49-F238E27FC236}">
                <a16:creationId xmlns:a16="http://schemas.microsoft.com/office/drawing/2014/main" id="{4690BA8C-390E-4FE9-412E-536D85FB1398}"/>
              </a:ext>
            </a:extLst>
          </p:cNvPr>
          <p:cNvGrpSpPr/>
          <p:nvPr/>
        </p:nvGrpSpPr>
        <p:grpSpPr>
          <a:xfrm>
            <a:off x="4865987" y="5508848"/>
            <a:ext cx="736600" cy="736600"/>
            <a:chOff x="4865987" y="5390550"/>
            <a:chExt cx="736600" cy="736600"/>
          </a:xfrm>
        </p:grpSpPr>
        <p:sp>
          <p:nvSpPr>
            <p:cNvPr id="174" name="Oval 173">
              <a:extLst>
                <a:ext uri="{FF2B5EF4-FFF2-40B4-BE49-F238E27FC236}">
                  <a16:creationId xmlns:a16="http://schemas.microsoft.com/office/drawing/2014/main" id="{3074C24F-986D-DEF8-18E2-0D115A2474EA}"/>
                </a:ext>
              </a:extLst>
            </p:cNvPr>
            <p:cNvSpPr/>
            <p:nvPr/>
          </p:nvSpPr>
          <p:spPr>
            <a:xfrm>
              <a:off x="486598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5" name="Graphic 174">
              <a:extLst>
                <a:ext uri="{FF2B5EF4-FFF2-40B4-BE49-F238E27FC236}">
                  <a16:creationId xmlns:a16="http://schemas.microsoft.com/office/drawing/2014/main" id="{625AD4FA-CBD1-E64A-2B4F-E88FEC678F7E}"/>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5002449" y="5568228"/>
              <a:ext cx="463677" cy="381245"/>
            </a:xfrm>
            <a:prstGeom prst="rect">
              <a:avLst/>
            </a:prstGeom>
          </p:spPr>
        </p:pic>
      </p:grpSp>
      <p:grpSp>
        <p:nvGrpSpPr>
          <p:cNvPr id="176" name="Group 175">
            <a:extLst>
              <a:ext uri="{FF2B5EF4-FFF2-40B4-BE49-F238E27FC236}">
                <a16:creationId xmlns:a16="http://schemas.microsoft.com/office/drawing/2014/main" id="{778A579A-D1B9-E5B7-5D9B-45F083450F91}"/>
              </a:ext>
            </a:extLst>
          </p:cNvPr>
          <p:cNvGrpSpPr/>
          <p:nvPr/>
        </p:nvGrpSpPr>
        <p:grpSpPr>
          <a:xfrm>
            <a:off x="5728918" y="5508848"/>
            <a:ext cx="736600" cy="736600"/>
            <a:chOff x="5728918" y="5390550"/>
            <a:chExt cx="736600" cy="736600"/>
          </a:xfrm>
        </p:grpSpPr>
        <p:sp>
          <p:nvSpPr>
            <p:cNvPr id="177" name="Oval 176">
              <a:extLst>
                <a:ext uri="{FF2B5EF4-FFF2-40B4-BE49-F238E27FC236}">
                  <a16:creationId xmlns:a16="http://schemas.microsoft.com/office/drawing/2014/main" id="{CC8B4130-B150-AA32-86E9-0D32A60D7A21}"/>
                </a:ext>
              </a:extLst>
            </p:cNvPr>
            <p:cNvSpPr/>
            <p:nvPr/>
          </p:nvSpPr>
          <p:spPr>
            <a:xfrm>
              <a:off x="5728918"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8" name="Graphic 177">
              <a:extLst>
                <a:ext uri="{FF2B5EF4-FFF2-40B4-BE49-F238E27FC236}">
                  <a16:creationId xmlns:a16="http://schemas.microsoft.com/office/drawing/2014/main" id="{C460283A-FAA4-D716-293F-5448C3E3C181}"/>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5896292" y="5557924"/>
              <a:ext cx="401853" cy="401853"/>
            </a:xfrm>
            <a:prstGeom prst="rect">
              <a:avLst/>
            </a:prstGeom>
          </p:spPr>
        </p:pic>
      </p:grpSp>
      <p:grpSp>
        <p:nvGrpSpPr>
          <p:cNvPr id="179" name="Group 178">
            <a:extLst>
              <a:ext uri="{FF2B5EF4-FFF2-40B4-BE49-F238E27FC236}">
                <a16:creationId xmlns:a16="http://schemas.microsoft.com/office/drawing/2014/main" id="{6F872211-62D2-92F8-7559-864E3659A2AF}"/>
              </a:ext>
            </a:extLst>
          </p:cNvPr>
          <p:cNvGrpSpPr/>
          <p:nvPr/>
        </p:nvGrpSpPr>
        <p:grpSpPr>
          <a:xfrm>
            <a:off x="6591849" y="5508848"/>
            <a:ext cx="736600" cy="736600"/>
            <a:chOff x="6591849" y="5390550"/>
            <a:chExt cx="736600" cy="736600"/>
          </a:xfrm>
        </p:grpSpPr>
        <p:sp>
          <p:nvSpPr>
            <p:cNvPr id="180" name="Oval 179">
              <a:extLst>
                <a:ext uri="{FF2B5EF4-FFF2-40B4-BE49-F238E27FC236}">
                  <a16:creationId xmlns:a16="http://schemas.microsoft.com/office/drawing/2014/main" id="{EF056694-46B6-2943-EC82-09C41CE07413}"/>
                </a:ext>
              </a:extLst>
            </p:cNvPr>
            <p:cNvSpPr/>
            <p:nvPr/>
          </p:nvSpPr>
          <p:spPr>
            <a:xfrm>
              <a:off x="6591849"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1" name="Graphic 180">
              <a:extLst>
                <a:ext uri="{FF2B5EF4-FFF2-40B4-BE49-F238E27FC236}">
                  <a16:creationId xmlns:a16="http://schemas.microsoft.com/office/drawing/2014/main" id="{B1C6A36A-2346-172F-224B-F6BCAF7A5BA1}"/>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6759223" y="5563076"/>
              <a:ext cx="401853" cy="391548"/>
            </a:xfrm>
            <a:prstGeom prst="rect">
              <a:avLst/>
            </a:prstGeom>
          </p:spPr>
        </p:pic>
      </p:grpSp>
      <p:grpSp>
        <p:nvGrpSpPr>
          <p:cNvPr id="182" name="Group 181">
            <a:extLst>
              <a:ext uri="{FF2B5EF4-FFF2-40B4-BE49-F238E27FC236}">
                <a16:creationId xmlns:a16="http://schemas.microsoft.com/office/drawing/2014/main" id="{FAE52350-8C8E-2978-724E-47C3DF01CC3C}"/>
              </a:ext>
            </a:extLst>
          </p:cNvPr>
          <p:cNvGrpSpPr/>
          <p:nvPr/>
        </p:nvGrpSpPr>
        <p:grpSpPr>
          <a:xfrm>
            <a:off x="7454777" y="5508848"/>
            <a:ext cx="736600" cy="736600"/>
            <a:chOff x="7454777" y="5390550"/>
            <a:chExt cx="736600" cy="736600"/>
          </a:xfrm>
        </p:grpSpPr>
        <p:sp>
          <p:nvSpPr>
            <p:cNvPr id="183" name="Oval 182">
              <a:extLst>
                <a:ext uri="{FF2B5EF4-FFF2-40B4-BE49-F238E27FC236}">
                  <a16:creationId xmlns:a16="http://schemas.microsoft.com/office/drawing/2014/main" id="{6AA0B756-2BA1-0611-1A8F-46EA12085286}"/>
                </a:ext>
              </a:extLst>
            </p:cNvPr>
            <p:cNvSpPr/>
            <p:nvPr/>
          </p:nvSpPr>
          <p:spPr>
            <a:xfrm>
              <a:off x="745477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4" name="Graphic 183">
              <a:extLst>
                <a:ext uri="{FF2B5EF4-FFF2-40B4-BE49-F238E27FC236}">
                  <a16:creationId xmlns:a16="http://schemas.microsoft.com/office/drawing/2014/main" id="{E21EC43F-6724-B46C-A2D5-D978A9600A62}"/>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7658215" y="5501252"/>
              <a:ext cx="329725" cy="515196"/>
            </a:xfrm>
            <a:prstGeom prst="rect">
              <a:avLst/>
            </a:prstGeom>
          </p:spPr>
        </p:pic>
      </p:grpSp>
    </p:spTree>
    <p:extLst>
      <p:ext uri="{BB962C8B-B14F-4D97-AF65-F5344CB8AC3E}">
        <p14:creationId xmlns:p14="http://schemas.microsoft.com/office/powerpoint/2010/main" val="28730758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ED452D50-7FBF-1B55-6F8F-54FC00F1538F}"/>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39750"/>
            <a:ext cx="12384088" cy="544513"/>
          </a:xfrm>
        </p:spPr>
        <p:txBody>
          <a:bodyPr/>
          <a:lstStyle/>
          <a:p>
            <a:r>
              <a:rPr lang="en-GB"/>
              <a:t>Technology</a:t>
            </a:r>
          </a:p>
        </p:txBody>
      </p:sp>
      <p:sp>
        <p:nvSpPr>
          <p:cNvPr id="52" name="Content Placeholder 5">
            <a:extLst>
              <a:ext uri="{FF2B5EF4-FFF2-40B4-BE49-F238E27FC236}">
                <a16:creationId xmlns:a16="http://schemas.microsoft.com/office/drawing/2014/main" id="{AEBA2C30-0878-E3E6-EBA5-B877C869E608}"/>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467562F4-94B6-1B45-D517-2DE1D5D7CB41}"/>
              </a:ext>
            </a:extLst>
          </p:cNvPr>
          <p:cNvGrpSpPr/>
          <p:nvPr/>
        </p:nvGrpSpPr>
        <p:grpSpPr>
          <a:xfrm>
            <a:off x="551332" y="1800225"/>
            <a:ext cx="736600" cy="736600"/>
            <a:chOff x="551332" y="1681927"/>
            <a:chExt cx="736600" cy="736600"/>
          </a:xfrm>
        </p:grpSpPr>
        <p:sp>
          <p:nvSpPr>
            <p:cNvPr id="3" name="Oval 2">
              <a:extLst>
                <a:ext uri="{FF2B5EF4-FFF2-40B4-BE49-F238E27FC236}">
                  <a16:creationId xmlns:a16="http://schemas.microsoft.com/office/drawing/2014/main" id="{A2F0C6A2-C9C0-43DA-BD1A-AD8814796381}"/>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0" name="Graphic 49">
              <a:extLst>
                <a:ext uri="{FF2B5EF4-FFF2-40B4-BE49-F238E27FC236}">
                  <a16:creationId xmlns:a16="http://schemas.microsoft.com/office/drawing/2014/main" id="{1FB37060-87CC-4402-4FDE-3F9D6A4E9C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3523" y="1875282"/>
              <a:ext cx="432218" cy="349891"/>
            </a:xfrm>
            <a:prstGeom prst="rect">
              <a:avLst/>
            </a:prstGeom>
          </p:spPr>
        </p:pic>
      </p:grpSp>
      <p:grpSp>
        <p:nvGrpSpPr>
          <p:cNvPr id="51" name="Group 50">
            <a:extLst>
              <a:ext uri="{FF2B5EF4-FFF2-40B4-BE49-F238E27FC236}">
                <a16:creationId xmlns:a16="http://schemas.microsoft.com/office/drawing/2014/main" id="{8BEFF0FA-FFED-EC33-E58B-8C6DBD1043A6}"/>
              </a:ext>
            </a:extLst>
          </p:cNvPr>
          <p:cNvGrpSpPr/>
          <p:nvPr/>
        </p:nvGrpSpPr>
        <p:grpSpPr>
          <a:xfrm>
            <a:off x="1414263" y="1800225"/>
            <a:ext cx="736600" cy="736600"/>
            <a:chOff x="1414263" y="1681927"/>
            <a:chExt cx="736600" cy="736600"/>
          </a:xfrm>
        </p:grpSpPr>
        <p:sp>
          <p:nvSpPr>
            <p:cNvPr id="53" name="Oval 52">
              <a:extLst>
                <a:ext uri="{FF2B5EF4-FFF2-40B4-BE49-F238E27FC236}">
                  <a16:creationId xmlns:a16="http://schemas.microsoft.com/office/drawing/2014/main" id="{57D3B897-20B2-E260-4C62-EFEF3F2EF9CF}"/>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4" name="Graphic 53">
              <a:extLst>
                <a:ext uri="{FF2B5EF4-FFF2-40B4-BE49-F238E27FC236}">
                  <a16:creationId xmlns:a16="http://schemas.microsoft.com/office/drawing/2014/main" id="{293237B1-193F-C23F-6A92-22F9F46D55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35582" y="1890719"/>
              <a:ext cx="493963" cy="319017"/>
            </a:xfrm>
            <a:prstGeom prst="rect">
              <a:avLst/>
            </a:prstGeom>
          </p:spPr>
        </p:pic>
      </p:grpSp>
      <p:grpSp>
        <p:nvGrpSpPr>
          <p:cNvPr id="55" name="Group 54">
            <a:extLst>
              <a:ext uri="{FF2B5EF4-FFF2-40B4-BE49-F238E27FC236}">
                <a16:creationId xmlns:a16="http://schemas.microsoft.com/office/drawing/2014/main" id="{D370BE44-28E4-C788-5CD7-84AF970AE878}"/>
              </a:ext>
            </a:extLst>
          </p:cNvPr>
          <p:cNvGrpSpPr/>
          <p:nvPr/>
        </p:nvGrpSpPr>
        <p:grpSpPr>
          <a:xfrm>
            <a:off x="2277194" y="1800225"/>
            <a:ext cx="736600" cy="736600"/>
            <a:chOff x="2277194" y="1681927"/>
            <a:chExt cx="736600" cy="736600"/>
          </a:xfrm>
        </p:grpSpPr>
        <p:sp>
          <p:nvSpPr>
            <p:cNvPr id="56" name="Oval 55">
              <a:extLst>
                <a:ext uri="{FF2B5EF4-FFF2-40B4-BE49-F238E27FC236}">
                  <a16:creationId xmlns:a16="http://schemas.microsoft.com/office/drawing/2014/main" id="{75F3CF6F-C368-5DD8-5188-B08C8DBB11A3}"/>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7" name="Graphic 56">
              <a:extLst>
                <a:ext uri="{FF2B5EF4-FFF2-40B4-BE49-F238E27FC236}">
                  <a16:creationId xmlns:a16="http://schemas.microsoft.com/office/drawing/2014/main" id="{FA9482AB-56DC-D97A-5973-2C70EFCA76A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22003" y="1823828"/>
              <a:ext cx="246982" cy="452799"/>
            </a:xfrm>
            <a:prstGeom prst="rect">
              <a:avLst/>
            </a:prstGeom>
          </p:spPr>
        </p:pic>
      </p:grpSp>
      <p:grpSp>
        <p:nvGrpSpPr>
          <p:cNvPr id="58" name="Group 57">
            <a:extLst>
              <a:ext uri="{FF2B5EF4-FFF2-40B4-BE49-F238E27FC236}">
                <a16:creationId xmlns:a16="http://schemas.microsoft.com/office/drawing/2014/main" id="{1BCBD5DC-4027-6B8C-29C4-BF43C67273AD}"/>
              </a:ext>
            </a:extLst>
          </p:cNvPr>
          <p:cNvGrpSpPr/>
          <p:nvPr/>
        </p:nvGrpSpPr>
        <p:grpSpPr>
          <a:xfrm>
            <a:off x="3140125" y="1800225"/>
            <a:ext cx="736600" cy="736600"/>
            <a:chOff x="3140125" y="1681927"/>
            <a:chExt cx="736600" cy="736600"/>
          </a:xfrm>
        </p:grpSpPr>
        <p:sp>
          <p:nvSpPr>
            <p:cNvPr id="59" name="Oval 58">
              <a:extLst>
                <a:ext uri="{FF2B5EF4-FFF2-40B4-BE49-F238E27FC236}">
                  <a16:creationId xmlns:a16="http://schemas.microsoft.com/office/drawing/2014/main" id="{D8A17DE2-4683-92DF-2B10-BE6A4AE3942F}"/>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0" name="Graphic 59">
              <a:extLst>
                <a:ext uri="{FF2B5EF4-FFF2-40B4-BE49-F238E27FC236}">
                  <a16:creationId xmlns:a16="http://schemas.microsoft.com/office/drawing/2014/main" id="{C2773FED-45BB-786B-74AC-F415BA4F577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33480" y="1823828"/>
              <a:ext cx="349891" cy="452799"/>
            </a:xfrm>
            <a:prstGeom prst="rect">
              <a:avLst/>
            </a:prstGeom>
          </p:spPr>
        </p:pic>
      </p:grpSp>
      <p:grpSp>
        <p:nvGrpSpPr>
          <p:cNvPr id="61" name="Group 60">
            <a:extLst>
              <a:ext uri="{FF2B5EF4-FFF2-40B4-BE49-F238E27FC236}">
                <a16:creationId xmlns:a16="http://schemas.microsoft.com/office/drawing/2014/main" id="{30664732-2A72-6F0D-DD57-1010CF229201}"/>
              </a:ext>
            </a:extLst>
          </p:cNvPr>
          <p:cNvGrpSpPr/>
          <p:nvPr/>
        </p:nvGrpSpPr>
        <p:grpSpPr>
          <a:xfrm>
            <a:off x="4003056" y="1800225"/>
            <a:ext cx="736600" cy="736600"/>
            <a:chOff x="4003056" y="1681927"/>
            <a:chExt cx="736600" cy="736600"/>
          </a:xfrm>
        </p:grpSpPr>
        <p:sp>
          <p:nvSpPr>
            <p:cNvPr id="62" name="Oval 61">
              <a:extLst>
                <a:ext uri="{FF2B5EF4-FFF2-40B4-BE49-F238E27FC236}">
                  <a16:creationId xmlns:a16="http://schemas.microsoft.com/office/drawing/2014/main" id="{032B92E7-A1CD-BCA0-2A4A-C42D845BECD1}"/>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3" name="Graphic 62">
              <a:extLst>
                <a:ext uri="{FF2B5EF4-FFF2-40B4-BE49-F238E27FC236}">
                  <a16:creationId xmlns:a16="http://schemas.microsoft.com/office/drawing/2014/main" id="{4F5D4499-CA36-4D25-F551-4E7336FADC9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91266" y="1834118"/>
              <a:ext cx="360181" cy="432218"/>
            </a:xfrm>
            <a:prstGeom prst="rect">
              <a:avLst/>
            </a:prstGeom>
          </p:spPr>
        </p:pic>
      </p:grpSp>
      <p:grpSp>
        <p:nvGrpSpPr>
          <p:cNvPr id="64" name="Group 63">
            <a:extLst>
              <a:ext uri="{FF2B5EF4-FFF2-40B4-BE49-F238E27FC236}">
                <a16:creationId xmlns:a16="http://schemas.microsoft.com/office/drawing/2014/main" id="{5C5C1B19-1FD0-ED60-A59C-207D43CAA407}"/>
              </a:ext>
            </a:extLst>
          </p:cNvPr>
          <p:cNvGrpSpPr/>
          <p:nvPr/>
        </p:nvGrpSpPr>
        <p:grpSpPr>
          <a:xfrm>
            <a:off x="4865987" y="1800225"/>
            <a:ext cx="736600" cy="736600"/>
            <a:chOff x="4865987" y="1681927"/>
            <a:chExt cx="736600" cy="736600"/>
          </a:xfrm>
        </p:grpSpPr>
        <p:sp>
          <p:nvSpPr>
            <p:cNvPr id="65" name="Oval 64">
              <a:extLst>
                <a:ext uri="{FF2B5EF4-FFF2-40B4-BE49-F238E27FC236}">
                  <a16:creationId xmlns:a16="http://schemas.microsoft.com/office/drawing/2014/main" id="{B65193D5-10B5-2797-FE3A-B44DBE73D2A6}"/>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6" name="Graphic 65">
              <a:extLst>
                <a:ext uri="{FF2B5EF4-FFF2-40B4-BE49-F238E27FC236}">
                  <a16:creationId xmlns:a16="http://schemas.microsoft.com/office/drawing/2014/main" id="{C8E100C4-1314-CB25-AB0B-01B0352D35F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54197" y="1864991"/>
              <a:ext cx="360181" cy="370472"/>
            </a:xfrm>
            <a:prstGeom prst="rect">
              <a:avLst/>
            </a:prstGeom>
          </p:spPr>
        </p:pic>
      </p:grpSp>
      <p:grpSp>
        <p:nvGrpSpPr>
          <p:cNvPr id="67" name="Group 66">
            <a:extLst>
              <a:ext uri="{FF2B5EF4-FFF2-40B4-BE49-F238E27FC236}">
                <a16:creationId xmlns:a16="http://schemas.microsoft.com/office/drawing/2014/main" id="{233B372C-0258-F1A4-E89E-B012EC7D336A}"/>
              </a:ext>
            </a:extLst>
          </p:cNvPr>
          <p:cNvGrpSpPr/>
          <p:nvPr/>
        </p:nvGrpSpPr>
        <p:grpSpPr>
          <a:xfrm>
            <a:off x="5728918" y="1800225"/>
            <a:ext cx="736600" cy="736600"/>
            <a:chOff x="5728918" y="1681927"/>
            <a:chExt cx="736600" cy="736600"/>
          </a:xfrm>
        </p:grpSpPr>
        <p:sp>
          <p:nvSpPr>
            <p:cNvPr id="68" name="Oval 67">
              <a:extLst>
                <a:ext uri="{FF2B5EF4-FFF2-40B4-BE49-F238E27FC236}">
                  <a16:creationId xmlns:a16="http://schemas.microsoft.com/office/drawing/2014/main" id="{A57F7FE2-853C-759E-AC1D-17CC37BBD4A6}"/>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9" name="Graphic 68">
              <a:extLst>
                <a:ext uri="{FF2B5EF4-FFF2-40B4-BE49-F238E27FC236}">
                  <a16:creationId xmlns:a16="http://schemas.microsoft.com/office/drawing/2014/main" id="{36A4DD10-1F7E-39F4-0330-178C6B7B366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81109" y="1839263"/>
              <a:ext cx="432218" cy="421928"/>
            </a:xfrm>
            <a:prstGeom prst="rect">
              <a:avLst/>
            </a:prstGeom>
          </p:spPr>
        </p:pic>
      </p:grpSp>
      <p:grpSp>
        <p:nvGrpSpPr>
          <p:cNvPr id="70" name="Group 69">
            <a:extLst>
              <a:ext uri="{FF2B5EF4-FFF2-40B4-BE49-F238E27FC236}">
                <a16:creationId xmlns:a16="http://schemas.microsoft.com/office/drawing/2014/main" id="{DE992BA1-3103-22D3-8C89-CF8CBB0EAFCE}"/>
              </a:ext>
            </a:extLst>
          </p:cNvPr>
          <p:cNvGrpSpPr/>
          <p:nvPr/>
        </p:nvGrpSpPr>
        <p:grpSpPr>
          <a:xfrm>
            <a:off x="6591849" y="1800225"/>
            <a:ext cx="736600" cy="736600"/>
            <a:chOff x="6591849" y="1681927"/>
            <a:chExt cx="736600" cy="736600"/>
          </a:xfrm>
        </p:grpSpPr>
        <p:sp>
          <p:nvSpPr>
            <p:cNvPr id="71" name="Oval 70">
              <a:extLst>
                <a:ext uri="{FF2B5EF4-FFF2-40B4-BE49-F238E27FC236}">
                  <a16:creationId xmlns:a16="http://schemas.microsoft.com/office/drawing/2014/main" id="{3A2E6988-2DAB-AEA6-C7D3-7AF6EEFC7A61}"/>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2" name="Graphic 71">
              <a:extLst>
                <a:ext uri="{FF2B5EF4-FFF2-40B4-BE49-F238E27FC236}">
                  <a16:creationId xmlns:a16="http://schemas.microsoft.com/office/drawing/2014/main" id="{6CB323F1-02D4-9904-B03D-36395FF121E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74913" y="1834118"/>
              <a:ext cx="370472" cy="432218"/>
            </a:xfrm>
            <a:prstGeom prst="rect">
              <a:avLst/>
            </a:prstGeom>
          </p:spPr>
        </p:pic>
      </p:grpSp>
      <p:grpSp>
        <p:nvGrpSpPr>
          <p:cNvPr id="73" name="Group 72">
            <a:extLst>
              <a:ext uri="{FF2B5EF4-FFF2-40B4-BE49-F238E27FC236}">
                <a16:creationId xmlns:a16="http://schemas.microsoft.com/office/drawing/2014/main" id="{B4284343-4C12-350B-4013-D715137DE41A}"/>
              </a:ext>
            </a:extLst>
          </p:cNvPr>
          <p:cNvGrpSpPr/>
          <p:nvPr/>
        </p:nvGrpSpPr>
        <p:grpSpPr>
          <a:xfrm>
            <a:off x="7454777" y="1800225"/>
            <a:ext cx="736600" cy="736600"/>
            <a:chOff x="7454777" y="1681927"/>
            <a:chExt cx="736600" cy="736600"/>
          </a:xfrm>
        </p:grpSpPr>
        <p:sp>
          <p:nvSpPr>
            <p:cNvPr id="74" name="Oval 73">
              <a:extLst>
                <a:ext uri="{FF2B5EF4-FFF2-40B4-BE49-F238E27FC236}">
                  <a16:creationId xmlns:a16="http://schemas.microsoft.com/office/drawing/2014/main" id="{BDD306EA-EEB0-F405-8E9E-B08322A571D6}"/>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5" name="Graphic 74">
              <a:extLst>
                <a:ext uri="{FF2B5EF4-FFF2-40B4-BE49-F238E27FC236}">
                  <a16:creationId xmlns:a16="http://schemas.microsoft.com/office/drawing/2014/main" id="{74601E11-B9C4-C5EF-6F65-EE378AB2A2C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596678" y="1854700"/>
              <a:ext cx="452799" cy="391054"/>
            </a:xfrm>
            <a:prstGeom prst="rect">
              <a:avLst/>
            </a:prstGeom>
          </p:spPr>
        </p:pic>
      </p:grpSp>
      <p:grpSp>
        <p:nvGrpSpPr>
          <p:cNvPr id="76" name="Group 75">
            <a:extLst>
              <a:ext uri="{FF2B5EF4-FFF2-40B4-BE49-F238E27FC236}">
                <a16:creationId xmlns:a16="http://schemas.microsoft.com/office/drawing/2014/main" id="{879A9F4F-AE2E-1118-53B6-48F50F085E79}"/>
              </a:ext>
            </a:extLst>
          </p:cNvPr>
          <p:cNvGrpSpPr/>
          <p:nvPr/>
        </p:nvGrpSpPr>
        <p:grpSpPr>
          <a:xfrm>
            <a:off x="6591846" y="5508848"/>
            <a:ext cx="736600" cy="736600"/>
            <a:chOff x="6591846" y="5390550"/>
            <a:chExt cx="736600" cy="736600"/>
          </a:xfrm>
        </p:grpSpPr>
        <p:sp>
          <p:nvSpPr>
            <p:cNvPr id="77" name="Oval 76">
              <a:extLst>
                <a:ext uri="{FF2B5EF4-FFF2-40B4-BE49-F238E27FC236}">
                  <a16:creationId xmlns:a16="http://schemas.microsoft.com/office/drawing/2014/main" id="{F0A6937D-2A8B-13CB-71F2-FCFF927CB842}"/>
                </a:ext>
              </a:extLst>
            </p:cNvPr>
            <p:cNvSpPr/>
            <p:nvPr/>
          </p:nvSpPr>
          <p:spPr>
            <a:xfrm>
              <a:off x="659184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8" name="Graphic 77">
              <a:extLst>
                <a:ext uri="{FF2B5EF4-FFF2-40B4-BE49-F238E27FC236}">
                  <a16:creationId xmlns:a16="http://schemas.microsoft.com/office/drawing/2014/main" id="{B624D614-FE72-DE28-3542-FBFB3025A429}"/>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08019" y="5619923"/>
              <a:ext cx="504255" cy="277854"/>
            </a:xfrm>
            <a:prstGeom prst="rect">
              <a:avLst/>
            </a:prstGeom>
          </p:spPr>
        </p:pic>
      </p:grpSp>
      <p:grpSp>
        <p:nvGrpSpPr>
          <p:cNvPr id="79" name="Group 78">
            <a:extLst>
              <a:ext uri="{FF2B5EF4-FFF2-40B4-BE49-F238E27FC236}">
                <a16:creationId xmlns:a16="http://schemas.microsoft.com/office/drawing/2014/main" id="{F1590EFC-58D3-6CC2-F302-A0AC802B92E5}"/>
              </a:ext>
            </a:extLst>
          </p:cNvPr>
          <p:cNvGrpSpPr/>
          <p:nvPr/>
        </p:nvGrpSpPr>
        <p:grpSpPr>
          <a:xfrm>
            <a:off x="551332" y="2752797"/>
            <a:ext cx="736600" cy="736600"/>
            <a:chOff x="551332" y="2634499"/>
            <a:chExt cx="736600" cy="736600"/>
          </a:xfrm>
        </p:grpSpPr>
        <p:sp>
          <p:nvSpPr>
            <p:cNvPr id="80" name="Oval 79">
              <a:extLst>
                <a:ext uri="{FF2B5EF4-FFF2-40B4-BE49-F238E27FC236}">
                  <a16:creationId xmlns:a16="http://schemas.microsoft.com/office/drawing/2014/main" id="{46CD538E-1FB2-0D5C-999A-558F4B056E4D}"/>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1" name="Graphic 80">
              <a:extLst>
                <a:ext uri="{FF2B5EF4-FFF2-40B4-BE49-F238E27FC236}">
                  <a16:creationId xmlns:a16="http://schemas.microsoft.com/office/drawing/2014/main" id="{4F4913E3-5BD7-F431-686F-AB4B24158B8D}"/>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39542" y="2817563"/>
              <a:ext cx="360181" cy="370472"/>
            </a:xfrm>
            <a:prstGeom prst="rect">
              <a:avLst/>
            </a:prstGeom>
          </p:spPr>
        </p:pic>
      </p:grpSp>
      <p:grpSp>
        <p:nvGrpSpPr>
          <p:cNvPr id="82" name="Group 81">
            <a:extLst>
              <a:ext uri="{FF2B5EF4-FFF2-40B4-BE49-F238E27FC236}">
                <a16:creationId xmlns:a16="http://schemas.microsoft.com/office/drawing/2014/main" id="{779DA70E-F5C0-AD7E-0845-B9F3621F36A1}"/>
              </a:ext>
            </a:extLst>
          </p:cNvPr>
          <p:cNvGrpSpPr/>
          <p:nvPr/>
        </p:nvGrpSpPr>
        <p:grpSpPr>
          <a:xfrm>
            <a:off x="1414263" y="2752797"/>
            <a:ext cx="736600" cy="736600"/>
            <a:chOff x="1414263" y="2634499"/>
            <a:chExt cx="736600" cy="736600"/>
          </a:xfrm>
        </p:grpSpPr>
        <p:sp>
          <p:nvSpPr>
            <p:cNvPr id="83" name="Oval 82">
              <a:extLst>
                <a:ext uri="{FF2B5EF4-FFF2-40B4-BE49-F238E27FC236}">
                  <a16:creationId xmlns:a16="http://schemas.microsoft.com/office/drawing/2014/main" id="{E08A9D47-CD1C-B5C8-7571-6699649AADA9}"/>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4" name="Graphic 83">
              <a:extLst>
                <a:ext uri="{FF2B5EF4-FFF2-40B4-BE49-F238E27FC236}">
                  <a16:creationId xmlns:a16="http://schemas.microsoft.com/office/drawing/2014/main" id="{6A9209BC-9B55-9038-191B-740BA5162E3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587036" y="2817563"/>
              <a:ext cx="391054" cy="370472"/>
            </a:xfrm>
            <a:prstGeom prst="rect">
              <a:avLst/>
            </a:prstGeom>
          </p:spPr>
        </p:pic>
      </p:grpSp>
      <p:grpSp>
        <p:nvGrpSpPr>
          <p:cNvPr id="85" name="Group 84">
            <a:extLst>
              <a:ext uri="{FF2B5EF4-FFF2-40B4-BE49-F238E27FC236}">
                <a16:creationId xmlns:a16="http://schemas.microsoft.com/office/drawing/2014/main" id="{3579640C-B4A7-3A4A-827D-5E7943CBEC88}"/>
              </a:ext>
            </a:extLst>
          </p:cNvPr>
          <p:cNvGrpSpPr/>
          <p:nvPr/>
        </p:nvGrpSpPr>
        <p:grpSpPr>
          <a:xfrm>
            <a:off x="2277194" y="2752797"/>
            <a:ext cx="736600" cy="736600"/>
            <a:chOff x="2277194" y="2634499"/>
            <a:chExt cx="736600" cy="736600"/>
          </a:xfrm>
        </p:grpSpPr>
        <p:sp>
          <p:nvSpPr>
            <p:cNvPr id="86" name="Oval 85">
              <a:extLst>
                <a:ext uri="{FF2B5EF4-FFF2-40B4-BE49-F238E27FC236}">
                  <a16:creationId xmlns:a16="http://schemas.microsoft.com/office/drawing/2014/main" id="{A41285D7-196B-607D-33D2-E4668305B1A4}"/>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7" name="Graphic 86">
              <a:extLst>
                <a:ext uri="{FF2B5EF4-FFF2-40B4-BE49-F238E27FC236}">
                  <a16:creationId xmlns:a16="http://schemas.microsoft.com/office/drawing/2014/main" id="{9FD69627-27A8-DC85-18A8-4CBD83FC5848}"/>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449967" y="2817563"/>
              <a:ext cx="391054" cy="370472"/>
            </a:xfrm>
            <a:prstGeom prst="rect">
              <a:avLst/>
            </a:prstGeom>
          </p:spPr>
        </p:pic>
      </p:grpSp>
      <p:grpSp>
        <p:nvGrpSpPr>
          <p:cNvPr id="88" name="Group 87">
            <a:extLst>
              <a:ext uri="{FF2B5EF4-FFF2-40B4-BE49-F238E27FC236}">
                <a16:creationId xmlns:a16="http://schemas.microsoft.com/office/drawing/2014/main" id="{05A53138-655A-4FE6-85C2-86379A1CD1C0}"/>
              </a:ext>
            </a:extLst>
          </p:cNvPr>
          <p:cNvGrpSpPr/>
          <p:nvPr/>
        </p:nvGrpSpPr>
        <p:grpSpPr>
          <a:xfrm>
            <a:off x="3140125" y="2752797"/>
            <a:ext cx="736600" cy="736600"/>
            <a:chOff x="3140125" y="2634499"/>
            <a:chExt cx="736600" cy="736600"/>
          </a:xfrm>
        </p:grpSpPr>
        <p:sp>
          <p:nvSpPr>
            <p:cNvPr id="89" name="Oval 88">
              <a:extLst>
                <a:ext uri="{FF2B5EF4-FFF2-40B4-BE49-F238E27FC236}">
                  <a16:creationId xmlns:a16="http://schemas.microsoft.com/office/drawing/2014/main" id="{BAD533DF-9654-CC42-53AE-790A189C5247}"/>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0" name="Graphic 89">
              <a:extLst>
                <a:ext uri="{FF2B5EF4-FFF2-40B4-BE49-F238E27FC236}">
                  <a16:creationId xmlns:a16="http://schemas.microsoft.com/office/drawing/2014/main" id="{D0D0A607-2A30-6404-0B33-74801238E785}"/>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348917" y="2776400"/>
              <a:ext cx="319017" cy="452799"/>
            </a:xfrm>
            <a:prstGeom prst="rect">
              <a:avLst/>
            </a:prstGeom>
          </p:spPr>
        </p:pic>
      </p:grpSp>
      <p:grpSp>
        <p:nvGrpSpPr>
          <p:cNvPr id="91" name="Group 90">
            <a:extLst>
              <a:ext uri="{FF2B5EF4-FFF2-40B4-BE49-F238E27FC236}">
                <a16:creationId xmlns:a16="http://schemas.microsoft.com/office/drawing/2014/main" id="{1F419905-B909-5B3A-9D50-38C876894E60}"/>
              </a:ext>
            </a:extLst>
          </p:cNvPr>
          <p:cNvGrpSpPr/>
          <p:nvPr/>
        </p:nvGrpSpPr>
        <p:grpSpPr>
          <a:xfrm>
            <a:off x="4003056" y="2752797"/>
            <a:ext cx="736600" cy="736600"/>
            <a:chOff x="4003056" y="2634499"/>
            <a:chExt cx="736600" cy="736600"/>
          </a:xfrm>
        </p:grpSpPr>
        <p:sp>
          <p:nvSpPr>
            <p:cNvPr id="92" name="Oval 91">
              <a:extLst>
                <a:ext uri="{FF2B5EF4-FFF2-40B4-BE49-F238E27FC236}">
                  <a16:creationId xmlns:a16="http://schemas.microsoft.com/office/drawing/2014/main" id="{5A9B7454-5229-C003-FDDC-F14D2BE3FB2E}"/>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3" name="Graphic 92">
              <a:extLst>
                <a:ext uri="{FF2B5EF4-FFF2-40B4-BE49-F238E27FC236}">
                  <a16:creationId xmlns:a16="http://schemas.microsoft.com/office/drawing/2014/main" id="{BECDE563-8CE2-96A7-2374-8B810EA7ACBD}"/>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4124375" y="2755818"/>
              <a:ext cx="493963" cy="493963"/>
            </a:xfrm>
            <a:prstGeom prst="rect">
              <a:avLst/>
            </a:prstGeom>
          </p:spPr>
        </p:pic>
      </p:grpSp>
      <p:grpSp>
        <p:nvGrpSpPr>
          <p:cNvPr id="94" name="Group 93">
            <a:extLst>
              <a:ext uri="{FF2B5EF4-FFF2-40B4-BE49-F238E27FC236}">
                <a16:creationId xmlns:a16="http://schemas.microsoft.com/office/drawing/2014/main" id="{C2D56544-482B-3AB2-AA55-4A95A1FA82B4}"/>
              </a:ext>
            </a:extLst>
          </p:cNvPr>
          <p:cNvGrpSpPr/>
          <p:nvPr/>
        </p:nvGrpSpPr>
        <p:grpSpPr>
          <a:xfrm>
            <a:off x="4865987" y="2752797"/>
            <a:ext cx="736600" cy="736600"/>
            <a:chOff x="4865987" y="2634499"/>
            <a:chExt cx="736600" cy="736600"/>
          </a:xfrm>
        </p:grpSpPr>
        <p:sp>
          <p:nvSpPr>
            <p:cNvPr id="95" name="Oval 94">
              <a:extLst>
                <a:ext uri="{FF2B5EF4-FFF2-40B4-BE49-F238E27FC236}">
                  <a16:creationId xmlns:a16="http://schemas.microsoft.com/office/drawing/2014/main" id="{D783C74C-90CC-0CCA-8FB0-6C26A13F1CCC}"/>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6" name="Graphic 95">
              <a:extLst>
                <a:ext uri="{FF2B5EF4-FFF2-40B4-BE49-F238E27FC236}">
                  <a16:creationId xmlns:a16="http://schemas.microsoft.com/office/drawing/2014/main" id="{BE53A21F-94AE-0F0E-2C31-CE22AC58738A}"/>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074779" y="2781545"/>
              <a:ext cx="319017" cy="442509"/>
            </a:xfrm>
            <a:prstGeom prst="rect">
              <a:avLst/>
            </a:prstGeom>
          </p:spPr>
        </p:pic>
      </p:grpSp>
      <p:grpSp>
        <p:nvGrpSpPr>
          <p:cNvPr id="97" name="Group 96">
            <a:extLst>
              <a:ext uri="{FF2B5EF4-FFF2-40B4-BE49-F238E27FC236}">
                <a16:creationId xmlns:a16="http://schemas.microsoft.com/office/drawing/2014/main" id="{8BCE222E-847F-69AF-DB0F-A2D44AC519F8}"/>
              </a:ext>
            </a:extLst>
          </p:cNvPr>
          <p:cNvGrpSpPr/>
          <p:nvPr/>
        </p:nvGrpSpPr>
        <p:grpSpPr>
          <a:xfrm>
            <a:off x="5728918" y="2752797"/>
            <a:ext cx="736600" cy="736600"/>
            <a:chOff x="5728918" y="2634499"/>
            <a:chExt cx="736600" cy="736600"/>
          </a:xfrm>
        </p:grpSpPr>
        <p:sp>
          <p:nvSpPr>
            <p:cNvPr id="98" name="Oval 97">
              <a:extLst>
                <a:ext uri="{FF2B5EF4-FFF2-40B4-BE49-F238E27FC236}">
                  <a16:creationId xmlns:a16="http://schemas.microsoft.com/office/drawing/2014/main" id="{8FC091CE-DDE8-2999-08D2-7F4A4828BF3D}"/>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9" name="Graphic 98">
              <a:extLst>
                <a:ext uri="{FF2B5EF4-FFF2-40B4-BE49-F238E27FC236}">
                  <a16:creationId xmlns:a16="http://schemas.microsoft.com/office/drawing/2014/main" id="{9A5E495F-EDD9-D95B-9CF1-85BD98703EBE}"/>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5891400" y="2796981"/>
              <a:ext cx="411636" cy="411636"/>
            </a:xfrm>
            <a:prstGeom prst="rect">
              <a:avLst/>
            </a:prstGeom>
          </p:spPr>
        </p:pic>
      </p:grpSp>
      <p:grpSp>
        <p:nvGrpSpPr>
          <p:cNvPr id="100" name="Group 99">
            <a:extLst>
              <a:ext uri="{FF2B5EF4-FFF2-40B4-BE49-F238E27FC236}">
                <a16:creationId xmlns:a16="http://schemas.microsoft.com/office/drawing/2014/main" id="{60026B38-9C31-F4BA-A21B-D6F3AE909583}"/>
              </a:ext>
            </a:extLst>
          </p:cNvPr>
          <p:cNvGrpSpPr/>
          <p:nvPr/>
        </p:nvGrpSpPr>
        <p:grpSpPr>
          <a:xfrm>
            <a:off x="6591849" y="2752797"/>
            <a:ext cx="736600" cy="736600"/>
            <a:chOff x="6591849" y="2634499"/>
            <a:chExt cx="736600" cy="736600"/>
          </a:xfrm>
        </p:grpSpPr>
        <p:sp>
          <p:nvSpPr>
            <p:cNvPr id="101" name="Oval 100">
              <a:extLst>
                <a:ext uri="{FF2B5EF4-FFF2-40B4-BE49-F238E27FC236}">
                  <a16:creationId xmlns:a16="http://schemas.microsoft.com/office/drawing/2014/main" id="{042B23A7-02E3-2490-F264-D93CAA809E2F}"/>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2" name="Graphic 101">
              <a:extLst>
                <a:ext uri="{FF2B5EF4-FFF2-40B4-BE49-F238E27FC236}">
                  <a16:creationId xmlns:a16="http://schemas.microsoft.com/office/drawing/2014/main" id="{11AFFBA6-D82C-79D3-4304-FAE0E1763E29}"/>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6723459" y="2791835"/>
              <a:ext cx="473381" cy="421928"/>
            </a:xfrm>
            <a:prstGeom prst="rect">
              <a:avLst/>
            </a:prstGeom>
          </p:spPr>
        </p:pic>
      </p:grpSp>
      <p:grpSp>
        <p:nvGrpSpPr>
          <p:cNvPr id="103" name="Group 102">
            <a:extLst>
              <a:ext uri="{FF2B5EF4-FFF2-40B4-BE49-F238E27FC236}">
                <a16:creationId xmlns:a16="http://schemas.microsoft.com/office/drawing/2014/main" id="{4CA3A466-F01C-E9F3-92AF-E39DCD3CBB46}"/>
              </a:ext>
            </a:extLst>
          </p:cNvPr>
          <p:cNvGrpSpPr/>
          <p:nvPr/>
        </p:nvGrpSpPr>
        <p:grpSpPr>
          <a:xfrm>
            <a:off x="7454777" y="2752797"/>
            <a:ext cx="736600" cy="736600"/>
            <a:chOff x="7454777" y="2634499"/>
            <a:chExt cx="736600" cy="736600"/>
          </a:xfrm>
        </p:grpSpPr>
        <p:sp>
          <p:nvSpPr>
            <p:cNvPr id="104" name="Oval 103">
              <a:extLst>
                <a:ext uri="{FF2B5EF4-FFF2-40B4-BE49-F238E27FC236}">
                  <a16:creationId xmlns:a16="http://schemas.microsoft.com/office/drawing/2014/main" id="{235F5287-3F6F-3B55-777A-0B5AE4FC8829}"/>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5" name="Graphic 104">
              <a:extLst>
                <a:ext uri="{FF2B5EF4-FFF2-40B4-BE49-F238E27FC236}">
                  <a16:creationId xmlns:a16="http://schemas.microsoft.com/office/drawing/2014/main" id="{DDB5C944-694B-D0B0-0331-5EA1F6127B11}"/>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699586" y="2786690"/>
              <a:ext cx="246982" cy="432218"/>
            </a:xfrm>
            <a:prstGeom prst="rect">
              <a:avLst/>
            </a:prstGeom>
          </p:spPr>
        </p:pic>
      </p:grpSp>
      <p:grpSp>
        <p:nvGrpSpPr>
          <p:cNvPr id="106" name="Group 105">
            <a:extLst>
              <a:ext uri="{FF2B5EF4-FFF2-40B4-BE49-F238E27FC236}">
                <a16:creationId xmlns:a16="http://schemas.microsoft.com/office/drawing/2014/main" id="{E877EE7F-2D05-A699-9BA4-726BFDDCA7C9}"/>
              </a:ext>
            </a:extLst>
          </p:cNvPr>
          <p:cNvGrpSpPr/>
          <p:nvPr/>
        </p:nvGrpSpPr>
        <p:grpSpPr>
          <a:xfrm>
            <a:off x="5728918" y="5508848"/>
            <a:ext cx="736600" cy="736600"/>
            <a:chOff x="5728918" y="5390550"/>
            <a:chExt cx="736600" cy="736600"/>
          </a:xfrm>
        </p:grpSpPr>
        <p:sp>
          <p:nvSpPr>
            <p:cNvPr id="107" name="Oval 106">
              <a:extLst>
                <a:ext uri="{FF2B5EF4-FFF2-40B4-BE49-F238E27FC236}">
                  <a16:creationId xmlns:a16="http://schemas.microsoft.com/office/drawing/2014/main" id="{51B03BDB-80F8-A339-3D09-B740C14CEED2}"/>
                </a:ext>
              </a:extLst>
            </p:cNvPr>
            <p:cNvSpPr/>
            <p:nvPr/>
          </p:nvSpPr>
          <p:spPr>
            <a:xfrm>
              <a:off x="5728918"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8" name="Graphic 107">
              <a:extLst>
                <a:ext uri="{FF2B5EF4-FFF2-40B4-BE49-F238E27FC236}">
                  <a16:creationId xmlns:a16="http://schemas.microsoft.com/office/drawing/2014/main" id="{0E5D9FCC-D902-2FC0-8078-2238C5467EAD}"/>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5865673" y="5573614"/>
              <a:ext cx="463091" cy="370472"/>
            </a:xfrm>
            <a:prstGeom prst="rect">
              <a:avLst/>
            </a:prstGeom>
          </p:spPr>
        </p:pic>
      </p:grpSp>
      <p:grpSp>
        <p:nvGrpSpPr>
          <p:cNvPr id="109" name="Group 108">
            <a:extLst>
              <a:ext uri="{FF2B5EF4-FFF2-40B4-BE49-F238E27FC236}">
                <a16:creationId xmlns:a16="http://schemas.microsoft.com/office/drawing/2014/main" id="{14B135A7-05A6-ACB4-7E54-AF1D438EE4F3}"/>
              </a:ext>
            </a:extLst>
          </p:cNvPr>
          <p:cNvGrpSpPr/>
          <p:nvPr/>
        </p:nvGrpSpPr>
        <p:grpSpPr>
          <a:xfrm>
            <a:off x="551332" y="3668093"/>
            <a:ext cx="736600" cy="736600"/>
            <a:chOff x="551332" y="3549795"/>
            <a:chExt cx="736600" cy="736600"/>
          </a:xfrm>
        </p:grpSpPr>
        <p:sp>
          <p:nvSpPr>
            <p:cNvPr id="110" name="Oval 109">
              <a:extLst>
                <a:ext uri="{FF2B5EF4-FFF2-40B4-BE49-F238E27FC236}">
                  <a16:creationId xmlns:a16="http://schemas.microsoft.com/office/drawing/2014/main" id="{F6CA0AEA-215D-DA89-9F9E-0561D24A88BD}"/>
                </a:ext>
              </a:extLst>
            </p:cNvPr>
            <p:cNvSpPr/>
            <p:nvPr/>
          </p:nvSpPr>
          <p:spPr>
            <a:xfrm>
              <a:off x="551332"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1" name="Graphic 110">
              <a:extLst>
                <a:ext uri="{FF2B5EF4-FFF2-40B4-BE49-F238E27FC236}">
                  <a16:creationId xmlns:a16="http://schemas.microsoft.com/office/drawing/2014/main" id="{942B30A0-B34D-8FC5-FA36-D184E8F134BE}"/>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72651" y="3717423"/>
              <a:ext cx="493963" cy="401345"/>
            </a:xfrm>
            <a:prstGeom prst="rect">
              <a:avLst/>
            </a:prstGeom>
          </p:spPr>
        </p:pic>
      </p:grpSp>
      <p:grpSp>
        <p:nvGrpSpPr>
          <p:cNvPr id="112" name="Group 111">
            <a:extLst>
              <a:ext uri="{FF2B5EF4-FFF2-40B4-BE49-F238E27FC236}">
                <a16:creationId xmlns:a16="http://schemas.microsoft.com/office/drawing/2014/main" id="{6DAD7419-BA02-FDB7-E4E7-1170040DD91B}"/>
              </a:ext>
            </a:extLst>
          </p:cNvPr>
          <p:cNvGrpSpPr/>
          <p:nvPr/>
        </p:nvGrpSpPr>
        <p:grpSpPr>
          <a:xfrm>
            <a:off x="1414263" y="3668093"/>
            <a:ext cx="736600" cy="736600"/>
            <a:chOff x="1414263" y="3549795"/>
            <a:chExt cx="736600" cy="736600"/>
          </a:xfrm>
        </p:grpSpPr>
        <p:sp>
          <p:nvSpPr>
            <p:cNvPr id="113" name="Oval 112">
              <a:extLst>
                <a:ext uri="{FF2B5EF4-FFF2-40B4-BE49-F238E27FC236}">
                  <a16:creationId xmlns:a16="http://schemas.microsoft.com/office/drawing/2014/main" id="{9953F1EE-FC7B-0861-A42C-2B4EC0A7CFE0}"/>
                </a:ext>
              </a:extLst>
            </p:cNvPr>
            <p:cNvSpPr/>
            <p:nvPr/>
          </p:nvSpPr>
          <p:spPr>
            <a:xfrm>
              <a:off x="1414263"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4" name="Graphic 113">
              <a:extLst>
                <a:ext uri="{FF2B5EF4-FFF2-40B4-BE49-F238E27FC236}">
                  <a16:creationId xmlns:a16="http://schemas.microsoft.com/office/drawing/2014/main" id="{55BD08D9-346A-94DE-622D-86F0B8F74E7C}"/>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566454" y="3701986"/>
              <a:ext cx="432218" cy="432218"/>
            </a:xfrm>
            <a:prstGeom prst="rect">
              <a:avLst/>
            </a:prstGeom>
          </p:spPr>
        </p:pic>
      </p:grpSp>
      <p:grpSp>
        <p:nvGrpSpPr>
          <p:cNvPr id="115" name="Group 114">
            <a:extLst>
              <a:ext uri="{FF2B5EF4-FFF2-40B4-BE49-F238E27FC236}">
                <a16:creationId xmlns:a16="http://schemas.microsoft.com/office/drawing/2014/main" id="{E97D2C2E-BE38-EBE6-3712-DB8995A06562}"/>
              </a:ext>
            </a:extLst>
          </p:cNvPr>
          <p:cNvGrpSpPr/>
          <p:nvPr/>
        </p:nvGrpSpPr>
        <p:grpSpPr>
          <a:xfrm>
            <a:off x="2277194" y="3668093"/>
            <a:ext cx="736600" cy="736600"/>
            <a:chOff x="2277194" y="3549795"/>
            <a:chExt cx="736600" cy="736600"/>
          </a:xfrm>
        </p:grpSpPr>
        <p:sp>
          <p:nvSpPr>
            <p:cNvPr id="116" name="Oval 115">
              <a:extLst>
                <a:ext uri="{FF2B5EF4-FFF2-40B4-BE49-F238E27FC236}">
                  <a16:creationId xmlns:a16="http://schemas.microsoft.com/office/drawing/2014/main" id="{DF9D112A-69BE-B69F-B3C7-0CAD19499589}"/>
                </a:ext>
              </a:extLst>
            </p:cNvPr>
            <p:cNvSpPr/>
            <p:nvPr/>
          </p:nvSpPr>
          <p:spPr>
            <a:xfrm>
              <a:off x="2277194"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7" name="Graphic 116">
              <a:extLst>
                <a:ext uri="{FF2B5EF4-FFF2-40B4-BE49-F238E27FC236}">
                  <a16:creationId xmlns:a16="http://schemas.microsoft.com/office/drawing/2014/main" id="{57C132D1-C283-747A-5106-896F40E49AA7}"/>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2429385" y="3701986"/>
              <a:ext cx="432218" cy="432218"/>
            </a:xfrm>
            <a:prstGeom prst="rect">
              <a:avLst/>
            </a:prstGeom>
          </p:spPr>
        </p:pic>
      </p:grpSp>
      <p:grpSp>
        <p:nvGrpSpPr>
          <p:cNvPr id="118" name="Group 117">
            <a:extLst>
              <a:ext uri="{FF2B5EF4-FFF2-40B4-BE49-F238E27FC236}">
                <a16:creationId xmlns:a16="http://schemas.microsoft.com/office/drawing/2014/main" id="{F1865C23-56C8-996A-7D83-62F60298829A}"/>
              </a:ext>
            </a:extLst>
          </p:cNvPr>
          <p:cNvGrpSpPr/>
          <p:nvPr/>
        </p:nvGrpSpPr>
        <p:grpSpPr>
          <a:xfrm>
            <a:off x="3140125" y="3668093"/>
            <a:ext cx="736600" cy="736600"/>
            <a:chOff x="3140125" y="3549795"/>
            <a:chExt cx="736600" cy="736600"/>
          </a:xfrm>
        </p:grpSpPr>
        <p:sp>
          <p:nvSpPr>
            <p:cNvPr id="119" name="Oval 118">
              <a:extLst>
                <a:ext uri="{FF2B5EF4-FFF2-40B4-BE49-F238E27FC236}">
                  <a16:creationId xmlns:a16="http://schemas.microsoft.com/office/drawing/2014/main" id="{8ED5067B-33C4-0AFC-CA5A-51CD12D007EB}"/>
                </a:ext>
              </a:extLst>
            </p:cNvPr>
            <p:cNvSpPr/>
            <p:nvPr/>
          </p:nvSpPr>
          <p:spPr>
            <a:xfrm>
              <a:off x="3140125"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0" name="Graphic 119">
              <a:extLst>
                <a:ext uri="{FF2B5EF4-FFF2-40B4-BE49-F238E27FC236}">
                  <a16:creationId xmlns:a16="http://schemas.microsoft.com/office/drawing/2014/main" id="{F0685902-64B1-DEE6-7916-25FF0CBD6831}"/>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3338625" y="3681405"/>
              <a:ext cx="339600" cy="473381"/>
            </a:xfrm>
            <a:prstGeom prst="rect">
              <a:avLst/>
            </a:prstGeom>
          </p:spPr>
        </p:pic>
      </p:grpSp>
      <p:grpSp>
        <p:nvGrpSpPr>
          <p:cNvPr id="121" name="Group 120">
            <a:extLst>
              <a:ext uri="{FF2B5EF4-FFF2-40B4-BE49-F238E27FC236}">
                <a16:creationId xmlns:a16="http://schemas.microsoft.com/office/drawing/2014/main" id="{765829A2-4F53-7861-3BE5-F4EF9E735B68}"/>
              </a:ext>
            </a:extLst>
          </p:cNvPr>
          <p:cNvGrpSpPr/>
          <p:nvPr/>
        </p:nvGrpSpPr>
        <p:grpSpPr>
          <a:xfrm>
            <a:off x="4003056" y="3668093"/>
            <a:ext cx="736600" cy="736600"/>
            <a:chOff x="4003056" y="3549795"/>
            <a:chExt cx="736600" cy="736600"/>
          </a:xfrm>
        </p:grpSpPr>
        <p:sp>
          <p:nvSpPr>
            <p:cNvPr id="122" name="Oval 121">
              <a:extLst>
                <a:ext uri="{FF2B5EF4-FFF2-40B4-BE49-F238E27FC236}">
                  <a16:creationId xmlns:a16="http://schemas.microsoft.com/office/drawing/2014/main" id="{FB38DF3B-8FF3-4923-EA0A-A85D25A14131}"/>
                </a:ext>
              </a:extLst>
            </p:cNvPr>
            <p:cNvSpPr/>
            <p:nvPr/>
          </p:nvSpPr>
          <p:spPr>
            <a:xfrm>
              <a:off x="4003056"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3" name="Graphic 122">
              <a:extLst>
                <a:ext uri="{FF2B5EF4-FFF2-40B4-BE49-F238E27FC236}">
                  <a16:creationId xmlns:a16="http://schemas.microsoft.com/office/drawing/2014/main" id="{F33E31CB-093D-A713-494E-1F44A4DE7A67}"/>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4170684" y="3717423"/>
              <a:ext cx="401345" cy="401345"/>
            </a:xfrm>
            <a:prstGeom prst="rect">
              <a:avLst/>
            </a:prstGeom>
          </p:spPr>
        </p:pic>
      </p:grpSp>
      <p:grpSp>
        <p:nvGrpSpPr>
          <p:cNvPr id="124" name="Group 123">
            <a:extLst>
              <a:ext uri="{FF2B5EF4-FFF2-40B4-BE49-F238E27FC236}">
                <a16:creationId xmlns:a16="http://schemas.microsoft.com/office/drawing/2014/main" id="{D78662D0-132E-5EA4-23B5-C99C110212F9}"/>
              </a:ext>
            </a:extLst>
          </p:cNvPr>
          <p:cNvGrpSpPr/>
          <p:nvPr/>
        </p:nvGrpSpPr>
        <p:grpSpPr>
          <a:xfrm>
            <a:off x="4865987" y="3668093"/>
            <a:ext cx="736600" cy="736600"/>
            <a:chOff x="4865987" y="3549795"/>
            <a:chExt cx="736600" cy="736600"/>
          </a:xfrm>
        </p:grpSpPr>
        <p:sp>
          <p:nvSpPr>
            <p:cNvPr id="125" name="Oval 124">
              <a:extLst>
                <a:ext uri="{FF2B5EF4-FFF2-40B4-BE49-F238E27FC236}">
                  <a16:creationId xmlns:a16="http://schemas.microsoft.com/office/drawing/2014/main" id="{694D6F08-34B8-DE35-23F7-EFD222F804B6}"/>
                </a:ext>
              </a:extLst>
            </p:cNvPr>
            <p:cNvSpPr/>
            <p:nvPr/>
          </p:nvSpPr>
          <p:spPr>
            <a:xfrm>
              <a:off x="486598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6" name="Graphic 125">
              <a:extLst>
                <a:ext uri="{FF2B5EF4-FFF2-40B4-BE49-F238E27FC236}">
                  <a16:creationId xmlns:a16="http://schemas.microsoft.com/office/drawing/2014/main" id="{CCD39E9F-8297-D679-7845-4BB8770E96C4}"/>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5013033" y="3810041"/>
              <a:ext cx="442509" cy="216109"/>
            </a:xfrm>
            <a:prstGeom prst="rect">
              <a:avLst/>
            </a:prstGeom>
          </p:spPr>
        </p:pic>
      </p:grpSp>
      <p:grpSp>
        <p:nvGrpSpPr>
          <p:cNvPr id="127" name="Group 126">
            <a:extLst>
              <a:ext uri="{FF2B5EF4-FFF2-40B4-BE49-F238E27FC236}">
                <a16:creationId xmlns:a16="http://schemas.microsoft.com/office/drawing/2014/main" id="{D1C8950D-6145-C4FE-B5B6-B89D3BBD238B}"/>
              </a:ext>
            </a:extLst>
          </p:cNvPr>
          <p:cNvGrpSpPr/>
          <p:nvPr/>
        </p:nvGrpSpPr>
        <p:grpSpPr>
          <a:xfrm>
            <a:off x="5728918" y="3668093"/>
            <a:ext cx="736600" cy="736600"/>
            <a:chOff x="5728918" y="3549795"/>
            <a:chExt cx="736600" cy="736600"/>
          </a:xfrm>
        </p:grpSpPr>
        <p:sp>
          <p:nvSpPr>
            <p:cNvPr id="128" name="Oval 127">
              <a:extLst>
                <a:ext uri="{FF2B5EF4-FFF2-40B4-BE49-F238E27FC236}">
                  <a16:creationId xmlns:a16="http://schemas.microsoft.com/office/drawing/2014/main" id="{D1463999-62E5-3228-D315-6E4E0E8215C4}"/>
                </a:ext>
              </a:extLst>
            </p:cNvPr>
            <p:cNvSpPr/>
            <p:nvPr/>
          </p:nvSpPr>
          <p:spPr>
            <a:xfrm>
              <a:off x="5728918"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9" name="Graphic 128">
              <a:extLst>
                <a:ext uri="{FF2B5EF4-FFF2-40B4-BE49-F238E27FC236}">
                  <a16:creationId xmlns:a16="http://schemas.microsoft.com/office/drawing/2014/main" id="{05BEFF2B-0DD4-CC08-8A31-E6EC71340670}"/>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5875964" y="3810041"/>
              <a:ext cx="442509" cy="216109"/>
            </a:xfrm>
            <a:prstGeom prst="rect">
              <a:avLst/>
            </a:prstGeom>
          </p:spPr>
        </p:pic>
      </p:grpSp>
      <p:grpSp>
        <p:nvGrpSpPr>
          <p:cNvPr id="130" name="Group 129">
            <a:extLst>
              <a:ext uri="{FF2B5EF4-FFF2-40B4-BE49-F238E27FC236}">
                <a16:creationId xmlns:a16="http://schemas.microsoft.com/office/drawing/2014/main" id="{D1B6B594-0532-8B53-8D70-6F62E9F946D9}"/>
              </a:ext>
            </a:extLst>
          </p:cNvPr>
          <p:cNvGrpSpPr/>
          <p:nvPr/>
        </p:nvGrpSpPr>
        <p:grpSpPr>
          <a:xfrm>
            <a:off x="6591849" y="3668093"/>
            <a:ext cx="736600" cy="736600"/>
            <a:chOff x="6591849" y="3549795"/>
            <a:chExt cx="736600" cy="736600"/>
          </a:xfrm>
        </p:grpSpPr>
        <p:sp>
          <p:nvSpPr>
            <p:cNvPr id="131" name="Oval 130">
              <a:extLst>
                <a:ext uri="{FF2B5EF4-FFF2-40B4-BE49-F238E27FC236}">
                  <a16:creationId xmlns:a16="http://schemas.microsoft.com/office/drawing/2014/main" id="{2A26B84C-1645-67A4-9D5F-0EA2EA6827BB}"/>
                </a:ext>
              </a:extLst>
            </p:cNvPr>
            <p:cNvSpPr/>
            <p:nvPr/>
          </p:nvSpPr>
          <p:spPr>
            <a:xfrm>
              <a:off x="6591849"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2" name="Graphic 131">
              <a:extLst>
                <a:ext uri="{FF2B5EF4-FFF2-40B4-BE49-F238E27FC236}">
                  <a16:creationId xmlns:a16="http://schemas.microsoft.com/office/drawing/2014/main" id="{8F973743-1763-312C-DD9D-0B50D10F6B9D}"/>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6749185" y="3686550"/>
              <a:ext cx="421928" cy="463091"/>
            </a:xfrm>
            <a:prstGeom prst="rect">
              <a:avLst/>
            </a:prstGeom>
          </p:spPr>
        </p:pic>
      </p:grpSp>
      <p:grpSp>
        <p:nvGrpSpPr>
          <p:cNvPr id="133" name="Group 132">
            <a:extLst>
              <a:ext uri="{FF2B5EF4-FFF2-40B4-BE49-F238E27FC236}">
                <a16:creationId xmlns:a16="http://schemas.microsoft.com/office/drawing/2014/main" id="{839F1C08-B2B4-A529-4798-054271DCC1BF}"/>
              </a:ext>
            </a:extLst>
          </p:cNvPr>
          <p:cNvGrpSpPr/>
          <p:nvPr/>
        </p:nvGrpSpPr>
        <p:grpSpPr>
          <a:xfrm>
            <a:off x="7454777" y="3668093"/>
            <a:ext cx="736600" cy="736600"/>
            <a:chOff x="7454777" y="3549795"/>
            <a:chExt cx="736600" cy="736600"/>
          </a:xfrm>
        </p:grpSpPr>
        <p:sp>
          <p:nvSpPr>
            <p:cNvPr id="134" name="Oval 133">
              <a:extLst>
                <a:ext uri="{FF2B5EF4-FFF2-40B4-BE49-F238E27FC236}">
                  <a16:creationId xmlns:a16="http://schemas.microsoft.com/office/drawing/2014/main" id="{1E79DCA0-AFB7-5084-439C-1362056689DD}"/>
                </a:ext>
              </a:extLst>
            </p:cNvPr>
            <p:cNvSpPr/>
            <p:nvPr/>
          </p:nvSpPr>
          <p:spPr>
            <a:xfrm>
              <a:off x="745477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5" name="Graphic 134">
              <a:extLst>
                <a:ext uri="{FF2B5EF4-FFF2-40B4-BE49-F238E27FC236}">
                  <a16:creationId xmlns:a16="http://schemas.microsoft.com/office/drawing/2014/main" id="{520122B0-E586-AB1D-84A0-7379CB3D1693}"/>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7612113" y="3701986"/>
              <a:ext cx="421928" cy="432218"/>
            </a:xfrm>
            <a:prstGeom prst="rect">
              <a:avLst/>
            </a:prstGeom>
          </p:spPr>
        </p:pic>
      </p:grpSp>
      <p:grpSp>
        <p:nvGrpSpPr>
          <p:cNvPr id="136" name="Group 135">
            <a:extLst>
              <a:ext uri="{FF2B5EF4-FFF2-40B4-BE49-F238E27FC236}">
                <a16:creationId xmlns:a16="http://schemas.microsoft.com/office/drawing/2014/main" id="{872A9009-EB7A-9A6B-7591-70B80D9AF1D7}"/>
              </a:ext>
            </a:extLst>
          </p:cNvPr>
          <p:cNvGrpSpPr/>
          <p:nvPr/>
        </p:nvGrpSpPr>
        <p:grpSpPr>
          <a:xfrm>
            <a:off x="4865987" y="5508848"/>
            <a:ext cx="736600" cy="736600"/>
            <a:chOff x="4865987" y="5390550"/>
            <a:chExt cx="736600" cy="736600"/>
          </a:xfrm>
        </p:grpSpPr>
        <p:sp>
          <p:nvSpPr>
            <p:cNvPr id="137" name="Oval 136">
              <a:extLst>
                <a:ext uri="{FF2B5EF4-FFF2-40B4-BE49-F238E27FC236}">
                  <a16:creationId xmlns:a16="http://schemas.microsoft.com/office/drawing/2014/main" id="{BD9BDE20-E36D-4340-551D-B8BCD6D6A4AC}"/>
                </a:ext>
              </a:extLst>
            </p:cNvPr>
            <p:cNvSpPr/>
            <p:nvPr/>
          </p:nvSpPr>
          <p:spPr>
            <a:xfrm>
              <a:off x="486598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8" name="Graphic 137">
              <a:extLst>
                <a:ext uri="{FF2B5EF4-FFF2-40B4-BE49-F238E27FC236}">
                  <a16:creationId xmlns:a16="http://schemas.microsoft.com/office/drawing/2014/main" id="{1A8093CD-D0F9-4CCA-371C-BFF194854496}"/>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5007888" y="5589050"/>
              <a:ext cx="452799" cy="339600"/>
            </a:xfrm>
            <a:prstGeom prst="rect">
              <a:avLst/>
            </a:prstGeom>
          </p:spPr>
        </p:pic>
      </p:grpSp>
      <p:grpSp>
        <p:nvGrpSpPr>
          <p:cNvPr id="139" name="Group 138">
            <a:extLst>
              <a:ext uri="{FF2B5EF4-FFF2-40B4-BE49-F238E27FC236}">
                <a16:creationId xmlns:a16="http://schemas.microsoft.com/office/drawing/2014/main" id="{740DC49B-26DE-35DF-8FEC-641EF80E3BC2}"/>
              </a:ext>
            </a:extLst>
          </p:cNvPr>
          <p:cNvGrpSpPr/>
          <p:nvPr/>
        </p:nvGrpSpPr>
        <p:grpSpPr>
          <a:xfrm>
            <a:off x="551332" y="4608784"/>
            <a:ext cx="736600" cy="736600"/>
            <a:chOff x="551332" y="4490486"/>
            <a:chExt cx="736600" cy="736600"/>
          </a:xfrm>
        </p:grpSpPr>
        <p:sp>
          <p:nvSpPr>
            <p:cNvPr id="140" name="Oval 139">
              <a:extLst>
                <a:ext uri="{FF2B5EF4-FFF2-40B4-BE49-F238E27FC236}">
                  <a16:creationId xmlns:a16="http://schemas.microsoft.com/office/drawing/2014/main" id="{B3EE5DED-DE51-C2F5-69C6-9C9377DFF2EE}"/>
                </a:ext>
              </a:extLst>
            </p:cNvPr>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1" name="Graphic 140">
              <a:extLst>
                <a:ext uri="{FF2B5EF4-FFF2-40B4-BE49-F238E27FC236}">
                  <a16:creationId xmlns:a16="http://schemas.microsoft.com/office/drawing/2014/main" id="{B7FE3157-9773-2087-2149-73B3CCB1C678}"/>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703523" y="4632387"/>
              <a:ext cx="432218" cy="452799"/>
            </a:xfrm>
            <a:prstGeom prst="rect">
              <a:avLst/>
            </a:prstGeom>
          </p:spPr>
        </p:pic>
      </p:grpSp>
      <p:grpSp>
        <p:nvGrpSpPr>
          <p:cNvPr id="142" name="Group 141">
            <a:extLst>
              <a:ext uri="{FF2B5EF4-FFF2-40B4-BE49-F238E27FC236}">
                <a16:creationId xmlns:a16="http://schemas.microsoft.com/office/drawing/2014/main" id="{63C73945-7054-21BA-1EF2-8DE2CDD5048B}"/>
              </a:ext>
            </a:extLst>
          </p:cNvPr>
          <p:cNvGrpSpPr/>
          <p:nvPr/>
        </p:nvGrpSpPr>
        <p:grpSpPr>
          <a:xfrm>
            <a:off x="1414263" y="4608784"/>
            <a:ext cx="736600" cy="736600"/>
            <a:chOff x="1414263" y="4490486"/>
            <a:chExt cx="736600" cy="736600"/>
          </a:xfrm>
        </p:grpSpPr>
        <p:sp>
          <p:nvSpPr>
            <p:cNvPr id="143" name="Oval 142">
              <a:extLst>
                <a:ext uri="{FF2B5EF4-FFF2-40B4-BE49-F238E27FC236}">
                  <a16:creationId xmlns:a16="http://schemas.microsoft.com/office/drawing/2014/main" id="{24471632-69BF-0D93-5E98-19BF9D90D218}"/>
                </a:ext>
              </a:extLst>
            </p:cNvPr>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4" name="Graphic 143">
              <a:extLst>
                <a:ext uri="{FF2B5EF4-FFF2-40B4-BE49-F238E27FC236}">
                  <a16:creationId xmlns:a16="http://schemas.microsoft.com/office/drawing/2014/main" id="{681D61FA-F424-396A-D263-F1F02669454E}"/>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1674509" y="4637532"/>
              <a:ext cx="216109" cy="442509"/>
            </a:xfrm>
            <a:prstGeom prst="rect">
              <a:avLst/>
            </a:prstGeom>
          </p:spPr>
        </p:pic>
      </p:grpSp>
      <p:grpSp>
        <p:nvGrpSpPr>
          <p:cNvPr id="145" name="Group 144">
            <a:extLst>
              <a:ext uri="{FF2B5EF4-FFF2-40B4-BE49-F238E27FC236}">
                <a16:creationId xmlns:a16="http://schemas.microsoft.com/office/drawing/2014/main" id="{66356E25-456E-A59B-67DE-7156F049D524}"/>
              </a:ext>
            </a:extLst>
          </p:cNvPr>
          <p:cNvGrpSpPr/>
          <p:nvPr/>
        </p:nvGrpSpPr>
        <p:grpSpPr>
          <a:xfrm>
            <a:off x="2277194" y="4608784"/>
            <a:ext cx="736600" cy="736600"/>
            <a:chOff x="2277194" y="4490486"/>
            <a:chExt cx="736600" cy="736600"/>
          </a:xfrm>
        </p:grpSpPr>
        <p:sp>
          <p:nvSpPr>
            <p:cNvPr id="146" name="Oval 145">
              <a:extLst>
                <a:ext uri="{FF2B5EF4-FFF2-40B4-BE49-F238E27FC236}">
                  <a16:creationId xmlns:a16="http://schemas.microsoft.com/office/drawing/2014/main" id="{1E224771-066D-9B2A-AE52-E4F05A95F47E}"/>
                </a:ext>
              </a:extLst>
            </p:cNvPr>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7" name="Graphic 146">
              <a:extLst>
                <a:ext uri="{FF2B5EF4-FFF2-40B4-BE49-F238E27FC236}">
                  <a16:creationId xmlns:a16="http://schemas.microsoft.com/office/drawing/2014/main" id="{634B813F-C9CA-3B5C-C99B-2A71F9CA54EB}"/>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2398513" y="4719859"/>
              <a:ext cx="493963" cy="277854"/>
            </a:xfrm>
            <a:prstGeom prst="rect">
              <a:avLst/>
            </a:prstGeom>
          </p:spPr>
        </p:pic>
      </p:grpSp>
      <p:grpSp>
        <p:nvGrpSpPr>
          <p:cNvPr id="148" name="Group 147">
            <a:extLst>
              <a:ext uri="{FF2B5EF4-FFF2-40B4-BE49-F238E27FC236}">
                <a16:creationId xmlns:a16="http://schemas.microsoft.com/office/drawing/2014/main" id="{8EE6E8F4-4BCD-D625-04AA-C900579DC3E6}"/>
              </a:ext>
            </a:extLst>
          </p:cNvPr>
          <p:cNvGrpSpPr/>
          <p:nvPr/>
        </p:nvGrpSpPr>
        <p:grpSpPr>
          <a:xfrm>
            <a:off x="3140125" y="4608784"/>
            <a:ext cx="736600" cy="736600"/>
            <a:chOff x="3140125" y="4490486"/>
            <a:chExt cx="736600" cy="736600"/>
          </a:xfrm>
        </p:grpSpPr>
        <p:sp>
          <p:nvSpPr>
            <p:cNvPr id="149" name="Oval 148">
              <a:extLst>
                <a:ext uri="{FF2B5EF4-FFF2-40B4-BE49-F238E27FC236}">
                  <a16:creationId xmlns:a16="http://schemas.microsoft.com/office/drawing/2014/main" id="{B9E2E68E-1A75-8957-413B-BC871D2E21D4}"/>
                </a:ext>
              </a:extLst>
            </p:cNvPr>
            <p:cNvSpPr/>
            <p:nvPr/>
          </p:nvSpPr>
          <p:spPr>
            <a:xfrm>
              <a:off x="3140125"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0" name="Graphic 149">
              <a:extLst>
                <a:ext uri="{FF2B5EF4-FFF2-40B4-BE49-F238E27FC236}">
                  <a16:creationId xmlns:a16="http://schemas.microsoft.com/office/drawing/2014/main" id="{37CF3B11-F5DA-24D6-5D98-1F5C6DEAC6C2}"/>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3256298" y="4658114"/>
              <a:ext cx="504255" cy="401345"/>
            </a:xfrm>
            <a:prstGeom prst="rect">
              <a:avLst/>
            </a:prstGeom>
          </p:spPr>
        </p:pic>
      </p:grpSp>
      <p:grpSp>
        <p:nvGrpSpPr>
          <p:cNvPr id="151" name="Group 150">
            <a:extLst>
              <a:ext uri="{FF2B5EF4-FFF2-40B4-BE49-F238E27FC236}">
                <a16:creationId xmlns:a16="http://schemas.microsoft.com/office/drawing/2014/main" id="{68C24A53-5604-C971-A47A-855C878F6E1A}"/>
              </a:ext>
            </a:extLst>
          </p:cNvPr>
          <p:cNvGrpSpPr/>
          <p:nvPr/>
        </p:nvGrpSpPr>
        <p:grpSpPr>
          <a:xfrm>
            <a:off x="4003056" y="4608784"/>
            <a:ext cx="736600" cy="736600"/>
            <a:chOff x="4003056" y="4490486"/>
            <a:chExt cx="736600" cy="736600"/>
          </a:xfrm>
        </p:grpSpPr>
        <p:sp>
          <p:nvSpPr>
            <p:cNvPr id="152" name="Oval 151">
              <a:extLst>
                <a:ext uri="{FF2B5EF4-FFF2-40B4-BE49-F238E27FC236}">
                  <a16:creationId xmlns:a16="http://schemas.microsoft.com/office/drawing/2014/main" id="{AE7507DB-29EE-0222-7145-29BE29761729}"/>
                </a:ext>
              </a:extLst>
            </p:cNvPr>
            <p:cNvSpPr/>
            <p:nvPr/>
          </p:nvSpPr>
          <p:spPr>
            <a:xfrm>
              <a:off x="4003056"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3" name="Graphic 152">
              <a:extLst>
                <a:ext uri="{FF2B5EF4-FFF2-40B4-BE49-F238E27FC236}">
                  <a16:creationId xmlns:a16="http://schemas.microsoft.com/office/drawing/2014/main" id="{10806584-EACA-052D-61B5-2AE6251931BA}"/>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4150102" y="4637532"/>
              <a:ext cx="442509" cy="442509"/>
            </a:xfrm>
            <a:prstGeom prst="rect">
              <a:avLst/>
            </a:prstGeom>
          </p:spPr>
        </p:pic>
      </p:grpSp>
      <p:grpSp>
        <p:nvGrpSpPr>
          <p:cNvPr id="154" name="Group 153">
            <a:extLst>
              <a:ext uri="{FF2B5EF4-FFF2-40B4-BE49-F238E27FC236}">
                <a16:creationId xmlns:a16="http://schemas.microsoft.com/office/drawing/2014/main" id="{96349ACD-0C9B-1C9F-8D96-B9E6CE83F10B}"/>
              </a:ext>
            </a:extLst>
          </p:cNvPr>
          <p:cNvGrpSpPr/>
          <p:nvPr/>
        </p:nvGrpSpPr>
        <p:grpSpPr>
          <a:xfrm>
            <a:off x="4865987" y="4608784"/>
            <a:ext cx="736600" cy="736600"/>
            <a:chOff x="4865987" y="4490486"/>
            <a:chExt cx="736600" cy="736600"/>
          </a:xfrm>
        </p:grpSpPr>
        <p:sp>
          <p:nvSpPr>
            <p:cNvPr id="155" name="Oval 154">
              <a:extLst>
                <a:ext uri="{FF2B5EF4-FFF2-40B4-BE49-F238E27FC236}">
                  <a16:creationId xmlns:a16="http://schemas.microsoft.com/office/drawing/2014/main" id="{785567D8-9F22-0618-2757-9EA9FC2E6AC0}"/>
                </a:ext>
              </a:extLst>
            </p:cNvPr>
            <p:cNvSpPr/>
            <p:nvPr/>
          </p:nvSpPr>
          <p:spPr>
            <a:xfrm>
              <a:off x="486598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6" name="Graphic 155">
              <a:extLst>
                <a:ext uri="{FF2B5EF4-FFF2-40B4-BE49-F238E27FC236}">
                  <a16:creationId xmlns:a16="http://schemas.microsoft.com/office/drawing/2014/main" id="{8E6A3492-7DA9-7176-A027-5E968AAFF29A}"/>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5018178" y="4678696"/>
              <a:ext cx="432218" cy="360181"/>
            </a:xfrm>
            <a:prstGeom prst="rect">
              <a:avLst/>
            </a:prstGeom>
          </p:spPr>
        </p:pic>
      </p:grpSp>
      <p:grpSp>
        <p:nvGrpSpPr>
          <p:cNvPr id="157" name="Group 156">
            <a:extLst>
              <a:ext uri="{FF2B5EF4-FFF2-40B4-BE49-F238E27FC236}">
                <a16:creationId xmlns:a16="http://schemas.microsoft.com/office/drawing/2014/main" id="{6CE59C03-35ED-46BD-322A-111D7F1645E0}"/>
              </a:ext>
            </a:extLst>
          </p:cNvPr>
          <p:cNvGrpSpPr/>
          <p:nvPr/>
        </p:nvGrpSpPr>
        <p:grpSpPr>
          <a:xfrm>
            <a:off x="5728918" y="4608784"/>
            <a:ext cx="736600" cy="736600"/>
            <a:chOff x="5728918" y="4490486"/>
            <a:chExt cx="736600" cy="736600"/>
          </a:xfrm>
        </p:grpSpPr>
        <p:sp>
          <p:nvSpPr>
            <p:cNvPr id="158" name="Oval 157">
              <a:extLst>
                <a:ext uri="{FF2B5EF4-FFF2-40B4-BE49-F238E27FC236}">
                  <a16:creationId xmlns:a16="http://schemas.microsoft.com/office/drawing/2014/main" id="{CE2A806F-8CAB-A846-81E0-2FCC217EDAB9}"/>
                </a:ext>
              </a:extLst>
            </p:cNvPr>
            <p:cNvSpPr/>
            <p:nvPr/>
          </p:nvSpPr>
          <p:spPr>
            <a:xfrm>
              <a:off x="5728918"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9" name="Graphic 158">
              <a:extLst>
                <a:ext uri="{FF2B5EF4-FFF2-40B4-BE49-F238E27FC236}">
                  <a16:creationId xmlns:a16="http://schemas.microsoft.com/office/drawing/2014/main" id="{63A74FDE-CF56-3501-8A37-B0C790368EB2}"/>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5881109" y="4688986"/>
              <a:ext cx="432218" cy="339600"/>
            </a:xfrm>
            <a:prstGeom prst="rect">
              <a:avLst/>
            </a:prstGeom>
          </p:spPr>
        </p:pic>
      </p:grpSp>
      <p:grpSp>
        <p:nvGrpSpPr>
          <p:cNvPr id="160" name="Group 159">
            <a:extLst>
              <a:ext uri="{FF2B5EF4-FFF2-40B4-BE49-F238E27FC236}">
                <a16:creationId xmlns:a16="http://schemas.microsoft.com/office/drawing/2014/main" id="{878793BB-0026-F8C7-FF8C-03FDEC84A60D}"/>
              </a:ext>
            </a:extLst>
          </p:cNvPr>
          <p:cNvGrpSpPr/>
          <p:nvPr/>
        </p:nvGrpSpPr>
        <p:grpSpPr>
          <a:xfrm>
            <a:off x="6591849" y="4608784"/>
            <a:ext cx="736600" cy="736600"/>
            <a:chOff x="6591849" y="4490486"/>
            <a:chExt cx="736600" cy="736600"/>
          </a:xfrm>
        </p:grpSpPr>
        <p:sp>
          <p:nvSpPr>
            <p:cNvPr id="161" name="Oval 160">
              <a:extLst>
                <a:ext uri="{FF2B5EF4-FFF2-40B4-BE49-F238E27FC236}">
                  <a16:creationId xmlns:a16="http://schemas.microsoft.com/office/drawing/2014/main" id="{7BDDADE6-6FEE-628F-2854-4BF542B25F49}"/>
                </a:ext>
              </a:extLst>
            </p:cNvPr>
            <p:cNvSpPr/>
            <p:nvPr/>
          </p:nvSpPr>
          <p:spPr>
            <a:xfrm>
              <a:off x="6591849"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2" name="Graphic 161">
              <a:extLst>
                <a:ext uri="{FF2B5EF4-FFF2-40B4-BE49-F238E27FC236}">
                  <a16:creationId xmlns:a16="http://schemas.microsoft.com/office/drawing/2014/main" id="{1F3D83D1-78BB-9831-EEF2-7B53943702D7}"/>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6774913" y="4673550"/>
              <a:ext cx="370472" cy="370472"/>
            </a:xfrm>
            <a:prstGeom prst="rect">
              <a:avLst/>
            </a:prstGeom>
          </p:spPr>
        </p:pic>
      </p:grpSp>
      <p:grpSp>
        <p:nvGrpSpPr>
          <p:cNvPr id="163" name="Group 162">
            <a:extLst>
              <a:ext uri="{FF2B5EF4-FFF2-40B4-BE49-F238E27FC236}">
                <a16:creationId xmlns:a16="http://schemas.microsoft.com/office/drawing/2014/main" id="{86D4DF02-8D51-0255-B792-569905C24AA3}"/>
              </a:ext>
            </a:extLst>
          </p:cNvPr>
          <p:cNvGrpSpPr/>
          <p:nvPr/>
        </p:nvGrpSpPr>
        <p:grpSpPr>
          <a:xfrm>
            <a:off x="7454777" y="4608784"/>
            <a:ext cx="736600" cy="736600"/>
            <a:chOff x="7454777" y="4490486"/>
            <a:chExt cx="736600" cy="736600"/>
          </a:xfrm>
        </p:grpSpPr>
        <p:sp>
          <p:nvSpPr>
            <p:cNvPr id="164" name="Oval 163">
              <a:extLst>
                <a:ext uri="{FF2B5EF4-FFF2-40B4-BE49-F238E27FC236}">
                  <a16:creationId xmlns:a16="http://schemas.microsoft.com/office/drawing/2014/main" id="{20EDE6E9-68D0-63B5-FD72-124B85B1F710}"/>
                </a:ext>
              </a:extLst>
            </p:cNvPr>
            <p:cNvSpPr/>
            <p:nvPr/>
          </p:nvSpPr>
          <p:spPr>
            <a:xfrm>
              <a:off x="745477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5" name="Graphic 164">
              <a:extLst>
                <a:ext uri="{FF2B5EF4-FFF2-40B4-BE49-F238E27FC236}">
                  <a16:creationId xmlns:a16="http://schemas.microsoft.com/office/drawing/2014/main" id="{6AC685F4-E30D-970D-540B-A0B99AFD6FFF}"/>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7684150" y="4673550"/>
              <a:ext cx="277854" cy="370472"/>
            </a:xfrm>
            <a:prstGeom prst="rect">
              <a:avLst/>
            </a:prstGeom>
          </p:spPr>
        </p:pic>
      </p:grpSp>
      <p:grpSp>
        <p:nvGrpSpPr>
          <p:cNvPr id="166" name="Group 165">
            <a:extLst>
              <a:ext uri="{FF2B5EF4-FFF2-40B4-BE49-F238E27FC236}">
                <a16:creationId xmlns:a16="http://schemas.microsoft.com/office/drawing/2014/main" id="{D08857DF-2808-2CD8-CACB-82F11D687808}"/>
              </a:ext>
            </a:extLst>
          </p:cNvPr>
          <p:cNvGrpSpPr/>
          <p:nvPr/>
        </p:nvGrpSpPr>
        <p:grpSpPr>
          <a:xfrm>
            <a:off x="4003056" y="5508848"/>
            <a:ext cx="736600" cy="736600"/>
            <a:chOff x="4003056" y="5390550"/>
            <a:chExt cx="736600" cy="736600"/>
          </a:xfrm>
        </p:grpSpPr>
        <p:sp>
          <p:nvSpPr>
            <p:cNvPr id="167" name="Oval 166">
              <a:extLst>
                <a:ext uri="{FF2B5EF4-FFF2-40B4-BE49-F238E27FC236}">
                  <a16:creationId xmlns:a16="http://schemas.microsoft.com/office/drawing/2014/main" id="{15CDB6AB-6D97-09A4-CA7A-782F48E8BA13}"/>
                </a:ext>
              </a:extLst>
            </p:cNvPr>
            <p:cNvSpPr/>
            <p:nvPr/>
          </p:nvSpPr>
          <p:spPr>
            <a:xfrm>
              <a:off x="400305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8" name="Graphic 167">
              <a:extLst>
                <a:ext uri="{FF2B5EF4-FFF2-40B4-BE49-F238E27FC236}">
                  <a16:creationId xmlns:a16="http://schemas.microsoft.com/office/drawing/2014/main" id="{F862D229-A3AC-D08A-F1D4-23481A4AEFD9}"/>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4165538" y="5537596"/>
              <a:ext cx="411636" cy="442509"/>
            </a:xfrm>
            <a:prstGeom prst="rect">
              <a:avLst/>
            </a:prstGeom>
          </p:spPr>
        </p:pic>
      </p:grpSp>
      <p:grpSp>
        <p:nvGrpSpPr>
          <p:cNvPr id="169" name="Group 168">
            <a:extLst>
              <a:ext uri="{FF2B5EF4-FFF2-40B4-BE49-F238E27FC236}">
                <a16:creationId xmlns:a16="http://schemas.microsoft.com/office/drawing/2014/main" id="{6681C4A7-58EE-FEF8-35E9-77AF534C8BED}"/>
              </a:ext>
            </a:extLst>
          </p:cNvPr>
          <p:cNvGrpSpPr/>
          <p:nvPr/>
        </p:nvGrpSpPr>
        <p:grpSpPr>
          <a:xfrm>
            <a:off x="551332" y="5508848"/>
            <a:ext cx="736600" cy="736600"/>
            <a:chOff x="551332" y="5390550"/>
            <a:chExt cx="736600" cy="736600"/>
          </a:xfrm>
        </p:grpSpPr>
        <p:sp>
          <p:nvSpPr>
            <p:cNvPr id="170" name="Oval 169">
              <a:extLst>
                <a:ext uri="{FF2B5EF4-FFF2-40B4-BE49-F238E27FC236}">
                  <a16:creationId xmlns:a16="http://schemas.microsoft.com/office/drawing/2014/main" id="{F0567BD5-8DE7-AF75-7E11-DF112AC38060}"/>
                </a:ext>
              </a:extLst>
            </p:cNvPr>
            <p:cNvSpPr/>
            <p:nvPr/>
          </p:nvSpPr>
          <p:spPr>
            <a:xfrm>
              <a:off x="551332"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1" name="Graphic 170">
              <a:extLst>
                <a:ext uri="{FF2B5EF4-FFF2-40B4-BE49-F238E27FC236}">
                  <a16:creationId xmlns:a16="http://schemas.microsoft.com/office/drawing/2014/main" id="{536858A4-A105-2403-B25A-BD2CCE7C8D57}"/>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724105" y="5547886"/>
              <a:ext cx="391054" cy="421928"/>
            </a:xfrm>
            <a:prstGeom prst="rect">
              <a:avLst/>
            </a:prstGeom>
          </p:spPr>
        </p:pic>
      </p:grpSp>
      <p:grpSp>
        <p:nvGrpSpPr>
          <p:cNvPr id="172" name="Group 171">
            <a:extLst>
              <a:ext uri="{FF2B5EF4-FFF2-40B4-BE49-F238E27FC236}">
                <a16:creationId xmlns:a16="http://schemas.microsoft.com/office/drawing/2014/main" id="{DF1E9E38-9D88-6818-26A0-DF23D053AD22}"/>
              </a:ext>
            </a:extLst>
          </p:cNvPr>
          <p:cNvGrpSpPr/>
          <p:nvPr/>
        </p:nvGrpSpPr>
        <p:grpSpPr>
          <a:xfrm>
            <a:off x="1414263" y="5508848"/>
            <a:ext cx="736600" cy="736600"/>
            <a:chOff x="1414263" y="5390550"/>
            <a:chExt cx="736600" cy="736600"/>
          </a:xfrm>
        </p:grpSpPr>
        <p:sp>
          <p:nvSpPr>
            <p:cNvPr id="173" name="Oval 172">
              <a:extLst>
                <a:ext uri="{FF2B5EF4-FFF2-40B4-BE49-F238E27FC236}">
                  <a16:creationId xmlns:a16="http://schemas.microsoft.com/office/drawing/2014/main" id="{6C9B81A8-85DA-CE5D-DEE0-C08B8C0FF775}"/>
                </a:ext>
              </a:extLst>
            </p:cNvPr>
            <p:cNvSpPr/>
            <p:nvPr/>
          </p:nvSpPr>
          <p:spPr>
            <a:xfrm>
              <a:off x="1414263"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4" name="Graphic 173">
              <a:extLst>
                <a:ext uri="{FF2B5EF4-FFF2-40B4-BE49-F238E27FC236}">
                  <a16:creationId xmlns:a16="http://schemas.microsoft.com/office/drawing/2014/main" id="{DE8B778F-0207-3F4A-052D-24F7F160801F}"/>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1592181" y="5568468"/>
              <a:ext cx="380764" cy="380764"/>
            </a:xfrm>
            <a:prstGeom prst="rect">
              <a:avLst/>
            </a:prstGeom>
          </p:spPr>
        </p:pic>
      </p:grpSp>
      <p:grpSp>
        <p:nvGrpSpPr>
          <p:cNvPr id="175" name="Group 174">
            <a:extLst>
              <a:ext uri="{FF2B5EF4-FFF2-40B4-BE49-F238E27FC236}">
                <a16:creationId xmlns:a16="http://schemas.microsoft.com/office/drawing/2014/main" id="{E11DE96C-E59B-4BA2-44E4-ABC3EB0DD5A7}"/>
              </a:ext>
            </a:extLst>
          </p:cNvPr>
          <p:cNvGrpSpPr/>
          <p:nvPr/>
        </p:nvGrpSpPr>
        <p:grpSpPr>
          <a:xfrm>
            <a:off x="2277194" y="5508848"/>
            <a:ext cx="736600" cy="736600"/>
            <a:chOff x="2277194" y="5390550"/>
            <a:chExt cx="736600" cy="736600"/>
          </a:xfrm>
        </p:grpSpPr>
        <p:sp>
          <p:nvSpPr>
            <p:cNvPr id="176" name="Oval 175">
              <a:extLst>
                <a:ext uri="{FF2B5EF4-FFF2-40B4-BE49-F238E27FC236}">
                  <a16:creationId xmlns:a16="http://schemas.microsoft.com/office/drawing/2014/main" id="{E5DE0521-DCCA-F18C-696A-1E90D5F602EF}"/>
                </a:ext>
              </a:extLst>
            </p:cNvPr>
            <p:cNvSpPr/>
            <p:nvPr/>
          </p:nvSpPr>
          <p:spPr>
            <a:xfrm>
              <a:off x="2277194"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7" name="Graphic 176">
              <a:extLst>
                <a:ext uri="{FF2B5EF4-FFF2-40B4-BE49-F238E27FC236}">
                  <a16:creationId xmlns:a16="http://schemas.microsoft.com/office/drawing/2014/main" id="{41BC2173-6558-924B-08BB-06D6E3F65F93}"/>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2460258" y="5573614"/>
              <a:ext cx="370472" cy="370472"/>
            </a:xfrm>
            <a:prstGeom prst="rect">
              <a:avLst/>
            </a:prstGeom>
          </p:spPr>
        </p:pic>
      </p:grpSp>
      <p:grpSp>
        <p:nvGrpSpPr>
          <p:cNvPr id="178" name="Group 177">
            <a:extLst>
              <a:ext uri="{FF2B5EF4-FFF2-40B4-BE49-F238E27FC236}">
                <a16:creationId xmlns:a16="http://schemas.microsoft.com/office/drawing/2014/main" id="{8037425E-8997-A397-1266-E96DD17BBDAD}"/>
              </a:ext>
            </a:extLst>
          </p:cNvPr>
          <p:cNvGrpSpPr/>
          <p:nvPr/>
        </p:nvGrpSpPr>
        <p:grpSpPr>
          <a:xfrm>
            <a:off x="3140125" y="5508848"/>
            <a:ext cx="736600" cy="736600"/>
            <a:chOff x="3140125" y="5390550"/>
            <a:chExt cx="736600" cy="736600"/>
          </a:xfrm>
        </p:grpSpPr>
        <p:sp>
          <p:nvSpPr>
            <p:cNvPr id="179" name="Oval 178">
              <a:extLst>
                <a:ext uri="{FF2B5EF4-FFF2-40B4-BE49-F238E27FC236}">
                  <a16:creationId xmlns:a16="http://schemas.microsoft.com/office/drawing/2014/main" id="{C9CAF8ED-E0E2-E37B-C0B7-48050E9E625E}"/>
                </a:ext>
              </a:extLst>
            </p:cNvPr>
            <p:cNvSpPr/>
            <p:nvPr/>
          </p:nvSpPr>
          <p:spPr>
            <a:xfrm>
              <a:off x="3140125"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0" name="Graphic 179">
              <a:extLst>
                <a:ext uri="{FF2B5EF4-FFF2-40B4-BE49-F238E27FC236}">
                  <a16:creationId xmlns:a16="http://schemas.microsoft.com/office/drawing/2014/main" id="{D35BD214-6907-A699-E57E-1002B101E530}"/>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3292316" y="5589050"/>
              <a:ext cx="432218" cy="339600"/>
            </a:xfrm>
            <a:prstGeom prst="rect">
              <a:avLst/>
            </a:prstGeom>
          </p:spPr>
        </p:pic>
      </p:grpSp>
    </p:spTree>
    <p:extLst>
      <p:ext uri="{BB962C8B-B14F-4D97-AF65-F5344CB8AC3E}">
        <p14:creationId xmlns:p14="http://schemas.microsoft.com/office/powerpoint/2010/main" val="2754978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4C85873E-F577-E8A9-0090-12F9F697F4D3}"/>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39750"/>
            <a:ext cx="12384088" cy="544513"/>
          </a:xfrm>
        </p:spPr>
        <p:txBody>
          <a:bodyPr/>
          <a:lstStyle/>
          <a:p>
            <a:r>
              <a:rPr lang="en-GB"/>
              <a:t>User Interface</a:t>
            </a:r>
          </a:p>
        </p:txBody>
      </p:sp>
      <p:sp>
        <p:nvSpPr>
          <p:cNvPr id="53" name="Content Placeholder 5">
            <a:extLst>
              <a:ext uri="{FF2B5EF4-FFF2-40B4-BE49-F238E27FC236}">
                <a16:creationId xmlns:a16="http://schemas.microsoft.com/office/drawing/2014/main" id="{1C88D5AD-C0DD-927B-30FF-B7A303AE0083}"/>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21FE6560-F2DC-5F1C-E63A-3AD4AA959F73}"/>
              </a:ext>
            </a:extLst>
          </p:cNvPr>
          <p:cNvGrpSpPr/>
          <p:nvPr/>
        </p:nvGrpSpPr>
        <p:grpSpPr>
          <a:xfrm>
            <a:off x="551332" y="1800225"/>
            <a:ext cx="736600" cy="736600"/>
            <a:chOff x="551332" y="1681927"/>
            <a:chExt cx="736600" cy="736600"/>
          </a:xfrm>
        </p:grpSpPr>
        <p:sp>
          <p:nvSpPr>
            <p:cNvPr id="3" name="Oval 2">
              <a:extLst>
                <a:ext uri="{FF2B5EF4-FFF2-40B4-BE49-F238E27FC236}">
                  <a16:creationId xmlns:a16="http://schemas.microsoft.com/office/drawing/2014/main" id="{25C41560-6722-6160-4A77-C2C61063A716}"/>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1" name="Graphic 50">
              <a:extLst>
                <a:ext uri="{FF2B5EF4-FFF2-40B4-BE49-F238E27FC236}">
                  <a16:creationId xmlns:a16="http://schemas.microsoft.com/office/drawing/2014/main" id="{E3AAD1A7-0D39-F7E7-1536-1FB322C82B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1820" y="1858316"/>
              <a:ext cx="435625" cy="383822"/>
            </a:xfrm>
            <a:prstGeom prst="rect">
              <a:avLst/>
            </a:prstGeom>
          </p:spPr>
        </p:pic>
      </p:grpSp>
      <p:grpSp>
        <p:nvGrpSpPr>
          <p:cNvPr id="52" name="Group 51">
            <a:extLst>
              <a:ext uri="{FF2B5EF4-FFF2-40B4-BE49-F238E27FC236}">
                <a16:creationId xmlns:a16="http://schemas.microsoft.com/office/drawing/2014/main" id="{F32FD264-8201-7506-0D10-6689295ABADB}"/>
              </a:ext>
            </a:extLst>
          </p:cNvPr>
          <p:cNvGrpSpPr/>
          <p:nvPr/>
        </p:nvGrpSpPr>
        <p:grpSpPr>
          <a:xfrm>
            <a:off x="1414263" y="1800225"/>
            <a:ext cx="736600" cy="736600"/>
            <a:chOff x="1414263" y="1681927"/>
            <a:chExt cx="736600" cy="736600"/>
          </a:xfrm>
        </p:grpSpPr>
        <p:sp>
          <p:nvSpPr>
            <p:cNvPr id="54" name="Oval 53">
              <a:extLst>
                <a:ext uri="{FF2B5EF4-FFF2-40B4-BE49-F238E27FC236}">
                  <a16:creationId xmlns:a16="http://schemas.microsoft.com/office/drawing/2014/main" id="{6D550FBF-5AD3-1B97-F470-E7D3554ED370}"/>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5" name="Graphic 54">
              <a:extLst>
                <a:ext uri="{FF2B5EF4-FFF2-40B4-BE49-F238E27FC236}">
                  <a16:creationId xmlns:a16="http://schemas.microsoft.com/office/drawing/2014/main" id="{8A53043C-E0EB-7767-26C1-B01DDF92D6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11425" y="1832382"/>
              <a:ext cx="342276" cy="435690"/>
            </a:xfrm>
            <a:prstGeom prst="rect">
              <a:avLst/>
            </a:prstGeom>
          </p:spPr>
        </p:pic>
      </p:grpSp>
      <p:grpSp>
        <p:nvGrpSpPr>
          <p:cNvPr id="56" name="Group 55">
            <a:extLst>
              <a:ext uri="{FF2B5EF4-FFF2-40B4-BE49-F238E27FC236}">
                <a16:creationId xmlns:a16="http://schemas.microsoft.com/office/drawing/2014/main" id="{D97A84DD-843E-B502-7DDA-056BC8D8F0A3}"/>
              </a:ext>
            </a:extLst>
          </p:cNvPr>
          <p:cNvGrpSpPr/>
          <p:nvPr/>
        </p:nvGrpSpPr>
        <p:grpSpPr>
          <a:xfrm>
            <a:off x="2277194" y="1800225"/>
            <a:ext cx="736600" cy="736600"/>
            <a:chOff x="2277194" y="1681927"/>
            <a:chExt cx="736600" cy="736600"/>
          </a:xfrm>
        </p:grpSpPr>
        <p:sp>
          <p:nvSpPr>
            <p:cNvPr id="57" name="Oval 56">
              <a:extLst>
                <a:ext uri="{FF2B5EF4-FFF2-40B4-BE49-F238E27FC236}">
                  <a16:creationId xmlns:a16="http://schemas.microsoft.com/office/drawing/2014/main" id="{130095C3-4447-0CA6-8B58-578B0BA8D941}"/>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8" name="Graphic 57">
              <a:extLst>
                <a:ext uri="{FF2B5EF4-FFF2-40B4-BE49-F238E27FC236}">
                  <a16:creationId xmlns:a16="http://schemas.microsoft.com/office/drawing/2014/main" id="{E7692145-237A-8205-CF3E-F75F48D29B0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32868" y="1868690"/>
              <a:ext cx="425252" cy="363075"/>
            </a:xfrm>
            <a:prstGeom prst="rect">
              <a:avLst/>
            </a:prstGeom>
          </p:spPr>
        </p:pic>
      </p:grpSp>
      <p:grpSp>
        <p:nvGrpSpPr>
          <p:cNvPr id="59" name="Group 58">
            <a:extLst>
              <a:ext uri="{FF2B5EF4-FFF2-40B4-BE49-F238E27FC236}">
                <a16:creationId xmlns:a16="http://schemas.microsoft.com/office/drawing/2014/main" id="{1FE7ED6E-0776-3016-7B4B-C8C6787EC83F}"/>
              </a:ext>
            </a:extLst>
          </p:cNvPr>
          <p:cNvGrpSpPr/>
          <p:nvPr/>
        </p:nvGrpSpPr>
        <p:grpSpPr>
          <a:xfrm>
            <a:off x="3140125" y="1800225"/>
            <a:ext cx="736600" cy="736600"/>
            <a:chOff x="3140125" y="1681927"/>
            <a:chExt cx="736600" cy="736600"/>
          </a:xfrm>
        </p:grpSpPr>
        <p:sp>
          <p:nvSpPr>
            <p:cNvPr id="60" name="Oval 59">
              <a:extLst>
                <a:ext uri="{FF2B5EF4-FFF2-40B4-BE49-F238E27FC236}">
                  <a16:creationId xmlns:a16="http://schemas.microsoft.com/office/drawing/2014/main" id="{2481B8F8-480B-FD65-A267-5B0713B6654E}"/>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1" name="Graphic 60">
              <a:extLst>
                <a:ext uri="{FF2B5EF4-FFF2-40B4-BE49-F238E27FC236}">
                  <a16:creationId xmlns:a16="http://schemas.microsoft.com/office/drawing/2014/main" id="{DDAEB329-3CC9-525F-FB00-B959EA75490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58031" y="1863503"/>
              <a:ext cx="300789" cy="373448"/>
            </a:xfrm>
            <a:prstGeom prst="rect">
              <a:avLst/>
            </a:prstGeom>
          </p:spPr>
        </p:pic>
      </p:grpSp>
      <p:grpSp>
        <p:nvGrpSpPr>
          <p:cNvPr id="62" name="Group 61">
            <a:extLst>
              <a:ext uri="{FF2B5EF4-FFF2-40B4-BE49-F238E27FC236}">
                <a16:creationId xmlns:a16="http://schemas.microsoft.com/office/drawing/2014/main" id="{88BEC586-AECD-7358-D184-E2E704A4CD39}"/>
              </a:ext>
            </a:extLst>
          </p:cNvPr>
          <p:cNvGrpSpPr/>
          <p:nvPr/>
        </p:nvGrpSpPr>
        <p:grpSpPr>
          <a:xfrm>
            <a:off x="4003056" y="1800225"/>
            <a:ext cx="736600" cy="736600"/>
            <a:chOff x="4003056" y="1681927"/>
            <a:chExt cx="736600" cy="736600"/>
          </a:xfrm>
        </p:grpSpPr>
        <p:sp>
          <p:nvSpPr>
            <p:cNvPr id="63" name="Oval 62">
              <a:extLst>
                <a:ext uri="{FF2B5EF4-FFF2-40B4-BE49-F238E27FC236}">
                  <a16:creationId xmlns:a16="http://schemas.microsoft.com/office/drawing/2014/main" id="{3F7EC9AB-A699-E12E-BEAC-F10FA0415B76}"/>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4" name="Graphic 63">
              <a:extLst>
                <a:ext uri="{FF2B5EF4-FFF2-40B4-BE49-F238E27FC236}">
                  <a16:creationId xmlns:a16="http://schemas.microsoft.com/office/drawing/2014/main" id="{DC43B00C-CCEF-FE94-BC60-AA565706C57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205404" y="1853129"/>
              <a:ext cx="331904" cy="394196"/>
            </a:xfrm>
            <a:prstGeom prst="rect">
              <a:avLst/>
            </a:prstGeom>
          </p:spPr>
        </p:pic>
      </p:grpSp>
      <p:grpSp>
        <p:nvGrpSpPr>
          <p:cNvPr id="65" name="Group 64">
            <a:extLst>
              <a:ext uri="{FF2B5EF4-FFF2-40B4-BE49-F238E27FC236}">
                <a16:creationId xmlns:a16="http://schemas.microsoft.com/office/drawing/2014/main" id="{167488EA-C9D7-25C4-50EC-165ED573B8DA}"/>
              </a:ext>
            </a:extLst>
          </p:cNvPr>
          <p:cNvGrpSpPr/>
          <p:nvPr/>
        </p:nvGrpSpPr>
        <p:grpSpPr>
          <a:xfrm>
            <a:off x="6591849" y="5508848"/>
            <a:ext cx="736600" cy="736600"/>
            <a:chOff x="6591849" y="5390550"/>
            <a:chExt cx="736600" cy="736600"/>
          </a:xfrm>
        </p:grpSpPr>
        <p:sp>
          <p:nvSpPr>
            <p:cNvPr id="66" name="Oval 65">
              <a:extLst>
                <a:ext uri="{FF2B5EF4-FFF2-40B4-BE49-F238E27FC236}">
                  <a16:creationId xmlns:a16="http://schemas.microsoft.com/office/drawing/2014/main" id="{6E4E0F4E-DE37-1BA1-2AE4-ADED76C6B881}"/>
                </a:ext>
              </a:extLst>
            </p:cNvPr>
            <p:cNvSpPr/>
            <p:nvPr/>
          </p:nvSpPr>
          <p:spPr>
            <a:xfrm>
              <a:off x="6591849"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7" name="Graphic 66">
              <a:extLst>
                <a:ext uri="{FF2B5EF4-FFF2-40B4-BE49-F238E27FC236}">
                  <a16:creationId xmlns:a16="http://schemas.microsoft.com/office/drawing/2014/main" id="{83F895E4-CAE0-0FC7-ACF5-4A4CCCCCB71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711221" y="5618807"/>
              <a:ext cx="497856" cy="280086"/>
            </a:xfrm>
            <a:prstGeom prst="rect">
              <a:avLst/>
            </a:prstGeom>
          </p:spPr>
        </p:pic>
      </p:grpSp>
      <p:grpSp>
        <p:nvGrpSpPr>
          <p:cNvPr id="68" name="Group 67">
            <a:extLst>
              <a:ext uri="{FF2B5EF4-FFF2-40B4-BE49-F238E27FC236}">
                <a16:creationId xmlns:a16="http://schemas.microsoft.com/office/drawing/2014/main" id="{1386DA61-FEA7-2FD0-3233-DD3E0637C9CC}"/>
              </a:ext>
            </a:extLst>
          </p:cNvPr>
          <p:cNvGrpSpPr/>
          <p:nvPr/>
        </p:nvGrpSpPr>
        <p:grpSpPr>
          <a:xfrm>
            <a:off x="4865987" y="1800225"/>
            <a:ext cx="736600" cy="736600"/>
            <a:chOff x="4865987" y="1681927"/>
            <a:chExt cx="736600" cy="736600"/>
          </a:xfrm>
        </p:grpSpPr>
        <p:sp>
          <p:nvSpPr>
            <p:cNvPr id="69" name="Oval 68">
              <a:extLst>
                <a:ext uri="{FF2B5EF4-FFF2-40B4-BE49-F238E27FC236}">
                  <a16:creationId xmlns:a16="http://schemas.microsoft.com/office/drawing/2014/main" id="{E851CA88-F0CB-1795-E7A3-68875CB0D7D6}"/>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0" name="Graphic 69">
              <a:extLst>
                <a:ext uri="{FF2B5EF4-FFF2-40B4-BE49-F238E27FC236}">
                  <a16:creationId xmlns:a16="http://schemas.microsoft.com/office/drawing/2014/main" id="{1E225E81-630E-88D4-20EE-59D167219A1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11289" y="1853129"/>
              <a:ext cx="445996" cy="394196"/>
            </a:xfrm>
            <a:prstGeom prst="rect">
              <a:avLst/>
            </a:prstGeom>
          </p:spPr>
        </p:pic>
      </p:grpSp>
      <p:grpSp>
        <p:nvGrpSpPr>
          <p:cNvPr id="71" name="Group 70">
            <a:extLst>
              <a:ext uri="{FF2B5EF4-FFF2-40B4-BE49-F238E27FC236}">
                <a16:creationId xmlns:a16="http://schemas.microsoft.com/office/drawing/2014/main" id="{ABE09952-A2E9-1FCD-6AAF-F099DF765C7D}"/>
              </a:ext>
            </a:extLst>
          </p:cNvPr>
          <p:cNvGrpSpPr/>
          <p:nvPr/>
        </p:nvGrpSpPr>
        <p:grpSpPr>
          <a:xfrm>
            <a:off x="4003056" y="5508848"/>
            <a:ext cx="736600" cy="736600"/>
            <a:chOff x="4003056" y="5390550"/>
            <a:chExt cx="736600" cy="736600"/>
          </a:xfrm>
        </p:grpSpPr>
        <p:sp>
          <p:nvSpPr>
            <p:cNvPr id="72" name="Oval 71">
              <a:extLst>
                <a:ext uri="{FF2B5EF4-FFF2-40B4-BE49-F238E27FC236}">
                  <a16:creationId xmlns:a16="http://schemas.microsoft.com/office/drawing/2014/main" id="{237C2E38-32A8-D250-57B1-5FF1233E2877}"/>
                </a:ext>
              </a:extLst>
            </p:cNvPr>
            <p:cNvSpPr/>
            <p:nvPr/>
          </p:nvSpPr>
          <p:spPr>
            <a:xfrm>
              <a:off x="400305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3" name="Graphic 72">
              <a:extLst>
                <a:ext uri="{FF2B5EF4-FFF2-40B4-BE49-F238E27FC236}">
                  <a16:creationId xmlns:a16="http://schemas.microsoft.com/office/drawing/2014/main" id="{37824AA9-73C3-4172-6B55-78B3B7DFCECB}"/>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169102" y="5556566"/>
              <a:ext cx="404509" cy="404569"/>
            </a:xfrm>
            <a:prstGeom prst="rect">
              <a:avLst/>
            </a:prstGeom>
          </p:spPr>
        </p:pic>
      </p:grpSp>
      <p:grpSp>
        <p:nvGrpSpPr>
          <p:cNvPr id="74" name="Group 73">
            <a:extLst>
              <a:ext uri="{FF2B5EF4-FFF2-40B4-BE49-F238E27FC236}">
                <a16:creationId xmlns:a16="http://schemas.microsoft.com/office/drawing/2014/main" id="{3100561D-B491-F0DC-921E-85A75E719E96}"/>
              </a:ext>
            </a:extLst>
          </p:cNvPr>
          <p:cNvGrpSpPr/>
          <p:nvPr/>
        </p:nvGrpSpPr>
        <p:grpSpPr>
          <a:xfrm>
            <a:off x="4865987" y="5508848"/>
            <a:ext cx="736600" cy="736600"/>
            <a:chOff x="4865987" y="5390550"/>
            <a:chExt cx="736600" cy="736600"/>
          </a:xfrm>
        </p:grpSpPr>
        <p:sp>
          <p:nvSpPr>
            <p:cNvPr id="75" name="Oval 74">
              <a:extLst>
                <a:ext uri="{FF2B5EF4-FFF2-40B4-BE49-F238E27FC236}">
                  <a16:creationId xmlns:a16="http://schemas.microsoft.com/office/drawing/2014/main" id="{6F5E0200-B607-FEF2-8AB3-5AEF9A9DBC09}"/>
                </a:ext>
              </a:extLst>
            </p:cNvPr>
            <p:cNvSpPr/>
            <p:nvPr/>
          </p:nvSpPr>
          <p:spPr>
            <a:xfrm>
              <a:off x="486598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6" name="Graphic 75">
              <a:extLst>
                <a:ext uri="{FF2B5EF4-FFF2-40B4-BE49-F238E27FC236}">
                  <a16:creationId xmlns:a16="http://schemas.microsoft.com/office/drawing/2014/main" id="{E2701FAC-E49A-AE5E-16FD-AEA7EBBF207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990545" y="5551379"/>
              <a:ext cx="487484" cy="414943"/>
            </a:xfrm>
            <a:prstGeom prst="rect">
              <a:avLst/>
            </a:prstGeom>
          </p:spPr>
        </p:pic>
      </p:grpSp>
      <p:grpSp>
        <p:nvGrpSpPr>
          <p:cNvPr id="77" name="Group 76">
            <a:extLst>
              <a:ext uri="{FF2B5EF4-FFF2-40B4-BE49-F238E27FC236}">
                <a16:creationId xmlns:a16="http://schemas.microsoft.com/office/drawing/2014/main" id="{172DE415-D9AE-4829-0E3E-FC4DD97DFEE3}"/>
              </a:ext>
            </a:extLst>
          </p:cNvPr>
          <p:cNvGrpSpPr/>
          <p:nvPr/>
        </p:nvGrpSpPr>
        <p:grpSpPr>
          <a:xfrm>
            <a:off x="5728918" y="1800225"/>
            <a:ext cx="736600" cy="736600"/>
            <a:chOff x="5728918" y="1681927"/>
            <a:chExt cx="736600" cy="736600"/>
          </a:xfrm>
        </p:grpSpPr>
        <p:sp>
          <p:nvSpPr>
            <p:cNvPr id="78" name="Oval 77">
              <a:extLst>
                <a:ext uri="{FF2B5EF4-FFF2-40B4-BE49-F238E27FC236}">
                  <a16:creationId xmlns:a16="http://schemas.microsoft.com/office/drawing/2014/main" id="{DD23F316-01C5-F327-B22B-868C1DD839E9}"/>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9" name="Graphic 78">
              <a:extLst>
                <a:ext uri="{FF2B5EF4-FFF2-40B4-BE49-F238E27FC236}">
                  <a16:creationId xmlns:a16="http://schemas.microsoft.com/office/drawing/2014/main" id="{CC484E00-7644-FF6B-EDD2-B295C586B1A8}"/>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879406" y="1863503"/>
              <a:ext cx="435625" cy="373448"/>
            </a:xfrm>
            <a:prstGeom prst="rect">
              <a:avLst/>
            </a:prstGeom>
          </p:spPr>
        </p:pic>
      </p:grpSp>
      <p:grpSp>
        <p:nvGrpSpPr>
          <p:cNvPr id="80" name="Group 79">
            <a:extLst>
              <a:ext uri="{FF2B5EF4-FFF2-40B4-BE49-F238E27FC236}">
                <a16:creationId xmlns:a16="http://schemas.microsoft.com/office/drawing/2014/main" id="{81190ACA-6186-B067-5DB6-48EEF27C79C0}"/>
              </a:ext>
            </a:extLst>
          </p:cNvPr>
          <p:cNvGrpSpPr/>
          <p:nvPr/>
        </p:nvGrpSpPr>
        <p:grpSpPr>
          <a:xfrm>
            <a:off x="6591849" y="1800225"/>
            <a:ext cx="736600" cy="736600"/>
            <a:chOff x="6591849" y="1681927"/>
            <a:chExt cx="736600" cy="736600"/>
          </a:xfrm>
        </p:grpSpPr>
        <p:sp>
          <p:nvSpPr>
            <p:cNvPr id="81" name="Oval 80">
              <a:extLst>
                <a:ext uri="{FF2B5EF4-FFF2-40B4-BE49-F238E27FC236}">
                  <a16:creationId xmlns:a16="http://schemas.microsoft.com/office/drawing/2014/main" id="{5364A3F8-3961-2236-65C3-9FD63FF32A04}"/>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2" name="Graphic 81">
              <a:extLst>
                <a:ext uri="{FF2B5EF4-FFF2-40B4-BE49-F238E27FC236}">
                  <a16:creationId xmlns:a16="http://schemas.microsoft.com/office/drawing/2014/main" id="{B8FD6824-6324-9ECA-447E-32BEB2C642F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726779" y="1863503"/>
              <a:ext cx="466740" cy="373448"/>
            </a:xfrm>
            <a:prstGeom prst="rect">
              <a:avLst/>
            </a:prstGeom>
          </p:spPr>
        </p:pic>
      </p:grpSp>
      <p:grpSp>
        <p:nvGrpSpPr>
          <p:cNvPr id="83" name="Group 82">
            <a:extLst>
              <a:ext uri="{FF2B5EF4-FFF2-40B4-BE49-F238E27FC236}">
                <a16:creationId xmlns:a16="http://schemas.microsoft.com/office/drawing/2014/main" id="{81B182A2-23CD-C77C-7F08-E898F5505804}"/>
              </a:ext>
            </a:extLst>
          </p:cNvPr>
          <p:cNvGrpSpPr/>
          <p:nvPr/>
        </p:nvGrpSpPr>
        <p:grpSpPr>
          <a:xfrm>
            <a:off x="7454777" y="1800225"/>
            <a:ext cx="736600" cy="736600"/>
            <a:chOff x="7454777" y="1681927"/>
            <a:chExt cx="736600" cy="736600"/>
          </a:xfrm>
        </p:grpSpPr>
        <p:sp>
          <p:nvSpPr>
            <p:cNvPr id="84" name="Oval 83">
              <a:extLst>
                <a:ext uri="{FF2B5EF4-FFF2-40B4-BE49-F238E27FC236}">
                  <a16:creationId xmlns:a16="http://schemas.microsoft.com/office/drawing/2014/main" id="{59B795B5-0D92-2F18-94AB-22CB334818D1}"/>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5" name="Graphic 84">
              <a:extLst>
                <a:ext uri="{FF2B5EF4-FFF2-40B4-BE49-F238E27FC236}">
                  <a16:creationId xmlns:a16="http://schemas.microsoft.com/office/drawing/2014/main" id="{9669E824-4DA5-5EE9-D84B-9786B71AE717}"/>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589707" y="1863503"/>
              <a:ext cx="466740" cy="373448"/>
            </a:xfrm>
            <a:prstGeom prst="rect">
              <a:avLst/>
            </a:prstGeom>
          </p:spPr>
        </p:pic>
      </p:grpSp>
      <p:grpSp>
        <p:nvGrpSpPr>
          <p:cNvPr id="86" name="Group 85">
            <a:extLst>
              <a:ext uri="{FF2B5EF4-FFF2-40B4-BE49-F238E27FC236}">
                <a16:creationId xmlns:a16="http://schemas.microsoft.com/office/drawing/2014/main" id="{048DA28E-262B-14E8-86D0-59F223D4B51D}"/>
              </a:ext>
            </a:extLst>
          </p:cNvPr>
          <p:cNvGrpSpPr/>
          <p:nvPr/>
        </p:nvGrpSpPr>
        <p:grpSpPr>
          <a:xfrm>
            <a:off x="1414263" y="2752797"/>
            <a:ext cx="736600" cy="736600"/>
            <a:chOff x="1414263" y="2634499"/>
            <a:chExt cx="736600" cy="736600"/>
          </a:xfrm>
        </p:grpSpPr>
        <p:sp>
          <p:nvSpPr>
            <p:cNvPr id="87" name="Oval 86">
              <a:extLst>
                <a:ext uri="{FF2B5EF4-FFF2-40B4-BE49-F238E27FC236}">
                  <a16:creationId xmlns:a16="http://schemas.microsoft.com/office/drawing/2014/main" id="{395C8D3D-4235-08C4-ACD9-C65897061F5F}"/>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8" name="Graphic 87">
              <a:extLst>
                <a:ext uri="{FF2B5EF4-FFF2-40B4-BE49-F238E27FC236}">
                  <a16:creationId xmlns:a16="http://schemas.microsoft.com/office/drawing/2014/main" id="{8710AD1E-80F2-D12C-E9E8-D94E62468EC2}"/>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49193" y="2842009"/>
              <a:ext cx="466740" cy="321581"/>
            </a:xfrm>
            <a:prstGeom prst="rect">
              <a:avLst/>
            </a:prstGeom>
          </p:spPr>
        </p:pic>
      </p:grpSp>
      <p:grpSp>
        <p:nvGrpSpPr>
          <p:cNvPr id="89" name="Group 88">
            <a:extLst>
              <a:ext uri="{FF2B5EF4-FFF2-40B4-BE49-F238E27FC236}">
                <a16:creationId xmlns:a16="http://schemas.microsoft.com/office/drawing/2014/main" id="{A4A59A92-15D5-598E-11E1-4452AB931EAE}"/>
              </a:ext>
            </a:extLst>
          </p:cNvPr>
          <p:cNvGrpSpPr/>
          <p:nvPr/>
        </p:nvGrpSpPr>
        <p:grpSpPr>
          <a:xfrm>
            <a:off x="2277194" y="2752797"/>
            <a:ext cx="736600" cy="736600"/>
            <a:chOff x="2277194" y="2634499"/>
            <a:chExt cx="736600" cy="736600"/>
          </a:xfrm>
        </p:grpSpPr>
        <p:sp>
          <p:nvSpPr>
            <p:cNvPr id="90" name="Oval 89">
              <a:extLst>
                <a:ext uri="{FF2B5EF4-FFF2-40B4-BE49-F238E27FC236}">
                  <a16:creationId xmlns:a16="http://schemas.microsoft.com/office/drawing/2014/main" id="{96FBE5B1-03E0-5598-7D41-A248C1A66E13}"/>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1" name="Graphic 90">
              <a:extLst>
                <a:ext uri="{FF2B5EF4-FFF2-40B4-BE49-F238E27FC236}">
                  <a16:creationId xmlns:a16="http://schemas.microsoft.com/office/drawing/2014/main" id="{BF5AE1BB-96D1-1D31-04CC-07761E010FF8}"/>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417310" y="2847196"/>
              <a:ext cx="456369" cy="311206"/>
            </a:xfrm>
            <a:prstGeom prst="rect">
              <a:avLst/>
            </a:prstGeom>
          </p:spPr>
        </p:pic>
      </p:grpSp>
      <p:grpSp>
        <p:nvGrpSpPr>
          <p:cNvPr id="92" name="Group 91">
            <a:extLst>
              <a:ext uri="{FF2B5EF4-FFF2-40B4-BE49-F238E27FC236}">
                <a16:creationId xmlns:a16="http://schemas.microsoft.com/office/drawing/2014/main" id="{9FCCEB26-A929-B8A5-3E60-C56FD8CED7F2}"/>
              </a:ext>
            </a:extLst>
          </p:cNvPr>
          <p:cNvGrpSpPr/>
          <p:nvPr/>
        </p:nvGrpSpPr>
        <p:grpSpPr>
          <a:xfrm>
            <a:off x="3140125" y="2752797"/>
            <a:ext cx="736600" cy="736600"/>
            <a:chOff x="3140125" y="2634499"/>
            <a:chExt cx="736600" cy="736600"/>
          </a:xfrm>
        </p:grpSpPr>
        <p:sp>
          <p:nvSpPr>
            <p:cNvPr id="93" name="Oval 92">
              <a:extLst>
                <a:ext uri="{FF2B5EF4-FFF2-40B4-BE49-F238E27FC236}">
                  <a16:creationId xmlns:a16="http://schemas.microsoft.com/office/drawing/2014/main" id="{31F7B871-BF7B-B9F7-07F0-87616409C604}"/>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4" name="Graphic 93">
              <a:extLst>
                <a:ext uri="{FF2B5EF4-FFF2-40B4-BE49-F238E27FC236}">
                  <a16:creationId xmlns:a16="http://schemas.microsoft.com/office/drawing/2014/main" id="{4C8B3EE0-E076-9F39-F37C-11B8CB7BDDCA}"/>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290613" y="2847196"/>
              <a:ext cx="435625" cy="311206"/>
            </a:xfrm>
            <a:prstGeom prst="rect">
              <a:avLst/>
            </a:prstGeom>
          </p:spPr>
        </p:pic>
      </p:grpSp>
      <p:grpSp>
        <p:nvGrpSpPr>
          <p:cNvPr id="95" name="Group 94">
            <a:extLst>
              <a:ext uri="{FF2B5EF4-FFF2-40B4-BE49-F238E27FC236}">
                <a16:creationId xmlns:a16="http://schemas.microsoft.com/office/drawing/2014/main" id="{446DB06A-6A30-606D-566B-C49994207E36}"/>
              </a:ext>
            </a:extLst>
          </p:cNvPr>
          <p:cNvGrpSpPr/>
          <p:nvPr/>
        </p:nvGrpSpPr>
        <p:grpSpPr>
          <a:xfrm>
            <a:off x="5728918" y="5508848"/>
            <a:ext cx="736600" cy="736600"/>
            <a:chOff x="5728918" y="5390550"/>
            <a:chExt cx="736600" cy="736600"/>
          </a:xfrm>
        </p:grpSpPr>
        <p:sp>
          <p:nvSpPr>
            <p:cNvPr id="96" name="Oval 95">
              <a:extLst>
                <a:ext uri="{FF2B5EF4-FFF2-40B4-BE49-F238E27FC236}">
                  <a16:creationId xmlns:a16="http://schemas.microsoft.com/office/drawing/2014/main" id="{06273D0F-D88D-94DF-935D-CB815012D432}"/>
                </a:ext>
              </a:extLst>
            </p:cNvPr>
            <p:cNvSpPr/>
            <p:nvPr/>
          </p:nvSpPr>
          <p:spPr>
            <a:xfrm>
              <a:off x="5728918"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7" name="Graphic 96">
              <a:extLst>
                <a:ext uri="{FF2B5EF4-FFF2-40B4-BE49-F238E27FC236}">
                  <a16:creationId xmlns:a16="http://schemas.microsoft.com/office/drawing/2014/main" id="{5A64DD41-19DA-A9EC-7409-84919FAF7182}"/>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5967568" y="5541005"/>
              <a:ext cx="259300" cy="435690"/>
            </a:xfrm>
            <a:prstGeom prst="rect">
              <a:avLst/>
            </a:prstGeom>
          </p:spPr>
        </p:pic>
      </p:grpSp>
      <p:grpSp>
        <p:nvGrpSpPr>
          <p:cNvPr id="98" name="Group 97">
            <a:extLst>
              <a:ext uri="{FF2B5EF4-FFF2-40B4-BE49-F238E27FC236}">
                <a16:creationId xmlns:a16="http://schemas.microsoft.com/office/drawing/2014/main" id="{ED66D0BA-9E62-7B1C-2E9D-18201328B35F}"/>
              </a:ext>
            </a:extLst>
          </p:cNvPr>
          <p:cNvGrpSpPr/>
          <p:nvPr/>
        </p:nvGrpSpPr>
        <p:grpSpPr>
          <a:xfrm>
            <a:off x="6591849" y="2752797"/>
            <a:ext cx="736600" cy="736600"/>
            <a:chOff x="6591849" y="2634499"/>
            <a:chExt cx="736600" cy="736600"/>
          </a:xfrm>
        </p:grpSpPr>
        <p:sp>
          <p:nvSpPr>
            <p:cNvPr id="99" name="Oval 98">
              <a:extLst>
                <a:ext uri="{FF2B5EF4-FFF2-40B4-BE49-F238E27FC236}">
                  <a16:creationId xmlns:a16="http://schemas.microsoft.com/office/drawing/2014/main" id="{555829EA-4EC4-AF54-3E3A-449134125B58}"/>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0" name="Graphic 99">
              <a:extLst>
                <a:ext uri="{FF2B5EF4-FFF2-40B4-BE49-F238E27FC236}">
                  <a16:creationId xmlns:a16="http://schemas.microsoft.com/office/drawing/2014/main" id="{71B77251-84C0-BB47-F9C7-2D9B75E59DAC}"/>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6763081" y="2816075"/>
              <a:ext cx="394136" cy="373448"/>
            </a:xfrm>
            <a:prstGeom prst="rect">
              <a:avLst/>
            </a:prstGeom>
          </p:spPr>
        </p:pic>
      </p:grpSp>
      <p:grpSp>
        <p:nvGrpSpPr>
          <p:cNvPr id="101" name="Group 100">
            <a:extLst>
              <a:ext uri="{FF2B5EF4-FFF2-40B4-BE49-F238E27FC236}">
                <a16:creationId xmlns:a16="http://schemas.microsoft.com/office/drawing/2014/main" id="{3A90DB9A-5FBF-F76D-3709-C14B3B1DB0B6}"/>
              </a:ext>
            </a:extLst>
          </p:cNvPr>
          <p:cNvGrpSpPr/>
          <p:nvPr/>
        </p:nvGrpSpPr>
        <p:grpSpPr>
          <a:xfrm>
            <a:off x="7454777" y="2752797"/>
            <a:ext cx="736600" cy="736600"/>
            <a:chOff x="7454777" y="2634499"/>
            <a:chExt cx="736600" cy="736600"/>
          </a:xfrm>
        </p:grpSpPr>
        <p:sp>
          <p:nvSpPr>
            <p:cNvPr id="102" name="Oval 101">
              <a:extLst>
                <a:ext uri="{FF2B5EF4-FFF2-40B4-BE49-F238E27FC236}">
                  <a16:creationId xmlns:a16="http://schemas.microsoft.com/office/drawing/2014/main" id="{06915126-7D7C-6D37-ED52-AD6CE36D009F}"/>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103" name="Oval 102">
              <a:extLst>
                <a:ext uri="{FF2B5EF4-FFF2-40B4-BE49-F238E27FC236}">
                  <a16:creationId xmlns:a16="http://schemas.microsoft.com/office/drawing/2014/main" id="{764B05A4-AAE9-14C5-41FD-A35F5FC3B757}"/>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4" name="Graphic 103">
              <a:extLst>
                <a:ext uri="{FF2B5EF4-FFF2-40B4-BE49-F238E27FC236}">
                  <a16:creationId xmlns:a16="http://schemas.microsoft.com/office/drawing/2014/main" id="{E6B18A1C-697E-B803-D4C5-E223EE075C93}"/>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641567" y="2816075"/>
              <a:ext cx="363021" cy="373448"/>
            </a:xfrm>
            <a:prstGeom prst="rect">
              <a:avLst/>
            </a:prstGeom>
          </p:spPr>
        </p:pic>
      </p:grpSp>
      <p:grpSp>
        <p:nvGrpSpPr>
          <p:cNvPr id="105" name="Group 104">
            <a:extLst>
              <a:ext uri="{FF2B5EF4-FFF2-40B4-BE49-F238E27FC236}">
                <a16:creationId xmlns:a16="http://schemas.microsoft.com/office/drawing/2014/main" id="{4D7DAEBB-BF08-DF19-8AE8-9ED2850D9194}"/>
              </a:ext>
            </a:extLst>
          </p:cNvPr>
          <p:cNvGrpSpPr/>
          <p:nvPr/>
        </p:nvGrpSpPr>
        <p:grpSpPr>
          <a:xfrm>
            <a:off x="4865987" y="2752797"/>
            <a:ext cx="736600" cy="736600"/>
            <a:chOff x="4865987" y="2634499"/>
            <a:chExt cx="736600" cy="736600"/>
          </a:xfrm>
        </p:grpSpPr>
        <p:sp>
          <p:nvSpPr>
            <p:cNvPr id="106" name="Oval 105">
              <a:extLst>
                <a:ext uri="{FF2B5EF4-FFF2-40B4-BE49-F238E27FC236}">
                  <a16:creationId xmlns:a16="http://schemas.microsoft.com/office/drawing/2014/main" id="{53DC4BE2-63EC-844D-FCD0-811F5BF5C9DC}"/>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7" name="Graphic 106">
              <a:extLst>
                <a:ext uri="{FF2B5EF4-FFF2-40B4-BE49-F238E27FC236}">
                  <a16:creationId xmlns:a16="http://schemas.microsoft.com/office/drawing/2014/main" id="{76E73E96-3FC6-7405-B676-96D962AB32CF}"/>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5006103" y="2847196"/>
              <a:ext cx="456369" cy="311206"/>
            </a:xfrm>
            <a:prstGeom prst="rect">
              <a:avLst/>
            </a:prstGeom>
          </p:spPr>
        </p:pic>
      </p:grpSp>
      <p:grpSp>
        <p:nvGrpSpPr>
          <p:cNvPr id="108" name="Group 107">
            <a:extLst>
              <a:ext uri="{FF2B5EF4-FFF2-40B4-BE49-F238E27FC236}">
                <a16:creationId xmlns:a16="http://schemas.microsoft.com/office/drawing/2014/main" id="{ECA031CC-07B3-33F2-90C7-4BE4F1504E07}"/>
              </a:ext>
            </a:extLst>
          </p:cNvPr>
          <p:cNvGrpSpPr/>
          <p:nvPr/>
        </p:nvGrpSpPr>
        <p:grpSpPr>
          <a:xfrm>
            <a:off x="5728918" y="2752797"/>
            <a:ext cx="736600" cy="736600"/>
            <a:chOff x="5728918" y="2634499"/>
            <a:chExt cx="736600" cy="736600"/>
          </a:xfrm>
        </p:grpSpPr>
        <p:sp>
          <p:nvSpPr>
            <p:cNvPr id="109" name="Oval 108">
              <a:extLst>
                <a:ext uri="{FF2B5EF4-FFF2-40B4-BE49-F238E27FC236}">
                  <a16:creationId xmlns:a16="http://schemas.microsoft.com/office/drawing/2014/main" id="{E62D437D-5261-144E-222D-F23AC76373C6}"/>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0" name="Graphic 109">
              <a:extLst>
                <a:ext uri="{FF2B5EF4-FFF2-40B4-BE49-F238E27FC236}">
                  <a16:creationId xmlns:a16="http://schemas.microsoft.com/office/drawing/2014/main" id="{436031F5-DE10-0899-A14C-FDDDAFF05B05}"/>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869034" y="2847196"/>
              <a:ext cx="456369" cy="311206"/>
            </a:xfrm>
            <a:prstGeom prst="rect">
              <a:avLst/>
            </a:prstGeom>
          </p:spPr>
        </p:pic>
      </p:grpSp>
      <p:grpSp>
        <p:nvGrpSpPr>
          <p:cNvPr id="111" name="Group 110">
            <a:extLst>
              <a:ext uri="{FF2B5EF4-FFF2-40B4-BE49-F238E27FC236}">
                <a16:creationId xmlns:a16="http://schemas.microsoft.com/office/drawing/2014/main" id="{4DD8F074-B6CB-988E-5134-F5C1D1F0D1AB}"/>
              </a:ext>
            </a:extLst>
          </p:cNvPr>
          <p:cNvGrpSpPr/>
          <p:nvPr/>
        </p:nvGrpSpPr>
        <p:grpSpPr>
          <a:xfrm>
            <a:off x="4003056" y="2752797"/>
            <a:ext cx="736600" cy="736600"/>
            <a:chOff x="4003056" y="2634499"/>
            <a:chExt cx="736600" cy="736600"/>
          </a:xfrm>
        </p:grpSpPr>
        <p:sp>
          <p:nvSpPr>
            <p:cNvPr id="112" name="Oval 111">
              <a:extLst>
                <a:ext uri="{FF2B5EF4-FFF2-40B4-BE49-F238E27FC236}">
                  <a16:creationId xmlns:a16="http://schemas.microsoft.com/office/drawing/2014/main" id="{A1E7741C-45D3-08E1-C4C8-B4C7254BD927}"/>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3" name="Graphic 112">
              <a:extLst>
                <a:ext uri="{FF2B5EF4-FFF2-40B4-BE49-F238E27FC236}">
                  <a16:creationId xmlns:a16="http://schemas.microsoft.com/office/drawing/2014/main" id="{C121CEB0-6BF8-16E4-FFB3-1E0D87274809}"/>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4137986" y="2847196"/>
              <a:ext cx="466740" cy="311206"/>
            </a:xfrm>
            <a:prstGeom prst="rect">
              <a:avLst/>
            </a:prstGeom>
          </p:spPr>
        </p:pic>
      </p:grpSp>
      <p:grpSp>
        <p:nvGrpSpPr>
          <p:cNvPr id="114" name="Group 113">
            <a:extLst>
              <a:ext uri="{FF2B5EF4-FFF2-40B4-BE49-F238E27FC236}">
                <a16:creationId xmlns:a16="http://schemas.microsoft.com/office/drawing/2014/main" id="{B63DF807-1A8B-42AB-D005-B8A1924B31A3}"/>
              </a:ext>
            </a:extLst>
          </p:cNvPr>
          <p:cNvGrpSpPr/>
          <p:nvPr/>
        </p:nvGrpSpPr>
        <p:grpSpPr>
          <a:xfrm>
            <a:off x="551332" y="3668093"/>
            <a:ext cx="736600" cy="736600"/>
            <a:chOff x="551332" y="3549795"/>
            <a:chExt cx="736600" cy="736600"/>
          </a:xfrm>
        </p:grpSpPr>
        <p:sp>
          <p:nvSpPr>
            <p:cNvPr id="115" name="Oval 114">
              <a:extLst>
                <a:ext uri="{FF2B5EF4-FFF2-40B4-BE49-F238E27FC236}">
                  <a16:creationId xmlns:a16="http://schemas.microsoft.com/office/drawing/2014/main" id="{64E3F4C1-0CC9-B596-3C51-5A5F00330A11}"/>
                </a:ext>
              </a:extLst>
            </p:cNvPr>
            <p:cNvSpPr/>
            <p:nvPr/>
          </p:nvSpPr>
          <p:spPr>
            <a:xfrm>
              <a:off x="551332"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6" name="Graphic 115">
              <a:extLst>
                <a:ext uri="{FF2B5EF4-FFF2-40B4-BE49-F238E27FC236}">
                  <a16:creationId xmlns:a16="http://schemas.microsoft.com/office/drawing/2014/main" id="{44021101-8413-F4F1-765D-B59D2B211347}"/>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48494" y="3746931"/>
              <a:ext cx="342276" cy="342328"/>
            </a:xfrm>
            <a:prstGeom prst="rect">
              <a:avLst/>
            </a:prstGeom>
          </p:spPr>
        </p:pic>
      </p:grpSp>
      <p:grpSp>
        <p:nvGrpSpPr>
          <p:cNvPr id="117" name="Group 116">
            <a:extLst>
              <a:ext uri="{FF2B5EF4-FFF2-40B4-BE49-F238E27FC236}">
                <a16:creationId xmlns:a16="http://schemas.microsoft.com/office/drawing/2014/main" id="{43518CF7-C65B-BBD3-C140-5B6C628B6304}"/>
              </a:ext>
            </a:extLst>
          </p:cNvPr>
          <p:cNvGrpSpPr/>
          <p:nvPr/>
        </p:nvGrpSpPr>
        <p:grpSpPr>
          <a:xfrm>
            <a:off x="1414263" y="3668093"/>
            <a:ext cx="736600" cy="736600"/>
            <a:chOff x="1414263" y="3549795"/>
            <a:chExt cx="736600" cy="736600"/>
          </a:xfrm>
        </p:grpSpPr>
        <p:sp>
          <p:nvSpPr>
            <p:cNvPr id="118" name="Oval 117">
              <a:extLst>
                <a:ext uri="{FF2B5EF4-FFF2-40B4-BE49-F238E27FC236}">
                  <a16:creationId xmlns:a16="http://schemas.microsoft.com/office/drawing/2014/main" id="{4479E218-AA4E-C499-154D-E5D125C63CA9}"/>
                </a:ext>
              </a:extLst>
            </p:cNvPr>
            <p:cNvSpPr/>
            <p:nvPr/>
          </p:nvSpPr>
          <p:spPr>
            <a:xfrm>
              <a:off x="1414263"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9" name="Graphic 118">
              <a:extLst>
                <a:ext uri="{FF2B5EF4-FFF2-40B4-BE49-F238E27FC236}">
                  <a16:creationId xmlns:a16="http://schemas.microsoft.com/office/drawing/2014/main" id="{92968D02-135D-6B9D-70B2-D72CADB67C0F}"/>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611425" y="3746931"/>
              <a:ext cx="342276" cy="342328"/>
            </a:xfrm>
            <a:prstGeom prst="rect">
              <a:avLst/>
            </a:prstGeom>
          </p:spPr>
        </p:pic>
      </p:grpSp>
      <p:grpSp>
        <p:nvGrpSpPr>
          <p:cNvPr id="120" name="Group 119">
            <a:extLst>
              <a:ext uri="{FF2B5EF4-FFF2-40B4-BE49-F238E27FC236}">
                <a16:creationId xmlns:a16="http://schemas.microsoft.com/office/drawing/2014/main" id="{EC22D329-E29F-CF02-FC98-ECE2ABB0FBC6}"/>
              </a:ext>
            </a:extLst>
          </p:cNvPr>
          <p:cNvGrpSpPr/>
          <p:nvPr/>
        </p:nvGrpSpPr>
        <p:grpSpPr>
          <a:xfrm>
            <a:off x="2277194" y="3668093"/>
            <a:ext cx="736600" cy="736600"/>
            <a:chOff x="2277194" y="3549795"/>
            <a:chExt cx="736600" cy="736600"/>
          </a:xfrm>
        </p:grpSpPr>
        <p:sp>
          <p:nvSpPr>
            <p:cNvPr id="121" name="Oval 120">
              <a:extLst>
                <a:ext uri="{FF2B5EF4-FFF2-40B4-BE49-F238E27FC236}">
                  <a16:creationId xmlns:a16="http://schemas.microsoft.com/office/drawing/2014/main" id="{C64D82F1-66E2-B350-9A7A-011E7A4CDACE}"/>
                </a:ext>
              </a:extLst>
            </p:cNvPr>
            <p:cNvSpPr/>
            <p:nvPr/>
          </p:nvSpPr>
          <p:spPr>
            <a:xfrm>
              <a:off x="2277194"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2" name="Graphic 121">
              <a:extLst>
                <a:ext uri="{FF2B5EF4-FFF2-40B4-BE49-F238E27FC236}">
                  <a16:creationId xmlns:a16="http://schemas.microsoft.com/office/drawing/2014/main" id="{FECDB774-50A2-6606-706E-1673F10D5AA5}"/>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2443240" y="3715811"/>
              <a:ext cx="404509" cy="404569"/>
            </a:xfrm>
            <a:prstGeom prst="rect">
              <a:avLst/>
            </a:prstGeom>
          </p:spPr>
        </p:pic>
      </p:grpSp>
      <p:grpSp>
        <p:nvGrpSpPr>
          <p:cNvPr id="123" name="Group 122">
            <a:extLst>
              <a:ext uri="{FF2B5EF4-FFF2-40B4-BE49-F238E27FC236}">
                <a16:creationId xmlns:a16="http://schemas.microsoft.com/office/drawing/2014/main" id="{0C18E425-B31B-FD00-4080-758A4CA9F06A}"/>
              </a:ext>
            </a:extLst>
          </p:cNvPr>
          <p:cNvGrpSpPr/>
          <p:nvPr/>
        </p:nvGrpSpPr>
        <p:grpSpPr>
          <a:xfrm>
            <a:off x="3140125" y="3668093"/>
            <a:ext cx="736600" cy="736600"/>
            <a:chOff x="3140125" y="3549795"/>
            <a:chExt cx="736600" cy="736600"/>
          </a:xfrm>
        </p:grpSpPr>
        <p:sp>
          <p:nvSpPr>
            <p:cNvPr id="124" name="Oval 123">
              <a:extLst>
                <a:ext uri="{FF2B5EF4-FFF2-40B4-BE49-F238E27FC236}">
                  <a16:creationId xmlns:a16="http://schemas.microsoft.com/office/drawing/2014/main" id="{181C321F-61FB-32F3-97FF-4742D0984289}"/>
                </a:ext>
              </a:extLst>
            </p:cNvPr>
            <p:cNvSpPr/>
            <p:nvPr/>
          </p:nvSpPr>
          <p:spPr>
            <a:xfrm>
              <a:off x="3140125"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5" name="Graphic 124">
              <a:extLst>
                <a:ext uri="{FF2B5EF4-FFF2-40B4-BE49-F238E27FC236}">
                  <a16:creationId xmlns:a16="http://schemas.microsoft.com/office/drawing/2014/main" id="{C08DB1C8-5321-7437-2273-3831C99B29AE}"/>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3311357" y="3720997"/>
              <a:ext cx="394136" cy="394196"/>
            </a:xfrm>
            <a:prstGeom prst="rect">
              <a:avLst/>
            </a:prstGeom>
          </p:spPr>
        </p:pic>
      </p:grpSp>
      <p:grpSp>
        <p:nvGrpSpPr>
          <p:cNvPr id="126" name="Group 125">
            <a:extLst>
              <a:ext uri="{FF2B5EF4-FFF2-40B4-BE49-F238E27FC236}">
                <a16:creationId xmlns:a16="http://schemas.microsoft.com/office/drawing/2014/main" id="{0F3DB601-082D-8F61-5E24-3C0233D03E1C}"/>
              </a:ext>
            </a:extLst>
          </p:cNvPr>
          <p:cNvGrpSpPr/>
          <p:nvPr/>
        </p:nvGrpSpPr>
        <p:grpSpPr>
          <a:xfrm>
            <a:off x="4003056" y="3668093"/>
            <a:ext cx="736600" cy="736600"/>
            <a:chOff x="4003056" y="3549795"/>
            <a:chExt cx="736600" cy="736600"/>
          </a:xfrm>
        </p:grpSpPr>
        <p:sp>
          <p:nvSpPr>
            <p:cNvPr id="127" name="Oval 126">
              <a:extLst>
                <a:ext uri="{FF2B5EF4-FFF2-40B4-BE49-F238E27FC236}">
                  <a16:creationId xmlns:a16="http://schemas.microsoft.com/office/drawing/2014/main" id="{DFD7FD1C-A36B-335B-6C17-B6AED03966AD}"/>
                </a:ext>
              </a:extLst>
            </p:cNvPr>
            <p:cNvSpPr/>
            <p:nvPr/>
          </p:nvSpPr>
          <p:spPr>
            <a:xfrm>
              <a:off x="4003056"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8" name="Graphic 127">
              <a:extLst>
                <a:ext uri="{FF2B5EF4-FFF2-40B4-BE49-F238E27FC236}">
                  <a16:creationId xmlns:a16="http://schemas.microsoft.com/office/drawing/2014/main" id="{13733FEB-2429-267D-ADC5-41BF1CBB94F9}"/>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4174288" y="3720997"/>
              <a:ext cx="394136" cy="394196"/>
            </a:xfrm>
            <a:prstGeom prst="rect">
              <a:avLst/>
            </a:prstGeom>
          </p:spPr>
        </p:pic>
      </p:grpSp>
      <p:grpSp>
        <p:nvGrpSpPr>
          <p:cNvPr id="129" name="Group 128">
            <a:extLst>
              <a:ext uri="{FF2B5EF4-FFF2-40B4-BE49-F238E27FC236}">
                <a16:creationId xmlns:a16="http://schemas.microsoft.com/office/drawing/2014/main" id="{2B3F3BC8-C300-CD0C-EFDB-2860E37781ED}"/>
              </a:ext>
            </a:extLst>
          </p:cNvPr>
          <p:cNvGrpSpPr/>
          <p:nvPr/>
        </p:nvGrpSpPr>
        <p:grpSpPr>
          <a:xfrm>
            <a:off x="4865987" y="3668093"/>
            <a:ext cx="736600" cy="736600"/>
            <a:chOff x="4865987" y="3549795"/>
            <a:chExt cx="736600" cy="736600"/>
          </a:xfrm>
        </p:grpSpPr>
        <p:sp>
          <p:nvSpPr>
            <p:cNvPr id="130" name="Oval 129">
              <a:extLst>
                <a:ext uri="{FF2B5EF4-FFF2-40B4-BE49-F238E27FC236}">
                  <a16:creationId xmlns:a16="http://schemas.microsoft.com/office/drawing/2014/main" id="{A5B07C46-34D7-1C98-A6F0-FBEF5C6F9EC8}"/>
                </a:ext>
              </a:extLst>
            </p:cNvPr>
            <p:cNvSpPr/>
            <p:nvPr/>
          </p:nvSpPr>
          <p:spPr>
            <a:xfrm>
              <a:off x="486598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1" name="Graphic 130">
              <a:extLst>
                <a:ext uri="{FF2B5EF4-FFF2-40B4-BE49-F238E27FC236}">
                  <a16:creationId xmlns:a16="http://schemas.microsoft.com/office/drawing/2014/main" id="{EFCDF58A-57DB-E25B-AE49-08124A728EC0}"/>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5026847" y="3746931"/>
              <a:ext cx="414881" cy="342328"/>
            </a:xfrm>
            <a:prstGeom prst="rect">
              <a:avLst/>
            </a:prstGeom>
          </p:spPr>
        </p:pic>
      </p:grpSp>
      <p:grpSp>
        <p:nvGrpSpPr>
          <p:cNvPr id="132" name="Group 131">
            <a:extLst>
              <a:ext uri="{FF2B5EF4-FFF2-40B4-BE49-F238E27FC236}">
                <a16:creationId xmlns:a16="http://schemas.microsoft.com/office/drawing/2014/main" id="{C5C75AFD-43EE-BA86-7447-15B07D2CD774}"/>
              </a:ext>
            </a:extLst>
          </p:cNvPr>
          <p:cNvGrpSpPr/>
          <p:nvPr/>
        </p:nvGrpSpPr>
        <p:grpSpPr>
          <a:xfrm>
            <a:off x="5728918" y="3668093"/>
            <a:ext cx="736600" cy="736600"/>
            <a:chOff x="5728918" y="3549795"/>
            <a:chExt cx="736600" cy="736600"/>
          </a:xfrm>
        </p:grpSpPr>
        <p:sp>
          <p:nvSpPr>
            <p:cNvPr id="133" name="Oval 132">
              <a:extLst>
                <a:ext uri="{FF2B5EF4-FFF2-40B4-BE49-F238E27FC236}">
                  <a16:creationId xmlns:a16="http://schemas.microsoft.com/office/drawing/2014/main" id="{A8454852-1F71-D7DC-0625-655EB0D465BC}"/>
                </a:ext>
              </a:extLst>
            </p:cNvPr>
            <p:cNvSpPr/>
            <p:nvPr/>
          </p:nvSpPr>
          <p:spPr>
            <a:xfrm>
              <a:off x="5728918"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4" name="Graphic 133">
              <a:extLst>
                <a:ext uri="{FF2B5EF4-FFF2-40B4-BE49-F238E27FC236}">
                  <a16:creationId xmlns:a16="http://schemas.microsoft.com/office/drawing/2014/main" id="{07C9A07F-A5AA-1F7A-4F27-1AA0A42AF876}"/>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5889778" y="3746931"/>
              <a:ext cx="414881" cy="342328"/>
            </a:xfrm>
            <a:prstGeom prst="rect">
              <a:avLst/>
            </a:prstGeom>
          </p:spPr>
        </p:pic>
      </p:grpSp>
      <p:grpSp>
        <p:nvGrpSpPr>
          <p:cNvPr id="135" name="Group 134">
            <a:extLst>
              <a:ext uri="{FF2B5EF4-FFF2-40B4-BE49-F238E27FC236}">
                <a16:creationId xmlns:a16="http://schemas.microsoft.com/office/drawing/2014/main" id="{A6E9846C-09C9-4392-5403-0AD32EDEDF1D}"/>
              </a:ext>
            </a:extLst>
          </p:cNvPr>
          <p:cNvGrpSpPr/>
          <p:nvPr/>
        </p:nvGrpSpPr>
        <p:grpSpPr>
          <a:xfrm>
            <a:off x="6591849" y="3668093"/>
            <a:ext cx="736600" cy="736600"/>
            <a:chOff x="6591849" y="3549795"/>
            <a:chExt cx="736600" cy="736600"/>
          </a:xfrm>
        </p:grpSpPr>
        <p:sp>
          <p:nvSpPr>
            <p:cNvPr id="136" name="Oval 135">
              <a:extLst>
                <a:ext uri="{FF2B5EF4-FFF2-40B4-BE49-F238E27FC236}">
                  <a16:creationId xmlns:a16="http://schemas.microsoft.com/office/drawing/2014/main" id="{B5CF8A4F-3F87-2474-718F-33496D9E98BA}"/>
                </a:ext>
              </a:extLst>
            </p:cNvPr>
            <p:cNvSpPr/>
            <p:nvPr/>
          </p:nvSpPr>
          <p:spPr>
            <a:xfrm>
              <a:off x="6591849"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7" name="Graphic 136">
              <a:extLst>
                <a:ext uri="{FF2B5EF4-FFF2-40B4-BE49-F238E27FC236}">
                  <a16:creationId xmlns:a16="http://schemas.microsoft.com/office/drawing/2014/main" id="{E8A78FDC-4AF6-0639-81B6-21EFB48EE778}"/>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6789011" y="3689876"/>
              <a:ext cx="342276" cy="456438"/>
            </a:xfrm>
            <a:prstGeom prst="rect">
              <a:avLst/>
            </a:prstGeom>
          </p:spPr>
        </p:pic>
      </p:grpSp>
      <p:grpSp>
        <p:nvGrpSpPr>
          <p:cNvPr id="138" name="Group 137">
            <a:extLst>
              <a:ext uri="{FF2B5EF4-FFF2-40B4-BE49-F238E27FC236}">
                <a16:creationId xmlns:a16="http://schemas.microsoft.com/office/drawing/2014/main" id="{762A240C-2D44-AF4D-F878-D49874DDE67D}"/>
              </a:ext>
            </a:extLst>
          </p:cNvPr>
          <p:cNvGrpSpPr/>
          <p:nvPr/>
        </p:nvGrpSpPr>
        <p:grpSpPr>
          <a:xfrm>
            <a:off x="7454777" y="3668093"/>
            <a:ext cx="736600" cy="736600"/>
            <a:chOff x="7454777" y="3549795"/>
            <a:chExt cx="736600" cy="736600"/>
          </a:xfrm>
        </p:grpSpPr>
        <p:sp>
          <p:nvSpPr>
            <p:cNvPr id="139" name="Oval 138">
              <a:extLst>
                <a:ext uri="{FF2B5EF4-FFF2-40B4-BE49-F238E27FC236}">
                  <a16:creationId xmlns:a16="http://schemas.microsoft.com/office/drawing/2014/main" id="{517B5A50-DAA9-8A2A-FA02-BB7F78FE6605}"/>
                </a:ext>
              </a:extLst>
            </p:cNvPr>
            <p:cNvSpPr/>
            <p:nvPr/>
          </p:nvSpPr>
          <p:spPr>
            <a:xfrm>
              <a:off x="7454777" y="3549795"/>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0" name="Graphic 139">
              <a:extLst>
                <a:ext uri="{FF2B5EF4-FFF2-40B4-BE49-F238E27FC236}">
                  <a16:creationId xmlns:a16="http://schemas.microsoft.com/office/drawing/2014/main" id="{D670773D-0F1B-BCE6-1271-59C55554D2FB}"/>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7626009" y="3689876"/>
              <a:ext cx="394136" cy="456438"/>
            </a:xfrm>
            <a:prstGeom prst="rect">
              <a:avLst/>
            </a:prstGeom>
          </p:spPr>
        </p:pic>
      </p:grpSp>
      <p:grpSp>
        <p:nvGrpSpPr>
          <p:cNvPr id="141" name="Group 140">
            <a:extLst>
              <a:ext uri="{FF2B5EF4-FFF2-40B4-BE49-F238E27FC236}">
                <a16:creationId xmlns:a16="http://schemas.microsoft.com/office/drawing/2014/main" id="{F46D2529-5F30-8191-8D40-B9275C5237FC}"/>
              </a:ext>
            </a:extLst>
          </p:cNvPr>
          <p:cNvGrpSpPr/>
          <p:nvPr/>
        </p:nvGrpSpPr>
        <p:grpSpPr>
          <a:xfrm>
            <a:off x="551332" y="4608784"/>
            <a:ext cx="736600" cy="736600"/>
            <a:chOff x="551332" y="4490486"/>
            <a:chExt cx="736600" cy="736600"/>
          </a:xfrm>
        </p:grpSpPr>
        <p:sp>
          <p:nvSpPr>
            <p:cNvPr id="142" name="Oval 141">
              <a:extLst>
                <a:ext uri="{FF2B5EF4-FFF2-40B4-BE49-F238E27FC236}">
                  <a16:creationId xmlns:a16="http://schemas.microsoft.com/office/drawing/2014/main" id="{80E0EAEA-9013-0F41-4DFB-EFBC8DCF06E7}"/>
                </a:ext>
              </a:extLst>
            </p:cNvPr>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3" name="Graphic 142">
              <a:extLst>
                <a:ext uri="{FF2B5EF4-FFF2-40B4-BE49-F238E27FC236}">
                  <a16:creationId xmlns:a16="http://schemas.microsoft.com/office/drawing/2014/main" id="{00C3E488-F32F-A318-11A0-DD15632DC4A7}"/>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707006" y="4646128"/>
              <a:ext cx="425252" cy="425316"/>
            </a:xfrm>
            <a:prstGeom prst="rect">
              <a:avLst/>
            </a:prstGeom>
          </p:spPr>
        </p:pic>
      </p:grpSp>
      <p:grpSp>
        <p:nvGrpSpPr>
          <p:cNvPr id="144" name="Group 143">
            <a:extLst>
              <a:ext uri="{FF2B5EF4-FFF2-40B4-BE49-F238E27FC236}">
                <a16:creationId xmlns:a16="http://schemas.microsoft.com/office/drawing/2014/main" id="{129D45EB-16C4-25D6-8C07-B6B366588B47}"/>
              </a:ext>
            </a:extLst>
          </p:cNvPr>
          <p:cNvGrpSpPr/>
          <p:nvPr/>
        </p:nvGrpSpPr>
        <p:grpSpPr>
          <a:xfrm>
            <a:off x="1414263" y="4608784"/>
            <a:ext cx="736600" cy="736600"/>
            <a:chOff x="1414263" y="4490486"/>
            <a:chExt cx="736600" cy="736600"/>
          </a:xfrm>
        </p:grpSpPr>
        <p:sp>
          <p:nvSpPr>
            <p:cNvPr id="145" name="Oval 144">
              <a:extLst>
                <a:ext uri="{FF2B5EF4-FFF2-40B4-BE49-F238E27FC236}">
                  <a16:creationId xmlns:a16="http://schemas.microsoft.com/office/drawing/2014/main" id="{84E76FEC-686B-D55C-2859-176EBF8D8FC9}"/>
                </a:ext>
              </a:extLst>
            </p:cNvPr>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6" name="Graphic 145">
              <a:extLst>
                <a:ext uri="{FF2B5EF4-FFF2-40B4-BE49-F238E27FC236}">
                  <a16:creationId xmlns:a16="http://schemas.microsoft.com/office/drawing/2014/main" id="{2622DD50-13CD-974C-0449-4902D342A29C}"/>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1569937" y="4646128"/>
              <a:ext cx="425252" cy="425316"/>
            </a:xfrm>
            <a:prstGeom prst="rect">
              <a:avLst/>
            </a:prstGeom>
          </p:spPr>
        </p:pic>
      </p:grpSp>
      <p:grpSp>
        <p:nvGrpSpPr>
          <p:cNvPr id="147" name="Group 146">
            <a:extLst>
              <a:ext uri="{FF2B5EF4-FFF2-40B4-BE49-F238E27FC236}">
                <a16:creationId xmlns:a16="http://schemas.microsoft.com/office/drawing/2014/main" id="{8912F9C2-7882-5BBF-AA5A-FEE0E1EAA7C2}"/>
              </a:ext>
            </a:extLst>
          </p:cNvPr>
          <p:cNvGrpSpPr/>
          <p:nvPr/>
        </p:nvGrpSpPr>
        <p:grpSpPr>
          <a:xfrm>
            <a:off x="2277194" y="4608784"/>
            <a:ext cx="736600" cy="736600"/>
            <a:chOff x="2277194" y="4490486"/>
            <a:chExt cx="736600" cy="736600"/>
          </a:xfrm>
        </p:grpSpPr>
        <p:sp>
          <p:nvSpPr>
            <p:cNvPr id="148" name="Oval 147">
              <a:extLst>
                <a:ext uri="{FF2B5EF4-FFF2-40B4-BE49-F238E27FC236}">
                  <a16:creationId xmlns:a16="http://schemas.microsoft.com/office/drawing/2014/main" id="{519DFEB5-3B4B-7019-EC2E-328FF2685CEB}"/>
                </a:ext>
              </a:extLst>
            </p:cNvPr>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9" name="Graphic 148">
              <a:extLst>
                <a:ext uri="{FF2B5EF4-FFF2-40B4-BE49-F238E27FC236}">
                  <a16:creationId xmlns:a16="http://schemas.microsoft.com/office/drawing/2014/main" id="{187E1567-0457-A9E4-40F9-1FEE99C3D6E9}"/>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2448426" y="4672062"/>
              <a:ext cx="394136" cy="373448"/>
            </a:xfrm>
            <a:prstGeom prst="rect">
              <a:avLst/>
            </a:prstGeom>
          </p:spPr>
        </p:pic>
      </p:grpSp>
      <p:grpSp>
        <p:nvGrpSpPr>
          <p:cNvPr id="150" name="Group 149">
            <a:extLst>
              <a:ext uri="{FF2B5EF4-FFF2-40B4-BE49-F238E27FC236}">
                <a16:creationId xmlns:a16="http://schemas.microsoft.com/office/drawing/2014/main" id="{69AE8836-F259-31ED-9A71-615A77AC126E}"/>
              </a:ext>
            </a:extLst>
          </p:cNvPr>
          <p:cNvGrpSpPr/>
          <p:nvPr/>
        </p:nvGrpSpPr>
        <p:grpSpPr>
          <a:xfrm>
            <a:off x="3140125" y="4608784"/>
            <a:ext cx="736600" cy="736600"/>
            <a:chOff x="3140125" y="4490486"/>
            <a:chExt cx="736600" cy="736600"/>
          </a:xfrm>
        </p:grpSpPr>
        <p:sp>
          <p:nvSpPr>
            <p:cNvPr id="151" name="Oval 150">
              <a:extLst>
                <a:ext uri="{FF2B5EF4-FFF2-40B4-BE49-F238E27FC236}">
                  <a16:creationId xmlns:a16="http://schemas.microsoft.com/office/drawing/2014/main" id="{FFD03E49-7521-AEBD-7F99-BB27C480E5E6}"/>
                </a:ext>
              </a:extLst>
            </p:cNvPr>
            <p:cNvSpPr/>
            <p:nvPr/>
          </p:nvSpPr>
          <p:spPr>
            <a:xfrm>
              <a:off x="3140125"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2" name="Graphic 151">
              <a:extLst>
                <a:ext uri="{FF2B5EF4-FFF2-40B4-BE49-F238E27FC236}">
                  <a16:creationId xmlns:a16="http://schemas.microsoft.com/office/drawing/2014/main" id="{6951D6DA-9378-381F-6AED-D6CE060001DA}"/>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3295799" y="4625381"/>
              <a:ext cx="425252" cy="466810"/>
            </a:xfrm>
            <a:prstGeom prst="rect">
              <a:avLst/>
            </a:prstGeom>
          </p:spPr>
        </p:pic>
      </p:grpSp>
      <p:grpSp>
        <p:nvGrpSpPr>
          <p:cNvPr id="153" name="Group 152">
            <a:extLst>
              <a:ext uri="{FF2B5EF4-FFF2-40B4-BE49-F238E27FC236}">
                <a16:creationId xmlns:a16="http://schemas.microsoft.com/office/drawing/2014/main" id="{A913DBB4-40BD-E01E-C5C1-5DE740307046}"/>
              </a:ext>
            </a:extLst>
          </p:cNvPr>
          <p:cNvGrpSpPr/>
          <p:nvPr/>
        </p:nvGrpSpPr>
        <p:grpSpPr>
          <a:xfrm>
            <a:off x="4003056" y="4608784"/>
            <a:ext cx="736600" cy="736600"/>
            <a:chOff x="4003056" y="4490486"/>
            <a:chExt cx="736600" cy="736600"/>
          </a:xfrm>
        </p:grpSpPr>
        <p:sp>
          <p:nvSpPr>
            <p:cNvPr id="154" name="Oval 153">
              <a:extLst>
                <a:ext uri="{FF2B5EF4-FFF2-40B4-BE49-F238E27FC236}">
                  <a16:creationId xmlns:a16="http://schemas.microsoft.com/office/drawing/2014/main" id="{0A18C3D3-1535-28F5-74DB-DFD7AC232D33}"/>
                </a:ext>
              </a:extLst>
            </p:cNvPr>
            <p:cNvSpPr/>
            <p:nvPr/>
          </p:nvSpPr>
          <p:spPr>
            <a:xfrm>
              <a:off x="4003056"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5" name="Graphic 154">
              <a:extLst>
                <a:ext uri="{FF2B5EF4-FFF2-40B4-BE49-F238E27FC236}">
                  <a16:creationId xmlns:a16="http://schemas.microsoft.com/office/drawing/2014/main" id="{050E9787-B7E7-EC09-C29F-62C22BB8AFA5}"/>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4179474" y="4666875"/>
              <a:ext cx="383764" cy="383822"/>
            </a:xfrm>
            <a:prstGeom prst="rect">
              <a:avLst/>
            </a:prstGeom>
          </p:spPr>
        </p:pic>
      </p:grpSp>
      <p:grpSp>
        <p:nvGrpSpPr>
          <p:cNvPr id="156" name="Group 155">
            <a:extLst>
              <a:ext uri="{FF2B5EF4-FFF2-40B4-BE49-F238E27FC236}">
                <a16:creationId xmlns:a16="http://schemas.microsoft.com/office/drawing/2014/main" id="{6DAF6DD0-7B37-93CF-951B-35FBB9E93400}"/>
              </a:ext>
            </a:extLst>
          </p:cNvPr>
          <p:cNvGrpSpPr/>
          <p:nvPr/>
        </p:nvGrpSpPr>
        <p:grpSpPr>
          <a:xfrm>
            <a:off x="4865987" y="4608784"/>
            <a:ext cx="736600" cy="736600"/>
            <a:chOff x="4865987" y="4490486"/>
            <a:chExt cx="736600" cy="736600"/>
          </a:xfrm>
        </p:grpSpPr>
        <p:sp>
          <p:nvSpPr>
            <p:cNvPr id="157" name="Oval 156">
              <a:extLst>
                <a:ext uri="{FF2B5EF4-FFF2-40B4-BE49-F238E27FC236}">
                  <a16:creationId xmlns:a16="http://schemas.microsoft.com/office/drawing/2014/main" id="{52ACB146-B594-26BB-F7F5-99AF235A176F}"/>
                </a:ext>
              </a:extLst>
            </p:cNvPr>
            <p:cNvSpPr/>
            <p:nvPr/>
          </p:nvSpPr>
          <p:spPr>
            <a:xfrm>
              <a:off x="486598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8" name="Graphic 157">
              <a:extLst>
                <a:ext uri="{FF2B5EF4-FFF2-40B4-BE49-F238E27FC236}">
                  <a16:creationId xmlns:a16="http://schemas.microsoft.com/office/drawing/2014/main" id="{9D34B961-61BC-F97E-E15D-C8F68F2ABEF9}"/>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5052777" y="4609821"/>
              <a:ext cx="363021" cy="497931"/>
            </a:xfrm>
            <a:prstGeom prst="rect">
              <a:avLst/>
            </a:prstGeom>
          </p:spPr>
        </p:pic>
      </p:grpSp>
      <p:grpSp>
        <p:nvGrpSpPr>
          <p:cNvPr id="159" name="Group 158">
            <a:extLst>
              <a:ext uri="{FF2B5EF4-FFF2-40B4-BE49-F238E27FC236}">
                <a16:creationId xmlns:a16="http://schemas.microsoft.com/office/drawing/2014/main" id="{AF26AE85-1899-C562-1610-FF7AD4DAC607}"/>
              </a:ext>
            </a:extLst>
          </p:cNvPr>
          <p:cNvGrpSpPr/>
          <p:nvPr/>
        </p:nvGrpSpPr>
        <p:grpSpPr>
          <a:xfrm>
            <a:off x="5728918" y="4608784"/>
            <a:ext cx="736600" cy="736600"/>
            <a:chOff x="5728918" y="4490486"/>
            <a:chExt cx="736600" cy="736600"/>
          </a:xfrm>
        </p:grpSpPr>
        <p:sp>
          <p:nvSpPr>
            <p:cNvPr id="160" name="Oval 159">
              <a:extLst>
                <a:ext uri="{FF2B5EF4-FFF2-40B4-BE49-F238E27FC236}">
                  <a16:creationId xmlns:a16="http://schemas.microsoft.com/office/drawing/2014/main" id="{DCC46CFC-52A0-90DE-576C-8D72D3201FCB}"/>
                </a:ext>
              </a:extLst>
            </p:cNvPr>
            <p:cNvSpPr/>
            <p:nvPr/>
          </p:nvSpPr>
          <p:spPr>
            <a:xfrm>
              <a:off x="5728918"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1" name="Graphic 160">
              <a:extLst>
                <a:ext uri="{FF2B5EF4-FFF2-40B4-BE49-F238E27FC236}">
                  <a16:creationId xmlns:a16="http://schemas.microsoft.com/office/drawing/2014/main" id="{1B855F08-27A9-5972-4F96-E46107ACA215}"/>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5894964" y="4661688"/>
              <a:ext cx="404509" cy="394196"/>
            </a:xfrm>
            <a:prstGeom prst="rect">
              <a:avLst/>
            </a:prstGeom>
          </p:spPr>
        </p:pic>
      </p:grpSp>
      <p:grpSp>
        <p:nvGrpSpPr>
          <p:cNvPr id="162" name="Group 161">
            <a:extLst>
              <a:ext uri="{FF2B5EF4-FFF2-40B4-BE49-F238E27FC236}">
                <a16:creationId xmlns:a16="http://schemas.microsoft.com/office/drawing/2014/main" id="{EE5BC602-E440-4B75-8CD7-7F167E6F4B79}"/>
              </a:ext>
            </a:extLst>
          </p:cNvPr>
          <p:cNvGrpSpPr/>
          <p:nvPr/>
        </p:nvGrpSpPr>
        <p:grpSpPr>
          <a:xfrm>
            <a:off x="6591849" y="4608784"/>
            <a:ext cx="736600" cy="736600"/>
            <a:chOff x="6591849" y="4490486"/>
            <a:chExt cx="736600" cy="736600"/>
          </a:xfrm>
        </p:grpSpPr>
        <p:sp>
          <p:nvSpPr>
            <p:cNvPr id="163" name="Oval 162">
              <a:extLst>
                <a:ext uri="{FF2B5EF4-FFF2-40B4-BE49-F238E27FC236}">
                  <a16:creationId xmlns:a16="http://schemas.microsoft.com/office/drawing/2014/main" id="{1B9D6358-B6BF-ECCC-8D2A-05418843C138}"/>
                </a:ext>
              </a:extLst>
            </p:cNvPr>
            <p:cNvSpPr/>
            <p:nvPr/>
          </p:nvSpPr>
          <p:spPr>
            <a:xfrm>
              <a:off x="6591849"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4" name="Graphic 163">
              <a:extLst>
                <a:ext uri="{FF2B5EF4-FFF2-40B4-BE49-F238E27FC236}">
                  <a16:creationId xmlns:a16="http://schemas.microsoft.com/office/drawing/2014/main" id="{7A409CFF-A5B1-44DC-971C-C9BFE03AB912}"/>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6773453" y="4692809"/>
              <a:ext cx="373392" cy="331954"/>
            </a:xfrm>
            <a:prstGeom prst="rect">
              <a:avLst/>
            </a:prstGeom>
          </p:spPr>
        </p:pic>
      </p:grpSp>
      <p:grpSp>
        <p:nvGrpSpPr>
          <p:cNvPr id="165" name="Group 164">
            <a:extLst>
              <a:ext uri="{FF2B5EF4-FFF2-40B4-BE49-F238E27FC236}">
                <a16:creationId xmlns:a16="http://schemas.microsoft.com/office/drawing/2014/main" id="{A975615E-1A88-0961-8286-0A301BA41A1B}"/>
              </a:ext>
            </a:extLst>
          </p:cNvPr>
          <p:cNvGrpSpPr/>
          <p:nvPr/>
        </p:nvGrpSpPr>
        <p:grpSpPr>
          <a:xfrm>
            <a:off x="7454777" y="4608784"/>
            <a:ext cx="736600" cy="736600"/>
            <a:chOff x="7454777" y="4490486"/>
            <a:chExt cx="736600" cy="736600"/>
          </a:xfrm>
        </p:grpSpPr>
        <p:sp>
          <p:nvSpPr>
            <p:cNvPr id="166" name="Oval 165">
              <a:extLst>
                <a:ext uri="{FF2B5EF4-FFF2-40B4-BE49-F238E27FC236}">
                  <a16:creationId xmlns:a16="http://schemas.microsoft.com/office/drawing/2014/main" id="{64FB2E61-CE93-2E65-2247-E8B83CC1CBE9}"/>
                </a:ext>
              </a:extLst>
            </p:cNvPr>
            <p:cNvSpPr/>
            <p:nvPr/>
          </p:nvSpPr>
          <p:spPr>
            <a:xfrm>
              <a:off x="745477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7" name="Graphic 166">
              <a:extLst>
                <a:ext uri="{FF2B5EF4-FFF2-40B4-BE49-F238E27FC236}">
                  <a16:creationId xmlns:a16="http://schemas.microsoft.com/office/drawing/2014/main" id="{87C18481-F6C9-D502-B6CF-2883D8950780}"/>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7631195" y="4666875"/>
              <a:ext cx="383764" cy="383822"/>
            </a:xfrm>
            <a:prstGeom prst="rect">
              <a:avLst/>
            </a:prstGeom>
          </p:spPr>
        </p:pic>
      </p:grpSp>
      <p:grpSp>
        <p:nvGrpSpPr>
          <p:cNvPr id="168" name="Group 167">
            <a:extLst>
              <a:ext uri="{FF2B5EF4-FFF2-40B4-BE49-F238E27FC236}">
                <a16:creationId xmlns:a16="http://schemas.microsoft.com/office/drawing/2014/main" id="{9F176B6A-81A7-22BE-9098-F76BDB86EC10}"/>
              </a:ext>
            </a:extLst>
          </p:cNvPr>
          <p:cNvGrpSpPr/>
          <p:nvPr/>
        </p:nvGrpSpPr>
        <p:grpSpPr>
          <a:xfrm>
            <a:off x="1414263" y="5508848"/>
            <a:ext cx="736600" cy="736600"/>
            <a:chOff x="1414263" y="5390550"/>
            <a:chExt cx="736600" cy="736600"/>
          </a:xfrm>
        </p:grpSpPr>
        <p:sp>
          <p:nvSpPr>
            <p:cNvPr id="169" name="Oval 168">
              <a:extLst>
                <a:ext uri="{FF2B5EF4-FFF2-40B4-BE49-F238E27FC236}">
                  <a16:creationId xmlns:a16="http://schemas.microsoft.com/office/drawing/2014/main" id="{45EB1F0E-264E-1292-CD14-770850E0F3E9}"/>
                </a:ext>
              </a:extLst>
            </p:cNvPr>
            <p:cNvSpPr/>
            <p:nvPr/>
          </p:nvSpPr>
          <p:spPr>
            <a:xfrm>
              <a:off x="1414263"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0" name="Graphic 169">
              <a:extLst>
                <a:ext uri="{FF2B5EF4-FFF2-40B4-BE49-F238E27FC236}">
                  <a16:creationId xmlns:a16="http://schemas.microsoft.com/office/drawing/2014/main" id="{41FB1772-4627-2D84-BBE1-A1CE86D2B778}"/>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1559565" y="5546192"/>
              <a:ext cx="445996" cy="425316"/>
            </a:xfrm>
            <a:prstGeom prst="rect">
              <a:avLst/>
            </a:prstGeom>
          </p:spPr>
        </p:pic>
      </p:grpSp>
      <p:grpSp>
        <p:nvGrpSpPr>
          <p:cNvPr id="171" name="Group 170">
            <a:extLst>
              <a:ext uri="{FF2B5EF4-FFF2-40B4-BE49-F238E27FC236}">
                <a16:creationId xmlns:a16="http://schemas.microsoft.com/office/drawing/2014/main" id="{5F145F34-0157-40B1-F5A0-DD69B04C13E1}"/>
              </a:ext>
            </a:extLst>
          </p:cNvPr>
          <p:cNvGrpSpPr/>
          <p:nvPr/>
        </p:nvGrpSpPr>
        <p:grpSpPr>
          <a:xfrm>
            <a:off x="2277194" y="5508848"/>
            <a:ext cx="736600" cy="736600"/>
            <a:chOff x="2277194" y="5390550"/>
            <a:chExt cx="736600" cy="736600"/>
          </a:xfrm>
        </p:grpSpPr>
        <p:sp>
          <p:nvSpPr>
            <p:cNvPr id="172" name="Oval 171">
              <a:extLst>
                <a:ext uri="{FF2B5EF4-FFF2-40B4-BE49-F238E27FC236}">
                  <a16:creationId xmlns:a16="http://schemas.microsoft.com/office/drawing/2014/main" id="{7156AEAD-E70F-E119-B660-D747583748F1}"/>
                </a:ext>
              </a:extLst>
            </p:cNvPr>
            <p:cNvSpPr/>
            <p:nvPr/>
          </p:nvSpPr>
          <p:spPr>
            <a:xfrm>
              <a:off x="2277194"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3" name="Graphic 172">
              <a:extLst>
                <a:ext uri="{FF2B5EF4-FFF2-40B4-BE49-F238E27FC236}">
                  <a16:creationId xmlns:a16="http://schemas.microsoft.com/office/drawing/2014/main" id="{EE4E4F0E-967F-5AF6-D1F7-4AC421C80077}"/>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2417310" y="5541005"/>
              <a:ext cx="456369" cy="435690"/>
            </a:xfrm>
            <a:prstGeom prst="rect">
              <a:avLst/>
            </a:prstGeom>
          </p:spPr>
        </p:pic>
      </p:grpSp>
      <p:grpSp>
        <p:nvGrpSpPr>
          <p:cNvPr id="174" name="Group 173">
            <a:extLst>
              <a:ext uri="{FF2B5EF4-FFF2-40B4-BE49-F238E27FC236}">
                <a16:creationId xmlns:a16="http://schemas.microsoft.com/office/drawing/2014/main" id="{5FFDDE6C-9A6A-D34D-6A84-2A0202773BF1}"/>
              </a:ext>
            </a:extLst>
          </p:cNvPr>
          <p:cNvGrpSpPr/>
          <p:nvPr/>
        </p:nvGrpSpPr>
        <p:grpSpPr>
          <a:xfrm>
            <a:off x="3140125" y="5508848"/>
            <a:ext cx="736600" cy="736600"/>
            <a:chOff x="3140125" y="5390550"/>
            <a:chExt cx="736600" cy="736600"/>
          </a:xfrm>
        </p:grpSpPr>
        <p:sp>
          <p:nvSpPr>
            <p:cNvPr id="175" name="Oval 174">
              <a:extLst>
                <a:ext uri="{FF2B5EF4-FFF2-40B4-BE49-F238E27FC236}">
                  <a16:creationId xmlns:a16="http://schemas.microsoft.com/office/drawing/2014/main" id="{63EADA11-4445-1243-2B9C-388B0EC5CBFB}"/>
                </a:ext>
              </a:extLst>
            </p:cNvPr>
            <p:cNvSpPr/>
            <p:nvPr/>
          </p:nvSpPr>
          <p:spPr>
            <a:xfrm>
              <a:off x="3140125"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6" name="Graphic 175">
              <a:extLst>
                <a:ext uri="{FF2B5EF4-FFF2-40B4-BE49-F238E27FC236}">
                  <a16:creationId xmlns:a16="http://schemas.microsoft.com/office/drawing/2014/main" id="{80F20520-2EFC-0C54-CE2D-FA0073C15F3A}"/>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3280241" y="5541005"/>
              <a:ext cx="456369" cy="435690"/>
            </a:xfrm>
            <a:prstGeom prst="rect">
              <a:avLst/>
            </a:prstGeom>
          </p:spPr>
        </p:pic>
      </p:grpSp>
      <p:grpSp>
        <p:nvGrpSpPr>
          <p:cNvPr id="177" name="Group 176">
            <a:extLst>
              <a:ext uri="{FF2B5EF4-FFF2-40B4-BE49-F238E27FC236}">
                <a16:creationId xmlns:a16="http://schemas.microsoft.com/office/drawing/2014/main" id="{4CDA0D47-1A0A-A35F-9192-B3C8BE0AEEC4}"/>
              </a:ext>
            </a:extLst>
          </p:cNvPr>
          <p:cNvGrpSpPr/>
          <p:nvPr/>
        </p:nvGrpSpPr>
        <p:grpSpPr>
          <a:xfrm>
            <a:off x="551332" y="2752797"/>
            <a:ext cx="736600" cy="736600"/>
            <a:chOff x="551332" y="2634499"/>
            <a:chExt cx="736600" cy="736600"/>
          </a:xfrm>
        </p:grpSpPr>
        <p:sp>
          <p:nvSpPr>
            <p:cNvPr id="178" name="Oval 177">
              <a:extLst>
                <a:ext uri="{FF2B5EF4-FFF2-40B4-BE49-F238E27FC236}">
                  <a16:creationId xmlns:a16="http://schemas.microsoft.com/office/drawing/2014/main" id="{058BABD8-E850-6A7C-1B5B-9AEFA73858B2}"/>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9" name="Graphic 178">
              <a:extLst>
                <a:ext uri="{FF2B5EF4-FFF2-40B4-BE49-F238E27FC236}">
                  <a16:creationId xmlns:a16="http://schemas.microsoft.com/office/drawing/2014/main" id="{96E97B3F-79E6-01AD-D0A3-5129E2C9C274}"/>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717378" y="2857569"/>
              <a:ext cx="404509" cy="290460"/>
            </a:xfrm>
            <a:prstGeom prst="rect">
              <a:avLst/>
            </a:prstGeom>
          </p:spPr>
        </p:pic>
      </p:grpSp>
      <p:grpSp>
        <p:nvGrpSpPr>
          <p:cNvPr id="180" name="Group 179">
            <a:extLst>
              <a:ext uri="{FF2B5EF4-FFF2-40B4-BE49-F238E27FC236}">
                <a16:creationId xmlns:a16="http://schemas.microsoft.com/office/drawing/2014/main" id="{B1EBBB88-1179-3DB6-CA46-8BFD714BC94F}"/>
              </a:ext>
            </a:extLst>
          </p:cNvPr>
          <p:cNvGrpSpPr/>
          <p:nvPr/>
        </p:nvGrpSpPr>
        <p:grpSpPr>
          <a:xfrm>
            <a:off x="551332" y="5508848"/>
            <a:ext cx="736600" cy="736600"/>
            <a:chOff x="551332" y="5390550"/>
            <a:chExt cx="736600" cy="736600"/>
          </a:xfrm>
        </p:grpSpPr>
        <p:sp>
          <p:nvSpPr>
            <p:cNvPr id="181" name="Oval 180">
              <a:extLst>
                <a:ext uri="{FF2B5EF4-FFF2-40B4-BE49-F238E27FC236}">
                  <a16:creationId xmlns:a16="http://schemas.microsoft.com/office/drawing/2014/main" id="{F74DFFEA-1169-45E3-C17A-B69ACF920476}"/>
                </a:ext>
              </a:extLst>
            </p:cNvPr>
            <p:cNvSpPr/>
            <p:nvPr/>
          </p:nvSpPr>
          <p:spPr>
            <a:xfrm>
              <a:off x="551332"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2" name="Graphic 181">
              <a:extLst>
                <a:ext uri="{FF2B5EF4-FFF2-40B4-BE49-F238E27FC236}">
                  <a16:creationId xmlns:a16="http://schemas.microsoft.com/office/drawing/2014/main" id="{99F87053-933A-9AF0-0CFB-76588EEB1CD3}"/>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764052" y="5551379"/>
              <a:ext cx="311160" cy="414943"/>
            </a:xfrm>
            <a:prstGeom prst="rect">
              <a:avLst/>
            </a:prstGeom>
          </p:spPr>
        </p:pic>
      </p:grpSp>
      <p:grpSp>
        <p:nvGrpSpPr>
          <p:cNvPr id="183" name="Group 182">
            <a:extLst>
              <a:ext uri="{FF2B5EF4-FFF2-40B4-BE49-F238E27FC236}">
                <a16:creationId xmlns:a16="http://schemas.microsoft.com/office/drawing/2014/main" id="{8B13B475-8B27-76D7-8704-8BCC122BB73A}"/>
              </a:ext>
            </a:extLst>
          </p:cNvPr>
          <p:cNvGrpSpPr/>
          <p:nvPr/>
        </p:nvGrpSpPr>
        <p:grpSpPr>
          <a:xfrm>
            <a:off x="7454777" y="5508848"/>
            <a:ext cx="736600" cy="736600"/>
            <a:chOff x="7454777" y="5390550"/>
            <a:chExt cx="736600" cy="736600"/>
          </a:xfrm>
        </p:grpSpPr>
        <p:sp>
          <p:nvSpPr>
            <p:cNvPr id="184" name="Oval 183">
              <a:extLst>
                <a:ext uri="{FF2B5EF4-FFF2-40B4-BE49-F238E27FC236}">
                  <a16:creationId xmlns:a16="http://schemas.microsoft.com/office/drawing/2014/main" id="{B255AC7D-9CDF-30AB-4716-98A36C86D4F6}"/>
                </a:ext>
              </a:extLst>
            </p:cNvPr>
            <p:cNvSpPr/>
            <p:nvPr/>
          </p:nvSpPr>
          <p:spPr>
            <a:xfrm>
              <a:off x="745477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5" name="Graphic 184">
              <a:extLst>
                <a:ext uri="{FF2B5EF4-FFF2-40B4-BE49-F238E27FC236}">
                  <a16:creationId xmlns:a16="http://schemas.microsoft.com/office/drawing/2014/main" id="{9A994F78-7C9D-E3E2-D735-73518E7D8912}"/>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7620823" y="5556566"/>
              <a:ext cx="404509" cy="404569"/>
            </a:xfrm>
            <a:prstGeom prst="rect">
              <a:avLst/>
            </a:prstGeom>
          </p:spPr>
        </p:pic>
      </p:grpSp>
    </p:spTree>
    <p:extLst>
      <p:ext uri="{BB962C8B-B14F-4D97-AF65-F5344CB8AC3E}">
        <p14:creationId xmlns:p14="http://schemas.microsoft.com/office/powerpoint/2010/main" val="1822841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ubtitle 50">
            <a:extLst>
              <a:ext uri="{FF2B5EF4-FFF2-40B4-BE49-F238E27FC236}">
                <a16:creationId xmlns:a16="http://schemas.microsoft.com/office/drawing/2014/main" id="{122DD90D-80BD-E732-09A2-205A566714BA}"/>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39750"/>
            <a:ext cx="12384088" cy="544513"/>
          </a:xfrm>
        </p:spPr>
        <p:txBody>
          <a:bodyPr/>
          <a:lstStyle/>
          <a:p>
            <a:r>
              <a:rPr lang="en-GB"/>
              <a:t>User Interface</a:t>
            </a:r>
          </a:p>
        </p:txBody>
      </p:sp>
      <p:sp>
        <p:nvSpPr>
          <p:cNvPr id="53" name="Content Placeholder 5">
            <a:extLst>
              <a:ext uri="{FF2B5EF4-FFF2-40B4-BE49-F238E27FC236}">
                <a16:creationId xmlns:a16="http://schemas.microsoft.com/office/drawing/2014/main" id="{B97AD9EE-F080-2749-49D3-995EC7581E1A}"/>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3CECB0EB-2760-4C4B-AF35-F54EA33B4984}"/>
              </a:ext>
            </a:extLst>
          </p:cNvPr>
          <p:cNvGrpSpPr/>
          <p:nvPr/>
        </p:nvGrpSpPr>
        <p:grpSpPr>
          <a:xfrm>
            <a:off x="551332" y="1800225"/>
            <a:ext cx="736600" cy="736600"/>
            <a:chOff x="551332" y="1681927"/>
            <a:chExt cx="736600" cy="736600"/>
          </a:xfrm>
        </p:grpSpPr>
        <p:sp>
          <p:nvSpPr>
            <p:cNvPr id="3" name="Oval 2">
              <a:extLst>
                <a:ext uri="{FF2B5EF4-FFF2-40B4-BE49-F238E27FC236}">
                  <a16:creationId xmlns:a16="http://schemas.microsoft.com/office/drawing/2014/main" id="{AA91BCAF-8E6F-4998-A917-C6917DFA621A}"/>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 name="Graphic 3">
              <a:extLst>
                <a:ext uri="{FF2B5EF4-FFF2-40B4-BE49-F238E27FC236}">
                  <a16:creationId xmlns:a16="http://schemas.microsoft.com/office/drawing/2014/main" id="{79B6B271-83B4-1EA0-B70F-9ADB66A511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9119" y="1864863"/>
              <a:ext cx="381026" cy="370728"/>
            </a:xfrm>
            <a:prstGeom prst="rect">
              <a:avLst/>
            </a:prstGeom>
          </p:spPr>
        </p:pic>
      </p:grpSp>
      <p:grpSp>
        <p:nvGrpSpPr>
          <p:cNvPr id="52" name="Group 51">
            <a:extLst>
              <a:ext uri="{FF2B5EF4-FFF2-40B4-BE49-F238E27FC236}">
                <a16:creationId xmlns:a16="http://schemas.microsoft.com/office/drawing/2014/main" id="{55C31055-F0AD-AF6C-C80C-071F88C8E796}"/>
              </a:ext>
            </a:extLst>
          </p:cNvPr>
          <p:cNvGrpSpPr/>
          <p:nvPr/>
        </p:nvGrpSpPr>
        <p:grpSpPr>
          <a:xfrm>
            <a:off x="1414263" y="1800225"/>
            <a:ext cx="736600" cy="736600"/>
            <a:chOff x="1414263" y="1681927"/>
            <a:chExt cx="736600" cy="736600"/>
          </a:xfrm>
        </p:grpSpPr>
        <p:sp>
          <p:nvSpPr>
            <p:cNvPr id="54" name="Oval 53">
              <a:extLst>
                <a:ext uri="{FF2B5EF4-FFF2-40B4-BE49-F238E27FC236}">
                  <a16:creationId xmlns:a16="http://schemas.microsoft.com/office/drawing/2014/main" id="{9C7F96A1-0B57-EF8D-8D2B-A411AE82CF2E}"/>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5" name="Graphic 54">
              <a:extLst>
                <a:ext uri="{FF2B5EF4-FFF2-40B4-BE49-F238E27FC236}">
                  <a16:creationId xmlns:a16="http://schemas.microsoft.com/office/drawing/2014/main" id="{3D136C64-FC16-A30E-1B28-3925521B1B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92050" y="1864863"/>
              <a:ext cx="381026" cy="370728"/>
            </a:xfrm>
            <a:prstGeom prst="rect">
              <a:avLst/>
            </a:prstGeom>
          </p:spPr>
        </p:pic>
      </p:grpSp>
      <p:grpSp>
        <p:nvGrpSpPr>
          <p:cNvPr id="56" name="Group 55">
            <a:extLst>
              <a:ext uri="{FF2B5EF4-FFF2-40B4-BE49-F238E27FC236}">
                <a16:creationId xmlns:a16="http://schemas.microsoft.com/office/drawing/2014/main" id="{E2A613FA-7EE0-1FF9-736F-49F44A84DC9A}"/>
              </a:ext>
            </a:extLst>
          </p:cNvPr>
          <p:cNvGrpSpPr/>
          <p:nvPr/>
        </p:nvGrpSpPr>
        <p:grpSpPr>
          <a:xfrm>
            <a:off x="2277194" y="1800225"/>
            <a:ext cx="736600" cy="736600"/>
            <a:chOff x="2277194" y="1681927"/>
            <a:chExt cx="736600" cy="736600"/>
          </a:xfrm>
        </p:grpSpPr>
        <p:sp>
          <p:nvSpPr>
            <p:cNvPr id="57" name="Oval 56">
              <a:extLst>
                <a:ext uri="{FF2B5EF4-FFF2-40B4-BE49-F238E27FC236}">
                  <a16:creationId xmlns:a16="http://schemas.microsoft.com/office/drawing/2014/main" id="{D5D54F39-4117-94D0-EC10-2AFA65B3DA5C}"/>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8" name="Graphic 57">
              <a:extLst>
                <a:ext uri="{FF2B5EF4-FFF2-40B4-BE49-F238E27FC236}">
                  <a16:creationId xmlns:a16="http://schemas.microsoft.com/office/drawing/2014/main" id="{6DF29F0F-03AA-FCF0-69ED-76E9543D710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80726" y="1833969"/>
              <a:ext cx="329536" cy="432516"/>
            </a:xfrm>
            <a:prstGeom prst="rect">
              <a:avLst/>
            </a:prstGeom>
          </p:spPr>
        </p:pic>
      </p:grpSp>
      <p:grpSp>
        <p:nvGrpSpPr>
          <p:cNvPr id="59" name="Group 58">
            <a:extLst>
              <a:ext uri="{FF2B5EF4-FFF2-40B4-BE49-F238E27FC236}">
                <a16:creationId xmlns:a16="http://schemas.microsoft.com/office/drawing/2014/main" id="{C5B11A23-10A4-B7E6-1704-7416B4B5564C}"/>
              </a:ext>
            </a:extLst>
          </p:cNvPr>
          <p:cNvGrpSpPr/>
          <p:nvPr/>
        </p:nvGrpSpPr>
        <p:grpSpPr>
          <a:xfrm>
            <a:off x="3140125" y="1800225"/>
            <a:ext cx="736600" cy="736600"/>
            <a:chOff x="3140125" y="1681927"/>
            <a:chExt cx="736600" cy="736600"/>
          </a:xfrm>
        </p:grpSpPr>
        <p:sp>
          <p:nvSpPr>
            <p:cNvPr id="60" name="Oval 59">
              <a:extLst>
                <a:ext uri="{FF2B5EF4-FFF2-40B4-BE49-F238E27FC236}">
                  <a16:creationId xmlns:a16="http://schemas.microsoft.com/office/drawing/2014/main" id="{8393148E-3AAA-93A7-806A-D0F5200E9D80}"/>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1" name="Graphic 60">
              <a:extLst>
                <a:ext uri="{FF2B5EF4-FFF2-40B4-BE49-F238E27FC236}">
                  <a16:creationId xmlns:a16="http://schemas.microsoft.com/office/drawing/2014/main" id="{0023AFCD-1834-9B7C-DD72-7F4A5C6E1E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43657" y="1833969"/>
              <a:ext cx="329536" cy="432516"/>
            </a:xfrm>
            <a:prstGeom prst="rect">
              <a:avLst/>
            </a:prstGeom>
          </p:spPr>
        </p:pic>
      </p:grpSp>
      <p:grpSp>
        <p:nvGrpSpPr>
          <p:cNvPr id="62" name="Group 61">
            <a:extLst>
              <a:ext uri="{FF2B5EF4-FFF2-40B4-BE49-F238E27FC236}">
                <a16:creationId xmlns:a16="http://schemas.microsoft.com/office/drawing/2014/main" id="{87DF361D-D711-B4AC-129A-19F93F5026F2}"/>
              </a:ext>
            </a:extLst>
          </p:cNvPr>
          <p:cNvGrpSpPr/>
          <p:nvPr/>
        </p:nvGrpSpPr>
        <p:grpSpPr>
          <a:xfrm>
            <a:off x="4003056" y="1800225"/>
            <a:ext cx="736600" cy="736600"/>
            <a:chOff x="4003056" y="1681927"/>
            <a:chExt cx="736600" cy="736600"/>
          </a:xfrm>
        </p:grpSpPr>
        <p:sp>
          <p:nvSpPr>
            <p:cNvPr id="63" name="Oval 62">
              <a:extLst>
                <a:ext uri="{FF2B5EF4-FFF2-40B4-BE49-F238E27FC236}">
                  <a16:creationId xmlns:a16="http://schemas.microsoft.com/office/drawing/2014/main" id="{9726C94B-AF5A-AAF2-F49B-538F5CCCE360}"/>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4" name="Graphic 63">
              <a:extLst>
                <a:ext uri="{FF2B5EF4-FFF2-40B4-BE49-F238E27FC236}">
                  <a16:creationId xmlns:a16="http://schemas.microsoft.com/office/drawing/2014/main" id="{C9BFEFE7-C83E-12FF-EC85-D0D245E5A5C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60247" y="1833969"/>
              <a:ext cx="422218" cy="432516"/>
            </a:xfrm>
            <a:prstGeom prst="rect">
              <a:avLst/>
            </a:prstGeom>
          </p:spPr>
        </p:pic>
      </p:grpSp>
      <p:grpSp>
        <p:nvGrpSpPr>
          <p:cNvPr id="65" name="Group 64">
            <a:extLst>
              <a:ext uri="{FF2B5EF4-FFF2-40B4-BE49-F238E27FC236}">
                <a16:creationId xmlns:a16="http://schemas.microsoft.com/office/drawing/2014/main" id="{B3086BD6-84BC-306C-4758-478D9E35ECB4}"/>
              </a:ext>
            </a:extLst>
          </p:cNvPr>
          <p:cNvGrpSpPr/>
          <p:nvPr/>
        </p:nvGrpSpPr>
        <p:grpSpPr>
          <a:xfrm>
            <a:off x="4865987" y="1800225"/>
            <a:ext cx="736600" cy="736600"/>
            <a:chOff x="4865987" y="1681927"/>
            <a:chExt cx="736600" cy="736600"/>
          </a:xfrm>
        </p:grpSpPr>
        <p:sp>
          <p:nvSpPr>
            <p:cNvPr id="66" name="Oval 65">
              <a:extLst>
                <a:ext uri="{FF2B5EF4-FFF2-40B4-BE49-F238E27FC236}">
                  <a16:creationId xmlns:a16="http://schemas.microsoft.com/office/drawing/2014/main" id="{4D8303F9-C4F9-3610-C7FB-F04FD8345E1C}"/>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7" name="Graphic 66">
              <a:extLst>
                <a:ext uri="{FF2B5EF4-FFF2-40B4-BE49-F238E27FC236}">
                  <a16:creationId xmlns:a16="http://schemas.microsoft.com/office/drawing/2014/main" id="{70FB9AC3-D771-3883-6A18-99B6DCF1C2D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064370" y="1864863"/>
              <a:ext cx="339834" cy="370728"/>
            </a:xfrm>
            <a:prstGeom prst="rect">
              <a:avLst/>
            </a:prstGeom>
          </p:spPr>
        </p:pic>
      </p:grpSp>
      <p:grpSp>
        <p:nvGrpSpPr>
          <p:cNvPr id="68" name="Group 67">
            <a:extLst>
              <a:ext uri="{FF2B5EF4-FFF2-40B4-BE49-F238E27FC236}">
                <a16:creationId xmlns:a16="http://schemas.microsoft.com/office/drawing/2014/main" id="{8B96DBB4-4CB5-43DD-598C-C5344613CAB4}"/>
              </a:ext>
            </a:extLst>
          </p:cNvPr>
          <p:cNvGrpSpPr/>
          <p:nvPr/>
        </p:nvGrpSpPr>
        <p:grpSpPr>
          <a:xfrm>
            <a:off x="5728918" y="1800225"/>
            <a:ext cx="736600" cy="736600"/>
            <a:chOff x="5728918" y="1681927"/>
            <a:chExt cx="736600" cy="736600"/>
          </a:xfrm>
        </p:grpSpPr>
        <p:sp>
          <p:nvSpPr>
            <p:cNvPr id="69" name="Oval 68">
              <a:extLst>
                <a:ext uri="{FF2B5EF4-FFF2-40B4-BE49-F238E27FC236}">
                  <a16:creationId xmlns:a16="http://schemas.microsoft.com/office/drawing/2014/main" id="{01E1D5DD-C805-7F41-1CAE-28B76B51C9BE}"/>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0" name="Graphic 69">
              <a:extLst>
                <a:ext uri="{FF2B5EF4-FFF2-40B4-BE49-F238E27FC236}">
                  <a16:creationId xmlns:a16="http://schemas.microsoft.com/office/drawing/2014/main" id="{C4F0F93F-6B0E-E917-069E-5765D443788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911854" y="1864863"/>
              <a:ext cx="370728" cy="370728"/>
            </a:xfrm>
            <a:prstGeom prst="rect">
              <a:avLst/>
            </a:prstGeom>
          </p:spPr>
        </p:pic>
      </p:grpSp>
      <p:grpSp>
        <p:nvGrpSpPr>
          <p:cNvPr id="71" name="Group 70">
            <a:extLst>
              <a:ext uri="{FF2B5EF4-FFF2-40B4-BE49-F238E27FC236}">
                <a16:creationId xmlns:a16="http://schemas.microsoft.com/office/drawing/2014/main" id="{CCD95F68-BA32-182B-53AC-21C84B846500}"/>
              </a:ext>
            </a:extLst>
          </p:cNvPr>
          <p:cNvGrpSpPr/>
          <p:nvPr/>
        </p:nvGrpSpPr>
        <p:grpSpPr>
          <a:xfrm>
            <a:off x="6591849" y="1800225"/>
            <a:ext cx="736600" cy="736600"/>
            <a:chOff x="6591849" y="1681927"/>
            <a:chExt cx="736600" cy="736600"/>
          </a:xfrm>
        </p:grpSpPr>
        <p:sp>
          <p:nvSpPr>
            <p:cNvPr id="72" name="Oval 71">
              <a:extLst>
                <a:ext uri="{FF2B5EF4-FFF2-40B4-BE49-F238E27FC236}">
                  <a16:creationId xmlns:a16="http://schemas.microsoft.com/office/drawing/2014/main" id="{45BF6A58-3346-9D22-7645-B9F87F27C771}"/>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3" name="Graphic 72">
              <a:extLst>
                <a:ext uri="{FF2B5EF4-FFF2-40B4-BE49-F238E27FC236}">
                  <a16:creationId xmlns:a16="http://schemas.microsoft.com/office/drawing/2014/main" id="{3987794E-E48F-6D2E-0393-D4EC6AC5156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769636" y="1849416"/>
              <a:ext cx="381026" cy="401623"/>
            </a:xfrm>
            <a:prstGeom prst="rect">
              <a:avLst/>
            </a:prstGeom>
          </p:spPr>
        </p:pic>
      </p:grpSp>
      <p:grpSp>
        <p:nvGrpSpPr>
          <p:cNvPr id="74" name="Group 73">
            <a:extLst>
              <a:ext uri="{FF2B5EF4-FFF2-40B4-BE49-F238E27FC236}">
                <a16:creationId xmlns:a16="http://schemas.microsoft.com/office/drawing/2014/main" id="{75EE7249-906B-49C4-D94F-76323B7266C0}"/>
              </a:ext>
            </a:extLst>
          </p:cNvPr>
          <p:cNvGrpSpPr/>
          <p:nvPr/>
        </p:nvGrpSpPr>
        <p:grpSpPr>
          <a:xfrm>
            <a:off x="7454777" y="1800225"/>
            <a:ext cx="736600" cy="736600"/>
            <a:chOff x="7454777" y="1681927"/>
            <a:chExt cx="736600" cy="736600"/>
          </a:xfrm>
        </p:grpSpPr>
        <p:sp>
          <p:nvSpPr>
            <p:cNvPr id="75" name="Oval 74">
              <a:extLst>
                <a:ext uri="{FF2B5EF4-FFF2-40B4-BE49-F238E27FC236}">
                  <a16:creationId xmlns:a16="http://schemas.microsoft.com/office/drawing/2014/main" id="{C6641253-3D78-109A-9CCD-3CECBE144360}"/>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6" name="Graphic 75">
              <a:extLst>
                <a:ext uri="{FF2B5EF4-FFF2-40B4-BE49-F238E27FC236}">
                  <a16:creationId xmlns:a16="http://schemas.microsoft.com/office/drawing/2014/main" id="{B5379702-628B-CE74-A45F-60A19742BF48}"/>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627415" y="1844267"/>
              <a:ext cx="391324" cy="411920"/>
            </a:xfrm>
            <a:prstGeom prst="rect">
              <a:avLst/>
            </a:prstGeom>
          </p:spPr>
        </p:pic>
      </p:grpSp>
      <p:grpSp>
        <p:nvGrpSpPr>
          <p:cNvPr id="77" name="Group 76">
            <a:extLst>
              <a:ext uri="{FF2B5EF4-FFF2-40B4-BE49-F238E27FC236}">
                <a16:creationId xmlns:a16="http://schemas.microsoft.com/office/drawing/2014/main" id="{511D5F38-99B3-8766-66D2-62E9A7F8EA79}"/>
              </a:ext>
            </a:extLst>
          </p:cNvPr>
          <p:cNvGrpSpPr/>
          <p:nvPr/>
        </p:nvGrpSpPr>
        <p:grpSpPr>
          <a:xfrm>
            <a:off x="551332" y="2752797"/>
            <a:ext cx="736600" cy="736600"/>
            <a:chOff x="551332" y="2634499"/>
            <a:chExt cx="736600" cy="736600"/>
          </a:xfrm>
        </p:grpSpPr>
        <p:sp>
          <p:nvSpPr>
            <p:cNvPr id="78" name="Oval 77">
              <a:extLst>
                <a:ext uri="{FF2B5EF4-FFF2-40B4-BE49-F238E27FC236}">
                  <a16:creationId xmlns:a16="http://schemas.microsoft.com/office/drawing/2014/main" id="{263EC06A-3586-D4A7-982F-BC1C4435CB07}"/>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9" name="Graphic 78">
              <a:extLst>
                <a:ext uri="{FF2B5EF4-FFF2-40B4-BE49-F238E27FC236}">
                  <a16:creationId xmlns:a16="http://schemas.microsoft.com/office/drawing/2014/main" id="{05B163D1-27A7-8A01-2BDA-B8A367EE2DEA}"/>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4268" y="2812286"/>
              <a:ext cx="370728" cy="381026"/>
            </a:xfrm>
            <a:prstGeom prst="rect">
              <a:avLst/>
            </a:prstGeom>
          </p:spPr>
        </p:pic>
      </p:grpSp>
      <p:grpSp>
        <p:nvGrpSpPr>
          <p:cNvPr id="80" name="Group 79">
            <a:extLst>
              <a:ext uri="{FF2B5EF4-FFF2-40B4-BE49-F238E27FC236}">
                <a16:creationId xmlns:a16="http://schemas.microsoft.com/office/drawing/2014/main" id="{E815DAAD-06BB-B2A8-DDEC-F912684B645F}"/>
              </a:ext>
            </a:extLst>
          </p:cNvPr>
          <p:cNvGrpSpPr/>
          <p:nvPr/>
        </p:nvGrpSpPr>
        <p:grpSpPr>
          <a:xfrm>
            <a:off x="1414263" y="2752797"/>
            <a:ext cx="736600" cy="736600"/>
            <a:chOff x="1414263" y="2634499"/>
            <a:chExt cx="736600" cy="736600"/>
          </a:xfrm>
        </p:grpSpPr>
        <p:sp>
          <p:nvSpPr>
            <p:cNvPr id="81" name="Oval 80">
              <a:extLst>
                <a:ext uri="{FF2B5EF4-FFF2-40B4-BE49-F238E27FC236}">
                  <a16:creationId xmlns:a16="http://schemas.microsoft.com/office/drawing/2014/main" id="{0A22A667-E50F-751D-7125-A93241FD83CC}"/>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2" name="Graphic 81">
              <a:extLst>
                <a:ext uri="{FF2B5EF4-FFF2-40B4-BE49-F238E27FC236}">
                  <a16:creationId xmlns:a16="http://schemas.microsoft.com/office/drawing/2014/main" id="{B97144C4-91B7-3FC3-7C3C-657F542F7483}"/>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581752" y="2801988"/>
              <a:ext cx="401623" cy="401623"/>
            </a:xfrm>
            <a:prstGeom prst="rect">
              <a:avLst/>
            </a:prstGeom>
          </p:spPr>
        </p:pic>
      </p:grpSp>
      <p:grpSp>
        <p:nvGrpSpPr>
          <p:cNvPr id="83" name="Group 82">
            <a:extLst>
              <a:ext uri="{FF2B5EF4-FFF2-40B4-BE49-F238E27FC236}">
                <a16:creationId xmlns:a16="http://schemas.microsoft.com/office/drawing/2014/main" id="{934D71F7-6330-9819-1CDF-1D40795C24AE}"/>
              </a:ext>
            </a:extLst>
          </p:cNvPr>
          <p:cNvGrpSpPr/>
          <p:nvPr/>
        </p:nvGrpSpPr>
        <p:grpSpPr>
          <a:xfrm>
            <a:off x="2277194" y="2752797"/>
            <a:ext cx="736600" cy="736600"/>
            <a:chOff x="2277194" y="2634499"/>
            <a:chExt cx="736600" cy="736600"/>
          </a:xfrm>
        </p:grpSpPr>
        <p:sp>
          <p:nvSpPr>
            <p:cNvPr id="84" name="Oval 83">
              <a:extLst>
                <a:ext uri="{FF2B5EF4-FFF2-40B4-BE49-F238E27FC236}">
                  <a16:creationId xmlns:a16="http://schemas.microsoft.com/office/drawing/2014/main" id="{48AF6619-817E-649A-1F84-F6929D07453E}"/>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5" name="Graphic 84">
              <a:extLst>
                <a:ext uri="{FF2B5EF4-FFF2-40B4-BE49-F238E27FC236}">
                  <a16:creationId xmlns:a16="http://schemas.microsoft.com/office/drawing/2014/main" id="{DF14DE9E-EA16-9F5D-2036-ED71DA65C05E}"/>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460130" y="2796839"/>
              <a:ext cx="370728" cy="411920"/>
            </a:xfrm>
            <a:prstGeom prst="rect">
              <a:avLst/>
            </a:prstGeom>
          </p:spPr>
        </p:pic>
      </p:grpSp>
      <p:grpSp>
        <p:nvGrpSpPr>
          <p:cNvPr id="86" name="Group 85">
            <a:extLst>
              <a:ext uri="{FF2B5EF4-FFF2-40B4-BE49-F238E27FC236}">
                <a16:creationId xmlns:a16="http://schemas.microsoft.com/office/drawing/2014/main" id="{96D7A6DA-BC12-1892-BBB4-CB76304A0ADC}"/>
              </a:ext>
            </a:extLst>
          </p:cNvPr>
          <p:cNvGrpSpPr/>
          <p:nvPr/>
        </p:nvGrpSpPr>
        <p:grpSpPr>
          <a:xfrm>
            <a:off x="3140125" y="2752797"/>
            <a:ext cx="736600" cy="736600"/>
            <a:chOff x="3140125" y="2634499"/>
            <a:chExt cx="736600" cy="736600"/>
          </a:xfrm>
        </p:grpSpPr>
        <p:sp>
          <p:nvSpPr>
            <p:cNvPr id="87" name="Oval 86">
              <a:extLst>
                <a:ext uri="{FF2B5EF4-FFF2-40B4-BE49-F238E27FC236}">
                  <a16:creationId xmlns:a16="http://schemas.microsoft.com/office/drawing/2014/main" id="{62FC8BD8-EEA3-AA45-4F2B-851C87015768}"/>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88" name="Graphic 87">
              <a:extLst>
                <a:ext uri="{FF2B5EF4-FFF2-40B4-BE49-F238E27FC236}">
                  <a16:creationId xmlns:a16="http://schemas.microsoft.com/office/drawing/2014/main" id="{23E27538-3F07-5B2F-55A5-626687ADB409}"/>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323061" y="2771094"/>
              <a:ext cx="370728" cy="463410"/>
            </a:xfrm>
            <a:prstGeom prst="rect">
              <a:avLst/>
            </a:prstGeom>
          </p:spPr>
        </p:pic>
      </p:grpSp>
      <p:grpSp>
        <p:nvGrpSpPr>
          <p:cNvPr id="89" name="Group 88">
            <a:extLst>
              <a:ext uri="{FF2B5EF4-FFF2-40B4-BE49-F238E27FC236}">
                <a16:creationId xmlns:a16="http://schemas.microsoft.com/office/drawing/2014/main" id="{747050F4-0683-49C7-0514-4777D2D26EE1}"/>
              </a:ext>
            </a:extLst>
          </p:cNvPr>
          <p:cNvGrpSpPr/>
          <p:nvPr/>
        </p:nvGrpSpPr>
        <p:grpSpPr>
          <a:xfrm>
            <a:off x="4003056" y="2752797"/>
            <a:ext cx="736600" cy="736600"/>
            <a:chOff x="4003056" y="2634499"/>
            <a:chExt cx="736600" cy="736600"/>
          </a:xfrm>
        </p:grpSpPr>
        <p:sp>
          <p:nvSpPr>
            <p:cNvPr id="90" name="Oval 89">
              <a:extLst>
                <a:ext uri="{FF2B5EF4-FFF2-40B4-BE49-F238E27FC236}">
                  <a16:creationId xmlns:a16="http://schemas.microsoft.com/office/drawing/2014/main" id="{FB6B48F2-2BFF-CAED-ECB1-D9C01E31A0C6}"/>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1" name="Graphic 90">
              <a:extLst>
                <a:ext uri="{FF2B5EF4-FFF2-40B4-BE49-F238E27FC236}">
                  <a16:creationId xmlns:a16="http://schemas.microsoft.com/office/drawing/2014/main" id="{E5B17EF6-DF5A-3F30-D588-37E1DF91DE20}"/>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4124205" y="2807137"/>
              <a:ext cx="494303" cy="391324"/>
            </a:xfrm>
            <a:prstGeom prst="rect">
              <a:avLst/>
            </a:prstGeom>
          </p:spPr>
        </p:pic>
      </p:grpSp>
      <p:grpSp>
        <p:nvGrpSpPr>
          <p:cNvPr id="92" name="Group 91">
            <a:extLst>
              <a:ext uri="{FF2B5EF4-FFF2-40B4-BE49-F238E27FC236}">
                <a16:creationId xmlns:a16="http://schemas.microsoft.com/office/drawing/2014/main" id="{B5C0F747-F570-8309-7348-42D207C201E2}"/>
              </a:ext>
            </a:extLst>
          </p:cNvPr>
          <p:cNvGrpSpPr/>
          <p:nvPr/>
        </p:nvGrpSpPr>
        <p:grpSpPr>
          <a:xfrm>
            <a:off x="4865987" y="2752797"/>
            <a:ext cx="736600" cy="736600"/>
            <a:chOff x="4865987" y="2634499"/>
            <a:chExt cx="736600" cy="736600"/>
          </a:xfrm>
        </p:grpSpPr>
        <p:sp>
          <p:nvSpPr>
            <p:cNvPr id="93" name="Oval 92">
              <a:extLst>
                <a:ext uri="{FF2B5EF4-FFF2-40B4-BE49-F238E27FC236}">
                  <a16:creationId xmlns:a16="http://schemas.microsoft.com/office/drawing/2014/main" id="{344E0197-7408-14FE-5037-D28FB74B7CB5}"/>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4" name="Graphic 93">
              <a:extLst>
                <a:ext uri="{FF2B5EF4-FFF2-40B4-BE49-F238E27FC236}">
                  <a16:creationId xmlns:a16="http://schemas.microsoft.com/office/drawing/2014/main" id="{1D32210A-2678-8EE0-F1EF-1CEDCF29EEF7}"/>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4987136" y="2807137"/>
              <a:ext cx="494303" cy="391324"/>
            </a:xfrm>
            <a:prstGeom prst="rect">
              <a:avLst/>
            </a:prstGeom>
          </p:spPr>
        </p:pic>
      </p:grpSp>
      <p:grpSp>
        <p:nvGrpSpPr>
          <p:cNvPr id="95" name="Group 94">
            <a:extLst>
              <a:ext uri="{FF2B5EF4-FFF2-40B4-BE49-F238E27FC236}">
                <a16:creationId xmlns:a16="http://schemas.microsoft.com/office/drawing/2014/main" id="{E8E2DAD3-A385-3E94-9659-F0725BD4516B}"/>
              </a:ext>
            </a:extLst>
          </p:cNvPr>
          <p:cNvGrpSpPr/>
          <p:nvPr/>
        </p:nvGrpSpPr>
        <p:grpSpPr>
          <a:xfrm>
            <a:off x="5728918" y="2752797"/>
            <a:ext cx="736600" cy="736600"/>
            <a:chOff x="5728918" y="2634499"/>
            <a:chExt cx="736600" cy="736600"/>
          </a:xfrm>
        </p:grpSpPr>
        <p:sp>
          <p:nvSpPr>
            <p:cNvPr id="96" name="Oval 95">
              <a:extLst>
                <a:ext uri="{FF2B5EF4-FFF2-40B4-BE49-F238E27FC236}">
                  <a16:creationId xmlns:a16="http://schemas.microsoft.com/office/drawing/2014/main" id="{D87CCC99-487D-9442-A99A-455F68EA7717}"/>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97" name="Graphic 96">
              <a:extLst>
                <a:ext uri="{FF2B5EF4-FFF2-40B4-BE49-F238E27FC236}">
                  <a16:creationId xmlns:a16="http://schemas.microsoft.com/office/drawing/2014/main" id="{F804E061-5EC1-BEF8-D2B8-C9F2EC7F94AB}"/>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5973642" y="2781392"/>
              <a:ext cx="247152" cy="442815"/>
            </a:xfrm>
            <a:prstGeom prst="rect">
              <a:avLst/>
            </a:prstGeom>
          </p:spPr>
        </p:pic>
      </p:grpSp>
      <p:grpSp>
        <p:nvGrpSpPr>
          <p:cNvPr id="98" name="Group 97">
            <a:extLst>
              <a:ext uri="{FF2B5EF4-FFF2-40B4-BE49-F238E27FC236}">
                <a16:creationId xmlns:a16="http://schemas.microsoft.com/office/drawing/2014/main" id="{ECD8F741-A528-1423-5ADD-B3457BBF800D}"/>
              </a:ext>
            </a:extLst>
          </p:cNvPr>
          <p:cNvGrpSpPr/>
          <p:nvPr/>
        </p:nvGrpSpPr>
        <p:grpSpPr>
          <a:xfrm>
            <a:off x="6591849" y="2752797"/>
            <a:ext cx="736600" cy="736600"/>
            <a:chOff x="6591849" y="2634499"/>
            <a:chExt cx="736600" cy="736600"/>
          </a:xfrm>
        </p:grpSpPr>
        <p:sp>
          <p:nvSpPr>
            <p:cNvPr id="99" name="Oval 98">
              <a:extLst>
                <a:ext uri="{FF2B5EF4-FFF2-40B4-BE49-F238E27FC236}">
                  <a16:creationId xmlns:a16="http://schemas.microsoft.com/office/drawing/2014/main" id="{BDEAC5A1-1F0B-BC87-333E-BD5528165D0A}"/>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0" name="Graphic 99">
              <a:extLst>
                <a:ext uri="{FF2B5EF4-FFF2-40B4-BE49-F238E27FC236}">
                  <a16:creationId xmlns:a16="http://schemas.microsoft.com/office/drawing/2014/main" id="{9AA4062B-CE82-4890-033F-F566C7D2ED00}"/>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6754190" y="2838031"/>
              <a:ext cx="411919" cy="329536"/>
            </a:xfrm>
            <a:prstGeom prst="rect">
              <a:avLst/>
            </a:prstGeom>
          </p:spPr>
        </p:pic>
      </p:grpSp>
      <p:grpSp>
        <p:nvGrpSpPr>
          <p:cNvPr id="101" name="Group 100">
            <a:extLst>
              <a:ext uri="{FF2B5EF4-FFF2-40B4-BE49-F238E27FC236}">
                <a16:creationId xmlns:a16="http://schemas.microsoft.com/office/drawing/2014/main" id="{90599582-7672-29AD-2F25-AAAF59AFABC8}"/>
              </a:ext>
            </a:extLst>
          </p:cNvPr>
          <p:cNvGrpSpPr/>
          <p:nvPr/>
        </p:nvGrpSpPr>
        <p:grpSpPr>
          <a:xfrm>
            <a:off x="7454777" y="2752797"/>
            <a:ext cx="736600" cy="736600"/>
            <a:chOff x="7454777" y="2634499"/>
            <a:chExt cx="736600" cy="736600"/>
          </a:xfrm>
        </p:grpSpPr>
        <p:sp>
          <p:nvSpPr>
            <p:cNvPr id="102" name="Oval 101">
              <a:extLst>
                <a:ext uri="{FF2B5EF4-FFF2-40B4-BE49-F238E27FC236}">
                  <a16:creationId xmlns:a16="http://schemas.microsoft.com/office/drawing/2014/main" id="{6DCAAC04-5DB4-3CA8-E0E5-67643CC6F583}"/>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3" name="Graphic 102">
              <a:extLst>
                <a:ext uri="{FF2B5EF4-FFF2-40B4-BE49-F238E27FC236}">
                  <a16:creationId xmlns:a16="http://schemas.microsoft.com/office/drawing/2014/main" id="{BADE091D-73DA-7EC8-C5FD-943BF6A6E077}"/>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591372" y="2832882"/>
              <a:ext cx="463410" cy="339834"/>
            </a:xfrm>
            <a:prstGeom prst="rect">
              <a:avLst/>
            </a:prstGeom>
          </p:spPr>
        </p:pic>
      </p:grpSp>
      <p:grpSp>
        <p:nvGrpSpPr>
          <p:cNvPr id="104" name="Group 103">
            <a:extLst>
              <a:ext uri="{FF2B5EF4-FFF2-40B4-BE49-F238E27FC236}">
                <a16:creationId xmlns:a16="http://schemas.microsoft.com/office/drawing/2014/main" id="{466FA6C8-0661-A2F2-A3A4-790C0E37452E}"/>
              </a:ext>
            </a:extLst>
          </p:cNvPr>
          <p:cNvGrpSpPr/>
          <p:nvPr/>
        </p:nvGrpSpPr>
        <p:grpSpPr>
          <a:xfrm>
            <a:off x="551332" y="3658972"/>
            <a:ext cx="736600" cy="736600"/>
            <a:chOff x="551332" y="3540674"/>
            <a:chExt cx="736600" cy="736600"/>
          </a:xfrm>
        </p:grpSpPr>
        <p:sp>
          <p:nvSpPr>
            <p:cNvPr id="105" name="Oval 104">
              <a:extLst>
                <a:ext uri="{FF2B5EF4-FFF2-40B4-BE49-F238E27FC236}">
                  <a16:creationId xmlns:a16="http://schemas.microsoft.com/office/drawing/2014/main" id="{F778FCC4-F849-EF20-1725-B2E69BCDE06E}"/>
                </a:ext>
              </a:extLst>
            </p:cNvPr>
            <p:cNvSpPr/>
            <p:nvPr/>
          </p:nvSpPr>
          <p:spPr>
            <a:xfrm>
              <a:off x="551332"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6" name="Graphic 105">
              <a:extLst>
                <a:ext uri="{FF2B5EF4-FFF2-40B4-BE49-F238E27FC236}">
                  <a16:creationId xmlns:a16="http://schemas.microsoft.com/office/drawing/2014/main" id="{49A47FE2-8C5C-FF09-A43C-86E2E90F1826}"/>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796056" y="3682419"/>
              <a:ext cx="247152" cy="453111"/>
            </a:xfrm>
            <a:prstGeom prst="rect">
              <a:avLst/>
            </a:prstGeom>
          </p:spPr>
        </p:pic>
      </p:grpSp>
      <p:grpSp>
        <p:nvGrpSpPr>
          <p:cNvPr id="107" name="Group 106">
            <a:extLst>
              <a:ext uri="{FF2B5EF4-FFF2-40B4-BE49-F238E27FC236}">
                <a16:creationId xmlns:a16="http://schemas.microsoft.com/office/drawing/2014/main" id="{808EB282-14C4-9369-194D-8BE37112B6BD}"/>
              </a:ext>
            </a:extLst>
          </p:cNvPr>
          <p:cNvGrpSpPr/>
          <p:nvPr/>
        </p:nvGrpSpPr>
        <p:grpSpPr>
          <a:xfrm>
            <a:off x="1414263" y="3658972"/>
            <a:ext cx="736600" cy="736600"/>
            <a:chOff x="1414263" y="3540674"/>
            <a:chExt cx="736600" cy="736600"/>
          </a:xfrm>
        </p:grpSpPr>
        <p:sp>
          <p:nvSpPr>
            <p:cNvPr id="108" name="Oval 107">
              <a:extLst>
                <a:ext uri="{FF2B5EF4-FFF2-40B4-BE49-F238E27FC236}">
                  <a16:creationId xmlns:a16="http://schemas.microsoft.com/office/drawing/2014/main" id="{C2B69B56-1E9F-1D83-944D-4D43B4B50BB8}"/>
                </a:ext>
              </a:extLst>
            </p:cNvPr>
            <p:cNvSpPr/>
            <p:nvPr/>
          </p:nvSpPr>
          <p:spPr>
            <a:xfrm>
              <a:off x="1414263"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9" name="Graphic 108">
              <a:extLst>
                <a:ext uri="{FF2B5EF4-FFF2-40B4-BE49-F238E27FC236}">
                  <a16:creationId xmlns:a16="http://schemas.microsoft.com/office/drawing/2014/main" id="{9F7B5DEA-AB45-A278-7A5B-331DFA17AEB6}"/>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586901" y="3723610"/>
              <a:ext cx="391324" cy="370728"/>
            </a:xfrm>
            <a:prstGeom prst="rect">
              <a:avLst/>
            </a:prstGeom>
          </p:spPr>
        </p:pic>
      </p:grpSp>
      <p:grpSp>
        <p:nvGrpSpPr>
          <p:cNvPr id="110" name="Group 109">
            <a:extLst>
              <a:ext uri="{FF2B5EF4-FFF2-40B4-BE49-F238E27FC236}">
                <a16:creationId xmlns:a16="http://schemas.microsoft.com/office/drawing/2014/main" id="{512AE5AF-2A87-3287-7917-2A70EEEFD85C}"/>
              </a:ext>
            </a:extLst>
          </p:cNvPr>
          <p:cNvGrpSpPr/>
          <p:nvPr/>
        </p:nvGrpSpPr>
        <p:grpSpPr>
          <a:xfrm>
            <a:off x="2277194" y="3658972"/>
            <a:ext cx="736600" cy="736600"/>
            <a:chOff x="2277194" y="3540674"/>
            <a:chExt cx="736600" cy="736600"/>
          </a:xfrm>
        </p:grpSpPr>
        <p:sp>
          <p:nvSpPr>
            <p:cNvPr id="111" name="Oval 110">
              <a:extLst>
                <a:ext uri="{FF2B5EF4-FFF2-40B4-BE49-F238E27FC236}">
                  <a16:creationId xmlns:a16="http://schemas.microsoft.com/office/drawing/2014/main" id="{74886FB1-401C-E1E9-9F48-9677227E8AFF}"/>
                </a:ext>
              </a:extLst>
            </p:cNvPr>
            <p:cNvSpPr/>
            <p:nvPr/>
          </p:nvSpPr>
          <p:spPr>
            <a:xfrm>
              <a:off x="2277194"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2" name="Graphic 111">
              <a:extLst>
                <a:ext uri="{FF2B5EF4-FFF2-40B4-BE49-F238E27FC236}">
                  <a16:creationId xmlns:a16="http://schemas.microsoft.com/office/drawing/2014/main" id="{B09ACDAE-B6B1-F944-93C7-2E1B9BDCA695}"/>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2444683" y="3708163"/>
              <a:ext cx="401623" cy="401623"/>
            </a:xfrm>
            <a:prstGeom prst="rect">
              <a:avLst/>
            </a:prstGeom>
          </p:spPr>
        </p:pic>
      </p:grpSp>
      <p:grpSp>
        <p:nvGrpSpPr>
          <p:cNvPr id="113" name="Group 112">
            <a:extLst>
              <a:ext uri="{FF2B5EF4-FFF2-40B4-BE49-F238E27FC236}">
                <a16:creationId xmlns:a16="http://schemas.microsoft.com/office/drawing/2014/main" id="{78E54026-1DB0-1AE0-99A2-1402158133B6}"/>
              </a:ext>
            </a:extLst>
          </p:cNvPr>
          <p:cNvGrpSpPr/>
          <p:nvPr/>
        </p:nvGrpSpPr>
        <p:grpSpPr>
          <a:xfrm>
            <a:off x="3140125" y="3658972"/>
            <a:ext cx="736600" cy="736600"/>
            <a:chOff x="3140125" y="3540674"/>
            <a:chExt cx="736600" cy="736600"/>
          </a:xfrm>
        </p:grpSpPr>
        <p:sp>
          <p:nvSpPr>
            <p:cNvPr id="114" name="Oval 113">
              <a:extLst>
                <a:ext uri="{FF2B5EF4-FFF2-40B4-BE49-F238E27FC236}">
                  <a16:creationId xmlns:a16="http://schemas.microsoft.com/office/drawing/2014/main" id="{740E3691-82CF-FE07-018A-8CB25FCB7997}"/>
                </a:ext>
              </a:extLst>
            </p:cNvPr>
            <p:cNvSpPr/>
            <p:nvPr/>
          </p:nvSpPr>
          <p:spPr>
            <a:xfrm>
              <a:off x="3140125"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5" name="Graphic 114">
              <a:extLst>
                <a:ext uri="{FF2B5EF4-FFF2-40B4-BE49-F238E27FC236}">
                  <a16:creationId xmlns:a16="http://schemas.microsoft.com/office/drawing/2014/main" id="{68EC3D82-0BA2-6CE4-DE00-6F4533E25937}"/>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3292167" y="3733908"/>
              <a:ext cx="432516" cy="350132"/>
            </a:xfrm>
            <a:prstGeom prst="rect">
              <a:avLst/>
            </a:prstGeom>
          </p:spPr>
        </p:pic>
      </p:grpSp>
      <p:grpSp>
        <p:nvGrpSpPr>
          <p:cNvPr id="116" name="Group 115">
            <a:extLst>
              <a:ext uri="{FF2B5EF4-FFF2-40B4-BE49-F238E27FC236}">
                <a16:creationId xmlns:a16="http://schemas.microsoft.com/office/drawing/2014/main" id="{0FEF6795-479B-38F0-ECD9-1060794F5BDF}"/>
              </a:ext>
            </a:extLst>
          </p:cNvPr>
          <p:cNvGrpSpPr/>
          <p:nvPr/>
        </p:nvGrpSpPr>
        <p:grpSpPr>
          <a:xfrm>
            <a:off x="4003056" y="3658972"/>
            <a:ext cx="736600" cy="736600"/>
            <a:chOff x="4003056" y="3540674"/>
            <a:chExt cx="736600" cy="736600"/>
          </a:xfrm>
        </p:grpSpPr>
        <p:sp>
          <p:nvSpPr>
            <p:cNvPr id="117" name="Oval 116">
              <a:extLst>
                <a:ext uri="{FF2B5EF4-FFF2-40B4-BE49-F238E27FC236}">
                  <a16:creationId xmlns:a16="http://schemas.microsoft.com/office/drawing/2014/main" id="{C9B5D342-303B-D3A3-06EF-DEC5019602D2}"/>
                </a:ext>
              </a:extLst>
            </p:cNvPr>
            <p:cNvSpPr/>
            <p:nvPr/>
          </p:nvSpPr>
          <p:spPr>
            <a:xfrm>
              <a:off x="4003056"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18" name="Graphic 117">
              <a:extLst>
                <a:ext uri="{FF2B5EF4-FFF2-40B4-BE49-F238E27FC236}">
                  <a16:creationId xmlns:a16="http://schemas.microsoft.com/office/drawing/2014/main" id="{10501525-C8F4-74F7-C9AF-2E95F02B3725}"/>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4170545" y="3708163"/>
              <a:ext cx="401623" cy="401623"/>
            </a:xfrm>
            <a:prstGeom prst="rect">
              <a:avLst/>
            </a:prstGeom>
          </p:spPr>
        </p:pic>
      </p:grpSp>
      <p:grpSp>
        <p:nvGrpSpPr>
          <p:cNvPr id="119" name="Group 118">
            <a:extLst>
              <a:ext uri="{FF2B5EF4-FFF2-40B4-BE49-F238E27FC236}">
                <a16:creationId xmlns:a16="http://schemas.microsoft.com/office/drawing/2014/main" id="{E8B19B61-2CCC-44CF-EDBA-3DABCA77E2DE}"/>
              </a:ext>
            </a:extLst>
          </p:cNvPr>
          <p:cNvGrpSpPr/>
          <p:nvPr/>
        </p:nvGrpSpPr>
        <p:grpSpPr>
          <a:xfrm>
            <a:off x="4865987" y="3658972"/>
            <a:ext cx="736600" cy="736600"/>
            <a:chOff x="4865987" y="3540674"/>
            <a:chExt cx="736600" cy="736600"/>
          </a:xfrm>
        </p:grpSpPr>
        <p:sp>
          <p:nvSpPr>
            <p:cNvPr id="120" name="Oval 119">
              <a:extLst>
                <a:ext uri="{FF2B5EF4-FFF2-40B4-BE49-F238E27FC236}">
                  <a16:creationId xmlns:a16="http://schemas.microsoft.com/office/drawing/2014/main" id="{4A6E7F02-198C-B565-8207-F673DA68307E}"/>
                </a:ext>
              </a:extLst>
            </p:cNvPr>
            <p:cNvSpPr/>
            <p:nvPr/>
          </p:nvSpPr>
          <p:spPr>
            <a:xfrm>
              <a:off x="4865987"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1" name="Graphic 120">
              <a:extLst>
                <a:ext uri="{FF2B5EF4-FFF2-40B4-BE49-F238E27FC236}">
                  <a16:creationId xmlns:a16="http://schemas.microsoft.com/office/drawing/2014/main" id="{8F28BBFC-9E72-CAE5-4BBD-529BCD761774}"/>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5064370" y="3677269"/>
              <a:ext cx="339834" cy="463410"/>
            </a:xfrm>
            <a:prstGeom prst="rect">
              <a:avLst/>
            </a:prstGeom>
          </p:spPr>
        </p:pic>
      </p:grpSp>
      <p:grpSp>
        <p:nvGrpSpPr>
          <p:cNvPr id="122" name="Group 121">
            <a:extLst>
              <a:ext uri="{FF2B5EF4-FFF2-40B4-BE49-F238E27FC236}">
                <a16:creationId xmlns:a16="http://schemas.microsoft.com/office/drawing/2014/main" id="{F0873DF7-247D-C613-D317-F75DEBB52A5C}"/>
              </a:ext>
            </a:extLst>
          </p:cNvPr>
          <p:cNvGrpSpPr/>
          <p:nvPr/>
        </p:nvGrpSpPr>
        <p:grpSpPr>
          <a:xfrm>
            <a:off x="5728918" y="3658972"/>
            <a:ext cx="736600" cy="736600"/>
            <a:chOff x="5728918" y="3540674"/>
            <a:chExt cx="736600" cy="736600"/>
          </a:xfrm>
        </p:grpSpPr>
        <p:sp>
          <p:nvSpPr>
            <p:cNvPr id="123" name="Oval 122">
              <a:extLst>
                <a:ext uri="{FF2B5EF4-FFF2-40B4-BE49-F238E27FC236}">
                  <a16:creationId xmlns:a16="http://schemas.microsoft.com/office/drawing/2014/main" id="{487A3E64-1847-A1CF-7049-B24FA97147B4}"/>
                </a:ext>
              </a:extLst>
            </p:cNvPr>
            <p:cNvSpPr/>
            <p:nvPr/>
          </p:nvSpPr>
          <p:spPr>
            <a:xfrm>
              <a:off x="5728918"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4" name="Graphic 123">
              <a:extLst>
                <a:ext uri="{FF2B5EF4-FFF2-40B4-BE49-F238E27FC236}">
                  <a16:creationId xmlns:a16="http://schemas.microsoft.com/office/drawing/2014/main" id="{E74EB65E-568D-145A-5BD2-33D6772F6F43}"/>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5870663" y="3723610"/>
              <a:ext cx="453111" cy="370728"/>
            </a:xfrm>
            <a:prstGeom prst="rect">
              <a:avLst/>
            </a:prstGeom>
          </p:spPr>
        </p:pic>
      </p:grpSp>
      <p:grpSp>
        <p:nvGrpSpPr>
          <p:cNvPr id="125" name="Group 124">
            <a:extLst>
              <a:ext uri="{FF2B5EF4-FFF2-40B4-BE49-F238E27FC236}">
                <a16:creationId xmlns:a16="http://schemas.microsoft.com/office/drawing/2014/main" id="{11DE7257-D975-5129-810E-769DDF193E62}"/>
              </a:ext>
            </a:extLst>
          </p:cNvPr>
          <p:cNvGrpSpPr/>
          <p:nvPr/>
        </p:nvGrpSpPr>
        <p:grpSpPr>
          <a:xfrm>
            <a:off x="6591849" y="3658972"/>
            <a:ext cx="736600" cy="736600"/>
            <a:chOff x="6591849" y="3540674"/>
            <a:chExt cx="736600" cy="736600"/>
          </a:xfrm>
        </p:grpSpPr>
        <p:sp>
          <p:nvSpPr>
            <p:cNvPr id="126" name="Oval 125">
              <a:extLst>
                <a:ext uri="{FF2B5EF4-FFF2-40B4-BE49-F238E27FC236}">
                  <a16:creationId xmlns:a16="http://schemas.microsoft.com/office/drawing/2014/main" id="{FBC4E1C2-7447-E3A9-FA25-93CF29313869}"/>
                </a:ext>
              </a:extLst>
            </p:cNvPr>
            <p:cNvSpPr/>
            <p:nvPr/>
          </p:nvSpPr>
          <p:spPr>
            <a:xfrm>
              <a:off x="6591849"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27" name="Graphic 126">
              <a:extLst>
                <a:ext uri="{FF2B5EF4-FFF2-40B4-BE49-F238E27FC236}">
                  <a16:creationId xmlns:a16="http://schemas.microsoft.com/office/drawing/2014/main" id="{6689E766-AD25-5AC5-FC28-5A87F09DFB9D}"/>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6743891" y="3723610"/>
              <a:ext cx="432516" cy="370728"/>
            </a:xfrm>
            <a:prstGeom prst="rect">
              <a:avLst/>
            </a:prstGeom>
          </p:spPr>
        </p:pic>
      </p:grpSp>
      <p:grpSp>
        <p:nvGrpSpPr>
          <p:cNvPr id="128" name="Group 127">
            <a:extLst>
              <a:ext uri="{FF2B5EF4-FFF2-40B4-BE49-F238E27FC236}">
                <a16:creationId xmlns:a16="http://schemas.microsoft.com/office/drawing/2014/main" id="{A90728BB-BC3D-C3C8-ED0C-BE545A135E1C}"/>
              </a:ext>
            </a:extLst>
          </p:cNvPr>
          <p:cNvGrpSpPr/>
          <p:nvPr/>
        </p:nvGrpSpPr>
        <p:grpSpPr>
          <a:xfrm>
            <a:off x="7454777" y="3658972"/>
            <a:ext cx="736600" cy="736600"/>
            <a:chOff x="7454777" y="3540674"/>
            <a:chExt cx="736600" cy="736600"/>
          </a:xfrm>
        </p:grpSpPr>
        <p:sp>
          <p:nvSpPr>
            <p:cNvPr id="129" name="Oval 128">
              <a:extLst>
                <a:ext uri="{FF2B5EF4-FFF2-40B4-BE49-F238E27FC236}">
                  <a16:creationId xmlns:a16="http://schemas.microsoft.com/office/drawing/2014/main" id="{7DCF01A8-5F77-85B0-CC8D-813792888500}"/>
                </a:ext>
              </a:extLst>
            </p:cNvPr>
            <p:cNvSpPr/>
            <p:nvPr/>
          </p:nvSpPr>
          <p:spPr>
            <a:xfrm>
              <a:off x="7454777" y="3540674"/>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0" name="Graphic 129">
              <a:extLst>
                <a:ext uri="{FF2B5EF4-FFF2-40B4-BE49-F238E27FC236}">
                  <a16:creationId xmlns:a16="http://schemas.microsoft.com/office/drawing/2014/main" id="{984ACAD6-BBC3-A8A1-82B3-90B508714F04}"/>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7606819" y="3723610"/>
              <a:ext cx="432516" cy="370728"/>
            </a:xfrm>
            <a:prstGeom prst="rect">
              <a:avLst/>
            </a:prstGeom>
          </p:spPr>
        </p:pic>
      </p:grpSp>
      <p:grpSp>
        <p:nvGrpSpPr>
          <p:cNvPr id="131" name="Group 130">
            <a:extLst>
              <a:ext uri="{FF2B5EF4-FFF2-40B4-BE49-F238E27FC236}">
                <a16:creationId xmlns:a16="http://schemas.microsoft.com/office/drawing/2014/main" id="{F7DFA9BF-3F74-0518-CFB5-254AE1749EAF}"/>
              </a:ext>
            </a:extLst>
          </p:cNvPr>
          <p:cNvGrpSpPr/>
          <p:nvPr/>
        </p:nvGrpSpPr>
        <p:grpSpPr>
          <a:xfrm>
            <a:off x="551332" y="4608784"/>
            <a:ext cx="736600" cy="736600"/>
            <a:chOff x="551332" y="4490486"/>
            <a:chExt cx="736600" cy="736600"/>
          </a:xfrm>
        </p:grpSpPr>
        <p:sp>
          <p:nvSpPr>
            <p:cNvPr id="132" name="Oval 131">
              <a:extLst>
                <a:ext uri="{FF2B5EF4-FFF2-40B4-BE49-F238E27FC236}">
                  <a16:creationId xmlns:a16="http://schemas.microsoft.com/office/drawing/2014/main" id="{E6140F72-7382-9A8C-6B97-7D091BEEDF98}"/>
                </a:ext>
              </a:extLst>
            </p:cNvPr>
            <p:cNvSpPr/>
            <p:nvPr/>
          </p:nvSpPr>
          <p:spPr>
            <a:xfrm>
              <a:off x="551332"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3" name="Graphic 132">
              <a:extLst>
                <a:ext uri="{FF2B5EF4-FFF2-40B4-BE49-F238E27FC236}">
                  <a16:creationId xmlns:a16="http://schemas.microsoft.com/office/drawing/2014/main" id="{7807A16C-7FD4-3983-FE78-6C6544AC0839}"/>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734268" y="4627081"/>
              <a:ext cx="370728" cy="463410"/>
            </a:xfrm>
            <a:prstGeom prst="rect">
              <a:avLst/>
            </a:prstGeom>
          </p:spPr>
        </p:pic>
      </p:grpSp>
      <p:grpSp>
        <p:nvGrpSpPr>
          <p:cNvPr id="134" name="Group 133">
            <a:extLst>
              <a:ext uri="{FF2B5EF4-FFF2-40B4-BE49-F238E27FC236}">
                <a16:creationId xmlns:a16="http://schemas.microsoft.com/office/drawing/2014/main" id="{6D9D0645-6774-D6E4-A5AC-7A6F0C953F4B}"/>
              </a:ext>
            </a:extLst>
          </p:cNvPr>
          <p:cNvGrpSpPr/>
          <p:nvPr/>
        </p:nvGrpSpPr>
        <p:grpSpPr>
          <a:xfrm>
            <a:off x="1414263" y="4608784"/>
            <a:ext cx="736600" cy="736600"/>
            <a:chOff x="1414263" y="4490486"/>
            <a:chExt cx="736600" cy="736600"/>
          </a:xfrm>
        </p:grpSpPr>
        <p:sp>
          <p:nvSpPr>
            <p:cNvPr id="135" name="Oval 134">
              <a:extLst>
                <a:ext uri="{FF2B5EF4-FFF2-40B4-BE49-F238E27FC236}">
                  <a16:creationId xmlns:a16="http://schemas.microsoft.com/office/drawing/2014/main" id="{5F21274A-B37F-3817-896D-D06A91C69534}"/>
                </a:ext>
              </a:extLst>
            </p:cNvPr>
            <p:cNvSpPr/>
            <p:nvPr/>
          </p:nvSpPr>
          <p:spPr>
            <a:xfrm>
              <a:off x="1414263"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6" name="Graphic 135">
              <a:extLst>
                <a:ext uri="{FF2B5EF4-FFF2-40B4-BE49-F238E27FC236}">
                  <a16:creationId xmlns:a16="http://schemas.microsoft.com/office/drawing/2014/main" id="{5197A013-9B93-FA55-2CF4-FE44401E5241}"/>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1597199" y="4627081"/>
              <a:ext cx="370728" cy="463410"/>
            </a:xfrm>
            <a:prstGeom prst="rect">
              <a:avLst/>
            </a:prstGeom>
          </p:spPr>
        </p:pic>
      </p:grpSp>
      <p:grpSp>
        <p:nvGrpSpPr>
          <p:cNvPr id="137" name="Group 136">
            <a:extLst>
              <a:ext uri="{FF2B5EF4-FFF2-40B4-BE49-F238E27FC236}">
                <a16:creationId xmlns:a16="http://schemas.microsoft.com/office/drawing/2014/main" id="{75F22ABC-8A7D-277C-A7D1-EC3242A2650B}"/>
              </a:ext>
            </a:extLst>
          </p:cNvPr>
          <p:cNvGrpSpPr/>
          <p:nvPr/>
        </p:nvGrpSpPr>
        <p:grpSpPr>
          <a:xfrm>
            <a:off x="2277194" y="4608784"/>
            <a:ext cx="736600" cy="736600"/>
            <a:chOff x="2277194" y="4490486"/>
            <a:chExt cx="736600" cy="736600"/>
          </a:xfrm>
        </p:grpSpPr>
        <p:sp>
          <p:nvSpPr>
            <p:cNvPr id="138" name="Oval 137">
              <a:extLst>
                <a:ext uri="{FF2B5EF4-FFF2-40B4-BE49-F238E27FC236}">
                  <a16:creationId xmlns:a16="http://schemas.microsoft.com/office/drawing/2014/main" id="{6DC78C88-05B6-AABF-FC4C-518A9D168FD2}"/>
                </a:ext>
              </a:extLst>
            </p:cNvPr>
            <p:cNvSpPr/>
            <p:nvPr/>
          </p:nvSpPr>
          <p:spPr>
            <a:xfrm>
              <a:off x="2277194"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9" name="Graphic 138">
              <a:extLst>
                <a:ext uri="{FF2B5EF4-FFF2-40B4-BE49-F238E27FC236}">
                  <a16:creationId xmlns:a16="http://schemas.microsoft.com/office/drawing/2014/main" id="{356B0930-F38F-D379-2474-5BCA219CE33B}"/>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2491024" y="4642528"/>
              <a:ext cx="308940" cy="432516"/>
            </a:xfrm>
            <a:prstGeom prst="rect">
              <a:avLst/>
            </a:prstGeom>
          </p:spPr>
        </p:pic>
      </p:grpSp>
      <p:grpSp>
        <p:nvGrpSpPr>
          <p:cNvPr id="140" name="Group 139">
            <a:extLst>
              <a:ext uri="{FF2B5EF4-FFF2-40B4-BE49-F238E27FC236}">
                <a16:creationId xmlns:a16="http://schemas.microsoft.com/office/drawing/2014/main" id="{5D0EF432-8571-E638-B871-EB6519E4B289}"/>
              </a:ext>
            </a:extLst>
          </p:cNvPr>
          <p:cNvGrpSpPr/>
          <p:nvPr/>
        </p:nvGrpSpPr>
        <p:grpSpPr>
          <a:xfrm>
            <a:off x="3140125" y="4608784"/>
            <a:ext cx="736600" cy="736600"/>
            <a:chOff x="3140125" y="4490486"/>
            <a:chExt cx="736600" cy="736600"/>
          </a:xfrm>
        </p:grpSpPr>
        <p:sp>
          <p:nvSpPr>
            <p:cNvPr id="141" name="Oval 140">
              <a:extLst>
                <a:ext uri="{FF2B5EF4-FFF2-40B4-BE49-F238E27FC236}">
                  <a16:creationId xmlns:a16="http://schemas.microsoft.com/office/drawing/2014/main" id="{32CD0586-29A6-FE3F-85CA-11E898374E15}"/>
                </a:ext>
              </a:extLst>
            </p:cNvPr>
            <p:cNvSpPr/>
            <p:nvPr/>
          </p:nvSpPr>
          <p:spPr>
            <a:xfrm>
              <a:off x="3140125"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2" name="Graphic 141">
              <a:extLst>
                <a:ext uri="{FF2B5EF4-FFF2-40B4-BE49-F238E27FC236}">
                  <a16:creationId xmlns:a16="http://schemas.microsoft.com/office/drawing/2014/main" id="{9358BEED-3562-54F4-6BB1-AF4A12E9E510}"/>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3307614" y="4657975"/>
              <a:ext cx="401623" cy="401623"/>
            </a:xfrm>
            <a:prstGeom prst="rect">
              <a:avLst/>
            </a:prstGeom>
          </p:spPr>
        </p:pic>
      </p:grpSp>
      <p:grpSp>
        <p:nvGrpSpPr>
          <p:cNvPr id="143" name="Group 142">
            <a:extLst>
              <a:ext uri="{FF2B5EF4-FFF2-40B4-BE49-F238E27FC236}">
                <a16:creationId xmlns:a16="http://schemas.microsoft.com/office/drawing/2014/main" id="{35F2E7CC-E06C-6956-027D-AA4EFE735963}"/>
              </a:ext>
            </a:extLst>
          </p:cNvPr>
          <p:cNvGrpSpPr/>
          <p:nvPr/>
        </p:nvGrpSpPr>
        <p:grpSpPr>
          <a:xfrm>
            <a:off x="4003056" y="4608784"/>
            <a:ext cx="736600" cy="736600"/>
            <a:chOff x="4003056" y="4490486"/>
            <a:chExt cx="736600" cy="736600"/>
          </a:xfrm>
        </p:grpSpPr>
        <p:sp>
          <p:nvSpPr>
            <p:cNvPr id="144" name="Oval 143">
              <a:extLst>
                <a:ext uri="{FF2B5EF4-FFF2-40B4-BE49-F238E27FC236}">
                  <a16:creationId xmlns:a16="http://schemas.microsoft.com/office/drawing/2014/main" id="{2C173E6B-5133-77AC-0B63-34CD87DB3EA2}"/>
                </a:ext>
              </a:extLst>
            </p:cNvPr>
            <p:cNvSpPr/>
            <p:nvPr/>
          </p:nvSpPr>
          <p:spPr>
            <a:xfrm>
              <a:off x="4003056"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5" name="Graphic 144">
              <a:extLst>
                <a:ext uri="{FF2B5EF4-FFF2-40B4-BE49-F238E27FC236}">
                  <a16:creationId xmlns:a16="http://schemas.microsoft.com/office/drawing/2014/main" id="{C81F6191-D362-14E6-6BAF-27631753AB9C}"/>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4170545" y="4657975"/>
              <a:ext cx="401623" cy="401623"/>
            </a:xfrm>
            <a:prstGeom prst="rect">
              <a:avLst/>
            </a:prstGeom>
          </p:spPr>
        </p:pic>
      </p:grpSp>
      <p:grpSp>
        <p:nvGrpSpPr>
          <p:cNvPr id="146" name="Group 145">
            <a:extLst>
              <a:ext uri="{FF2B5EF4-FFF2-40B4-BE49-F238E27FC236}">
                <a16:creationId xmlns:a16="http://schemas.microsoft.com/office/drawing/2014/main" id="{28440F76-2428-E3EC-2044-0EAAAF6FA82E}"/>
              </a:ext>
            </a:extLst>
          </p:cNvPr>
          <p:cNvGrpSpPr/>
          <p:nvPr/>
        </p:nvGrpSpPr>
        <p:grpSpPr>
          <a:xfrm>
            <a:off x="4865987" y="4608784"/>
            <a:ext cx="736600" cy="736600"/>
            <a:chOff x="4865987" y="4490486"/>
            <a:chExt cx="736600" cy="736600"/>
          </a:xfrm>
        </p:grpSpPr>
        <p:sp>
          <p:nvSpPr>
            <p:cNvPr id="147" name="Oval 146">
              <a:extLst>
                <a:ext uri="{FF2B5EF4-FFF2-40B4-BE49-F238E27FC236}">
                  <a16:creationId xmlns:a16="http://schemas.microsoft.com/office/drawing/2014/main" id="{45E8051C-4A91-552A-C5D3-F220A6011CF4}"/>
                </a:ext>
              </a:extLst>
            </p:cNvPr>
            <p:cNvSpPr/>
            <p:nvPr/>
          </p:nvSpPr>
          <p:spPr>
            <a:xfrm>
              <a:off x="486598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48" name="Graphic 147">
              <a:extLst>
                <a:ext uri="{FF2B5EF4-FFF2-40B4-BE49-F238E27FC236}">
                  <a16:creationId xmlns:a16="http://schemas.microsoft.com/office/drawing/2014/main" id="{E63E0835-BFE1-AD79-5BA7-696E9FE96070}"/>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5033476" y="4657975"/>
              <a:ext cx="401623" cy="401623"/>
            </a:xfrm>
            <a:prstGeom prst="rect">
              <a:avLst/>
            </a:prstGeom>
          </p:spPr>
        </p:pic>
      </p:grpSp>
      <p:grpSp>
        <p:nvGrpSpPr>
          <p:cNvPr id="149" name="Group 148">
            <a:extLst>
              <a:ext uri="{FF2B5EF4-FFF2-40B4-BE49-F238E27FC236}">
                <a16:creationId xmlns:a16="http://schemas.microsoft.com/office/drawing/2014/main" id="{C69B63F4-1B26-D7F1-2AE0-B2AFF49F0D8D}"/>
              </a:ext>
            </a:extLst>
          </p:cNvPr>
          <p:cNvGrpSpPr/>
          <p:nvPr/>
        </p:nvGrpSpPr>
        <p:grpSpPr>
          <a:xfrm>
            <a:off x="5728918" y="4608784"/>
            <a:ext cx="736600" cy="736600"/>
            <a:chOff x="5728918" y="4490486"/>
            <a:chExt cx="736600" cy="736600"/>
          </a:xfrm>
        </p:grpSpPr>
        <p:sp>
          <p:nvSpPr>
            <p:cNvPr id="150" name="Oval 149">
              <a:extLst>
                <a:ext uri="{FF2B5EF4-FFF2-40B4-BE49-F238E27FC236}">
                  <a16:creationId xmlns:a16="http://schemas.microsoft.com/office/drawing/2014/main" id="{C51EB9EE-C58F-20AE-1CAA-D2EEE5E192A8}"/>
                </a:ext>
              </a:extLst>
            </p:cNvPr>
            <p:cNvSpPr/>
            <p:nvPr/>
          </p:nvSpPr>
          <p:spPr>
            <a:xfrm>
              <a:off x="5728918"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1" name="Graphic 150">
              <a:extLst>
                <a:ext uri="{FF2B5EF4-FFF2-40B4-BE49-F238E27FC236}">
                  <a16:creationId xmlns:a16="http://schemas.microsoft.com/office/drawing/2014/main" id="{B9D8C2B0-C76E-AA91-5B85-916A18F066AB}"/>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5896407" y="4657975"/>
              <a:ext cx="401623" cy="401623"/>
            </a:xfrm>
            <a:prstGeom prst="rect">
              <a:avLst/>
            </a:prstGeom>
          </p:spPr>
        </p:pic>
      </p:grpSp>
      <p:grpSp>
        <p:nvGrpSpPr>
          <p:cNvPr id="152" name="Group 151">
            <a:extLst>
              <a:ext uri="{FF2B5EF4-FFF2-40B4-BE49-F238E27FC236}">
                <a16:creationId xmlns:a16="http://schemas.microsoft.com/office/drawing/2014/main" id="{0423B99C-1D95-00B0-3D3D-FC82E4075F08}"/>
              </a:ext>
            </a:extLst>
          </p:cNvPr>
          <p:cNvGrpSpPr/>
          <p:nvPr/>
        </p:nvGrpSpPr>
        <p:grpSpPr>
          <a:xfrm>
            <a:off x="6591849" y="4608784"/>
            <a:ext cx="736600" cy="736600"/>
            <a:chOff x="6591849" y="4490486"/>
            <a:chExt cx="736600" cy="736600"/>
          </a:xfrm>
        </p:grpSpPr>
        <p:sp>
          <p:nvSpPr>
            <p:cNvPr id="153" name="Oval 152">
              <a:extLst>
                <a:ext uri="{FF2B5EF4-FFF2-40B4-BE49-F238E27FC236}">
                  <a16:creationId xmlns:a16="http://schemas.microsoft.com/office/drawing/2014/main" id="{F217CEBC-7C2A-1668-FFCB-76D9BA34456E}"/>
                </a:ext>
              </a:extLst>
            </p:cNvPr>
            <p:cNvSpPr/>
            <p:nvPr/>
          </p:nvSpPr>
          <p:spPr>
            <a:xfrm>
              <a:off x="6591849"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4" name="Graphic 153">
              <a:extLst>
                <a:ext uri="{FF2B5EF4-FFF2-40B4-BE49-F238E27FC236}">
                  <a16:creationId xmlns:a16="http://schemas.microsoft.com/office/drawing/2014/main" id="{4A64ADFA-8614-95B1-797A-20FF8B53EDE9}"/>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6759338" y="4657975"/>
              <a:ext cx="401623" cy="401623"/>
            </a:xfrm>
            <a:prstGeom prst="rect">
              <a:avLst/>
            </a:prstGeom>
          </p:spPr>
        </p:pic>
      </p:grpSp>
      <p:grpSp>
        <p:nvGrpSpPr>
          <p:cNvPr id="155" name="Group 154">
            <a:extLst>
              <a:ext uri="{FF2B5EF4-FFF2-40B4-BE49-F238E27FC236}">
                <a16:creationId xmlns:a16="http://schemas.microsoft.com/office/drawing/2014/main" id="{6FD9E8C3-DEB9-0768-1E56-FFEBBB328F95}"/>
              </a:ext>
            </a:extLst>
          </p:cNvPr>
          <p:cNvGrpSpPr/>
          <p:nvPr/>
        </p:nvGrpSpPr>
        <p:grpSpPr>
          <a:xfrm>
            <a:off x="7454777" y="4608784"/>
            <a:ext cx="736600" cy="736600"/>
            <a:chOff x="7454777" y="4490486"/>
            <a:chExt cx="736600" cy="736600"/>
          </a:xfrm>
        </p:grpSpPr>
        <p:sp>
          <p:nvSpPr>
            <p:cNvPr id="156" name="Oval 155">
              <a:extLst>
                <a:ext uri="{FF2B5EF4-FFF2-40B4-BE49-F238E27FC236}">
                  <a16:creationId xmlns:a16="http://schemas.microsoft.com/office/drawing/2014/main" id="{E055559D-1F38-9288-F97E-D6A8DC61A88C}"/>
                </a:ext>
              </a:extLst>
            </p:cNvPr>
            <p:cNvSpPr/>
            <p:nvPr/>
          </p:nvSpPr>
          <p:spPr>
            <a:xfrm>
              <a:off x="7454777" y="4490486"/>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57" name="Graphic 156">
              <a:extLst>
                <a:ext uri="{FF2B5EF4-FFF2-40B4-BE49-F238E27FC236}">
                  <a16:creationId xmlns:a16="http://schemas.microsoft.com/office/drawing/2014/main" id="{F86B5275-5ED4-86CC-C929-722F6E1EDF24}"/>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7622266" y="4657975"/>
              <a:ext cx="401623" cy="401623"/>
            </a:xfrm>
            <a:prstGeom prst="rect">
              <a:avLst/>
            </a:prstGeom>
          </p:spPr>
        </p:pic>
      </p:grpSp>
      <p:grpSp>
        <p:nvGrpSpPr>
          <p:cNvPr id="158" name="Group 157">
            <a:extLst>
              <a:ext uri="{FF2B5EF4-FFF2-40B4-BE49-F238E27FC236}">
                <a16:creationId xmlns:a16="http://schemas.microsoft.com/office/drawing/2014/main" id="{CC1E156C-FA2F-9EDB-E46B-18A0449A9EE4}"/>
              </a:ext>
            </a:extLst>
          </p:cNvPr>
          <p:cNvGrpSpPr/>
          <p:nvPr/>
        </p:nvGrpSpPr>
        <p:grpSpPr>
          <a:xfrm>
            <a:off x="1414263" y="5508848"/>
            <a:ext cx="736600" cy="736600"/>
            <a:chOff x="1414263" y="5390550"/>
            <a:chExt cx="736600" cy="736600"/>
          </a:xfrm>
        </p:grpSpPr>
        <p:sp>
          <p:nvSpPr>
            <p:cNvPr id="159" name="Oval 158">
              <a:extLst>
                <a:ext uri="{FF2B5EF4-FFF2-40B4-BE49-F238E27FC236}">
                  <a16:creationId xmlns:a16="http://schemas.microsoft.com/office/drawing/2014/main" id="{EC76EC31-CB9B-A221-F9AE-AD841946CC8C}"/>
                </a:ext>
              </a:extLst>
            </p:cNvPr>
            <p:cNvSpPr/>
            <p:nvPr/>
          </p:nvSpPr>
          <p:spPr>
            <a:xfrm>
              <a:off x="1414263"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0" name="Graphic 159">
              <a:extLst>
                <a:ext uri="{FF2B5EF4-FFF2-40B4-BE49-F238E27FC236}">
                  <a16:creationId xmlns:a16="http://schemas.microsoft.com/office/drawing/2014/main" id="{E410E18F-0532-E8EC-1528-139F0F04B568}"/>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1592050" y="5594082"/>
              <a:ext cx="381026" cy="329536"/>
            </a:xfrm>
            <a:prstGeom prst="rect">
              <a:avLst/>
            </a:prstGeom>
          </p:spPr>
        </p:pic>
      </p:grpSp>
      <p:grpSp>
        <p:nvGrpSpPr>
          <p:cNvPr id="161" name="Group 160">
            <a:extLst>
              <a:ext uri="{FF2B5EF4-FFF2-40B4-BE49-F238E27FC236}">
                <a16:creationId xmlns:a16="http://schemas.microsoft.com/office/drawing/2014/main" id="{DA49D118-BB4E-5EFA-D5BF-79DD13907332}"/>
              </a:ext>
            </a:extLst>
          </p:cNvPr>
          <p:cNvGrpSpPr/>
          <p:nvPr/>
        </p:nvGrpSpPr>
        <p:grpSpPr>
          <a:xfrm>
            <a:off x="2277194" y="5508848"/>
            <a:ext cx="736600" cy="736600"/>
            <a:chOff x="2277194" y="5390550"/>
            <a:chExt cx="736600" cy="736600"/>
          </a:xfrm>
        </p:grpSpPr>
        <p:sp>
          <p:nvSpPr>
            <p:cNvPr id="162" name="Oval 161">
              <a:extLst>
                <a:ext uri="{FF2B5EF4-FFF2-40B4-BE49-F238E27FC236}">
                  <a16:creationId xmlns:a16="http://schemas.microsoft.com/office/drawing/2014/main" id="{C2AC9EC6-F9F1-3F15-FEF5-D68B77E51C87}"/>
                </a:ext>
              </a:extLst>
            </p:cNvPr>
            <p:cNvSpPr/>
            <p:nvPr/>
          </p:nvSpPr>
          <p:spPr>
            <a:xfrm>
              <a:off x="2277194"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3" name="Graphic 162">
              <a:extLst>
                <a:ext uri="{FF2B5EF4-FFF2-40B4-BE49-F238E27FC236}">
                  <a16:creationId xmlns:a16="http://schemas.microsoft.com/office/drawing/2014/main" id="{5C3FAC23-66FE-CE4B-C378-75947085D5A8}"/>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2454981" y="5594082"/>
              <a:ext cx="381026" cy="329536"/>
            </a:xfrm>
            <a:prstGeom prst="rect">
              <a:avLst/>
            </a:prstGeom>
          </p:spPr>
        </p:pic>
      </p:grpSp>
      <p:grpSp>
        <p:nvGrpSpPr>
          <p:cNvPr id="164" name="Group 163">
            <a:extLst>
              <a:ext uri="{FF2B5EF4-FFF2-40B4-BE49-F238E27FC236}">
                <a16:creationId xmlns:a16="http://schemas.microsoft.com/office/drawing/2014/main" id="{94CAC638-CC36-7E98-42A7-78987BA379A7}"/>
              </a:ext>
            </a:extLst>
          </p:cNvPr>
          <p:cNvGrpSpPr/>
          <p:nvPr/>
        </p:nvGrpSpPr>
        <p:grpSpPr>
          <a:xfrm>
            <a:off x="551332" y="5508848"/>
            <a:ext cx="736600" cy="736600"/>
            <a:chOff x="551332" y="5390550"/>
            <a:chExt cx="736600" cy="736600"/>
          </a:xfrm>
        </p:grpSpPr>
        <p:sp>
          <p:nvSpPr>
            <p:cNvPr id="165" name="Oval 164">
              <a:extLst>
                <a:ext uri="{FF2B5EF4-FFF2-40B4-BE49-F238E27FC236}">
                  <a16:creationId xmlns:a16="http://schemas.microsoft.com/office/drawing/2014/main" id="{B7FF0B03-C75F-8C4C-748E-FE816D57ACB6}"/>
                </a:ext>
              </a:extLst>
            </p:cNvPr>
            <p:cNvSpPr/>
            <p:nvPr/>
          </p:nvSpPr>
          <p:spPr>
            <a:xfrm>
              <a:off x="551332"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6" name="Graphic 165">
              <a:extLst>
                <a:ext uri="{FF2B5EF4-FFF2-40B4-BE49-F238E27FC236}">
                  <a16:creationId xmlns:a16="http://schemas.microsoft.com/office/drawing/2014/main" id="{896B3FAB-F2F1-C5CB-22A7-F41C494F0524}"/>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708523" y="5588933"/>
              <a:ext cx="422218" cy="339834"/>
            </a:xfrm>
            <a:prstGeom prst="rect">
              <a:avLst/>
            </a:prstGeom>
          </p:spPr>
        </p:pic>
      </p:grpSp>
      <p:grpSp>
        <p:nvGrpSpPr>
          <p:cNvPr id="167" name="Group 166">
            <a:extLst>
              <a:ext uri="{FF2B5EF4-FFF2-40B4-BE49-F238E27FC236}">
                <a16:creationId xmlns:a16="http://schemas.microsoft.com/office/drawing/2014/main" id="{502286A5-A443-09A5-56C5-46D6D150ADCA}"/>
              </a:ext>
            </a:extLst>
          </p:cNvPr>
          <p:cNvGrpSpPr/>
          <p:nvPr/>
        </p:nvGrpSpPr>
        <p:grpSpPr>
          <a:xfrm>
            <a:off x="3140125" y="5508848"/>
            <a:ext cx="736600" cy="736600"/>
            <a:chOff x="3140125" y="5390550"/>
            <a:chExt cx="736600" cy="736600"/>
          </a:xfrm>
        </p:grpSpPr>
        <p:sp>
          <p:nvSpPr>
            <p:cNvPr id="168" name="Oval 167">
              <a:extLst>
                <a:ext uri="{FF2B5EF4-FFF2-40B4-BE49-F238E27FC236}">
                  <a16:creationId xmlns:a16="http://schemas.microsoft.com/office/drawing/2014/main" id="{C2DE0EEF-EE16-66C4-24D3-FC638FC9C080}"/>
                </a:ext>
              </a:extLst>
            </p:cNvPr>
            <p:cNvSpPr/>
            <p:nvPr/>
          </p:nvSpPr>
          <p:spPr>
            <a:xfrm>
              <a:off x="3140125"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9" name="Graphic 168">
              <a:extLst>
                <a:ext uri="{FF2B5EF4-FFF2-40B4-BE49-F238E27FC236}">
                  <a16:creationId xmlns:a16="http://schemas.microsoft.com/office/drawing/2014/main" id="{FF80F4B5-1E6B-DF09-0A9D-26711D06277C}"/>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3292167" y="5552890"/>
              <a:ext cx="432516" cy="411920"/>
            </a:xfrm>
            <a:prstGeom prst="rect">
              <a:avLst/>
            </a:prstGeom>
          </p:spPr>
        </p:pic>
      </p:grpSp>
      <p:grpSp>
        <p:nvGrpSpPr>
          <p:cNvPr id="170" name="Group 169">
            <a:extLst>
              <a:ext uri="{FF2B5EF4-FFF2-40B4-BE49-F238E27FC236}">
                <a16:creationId xmlns:a16="http://schemas.microsoft.com/office/drawing/2014/main" id="{25B1B5C2-29ED-9083-AA02-D0081A074E8E}"/>
              </a:ext>
            </a:extLst>
          </p:cNvPr>
          <p:cNvGrpSpPr/>
          <p:nvPr/>
        </p:nvGrpSpPr>
        <p:grpSpPr>
          <a:xfrm>
            <a:off x="4865987" y="5508848"/>
            <a:ext cx="736600" cy="736600"/>
            <a:chOff x="4865987" y="5390550"/>
            <a:chExt cx="736600" cy="736600"/>
          </a:xfrm>
        </p:grpSpPr>
        <p:sp>
          <p:nvSpPr>
            <p:cNvPr id="171" name="Oval 170">
              <a:extLst>
                <a:ext uri="{FF2B5EF4-FFF2-40B4-BE49-F238E27FC236}">
                  <a16:creationId xmlns:a16="http://schemas.microsoft.com/office/drawing/2014/main" id="{893B4DCA-19A1-0B14-5350-02B638848679}"/>
                </a:ext>
              </a:extLst>
            </p:cNvPr>
            <p:cNvSpPr/>
            <p:nvPr/>
          </p:nvSpPr>
          <p:spPr>
            <a:xfrm>
              <a:off x="486598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2" name="Graphic 171">
              <a:extLst>
                <a:ext uri="{FF2B5EF4-FFF2-40B4-BE49-F238E27FC236}">
                  <a16:creationId xmlns:a16="http://schemas.microsoft.com/office/drawing/2014/main" id="{A12CBB53-0F10-4536-1D2B-433C7B9283E4}"/>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5002582" y="5619828"/>
              <a:ext cx="463410" cy="278045"/>
            </a:xfrm>
            <a:prstGeom prst="rect">
              <a:avLst/>
            </a:prstGeom>
          </p:spPr>
        </p:pic>
      </p:grpSp>
      <p:grpSp>
        <p:nvGrpSpPr>
          <p:cNvPr id="173" name="Group 172">
            <a:extLst>
              <a:ext uri="{FF2B5EF4-FFF2-40B4-BE49-F238E27FC236}">
                <a16:creationId xmlns:a16="http://schemas.microsoft.com/office/drawing/2014/main" id="{A77F5265-241F-18F6-7141-1828CCE03426}"/>
              </a:ext>
            </a:extLst>
          </p:cNvPr>
          <p:cNvGrpSpPr/>
          <p:nvPr/>
        </p:nvGrpSpPr>
        <p:grpSpPr>
          <a:xfrm>
            <a:off x="4003056" y="5508848"/>
            <a:ext cx="736600" cy="736600"/>
            <a:chOff x="4003056" y="5390550"/>
            <a:chExt cx="736600" cy="736600"/>
          </a:xfrm>
        </p:grpSpPr>
        <p:sp>
          <p:nvSpPr>
            <p:cNvPr id="174" name="Oval 173">
              <a:extLst>
                <a:ext uri="{FF2B5EF4-FFF2-40B4-BE49-F238E27FC236}">
                  <a16:creationId xmlns:a16="http://schemas.microsoft.com/office/drawing/2014/main" id="{D7E78B9F-433C-2405-E3F8-866BB60B128C}"/>
                </a:ext>
              </a:extLst>
            </p:cNvPr>
            <p:cNvSpPr/>
            <p:nvPr/>
          </p:nvSpPr>
          <p:spPr>
            <a:xfrm>
              <a:off x="4003056"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5" name="Graphic 174">
              <a:extLst>
                <a:ext uri="{FF2B5EF4-FFF2-40B4-BE49-F238E27FC236}">
                  <a16:creationId xmlns:a16="http://schemas.microsoft.com/office/drawing/2014/main" id="{D982D44A-D0AD-BFDD-143C-5254EF5FFFCF}"/>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4185992" y="5573486"/>
              <a:ext cx="370728" cy="370728"/>
            </a:xfrm>
            <a:prstGeom prst="rect">
              <a:avLst/>
            </a:prstGeom>
          </p:spPr>
        </p:pic>
      </p:grpSp>
      <p:grpSp>
        <p:nvGrpSpPr>
          <p:cNvPr id="176" name="Group 175">
            <a:extLst>
              <a:ext uri="{FF2B5EF4-FFF2-40B4-BE49-F238E27FC236}">
                <a16:creationId xmlns:a16="http://schemas.microsoft.com/office/drawing/2014/main" id="{9573CA55-088A-1110-8CF8-84F65D9C10B7}"/>
              </a:ext>
            </a:extLst>
          </p:cNvPr>
          <p:cNvGrpSpPr/>
          <p:nvPr/>
        </p:nvGrpSpPr>
        <p:grpSpPr>
          <a:xfrm>
            <a:off x="5728918" y="5508848"/>
            <a:ext cx="736600" cy="736600"/>
            <a:chOff x="5728918" y="5390550"/>
            <a:chExt cx="736600" cy="736600"/>
          </a:xfrm>
        </p:grpSpPr>
        <p:sp>
          <p:nvSpPr>
            <p:cNvPr id="177" name="Oval 176">
              <a:extLst>
                <a:ext uri="{FF2B5EF4-FFF2-40B4-BE49-F238E27FC236}">
                  <a16:creationId xmlns:a16="http://schemas.microsoft.com/office/drawing/2014/main" id="{5CD7F097-3247-5CBA-3542-3EB8E992CD3A}"/>
                </a:ext>
              </a:extLst>
            </p:cNvPr>
            <p:cNvSpPr/>
            <p:nvPr/>
          </p:nvSpPr>
          <p:spPr>
            <a:xfrm>
              <a:off x="5728918"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8" name="Graphic 177">
              <a:extLst>
                <a:ext uri="{FF2B5EF4-FFF2-40B4-BE49-F238E27FC236}">
                  <a16:creationId xmlns:a16="http://schemas.microsoft.com/office/drawing/2014/main" id="{00390456-1403-5628-3316-B4CF9A68E44C}"/>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5942748" y="5516848"/>
              <a:ext cx="308940" cy="484005"/>
            </a:xfrm>
            <a:prstGeom prst="rect">
              <a:avLst/>
            </a:prstGeom>
          </p:spPr>
        </p:pic>
      </p:grpSp>
      <p:grpSp>
        <p:nvGrpSpPr>
          <p:cNvPr id="179" name="Group 178">
            <a:extLst>
              <a:ext uri="{FF2B5EF4-FFF2-40B4-BE49-F238E27FC236}">
                <a16:creationId xmlns:a16="http://schemas.microsoft.com/office/drawing/2014/main" id="{20E01AC1-7327-2FB9-C314-97F6D39E6296}"/>
              </a:ext>
            </a:extLst>
          </p:cNvPr>
          <p:cNvGrpSpPr/>
          <p:nvPr/>
        </p:nvGrpSpPr>
        <p:grpSpPr>
          <a:xfrm>
            <a:off x="6591849" y="5508848"/>
            <a:ext cx="736600" cy="736600"/>
            <a:chOff x="6591849" y="5390550"/>
            <a:chExt cx="736600" cy="736600"/>
          </a:xfrm>
        </p:grpSpPr>
        <p:sp>
          <p:nvSpPr>
            <p:cNvPr id="180" name="Oval 179">
              <a:extLst>
                <a:ext uri="{FF2B5EF4-FFF2-40B4-BE49-F238E27FC236}">
                  <a16:creationId xmlns:a16="http://schemas.microsoft.com/office/drawing/2014/main" id="{F4B31F5C-1EDB-E1D3-A885-13060C20E0F0}"/>
                </a:ext>
              </a:extLst>
            </p:cNvPr>
            <p:cNvSpPr/>
            <p:nvPr/>
          </p:nvSpPr>
          <p:spPr>
            <a:xfrm>
              <a:off x="6591849"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1" name="Graphic 180">
              <a:extLst>
                <a:ext uri="{FF2B5EF4-FFF2-40B4-BE49-F238E27FC236}">
                  <a16:creationId xmlns:a16="http://schemas.microsoft.com/office/drawing/2014/main" id="{65D3AAB8-5581-1491-C6BD-F2AECE7C8AFB}"/>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6790232" y="5516848"/>
              <a:ext cx="339834" cy="484005"/>
            </a:xfrm>
            <a:prstGeom prst="rect">
              <a:avLst/>
            </a:prstGeom>
          </p:spPr>
        </p:pic>
      </p:grpSp>
      <p:grpSp>
        <p:nvGrpSpPr>
          <p:cNvPr id="182" name="Group 181">
            <a:extLst>
              <a:ext uri="{FF2B5EF4-FFF2-40B4-BE49-F238E27FC236}">
                <a16:creationId xmlns:a16="http://schemas.microsoft.com/office/drawing/2014/main" id="{2C52547F-EFC4-F5D3-59AF-4DB2CCE8C34C}"/>
              </a:ext>
            </a:extLst>
          </p:cNvPr>
          <p:cNvGrpSpPr/>
          <p:nvPr/>
        </p:nvGrpSpPr>
        <p:grpSpPr>
          <a:xfrm>
            <a:off x="7454777" y="5508848"/>
            <a:ext cx="736600" cy="736600"/>
            <a:chOff x="7454777" y="5390550"/>
            <a:chExt cx="736600" cy="736600"/>
          </a:xfrm>
        </p:grpSpPr>
        <p:sp>
          <p:nvSpPr>
            <p:cNvPr id="183" name="Oval 182">
              <a:extLst>
                <a:ext uri="{FF2B5EF4-FFF2-40B4-BE49-F238E27FC236}">
                  <a16:creationId xmlns:a16="http://schemas.microsoft.com/office/drawing/2014/main" id="{C5A6FFEF-35CA-2A14-4410-EDA87A8B2790}"/>
                </a:ext>
              </a:extLst>
            </p:cNvPr>
            <p:cNvSpPr/>
            <p:nvPr/>
          </p:nvSpPr>
          <p:spPr>
            <a:xfrm>
              <a:off x="7454777" y="5390550"/>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4" name="Graphic 183">
              <a:extLst>
                <a:ext uri="{FF2B5EF4-FFF2-40B4-BE49-F238E27FC236}">
                  <a16:creationId xmlns:a16="http://schemas.microsoft.com/office/drawing/2014/main" id="{4A59163D-B178-6C2E-C534-090D055C2B60}"/>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7653160" y="5516848"/>
              <a:ext cx="339834" cy="484005"/>
            </a:xfrm>
            <a:prstGeom prst="rect">
              <a:avLst/>
            </a:prstGeom>
          </p:spPr>
        </p:pic>
      </p:grpSp>
    </p:spTree>
    <p:extLst>
      <p:ext uri="{BB962C8B-B14F-4D97-AF65-F5344CB8AC3E}">
        <p14:creationId xmlns:p14="http://schemas.microsoft.com/office/powerpoint/2010/main" val="33266795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7A7A412F-FC77-7E36-DAEF-BCADA3D12874}"/>
              </a:ext>
            </a:extLst>
          </p:cNvPr>
          <p:cNvSpPr>
            <a:spLocks noGrp="1"/>
          </p:cNvSpPr>
          <p:nvPr>
            <p:ph type="subTitle" idx="13"/>
          </p:nvPr>
        </p:nvSpPr>
        <p:spPr>
          <a:xfrm>
            <a:off x="539749" y="286056"/>
            <a:ext cx="12384088" cy="246221"/>
          </a:xfrm>
        </p:spPr>
        <p:txBody>
          <a:bodyPr/>
          <a:lstStyle/>
          <a:p>
            <a:r>
              <a:rPr lang="en-GB"/>
              <a:t>Icons</a:t>
            </a:r>
          </a:p>
        </p:txBody>
      </p:sp>
      <p:sp>
        <p:nvSpPr>
          <p:cNvPr id="5" name="Title 4">
            <a:extLst>
              <a:ext uri="{FF2B5EF4-FFF2-40B4-BE49-F238E27FC236}">
                <a16:creationId xmlns:a16="http://schemas.microsoft.com/office/drawing/2014/main" id="{7331FCBB-0B9B-1474-834A-DCB3DC71E777}"/>
              </a:ext>
            </a:extLst>
          </p:cNvPr>
          <p:cNvSpPr>
            <a:spLocks noGrp="1"/>
          </p:cNvSpPr>
          <p:nvPr>
            <p:ph type="title"/>
          </p:nvPr>
        </p:nvSpPr>
        <p:spPr>
          <a:xfrm>
            <a:off x="539750" y="539750"/>
            <a:ext cx="12384088" cy="544513"/>
          </a:xfrm>
        </p:spPr>
        <p:txBody>
          <a:bodyPr/>
          <a:lstStyle/>
          <a:p>
            <a:r>
              <a:rPr lang="en-GB"/>
              <a:t>User Interface</a:t>
            </a:r>
          </a:p>
        </p:txBody>
      </p:sp>
      <p:sp>
        <p:nvSpPr>
          <p:cNvPr id="25" name="Content Placeholder 5">
            <a:extLst>
              <a:ext uri="{FF2B5EF4-FFF2-40B4-BE49-F238E27FC236}">
                <a16:creationId xmlns:a16="http://schemas.microsoft.com/office/drawing/2014/main" id="{59A58075-44E4-DE5E-E9CB-EEF450339BAF}"/>
              </a:ext>
            </a:extLst>
          </p:cNvPr>
          <p:cNvSpPr txBox="1">
            <a:spLocks/>
          </p:cNvSpPr>
          <p:nvPr/>
        </p:nvSpPr>
        <p:spPr>
          <a:xfrm>
            <a:off x="8566134" y="1800225"/>
            <a:ext cx="4357704" cy="74824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600"/>
              <a:t>Our iconography is primarily housed within a circle with a 40% fill. </a:t>
            </a:r>
          </a:p>
        </p:txBody>
      </p:sp>
      <p:grpSp>
        <p:nvGrpSpPr>
          <p:cNvPr id="2" name="Group 1">
            <a:extLst>
              <a:ext uri="{FF2B5EF4-FFF2-40B4-BE49-F238E27FC236}">
                <a16:creationId xmlns:a16="http://schemas.microsoft.com/office/drawing/2014/main" id="{3F2A1419-B8BA-A731-63CA-F95DA4707DD3}"/>
              </a:ext>
            </a:extLst>
          </p:cNvPr>
          <p:cNvGrpSpPr/>
          <p:nvPr/>
        </p:nvGrpSpPr>
        <p:grpSpPr>
          <a:xfrm>
            <a:off x="4003056" y="1800225"/>
            <a:ext cx="736600" cy="736600"/>
            <a:chOff x="4003056" y="1681927"/>
            <a:chExt cx="736600" cy="736600"/>
          </a:xfrm>
        </p:grpSpPr>
        <p:sp>
          <p:nvSpPr>
            <p:cNvPr id="3" name="Oval 2">
              <a:extLst>
                <a:ext uri="{FF2B5EF4-FFF2-40B4-BE49-F238E27FC236}">
                  <a16:creationId xmlns:a16="http://schemas.microsoft.com/office/drawing/2014/main" id="{91B279A9-83AD-B6F0-9BBA-E4BE2CAAD415}"/>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6" name="Graphic 25">
              <a:extLst>
                <a:ext uri="{FF2B5EF4-FFF2-40B4-BE49-F238E27FC236}">
                  <a16:creationId xmlns:a16="http://schemas.microsoft.com/office/drawing/2014/main" id="{9262F583-C849-0836-8D8E-7AD3591867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5209" y="1847236"/>
              <a:ext cx="312294" cy="405983"/>
            </a:xfrm>
            <a:prstGeom prst="rect">
              <a:avLst/>
            </a:prstGeom>
          </p:spPr>
        </p:pic>
      </p:grpSp>
      <p:grpSp>
        <p:nvGrpSpPr>
          <p:cNvPr id="27" name="Group 26">
            <a:extLst>
              <a:ext uri="{FF2B5EF4-FFF2-40B4-BE49-F238E27FC236}">
                <a16:creationId xmlns:a16="http://schemas.microsoft.com/office/drawing/2014/main" id="{32497E74-7CD2-B623-570F-0BE85446316D}"/>
              </a:ext>
            </a:extLst>
          </p:cNvPr>
          <p:cNvGrpSpPr/>
          <p:nvPr/>
        </p:nvGrpSpPr>
        <p:grpSpPr>
          <a:xfrm>
            <a:off x="4003056" y="2752797"/>
            <a:ext cx="736600" cy="736600"/>
            <a:chOff x="4003056" y="2634499"/>
            <a:chExt cx="736600" cy="736600"/>
          </a:xfrm>
        </p:grpSpPr>
        <p:sp>
          <p:nvSpPr>
            <p:cNvPr id="28" name="Oval 27">
              <a:extLst>
                <a:ext uri="{FF2B5EF4-FFF2-40B4-BE49-F238E27FC236}">
                  <a16:creationId xmlns:a16="http://schemas.microsoft.com/office/drawing/2014/main" id="{9FB343EE-69D0-6D63-1C78-E8F7F456F965}"/>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9" name="Graphic 28">
              <a:extLst>
                <a:ext uri="{FF2B5EF4-FFF2-40B4-BE49-F238E27FC236}">
                  <a16:creationId xmlns:a16="http://schemas.microsoft.com/office/drawing/2014/main" id="{120C4533-C77B-7913-27F2-70C8018828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83979" y="2784193"/>
              <a:ext cx="374754" cy="437213"/>
            </a:xfrm>
            <a:prstGeom prst="rect">
              <a:avLst/>
            </a:prstGeom>
          </p:spPr>
        </p:pic>
      </p:grpSp>
      <p:grpSp>
        <p:nvGrpSpPr>
          <p:cNvPr id="30" name="Group 29">
            <a:extLst>
              <a:ext uri="{FF2B5EF4-FFF2-40B4-BE49-F238E27FC236}">
                <a16:creationId xmlns:a16="http://schemas.microsoft.com/office/drawing/2014/main" id="{F53C4D00-EFBE-1D88-0068-2131E550FDB7}"/>
              </a:ext>
            </a:extLst>
          </p:cNvPr>
          <p:cNvGrpSpPr/>
          <p:nvPr/>
        </p:nvGrpSpPr>
        <p:grpSpPr>
          <a:xfrm>
            <a:off x="6591849" y="1800225"/>
            <a:ext cx="736600" cy="736600"/>
            <a:chOff x="6591849" y="1681927"/>
            <a:chExt cx="736600" cy="736600"/>
          </a:xfrm>
        </p:grpSpPr>
        <p:sp>
          <p:nvSpPr>
            <p:cNvPr id="31" name="Oval 30">
              <a:extLst>
                <a:ext uri="{FF2B5EF4-FFF2-40B4-BE49-F238E27FC236}">
                  <a16:creationId xmlns:a16="http://schemas.microsoft.com/office/drawing/2014/main" id="{4B4AC990-20D7-BFE3-CF99-E5DF9BE15F18}"/>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2" name="Graphic 31">
              <a:extLst>
                <a:ext uri="{FF2B5EF4-FFF2-40B4-BE49-F238E27FC236}">
                  <a16:creationId xmlns:a16="http://schemas.microsoft.com/office/drawing/2014/main" id="{DB8869D7-21DC-D07D-C062-25244E5E02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36338" y="1873260"/>
              <a:ext cx="447622" cy="353935"/>
            </a:xfrm>
            <a:prstGeom prst="rect">
              <a:avLst/>
            </a:prstGeom>
          </p:spPr>
        </p:pic>
      </p:grpSp>
      <p:grpSp>
        <p:nvGrpSpPr>
          <p:cNvPr id="33" name="Group 32">
            <a:extLst>
              <a:ext uri="{FF2B5EF4-FFF2-40B4-BE49-F238E27FC236}">
                <a16:creationId xmlns:a16="http://schemas.microsoft.com/office/drawing/2014/main" id="{D7D2BE84-7DF7-D4E5-74F0-192DB65C65AD}"/>
              </a:ext>
            </a:extLst>
          </p:cNvPr>
          <p:cNvGrpSpPr/>
          <p:nvPr/>
        </p:nvGrpSpPr>
        <p:grpSpPr>
          <a:xfrm>
            <a:off x="3140125" y="1800225"/>
            <a:ext cx="736600" cy="736600"/>
            <a:chOff x="3140125" y="1681927"/>
            <a:chExt cx="736600" cy="736600"/>
          </a:xfrm>
        </p:grpSpPr>
        <p:sp>
          <p:nvSpPr>
            <p:cNvPr id="34" name="Oval 33">
              <a:extLst>
                <a:ext uri="{FF2B5EF4-FFF2-40B4-BE49-F238E27FC236}">
                  <a16:creationId xmlns:a16="http://schemas.microsoft.com/office/drawing/2014/main" id="{12C77F67-8760-7FF0-6FC2-661870D46015}"/>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5" name="Graphic 34">
              <a:extLst>
                <a:ext uri="{FF2B5EF4-FFF2-40B4-BE49-F238E27FC236}">
                  <a16:creationId xmlns:a16="http://schemas.microsoft.com/office/drawing/2014/main" id="{0A8277B7-5AF7-99B3-721A-6F8A71B30AE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4348" y="1862850"/>
              <a:ext cx="364344" cy="374754"/>
            </a:xfrm>
            <a:prstGeom prst="rect">
              <a:avLst/>
            </a:prstGeom>
          </p:spPr>
        </p:pic>
      </p:grpSp>
      <p:grpSp>
        <p:nvGrpSpPr>
          <p:cNvPr id="36" name="Group 35">
            <a:extLst>
              <a:ext uri="{FF2B5EF4-FFF2-40B4-BE49-F238E27FC236}">
                <a16:creationId xmlns:a16="http://schemas.microsoft.com/office/drawing/2014/main" id="{8E7F18A2-460C-C169-96C7-26B961F81A8E}"/>
              </a:ext>
            </a:extLst>
          </p:cNvPr>
          <p:cNvGrpSpPr/>
          <p:nvPr/>
        </p:nvGrpSpPr>
        <p:grpSpPr>
          <a:xfrm>
            <a:off x="2277194" y="1800225"/>
            <a:ext cx="736600" cy="736600"/>
            <a:chOff x="2277194" y="1681927"/>
            <a:chExt cx="736600" cy="736600"/>
          </a:xfrm>
        </p:grpSpPr>
        <p:sp>
          <p:nvSpPr>
            <p:cNvPr id="37" name="Oval 36">
              <a:extLst>
                <a:ext uri="{FF2B5EF4-FFF2-40B4-BE49-F238E27FC236}">
                  <a16:creationId xmlns:a16="http://schemas.microsoft.com/office/drawing/2014/main" id="{16AD3C77-36CD-099F-B945-315DC47B1A93}"/>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8" name="Graphic 37">
              <a:extLst>
                <a:ext uri="{FF2B5EF4-FFF2-40B4-BE49-F238E27FC236}">
                  <a16:creationId xmlns:a16="http://schemas.microsoft.com/office/drawing/2014/main" id="{332DCFA8-44D8-37EF-557C-3695C441917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504962" y="1826416"/>
              <a:ext cx="281065" cy="447623"/>
            </a:xfrm>
            <a:prstGeom prst="rect">
              <a:avLst/>
            </a:prstGeom>
          </p:spPr>
        </p:pic>
      </p:grpSp>
      <p:grpSp>
        <p:nvGrpSpPr>
          <p:cNvPr id="39" name="Group 38">
            <a:extLst>
              <a:ext uri="{FF2B5EF4-FFF2-40B4-BE49-F238E27FC236}">
                <a16:creationId xmlns:a16="http://schemas.microsoft.com/office/drawing/2014/main" id="{B70A4D9F-217F-5474-51C5-30DB9C7565D5}"/>
              </a:ext>
            </a:extLst>
          </p:cNvPr>
          <p:cNvGrpSpPr/>
          <p:nvPr/>
        </p:nvGrpSpPr>
        <p:grpSpPr>
          <a:xfrm>
            <a:off x="7454777" y="2752797"/>
            <a:ext cx="736600" cy="736600"/>
            <a:chOff x="7454777" y="2634499"/>
            <a:chExt cx="736600" cy="736600"/>
          </a:xfrm>
        </p:grpSpPr>
        <p:sp>
          <p:nvSpPr>
            <p:cNvPr id="40" name="Oval 39">
              <a:extLst>
                <a:ext uri="{FF2B5EF4-FFF2-40B4-BE49-F238E27FC236}">
                  <a16:creationId xmlns:a16="http://schemas.microsoft.com/office/drawing/2014/main" id="{F0902C08-B3E5-FBEF-5B6A-231E4F909A8D}"/>
                </a:ext>
              </a:extLst>
            </p:cNvPr>
            <p:cNvSpPr/>
            <p:nvPr/>
          </p:nvSpPr>
          <p:spPr>
            <a:xfrm>
              <a:off x="745477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1" name="Graphic 40">
              <a:extLst>
                <a:ext uri="{FF2B5EF4-FFF2-40B4-BE49-F238E27FC236}">
                  <a16:creationId xmlns:a16="http://schemas.microsoft.com/office/drawing/2014/main" id="{98A7535D-5FEC-4C46-DA10-C754CAE2A11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13774" y="2778988"/>
              <a:ext cx="218606" cy="447623"/>
            </a:xfrm>
            <a:prstGeom prst="rect">
              <a:avLst/>
            </a:prstGeom>
          </p:spPr>
        </p:pic>
      </p:grpSp>
      <p:grpSp>
        <p:nvGrpSpPr>
          <p:cNvPr id="42" name="Group 41">
            <a:extLst>
              <a:ext uri="{FF2B5EF4-FFF2-40B4-BE49-F238E27FC236}">
                <a16:creationId xmlns:a16="http://schemas.microsoft.com/office/drawing/2014/main" id="{EE42AA17-5D86-96A9-5EAB-4F5803E4448E}"/>
              </a:ext>
            </a:extLst>
          </p:cNvPr>
          <p:cNvGrpSpPr/>
          <p:nvPr/>
        </p:nvGrpSpPr>
        <p:grpSpPr>
          <a:xfrm>
            <a:off x="4865987" y="2752797"/>
            <a:ext cx="736600" cy="736600"/>
            <a:chOff x="4865987" y="2634499"/>
            <a:chExt cx="736600" cy="736600"/>
          </a:xfrm>
        </p:grpSpPr>
        <p:sp>
          <p:nvSpPr>
            <p:cNvPr id="43" name="Oval 42">
              <a:extLst>
                <a:ext uri="{FF2B5EF4-FFF2-40B4-BE49-F238E27FC236}">
                  <a16:creationId xmlns:a16="http://schemas.microsoft.com/office/drawing/2014/main" id="{74267258-2162-9EEC-DEE0-EF6EB8D254FE}"/>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4" name="Graphic 43">
              <a:extLst>
                <a:ext uri="{FF2B5EF4-FFF2-40B4-BE49-F238E27FC236}">
                  <a16:creationId xmlns:a16="http://schemas.microsoft.com/office/drawing/2014/main" id="{B7E823D7-FC07-86AB-9165-1C064EC5B5B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57320" y="2831037"/>
              <a:ext cx="353935" cy="343524"/>
            </a:xfrm>
            <a:prstGeom prst="rect">
              <a:avLst/>
            </a:prstGeom>
          </p:spPr>
        </p:pic>
      </p:grpSp>
      <p:grpSp>
        <p:nvGrpSpPr>
          <p:cNvPr id="45" name="Group 44">
            <a:extLst>
              <a:ext uri="{FF2B5EF4-FFF2-40B4-BE49-F238E27FC236}">
                <a16:creationId xmlns:a16="http://schemas.microsoft.com/office/drawing/2014/main" id="{BC07E1E8-C15C-71CB-DB2E-3E15AA622270}"/>
              </a:ext>
            </a:extLst>
          </p:cNvPr>
          <p:cNvGrpSpPr/>
          <p:nvPr/>
        </p:nvGrpSpPr>
        <p:grpSpPr>
          <a:xfrm>
            <a:off x="5728918" y="2752797"/>
            <a:ext cx="736600" cy="736600"/>
            <a:chOff x="5728918" y="2634499"/>
            <a:chExt cx="736600" cy="736600"/>
          </a:xfrm>
        </p:grpSpPr>
        <p:sp>
          <p:nvSpPr>
            <p:cNvPr id="46" name="Oval 45">
              <a:extLst>
                <a:ext uri="{FF2B5EF4-FFF2-40B4-BE49-F238E27FC236}">
                  <a16:creationId xmlns:a16="http://schemas.microsoft.com/office/drawing/2014/main" id="{F5B45774-8EF5-71A7-3589-9E477DC1B78B}"/>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7" name="Graphic 46">
              <a:extLst>
                <a:ext uri="{FF2B5EF4-FFF2-40B4-BE49-F238E27FC236}">
                  <a16:creationId xmlns:a16="http://schemas.microsoft.com/office/drawing/2014/main" id="{FB2422D9-CC8A-C50D-84CA-26BB3BF5CBB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925456" y="2831037"/>
              <a:ext cx="343524" cy="343524"/>
            </a:xfrm>
            <a:prstGeom prst="rect">
              <a:avLst/>
            </a:prstGeom>
          </p:spPr>
        </p:pic>
      </p:grpSp>
      <p:grpSp>
        <p:nvGrpSpPr>
          <p:cNvPr id="48" name="Group 47">
            <a:extLst>
              <a:ext uri="{FF2B5EF4-FFF2-40B4-BE49-F238E27FC236}">
                <a16:creationId xmlns:a16="http://schemas.microsoft.com/office/drawing/2014/main" id="{B55119D6-FA9D-9712-58DA-FF4F58EA2019}"/>
              </a:ext>
            </a:extLst>
          </p:cNvPr>
          <p:cNvGrpSpPr/>
          <p:nvPr/>
        </p:nvGrpSpPr>
        <p:grpSpPr>
          <a:xfrm>
            <a:off x="551332" y="1800225"/>
            <a:ext cx="736600" cy="736600"/>
            <a:chOff x="551332" y="1681927"/>
            <a:chExt cx="736600" cy="736600"/>
          </a:xfrm>
        </p:grpSpPr>
        <p:sp>
          <p:nvSpPr>
            <p:cNvPr id="49" name="Oval 48">
              <a:extLst>
                <a:ext uri="{FF2B5EF4-FFF2-40B4-BE49-F238E27FC236}">
                  <a16:creationId xmlns:a16="http://schemas.microsoft.com/office/drawing/2014/main" id="{3FD685C4-B43C-FD45-A194-8D0ECD0E2E8C}"/>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0" name="Graphic 49">
              <a:extLst>
                <a:ext uri="{FF2B5EF4-FFF2-40B4-BE49-F238E27FC236}">
                  <a16:creationId xmlns:a16="http://schemas.microsoft.com/office/drawing/2014/main" id="{7BAC0682-DC59-F418-C027-6792E2DE823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2665" y="1826416"/>
              <a:ext cx="353935" cy="447623"/>
            </a:xfrm>
            <a:prstGeom prst="rect">
              <a:avLst/>
            </a:prstGeom>
          </p:spPr>
        </p:pic>
      </p:grpSp>
      <p:grpSp>
        <p:nvGrpSpPr>
          <p:cNvPr id="51" name="Group 50">
            <a:extLst>
              <a:ext uri="{FF2B5EF4-FFF2-40B4-BE49-F238E27FC236}">
                <a16:creationId xmlns:a16="http://schemas.microsoft.com/office/drawing/2014/main" id="{35920CD9-2DE0-77BC-E47D-E787D075C2D5}"/>
              </a:ext>
            </a:extLst>
          </p:cNvPr>
          <p:cNvGrpSpPr/>
          <p:nvPr/>
        </p:nvGrpSpPr>
        <p:grpSpPr>
          <a:xfrm>
            <a:off x="1414263" y="1800225"/>
            <a:ext cx="736600" cy="736600"/>
            <a:chOff x="1414263" y="1681927"/>
            <a:chExt cx="736600" cy="736600"/>
          </a:xfrm>
        </p:grpSpPr>
        <p:sp>
          <p:nvSpPr>
            <p:cNvPr id="52" name="Oval 51">
              <a:extLst>
                <a:ext uri="{FF2B5EF4-FFF2-40B4-BE49-F238E27FC236}">
                  <a16:creationId xmlns:a16="http://schemas.microsoft.com/office/drawing/2014/main" id="{E611DFA7-640F-D1A5-D1AF-82838027BC7C}"/>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3" name="Graphic 52">
              <a:extLst>
                <a:ext uri="{FF2B5EF4-FFF2-40B4-BE49-F238E27FC236}">
                  <a16:creationId xmlns:a16="http://schemas.microsoft.com/office/drawing/2014/main" id="{8D3680D5-985F-8A36-25D8-5F648A37FCB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05596" y="1826416"/>
              <a:ext cx="353935" cy="447623"/>
            </a:xfrm>
            <a:prstGeom prst="rect">
              <a:avLst/>
            </a:prstGeom>
          </p:spPr>
        </p:pic>
      </p:grpSp>
      <p:grpSp>
        <p:nvGrpSpPr>
          <p:cNvPr id="54" name="Group 53">
            <a:extLst>
              <a:ext uri="{FF2B5EF4-FFF2-40B4-BE49-F238E27FC236}">
                <a16:creationId xmlns:a16="http://schemas.microsoft.com/office/drawing/2014/main" id="{8E1448E3-2134-407F-99ED-68613CBE0C07}"/>
              </a:ext>
            </a:extLst>
          </p:cNvPr>
          <p:cNvGrpSpPr/>
          <p:nvPr/>
        </p:nvGrpSpPr>
        <p:grpSpPr>
          <a:xfrm>
            <a:off x="7454777" y="1800225"/>
            <a:ext cx="736600" cy="736600"/>
            <a:chOff x="7454777" y="1681927"/>
            <a:chExt cx="736600" cy="736600"/>
          </a:xfrm>
        </p:grpSpPr>
        <p:sp>
          <p:nvSpPr>
            <p:cNvPr id="55" name="Oval 54">
              <a:extLst>
                <a:ext uri="{FF2B5EF4-FFF2-40B4-BE49-F238E27FC236}">
                  <a16:creationId xmlns:a16="http://schemas.microsoft.com/office/drawing/2014/main" id="{0635FA12-840A-A9BD-3F6B-C9B2C7A9A667}"/>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6" name="Graphic 55">
              <a:extLst>
                <a:ext uri="{FF2B5EF4-FFF2-40B4-BE49-F238E27FC236}">
                  <a16:creationId xmlns:a16="http://schemas.microsoft.com/office/drawing/2014/main" id="{09552AC7-381B-A4B5-6461-DB65781147D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609676" y="1857645"/>
              <a:ext cx="426803" cy="385164"/>
            </a:xfrm>
            <a:prstGeom prst="rect">
              <a:avLst/>
            </a:prstGeom>
          </p:spPr>
        </p:pic>
      </p:grpSp>
      <p:grpSp>
        <p:nvGrpSpPr>
          <p:cNvPr id="57" name="Group 56">
            <a:extLst>
              <a:ext uri="{FF2B5EF4-FFF2-40B4-BE49-F238E27FC236}">
                <a16:creationId xmlns:a16="http://schemas.microsoft.com/office/drawing/2014/main" id="{255EBC6F-10C1-2C9A-E855-19E17D76FBAE}"/>
              </a:ext>
            </a:extLst>
          </p:cNvPr>
          <p:cNvGrpSpPr/>
          <p:nvPr/>
        </p:nvGrpSpPr>
        <p:grpSpPr>
          <a:xfrm>
            <a:off x="551332" y="2752797"/>
            <a:ext cx="736600" cy="736600"/>
            <a:chOff x="551332" y="2634499"/>
            <a:chExt cx="736600" cy="736600"/>
          </a:xfrm>
        </p:grpSpPr>
        <p:sp>
          <p:nvSpPr>
            <p:cNvPr id="58" name="Oval 57">
              <a:extLst>
                <a:ext uri="{FF2B5EF4-FFF2-40B4-BE49-F238E27FC236}">
                  <a16:creationId xmlns:a16="http://schemas.microsoft.com/office/drawing/2014/main" id="{01E37620-229C-2164-F873-D4913C5DF2B8}"/>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9" name="Graphic 58">
              <a:extLst>
                <a:ext uri="{FF2B5EF4-FFF2-40B4-BE49-F238E27FC236}">
                  <a16:creationId xmlns:a16="http://schemas.microsoft.com/office/drawing/2014/main" id="{66CE1E81-CA60-BA16-7D3D-091FB88283A1}"/>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11436" y="2799808"/>
              <a:ext cx="416393" cy="405983"/>
            </a:xfrm>
            <a:prstGeom prst="rect">
              <a:avLst/>
            </a:prstGeom>
          </p:spPr>
        </p:pic>
      </p:grpSp>
      <p:grpSp>
        <p:nvGrpSpPr>
          <p:cNvPr id="60" name="Group 59">
            <a:extLst>
              <a:ext uri="{FF2B5EF4-FFF2-40B4-BE49-F238E27FC236}">
                <a16:creationId xmlns:a16="http://schemas.microsoft.com/office/drawing/2014/main" id="{99601995-91D6-ABCA-843D-8292741B5B6E}"/>
              </a:ext>
            </a:extLst>
          </p:cNvPr>
          <p:cNvGrpSpPr/>
          <p:nvPr/>
        </p:nvGrpSpPr>
        <p:grpSpPr>
          <a:xfrm>
            <a:off x="1414263" y="2752797"/>
            <a:ext cx="736600" cy="736600"/>
            <a:chOff x="1414263" y="2634499"/>
            <a:chExt cx="736600" cy="736600"/>
          </a:xfrm>
        </p:grpSpPr>
        <p:sp>
          <p:nvSpPr>
            <p:cNvPr id="61" name="Oval 60">
              <a:extLst>
                <a:ext uri="{FF2B5EF4-FFF2-40B4-BE49-F238E27FC236}">
                  <a16:creationId xmlns:a16="http://schemas.microsoft.com/office/drawing/2014/main" id="{781C3A01-12A0-18B1-B1B1-B1273001B2C3}"/>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2" name="Graphic 61">
              <a:extLst>
                <a:ext uri="{FF2B5EF4-FFF2-40B4-BE49-F238E27FC236}">
                  <a16:creationId xmlns:a16="http://schemas.microsoft.com/office/drawing/2014/main" id="{B9DA6511-3F47-6641-0F89-03D974AC2F19}"/>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95186" y="2799808"/>
              <a:ext cx="374754" cy="405983"/>
            </a:xfrm>
            <a:prstGeom prst="rect">
              <a:avLst/>
            </a:prstGeom>
          </p:spPr>
        </p:pic>
      </p:grpSp>
      <p:grpSp>
        <p:nvGrpSpPr>
          <p:cNvPr id="63" name="Group 62">
            <a:extLst>
              <a:ext uri="{FF2B5EF4-FFF2-40B4-BE49-F238E27FC236}">
                <a16:creationId xmlns:a16="http://schemas.microsoft.com/office/drawing/2014/main" id="{D99A27B7-C418-A132-9300-FB9FE60AB233}"/>
              </a:ext>
            </a:extLst>
          </p:cNvPr>
          <p:cNvGrpSpPr/>
          <p:nvPr/>
        </p:nvGrpSpPr>
        <p:grpSpPr>
          <a:xfrm>
            <a:off x="2277194" y="2752797"/>
            <a:ext cx="736600" cy="736600"/>
            <a:chOff x="2277194" y="2634499"/>
            <a:chExt cx="736600" cy="736600"/>
          </a:xfrm>
        </p:grpSpPr>
        <p:sp>
          <p:nvSpPr>
            <p:cNvPr id="64" name="Oval 63">
              <a:extLst>
                <a:ext uri="{FF2B5EF4-FFF2-40B4-BE49-F238E27FC236}">
                  <a16:creationId xmlns:a16="http://schemas.microsoft.com/office/drawing/2014/main" id="{B017147A-F707-24C5-0FDF-C8256B8F8FD6}"/>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5" name="Graphic 64">
              <a:extLst>
                <a:ext uri="{FF2B5EF4-FFF2-40B4-BE49-F238E27FC236}">
                  <a16:creationId xmlns:a16="http://schemas.microsoft.com/office/drawing/2014/main" id="{2CEB5FA6-A602-71F3-02DC-406E35887297}"/>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437298" y="2799808"/>
              <a:ext cx="416393" cy="405983"/>
            </a:xfrm>
            <a:prstGeom prst="rect">
              <a:avLst/>
            </a:prstGeom>
          </p:spPr>
        </p:pic>
      </p:grpSp>
      <p:grpSp>
        <p:nvGrpSpPr>
          <p:cNvPr id="66" name="Group 65">
            <a:extLst>
              <a:ext uri="{FF2B5EF4-FFF2-40B4-BE49-F238E27FC236}">
                <a16:creationId xmlns:a16="http://schemas.microsoft.com/office/drawing/2014/main" id="{56788CF7-DE2E-B97E-FC53-2F78C2C2C1B9}"/>
              </a:ext>
            </a:extLst>
          </p:cNvPr>
          <p:cNvGrpSpPr/>
          <p:nvPr/>
        </p:nvGrpSpPr>
        <p:grpSpPr>
          <a:xfrm>
            <a:off x="3140125" y="2752797"/>
            <a:ext cx="736600" cy="736600"/>
            <a:chOff x="3140125" y="2634499"/>
            <a:chExt cx="736600" cy="736600"/>
          </a:xfrm>
        </p:grpSpPr>
        <p:sp>
          <p:nvSpPr>
            <p:cNvPr id="67" name="Oval 66">
              <a:extLst>
                <a:ext uri="{FF2B5EF4-FFF2-40B4-BE49-F238E27FC236}">
                  <a16:creationId xmlns:a16="http://schemas.microsoft.com/office/drawing/2014/main" id="{221E443B-40AC-1334-CACB-EAAE4F3E8986}"/>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8" name="Graphic 67">
              <a:extLst>
                <a:ext uri="{FF2B5EF4-FFF2-40B4-BE49-F238E27FC236}">
                  <a16:creationId xmlns:a16="http://schemas.microsoft.com/office/drawing/2014/main" id="{4D7A916B-4AC3-0509-CC42-364F112A48BD}"/>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305434" y="2799808"/>
              <a:ext cx="405983" cy="405983"/>
            </a:xfrm>
            <a:prstGeom prst="rect">
              <a:avLst/>
            </a:prstGeom>
          </p:spPr>
        </p:pic>
      </p:grpSp>
      <p:grpSp>
        <p:nvGrpSpPr>
          <p:cNvPr id="69" name="Group 68">
            <a:extLst>
              <a:ext uri="{FF2B5EF4-FFF2-40B4-BE49-F238E27FC236}">
                <a16:creationId xmlns:a16="http://schemas.microsoft.com/office/drawing/2014/main" id="{E713A381-FB3F-6AEC-FDD4-6DFABEF3E76C}"/>
              </a:ext>
            </a:extLst>
          </p:cNvPr>
          <p:cNvGrpSpPr/>
          <p:nvPr/>
        </p:nvGrpSpPr>
        <p:grpSpPr>
          <a:xfrm>
            <a:off x="4865987" y="1800225"/>
            <a:ext cx="736600" cy="736600"/>
            <a:chOff x="4865987" y="1681927"/>
            <a:chExt cx="736600" cy="736600"/>
          </a:xfrm>
        </p:grpSpPr>
        <p:sp>
          <p:nvSpPr>
            <p:cNvPr id="70" name="Oval 69">
              <a:extLst>
                <a:ext uri="{FF2B5EF4-FFF2-40B4-BE49-F238E27FC236}">
                  <a16:creationId xmlns:a16="http://schemas.microsoft.com/office/drawing/2014/main" id="{46CCC370-B4E5-89D3-B3F6-69276D54994A}"/>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1" name="Graphic 70">
              <a:extLst>
                <a:ext uri="{FF2B5EF4-FFF2-40B4-BE49-F238E27FC236}">
                  <a16:creationId xmlns:a16="http://schemas.microsoft.com/office/drawing/2014/main" id="{B821C579-D014-8306-0144-EDA474EBB5AC}"/>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5057320" y="1836826"/>
              <a:ext cx="353935" cy="426803"/>
            </a:xfrm>
            <a:prstGeom prst="rect">
              <a:avLst/>
            </a:prstGeom>
          </p:spPr>
        </p:pic>
      </p:grpSp>
      <p:grpSp>
        <p:nvGrpSpPr>
          <p:cNvPr id="72" name="Group 71">
            <a:extLst>
              <a:ext uri="{FF2B5EF4-FFF2-40B4-BE49-F238E27FC236}">
                <a16:creationId xmlns:a16="http://schemas.microsoft.com/office/drawing/2014/main" id="{02E6B3D2-686D-95EF-0DD0-E3879EEF75B2}"/>
              </a:ext>
            </a:extLst>
          </p:cNvPr>
          <p:cNvGrpSpPr/>
          <p:nvPr/>
        </p:nvGrpSpPr>
        <p:grpSpPr>
          <a:xfrm>
            <a:off x="5728918" y="1800225"/>
            <a:ext cx="736600" cy="736600"/>
            <a:chOff x="5728918" y="1681927"/>
            <a:chExt cx="736600" cy="736600"/>
          </a:xfrm>
        </p:grpSpPr>
        <p:sp>
          <p:nvSpPr>
            <p:cNvPr id="73" name="Oval 72">
              <a:extLst>
                <a:ext uri="{FF2B5EF4-FFF2-40B4-BE49-F238E27FC236}">
                  <a16:creationId xmlns:a16="http://schemas.microsoft.com/office/drawing/2014/main" id="{349C933D-C517-8A12-3505-3D8474271585}"/>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74" name="Graphic 73">
              <a:extLst>
                <a:ext uri="{FF2B5EF4-FFF2-40B4-BE49-F238E27FC236}">
                  <a16:creationId xmlns:a16="http://schemas.microsoft.com/office/drawing/2014/main" id="{53E8553D-29F8-2913-20CB-6A4D6248E1B1}"/>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915046" y="1836826"/>
              <a:ext cx="364344" cy="426803"/>
            </a:xfrm>
            <a:prstGeom prst="rect">
              <a:avLst/>
            </a:prstGeom>
          </p:spPr>
        </p:pic>
      </p:grpSp>
      <p:grpSp>
        <p:nvGrpSpPr>
          <p:cNvPr id="75" name="Group 74">
            <a:extLst>
              <a:ext uri="{FF2B5EF4-FFF2-40B4-BE49-F238E27FC236}">
                <a16:creationId xmlns:a16="http://schemas.microsoft.com/office/drawing/2014/main" id="{4A06EA21-F483-F57B-4A8F-38EB94D468F9}"/>
              </a:ext>
            </a:extLst>
          </p:cNvPr>
          <p:cNvGrpSpPr/>
          <p:nvPr/>
        </p:nvGrpSpPr>
        <p:grpSpPr>
          <a:xfrm>
            <a:off x="6591849" y="2752797"/>
            <a:ext cx="736600" cy="736600"/>
            <a:chOff x="6591849" y="2634499"/>
            <a:chExt cx="736600" cy="736600"/>
          </a:xfrm>
        </p:grpSpPr>
        <p:sp>
          <p:nvSpPr>
            <p:cNvPr id="76" name="Oval 75">
              <a:extLst>
                <a:ext uri="{FF2B5EF4-FFF2-40B4-BE49-F238E27FC236}">
                  <a16:creationId xmlns:a16="http://schemas.microsoft.com/office/drawing/2014/main" id="{D59093D4-1433-7F51-9BC8-9B8EE9AC3D0C}"/>
                </a:ext>
              </a:extLst>
            </p:cNvPr>
            <p:cNvSpPr/>
            <p:nvPr/>
          </p:nvSpPr>
          <p:spPr>
            <a:xfrm>
              <a:off x="6591849"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grpSp>
          <p:nvGrpSpPr>
            <p:cNvPr id="77" name="Group 76">
              <a:extLst>
                <a:ext uri="{FF2B5EF4-FFF2-40B4-BE49-F238E27FC236}">
                  <a16:creationId xmlns:a16="http://schemas.microsoft.com/office/drawing/2014/main" id="{E06426E0-7FF8-D380-1B33-09B6FAC02B3C}"/>
                </a:ext>
              </a:extLst>
            </p:cNvPr>
            <p:cNvGrpSpPr/>
            <p:nvPr/>
          </p:nvGrpSpPr>
          <p:grpSpPr>
            <a:xfrm>
              <a:off x="6809248" y="2844608"/>
              <a:ext cx="301802" cy="316382"/>
              <a:chOff x="6809248" y="2844608"/>
              <a:chExt cx="301802" cy="316382"/>
            </a:xfrm>
          </p:grpSpPr>
          <p:sp>
            <p:nvSpPr>
              <p:cNvPr id="78" name="Freeform: Shape 5">
                <a:extLst>
                  <a:ext uri="{FF2B5EF4-FFF2-40B4-BE49-F238E27FC236}">
                    <a16:creationId xmlns:a16="http://schemas.microsoft.com/office/drawing/2014/main" id="{6F7691F8-112C-BD08-7A48-CFC6A7E237CE}"/>
                  </a:ext>
                </a:extLst>
              </p:cNvPr>
              <p:cNvSpPr/>
              <p:nvPr/>
            </p:nvSpPr>
            <p:spPr>
              <a:xfrm>
                <a:off x="6809287" y="2844608"/>
                <a:ext cx="301724" cy="316382"/>
              </a:xfrm>
              <a:custGeom>
                <a:avLst/>
                <a:gdLst>
                  <a:gd name="connsiteX0" fmla="*/ 309771 w 368104"/>
                  <a:gd name="connsiteY0" fmla="*/ 0 h 385985"/>
                  <a:gd name="connsiteX1" fmla="*/ 58428 w 368104"/>
                  <a:gd name="connsiteY1" fmla="*/ 0 h 385985"/>
                  <a:gd name="connsiteX2" fmla="*/ 0 w 368104"/>
                  <a:gd name="connsiteY2" fmla="*/ 58608 h 385985"/>
                  <a:gd name="connsiteX3" fmla="*/ 0 w 368104"/>
                  <a:gd name="connsiteY3" fmla="*/ 95861 h 385985"/>
                  <a:gd name="connsiteX4" fmla="*/ 21102 w 368104"/>
                  <a:gd name="connsiteY4" fmla="*/ 95861 h 385985"/>
                  <a:gd name="connsiteX5" fmla="*/ 21102 w 368104"/>
                  <a:gd name="connsiteY5" fmla="*/ 58608 h 385985"/>
                  <a:gd name="connsiteX6" fmla="*/ 58428 w 368104"/>
                  <a:gd name="connsiteY6" fmla="*/ 21167 h 385985"/>
                  <a:gd name="connsiteX7" fmla="*/ 309771 w 368104"/>
                  <a:gd name="connsiteY7" fmla="*/ 21167 h 385985"/>
                  <a:gd name="connsiteX8" fmla="*/ 347097 w 368104"/>
                  <a:gd name="connsiteY8" fmla="*/ 58608 h 385985"/>
                  <a:gd name="connsiteX9" fmla="*/ 347097 w 368104"/>
                  <a:gd name="connsiteY9" fmla="*/ 226907 h 385985"/>
                  <a:gd name="connsiteX10" fmla="*/ 309771 w 368104"/>
                  <a:gd name="connsiteY10" fmla="*/ 264348 h 385985"/>
                  <a:gd name="connsiteX11" fmla="*/ 286418 w 368104"/>
                  <a:gd name="connsiteY11" fmla="*/ 264348 h 385985"/>
                  <a:gd name="connsiteX12" fmla="*/ 275914 w 368104"/>
                  <a:gd name="connsiteY12" fmla="*/ 274884 h 385985"/>
                  <a:gd name="connsiteX13" fmla="*/ 275914 w 368104"/>
                  <a:gd name="connsiteY13" fmla="*/ 346945 h 385985"/>
                  <a:gd name="connsiteX14" fmla="*/ 208108 w 368104"/>
                  <a:gd name="connsiteY14" fmla="*/ 268017 h 385985"/>
                  <a:gd name="connsiteX15" fmla="*/ 200136 w 368104"/>
                  <a:gd name="connsiteY15" fmla="*/ 264348 h 385985"/>
                  <a:gd name="connsiteX16" fmla="*/ 151368 w 368104"/>
                  <a:gd name="connsiteY16" fmla="*/ 264348 h 385985"/>
                  <a:gd name="connsiteX17" fmla="*/ 151368 w 368104"/>
                  <a:gd name="connsiteY17" fmla="*/ 285515 h 385985"/>
                  <a:gd name="connsiteX18" fmla="*/ 195260 w 368104"/>
                  <a:gd name="connsiteY18" fmla="*/ 285515 h 385985"/>
                  <a:gd name="connsiteX19" fmla="*/ 278447 w 368104"/>
                  <a:gd name="connsiteY19" fmla="*/ 382317 h 385985"/>
                  <a:gd name="connsiteX20" fmla="*/ 286418 w 368104"/>
                  <a:gd name="connsiteY20" fmla="*/ 385986 h 385985"/>
                  <a:gd name="connsiteX21" fmla="*/ 290076 w 368104"/>
                  <a:gd name="connsiteY21" fmla="*/ 385327 h 385985"/>
                  <a:gd name="connsiteX22" fmla="*/ 296922 w 368104"/>
                  <a:gd name="connsiteY22" fmla="*/ 375450 h 385985"/>
                  <a:gd name="connsiteX23" fmla="*/ 296922 w 368104"/>
                  <a:gd name="connsiteY23" fmla="*/ 285515 h 385985"/>
                  <a:gd name="connsiteX24" fmla="*/ 309677 w 368104"/>
                  <a:gd name="connsiteY24" fmla="*/ 285515 h 385985"/>
                  <a:gd name="connsiteX25" fmla="*/ 368105 w 368104"/>
                  <a:gd name="connsiteY25" fmla="*/ 226907 h 385985"/>
                  <a:gd name="connsiteX26" fmla="*/ 368105 w 368104"/>
                  <a:gd name="connsiteY26" fmla="*/ 58608 h 385985"/>
                  <a:gd name="connsiteX27" fmla="*/ 309771 w 368104"/>
                  <a:gd name="connsiteY27" fmla="*/ 0 h 385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8104" h="385985">
                    <a:moveTo>
                      <a:pt x="309771" y="0"/>
                    </a:moveTo>
                    <a:lnTo>
                      <a:pt x="58428" y="0"/>
                    </a:lnTo>
                    <a:cubicBezTo>
                      <a:pt x="26260" y="0"/>
                      <a:pt x="0" y="26247"/>
                      <a:pt x="0" y="58608"/>
                    </a:cubicBezTo>
                    <a:lnTo>
                      <a:pt x="0" y="95861"/>
                    </a:lnTo>
                    <a:lnTo>
                      <a:pt x="21102" y="95861"/>
                    </a:lnTo>
                    <a:lnTo>
                      <a:pt x="21102" y="58608"/>
                    </a:lnTo>
                    <a:cubicBezTo>
                      <a:pt x="21102" y="38006"/>
                      <a:pt x="37889" y="21167"/>
                      <a:pt x="58428" y="21167"/>
                    </a:cubicBezTo>
                    <a:lnTo>
                      <a:pt x="309771" y="21167"/>
                    </a:lnTo>
                    <a:cubicBezTo>
                      <a:pt x="330309" y="21167"/>
                      <a:pt x="347097" y="37912"/>
                      <a:pt x="347097" y="58608"/>
                    </a:cubicBezTo>
                    <a:lnTo>
                      <a:pt x="347097" y="226907"/>
                    </a:lnTo>
                    <a:cubicBezTo>
                      <a:pt x="347097" y="247509"/>
                      <a:pt x="330403" y="264348"/>
                      <a:pt x="309771" y="264348"/>
                    </a:cubicBezTo>
                    <a:lnTo>
                      <a:pt x="286418" y="264348"/>
                    </a:lnTo>
                    <a:cubicBezTo>
                      <a:pt x="280604" y="264348"/>
                      <a:pt x="275914" y="269052"/>
                      <a:pt x="275914" y="274884"/>
                    </a:cubicBezTo>
                    <a:lnTo>
                      <a:pt x="275914" y="346945"/>
                    </a:lnTo>
                    <a:lnTo>
                      <a:pt x="208108" y="268017"/>
                    </a:lnTo>
                    <a:cubicBezTo>
                      <a:pt x="206139" y="265665"/>
                      <a:pt x="203138" y="264348"/>
                      <a:pt x="200136" y="264348"/>
                    </a:cubicBezTo>
                    <a:lnTo>
                      <a:pt x="151368" y="264348"/>
                    </a:lnTo>
                    <a:lnTo>
                      <a:pt x="151368" y="285515"/>
                    </a:lnTo>
                    <a:lnTo>
                      <a:pt x="195260" y="285515"/>
                    </a:lnTo>
                    <a:lnTo>
                      <a:pt x="278447" y="382317"/>
                    </a:lnTo>
                    <a:cubicBezTo>
                      <a:pt x="280510" y="384669"/>
                      <a:pt x="283417" y="385986"/>
                      <a:pt x="286418" y="385986"/>
                    </a:cubicBezTo>
                    <a:cubicBezTo>
                      <a:pt x="287637" y="385986"/>
                      <a:pt x="288857" y="385798"/>
                      <a:pt x="290076" y="385327"/>
                    </a:cubicBezTo>
                    <a:cubicBezTo>
                      <a:pt x="294202" y="383822"/>
                      <a:pt x="296922" y="379871"/>
                      <a:pt x="296922" y="375450"/>
                    </a:cubicBezTo>
                    <a:lnTo>
                      <a:pt x="296922" y="285515"/>
                    </a:lnTo>
                    <a:lnTo>
                      <a:pt x="309677" y="285515"/>
                    </a:lnTo>
                    <a:cubicBezTo>
                      <a:pt x="341845" y="285515"/>
                      <a:pt x="368105" y="259268"/>
                      <a:pt x="368105" y="226907"/>
                    </a:cubicBezTo>
                    <a:lnTo>
                      <a:pt x="368105" y="58608"/>
                    </a:lnTo>
                    <a:cubicBezTo>
                      <a:pt x="368198" y="26247"/>
                      <a:pt x="342033" y="0"/>
                      <a:pt x="309771" y="0"/>
                    </a:cubicBezTo>
                    <a:close/>
                  </a:path>
                </a:pathLst>
              </a:custGeom>
              <a:solidFill>
                <a:srgbClr val="00BA8D"/>
              </a:solidFill>
              <a:ln w="9378" cap="flat">
                <a:noFill/>
                <a:prstDash val="solid"/>
                <a:miter/>
              </a:ln>
            </p:spPr>
            <p:txBody>
              <a:bodyPr rtlCol="0" anchor="ctr"/>
              <a:lstStyle/>
              <a:p>
                <a:endParaRPr lang="en-GB" sz="1862"/>
              </a:p>
            </p:txBody>
          </p:sp>
          <p:sp>
            <p:nvSpPr>
              <p:cNvPr id="79" name="Freeform: Shape 6">
                <a:extLst>
                  <a:ext uri="{FF2B5EF4-FFF2-40B4-BE49-F238E27FC236}">
                    <a16:creationId xmlns:a16="http://schemas.microsoft.com/office/drawing/2014/main" id="{4DB1822E-7EA6-FB9D-251E-3017CD7ED3A9}"/>
                  </a:ext>
                </a:extLst>
              </p:cNvPr>
              <p:cNvSpPr/>
              <p:nvPr/>
            </p:nvSpPr>
            <p:spPr>
              <a:xfrm>
                <a:off x="6809248" y="2844608"/>
                <a:ext cx="301802" cy="316382"/>
              </a:xfrm>
              <a:custGeom>
                <a:avLst/>
                <a:gdLst>
                  <a:gd name="connsiteX0" fmla="*/ 309771 w 368198"/>
                  <a:gd name="connsiteY0" fmla="*/ 0 h 385985"/>
                  <a:gd name="connsiteX1" fmla="*/ 58428 w 368198"/>
                  <a:gd name="connsiteY1" fmla="*/ 0 h 385985"/>
                  <a:gd name="connsiteX2" fmla="*/ 0 w 368198"/>
                  <a:gd name="connsiteY2" fmla="*/ 58608 h 385985"/>
                  <a:gd name="connsiteX3" fmla="*/ 0 w 368198"/>
                  <a:gd name="connsiteY3" fmla="*/ 226907 h 385985"/>
                  <a:gd name="connsiteX4" fmla="*/ 58428 w 368198"/>
                  <a:gd name="connsiteY4" fmla="*/ 285515 h 385985"/>
                  <a:gd name="connsiteX5" fmla="*/ 71276 w 368198"/>
                  <a:gd name="connsiteY5" fmla="*/ 285515 h 385985"/>
                  <a:gd name="connsiteX6" fmla="*/ 71276 w 368198"/>
                  <a:gd name="connsiteY6" fmla="*/ 375450 h 385985"/>
                  <a:gd name="connsiteX7" fmla="*/ 78123 w 368198"/>
                  <a:gd name="connsiteY7" fmla="*/ 385327 h 385985"/>
                  <a:gd name="connsiteX8" fmla="*/ 81780 w 368198"/>
                  <a:gd name="connsiteY8" fmla="*/ 385986 h 385985"/>
                  <a:gd name="connsiteX9" fmla="*/ 89752 w 368198"/>
                  <a:gd name="connsiteY9" fmla="*/ 382317 h 385985"/>
                  <a:gd name="connsiteX10" fmla="*/ 172939 w 368198"/>
                  <a:gd name="connsiteY10" fmla="*/ 285421 h 385985"/>
                  <a:gd name="connsiteX11" fmla="*/ 309771 w 368198"/>
                  <a:gd name="connsiteY11" fmla="*/ 285421 h 385985"/>
                  <a:gd name="connsiteX12" fmla="*/ 368198 w 368198"/>
                  <a:gd name="connsiteY12" fmla="*/ 226813 h 385985"/>
                  <a:gd name="connsiteX13" fmla="*/ 368198 w 368198"/>
                  <a:gd name="connsiteY13" fmla="*/ 58608 h 385985"/>
                  <a:gd name="connsiteX14" fmla="*/ 309771 w 368198"/>
                  <a:gd name="connsiteY14" fmla="*/ 0 h 385985"/>
                  <a:gd name="connsiteX15" fmla="*/ 347097 w 368198"/>
                  <a:gd name="connsiteY15" fmla="*/ 226907 h 385985"/>
                  <a:gd name="connsiteX16" fmla="*/ 309771 w 368198"/>
                  <a:gd name="connsiteY16" fmla="*/ 264348 h 385985"/>
                  <a:gd name="connsiteX17" fmla="*/ 168156 w 368198"/>
                  <a:gd name="connsiteY17" fmla="*/ 264348 h 385985"/>
                  <a:gd name="connsiteX18" fmla="*/ 160184 w 368198"/>
                  <a:gd name="connsiteY18" fmla="*/ 268017 h 385985"/>
                  <a:gd name="connsiteX19" fmla="*/ 92378 w 368198"/>
                  <a:gd name="connsiteY19" fmla="*/ 346945 h 385985"/>
                  <a:gd name="connsiteX20" fmla="*/ 92378 w 368198"/>
                  <a:gd name="connsiteY20" fmla="*/ 274884 h 385985"/>
                  <a:gd name="connsiteX21" fmla="*/ 81874 w 368198"/>
                  <a:gd name="connsiteY21" fmla="*/ 264348 h 385985"/>
                  <a:gd name="connsiteX22" fmla="*/ 58428 w 368198"/>
                  <a:gd name="connsiteY22" fmla="*/ 264348 h 385985"/>
                  <a:gd name="connsiteX23" fmla="*/ 21102 w 368198"/>
                  <a:gd name="connsiteY23" fmla="*/ 226907 h 385985"/>
                  <a:gd name="connsiteX24" fmla="*/ 21102 w 368198"/>
                  <a:gd name="connsiteY24" fmla="*/ 58608 h 385985"/>
                  <a:gd name="connsiteX25" fmla="*/ 58428 w 368198"/>
                  <a:gd name="connsiteY25" fmla="*/ 21167 h 385985"/>
                  <a:gd name="connsiteX26" fmla="*/ 309864 w 368198"/>
                  <a:gd name="connsiteY26" fmla="*/ 21167 h 385985"/>
                  <a:gd name="connsiteX27" fmla="*/ 347191 w 368198"/>
                  <a:gd name="connsiteY27" fmla="*/ 58608 h 385985"/>
                  <a:gd name="connsiteX28" fmla="*/ 347191 w 368198"/>
                  <a:gd name="connsiteY28" fmla="*/ 226907 h 385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8198" h="385985">
                    <a:moveTo>
                      <a:pt x="309771" y="0"/>
                    </a:moveTo>
                    <a:lnTo>
                      <a:pt x="58428" y="0"/>
                    </a:lnTo>
                    <a:cubicBezTo>
                      <a:pt x="26166" y="0"/>
                      <a:pt x="0" y="26247"/>
                      <a:pt x="0" y="58608"/>
                    </a:cubicBezTo>
                    <a:lnTo>
                      <a:pt x="0" y="226907"/>
                    </a:lnTo>
                    <a:cubicBezTo>
                      <a:pt x="0" y="259174"/>
                      <a:pt x="26166" y="285515"/>
                      <a:pt x="58428" y="285515"/>
                    </a:cubicBezTo>
                    <a:lnTo>
                      <a:pt x="71276" y="285515"/>
                    </a:lnTo>
                    <a:lnTo>
                      <a:pt x="71276" y="375450"/>
                    </a:lnTo>
                    <a:cubicBezTo>
                      <a:pt x="71276" y="379871"/>
                      <a:pt x="73996" y="383822"/>
                      <a:pt x="78123" y="385327"/>
                    </a:cubicBezTo>
                    <a:cubicBezTo>
                      <a:pt x="79342" y="385798"/>
                      <a:pt x="80561" y="385986"/>
                      <a:pt x="81780" y="385986"/>
                    </a:cubicBezTo>
                    <a:cubicBezTo>
                      <a:pt x="84781" y="385986"/>
                      <a:pt x="87689" y="384669"/>
                      <a:pt x="89752" y="382317"/>
                    </a:cubicBezTo>
                    <a:lnTo>
                      <a:pt x="172939" y="285421"/>
                    </a:lnTo>
                    <a:lnTo>
                      <a:pt x="309771" y="285421"/>
                    </a:lnTo>
                    <a:cubicBezTo>
                      <a:pt x="341939" y="285421"/>
                      <a:pt x="368198" y="259174"/>
                      <a:pt x="368198" y="226813"/>
                    </a:cubicBezTo>
                    <a:lnTo>
                      <a:pt x="368198" y="58608"/>
                    </a:lnTo>
                    <a:cubicBezTo>
                      <a:pt x="368198" y="26247"/>
                      <a:pt x="342033" y="0"/>
                      <a:pt x="309771" y="0"/>
                    </a:cubicBezTo>
                    <a:close/>
                    <a:moveTo>
                      <a:pt x="347097" y="226907"/>
                    </a:moveTo>
                    <a:cubicBezTo>
                      <a:pt x="347097" y="247509"/>
                      <a:pt x="330403" y="264348"/>
                      <a:pt x="309771" y="264348"/>
                    </a:cubicBezTo>
                    <a:lnTo>
                      <a:pt x="168156" y="264348"/>
                    </a:lnTo>
                    <a:cubicBezTo>
                      <a:pt x="165061" y="264348"/>
                      <a:pt x="162154" y="265665"/>
                      <a:pt x="160184" y="268017"/>
                    </a:cubicBezTo>
                    <a:lnTo>
                      <a:pt x="92378" y="346945"/>
                    </a:lnTo>
                    <a:lnTo>
                      <a:pt x="92378" y="274884"/>
                    </a:lnTo>
                    <a:cubicBezTo>
                      <a:pt x="92378" y="269052"/>
                      <a:pt x="87689" y="264348"/>
                      <a:pt x="81874" y="264348"/>
                    </a:cubicBezTo>
                    <a:lnTo>
                      <a:pt x="58428" y="264348"/>
                    </a:lnTo>
                    <a:cubicBezTo>
                      <a:pt x="37889" y="264348"/>
                      <a:pt x="21102" y="247603"/>
                      <a:pt x="21102" y="226907"/>
                    </a:cubicBezTo>
                    <a:lnTo>
                      <a:pt x="21102" y="58608"/>
                    </a:lnTo>
                    <a:cubicBezTo>
                      <a:pt x="21102" y="38006"/>
                      <a:pt x="37795" y="21167"/>
                      <a:pt x="58428" y="21167"/>
                    </a:cubicBezTo>
                    <a:lnTo>
                      <a:pt x="309864" y="21167"/>
                    </a:lnTo>
                    <a:cubicBezTo>
                      <a:pt x="330403" y="21167"/>
                      <a:pt x="347191" y="37912"/>
                      <a:pt x="347191" y="58608"/>
                    </a:cubicBezTo>
                    <a:lnTo>
                      <a:pt x="347191" y="226907"/>
                    </a:lnTo>
                    <a:close/>
                  </a:path>
                </a:pathLst>
              </a:custGeom>
              <a:solidFill>
                <a:srgbClr val="00BA8D"/>
              </a:solidFill>
              <a:ln w="9378" cap="flat">
                <a:noFill/>
                <a:prstDash val="solid"/>
                <a:miter/>
              </a:ln>
            </p:spPr>
            <p:txBody>
              <a:bodyPr rtlCol="0" anchor="ctr"/>
              <a:lstStyle/>
              <a:p>
                <a:endParaRPr lang="en-GB" sz="1862"/>
              </a:p>
            </p:txBody>
          </p:sp>
        </p:grpSp>
      </p:grpSp>
    </p:spTree>
    <p:extLst>
      <p:ext uri="{BB962C8B-B14F-4D97-AF65-F5344CB8AC3E}">
        <p14:creationId xmlns:p14="http://schemas.microsoft.com/office/powerpoint/2010/main" val="2990280585"/>
      </p:ext>
    </p:extLst>
  </p:cSld>
  <p:clrMapOvr>
    <a:masterClrMapping/>
  </p:clrMapOvr>
</p:sld>
</file>

<file path=ppt/theme/theme1.xml><?xml version="1.0" encoding="utf-8"?>
<a:theme xmlns:a="http://schemas.openxmlformats.org/drawingml/2006/main" name="Isio A4 Landscape Template">
  <a:themeElements>
    <a:clrScheme name="Isio Colours">
      <a:dk1>
        <a:srgbClr val="000000"/>
      </a:dk1>
      <a:lt1>
        <a:srgbClr val="FFFFFF"/>
      </a:lt1>
      <a:dk2>
        <a:srgbClr val="4F5353"/>
      </a:dk2>
      <a:lt2>
        <a:srgbClr val="00BA8D"/>
      </a:lt2>
      <a:accent1>
        <a:srgbClr val="E76151"/>
      </a:accent1>
      <a:accent2>
        <a:srgbClr val="B22470"/>
      </a:accent2>
      <a:accent3>
        <a:srgbClr val="3B3482"/>
      </a:accent3>
      <a:accent4>
        <a:srgbClr val="FF9F00"/>
      </a:accent4>
      <a:accent5>
        <a:srgbClr val="87D6BB"/>
      </a:accent5>
      <a:accent6>
        <a:srgbClr val="959898"/>
      </a:accent6>
      <a:hlink>
        <a:srgbClr val="D480A9"/>
      </a:hlink>
      <a:folHlink>
        <a:srgbClr val="8885B4"/>
      </a:folHlink>
    </a:clrScheme>
    <a:fontScheme name="Custom 1">
      <a:majorFont>
        <a:latin typeface="TT Hoves DemiBold"/>
        <a:ea typeface=""/>
        <a:cs typeface=""/>
      </a:majorFont>
      <a:minorFont>
        <a:latin typeface="TT Hove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72000" rIns="72000" bIns="72000" rtlCol="0" anchor="t"/>
      <a:lstStyle>
        <a:defPPr algn="l">
          <a:spcAft>
            <a:spcPts val="600"/>
          </a:spcAft>
          <a:defRPr sz="1100" dirty="0" err="1">
            <a:solidFill>
              <a:schemeClr val="tx1"/>
            </a:solidFill>
          </a:defRPr>
        </a:defPPr>
      </a:lstStyle>
      <a:style>
        <a:lnRef idx="0">
          <a:scrgbClr r="0" g="0" b="0"/>
        </a:lnRef>
        <a:fillRef idx="0">
          <a:scrgbClr r="0" g="0" b="0"/>
        </a:fillRef>
        <a:effectRef idx="0">
          <a:scrgbClr r="0" g="0" b="0"/>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spcAft>
            <a:spcPts val="600"/>
          </a:spcAft>
          <a:defRPr sz="1100" dirty="0" err="1" smtClean="0"/>
        </a:defPPr>
      </a:lstStyle>
    </a:txDef>
  </a:objectDefaults>
  <a:extraClrSchemeLst/>
  <a:custClrLst>
    <a:custClr name="Dark Green">
      <a:srgbClr val="00BA8D"/>
    </a:custClr>
    <a:custClr name="Dark Grey">
      <a:srgbClr val="4F5353"/>
    </a:custClr>
    <a:custClr name="Red">
      <a:srgbClr val="E76151"/>
    </a:custClr>
    <a:custClr name="Pink">
      <a:srgbClr val="B22470"/>
    </a:custClr>
    <a:custClr name="Dark Purple">
      <a:srgbClr val="3B3482"/>
    </a:custClr>
    <a:custClr name="Orange">
      <a:srgbClr val="FF9F00"/>
    </a:custClr>
    <a:custClr name="Blank 1">
      <a:srgbClr val="FFFFFF"/>
    </a:custClr>
    <a:custClr name="Blank 2">
      <a:srgbClr val="FFFFFF"/>
    </a:custClr>
    <a:custClr name="Blank 3">
      <a:srgbClr val="FFFFFF"/>
    </a:custClr>
    <a:custClr name="Blank 4">
      <a:srgbClr val="FFFFFF"/>
    </a:custClr>
    <a:custClr name="Dark Green-60">
      <a:srgbClr val="66D6BB"/>
    </a:custClr>
    <a:custClr name="Dark Grey-60">
      <a:srgbClr val="959898"/>
    </a:custClr>
    <a:custClr name="Red-60">
      <a:srgbClr val="F1A097"/>
    </a:custClr>
    <a:custClr name="Pink-60">
      <a:srgbClr val="D17CA9"/>
    </a:custClr>
    <a:custClr name="Dark Purple-60">
      <a:srgbClr val="8985B4"/>
    </a:custClr>
    <a:custClr name="Orange-60">
      <a:srgbClr val="FFC566"/>
    </a:custClr>
    <a:custClr name="Blank 5">
      <a:srgbClr val="FFFFFF"/>
    </a:custClr>
    <a:custClr name="Blank 6">
      <a:srgbClr val="FFFFFF"/>
    </a:custClr>
    <a:custClr name="Blank 7">
      <a:srgbClr val="FFFFFF"/>
    </a:custClr>
    <a:custClr name="Blank 8">
      <a:srgbClr val="FFFFFF"/>
    </a:custClr>
    <a:custClr name="Dark Green-40">
      <a:srgbClr val="AFE4D1"/>
    </a:custClr>
    <a:custClr name="Dark Grey-40">
      <a:srgbClr val="B9BABA"/>
    </a:custClr>
    <a:custClr name="Red-40">
      <a:srgbClr val="F8C1BA"/>
    </a:custClr>
    <a:custClr name="Pink-40">
      <a:srgbClr val="E4ABC7"/>
    </a:custClr>
    <a:custClr name="Dark Purple-40">
      <a:srgbClr val="B2AECE"/>
    </a:custClr>
    <a:custClr name="Orange-40">
      <a:srgbClr val="FFDAAA"/>
    </a:custClr>
    <a:custClr name="Blank 9">
      <a:srgbClr val="FFFFFF"/>
    </a:custClr>
    <a:custClr name="Blank 10">
      <a:srgbClr val="FFFFFF"/>
    </a:custClr>
    <a:custClr name="Blank 11">
      <a:srgbClr val="FFFFFF"/>
    </a:custClr>
    <a:custClr name="Blank 12">
      <a:srgbClr val="FFFFFF"/>
    </a:custClr>
    <a:custClr name="Dark Green-10">
      <a:srgbClr val="ECF9F4"/>
    </a:custClr>
    <a:custClr name="Dark Grey-10">
      <a:srgbClr val="EEEEEE"/>
    </a:custClr>
    <a:custClr name="Red-10">
      <a:srgbClr val="FDEFED"/>
    </a:custClr>
    <a:custClr name="Pink-10">
      <a:srgbClr val="F9EBF2"/>
    </a:custClr>
    <a:custClr name="Dark Purple-10">
      <a:srgbClr val="EDEBF4"/>
    </a:custClr>
    <a:custClr name="Orange-10">
      <a:srgbClr val="FFF6EB"/>
    </a:custClr>
    <a:custClr name="Blank 13">
      <a:srgbClr val="FFFFFF"/>
    </a:custClr>
    <a:custClr name="Blank 14">
      <a:srgbClr val="FFFFFF"/>
    </a:custClr>
    <a:custClr name="Blank 15">
      <a:srgbClr val="FFFFFF"/>
    </a:custClr>
    <a:custClr name="Blank 16">
      <a:srgbClr val="FFFFFF"/>
    </a:custClr>
  </a:custClrLst>
  <a:extLst>
    <a:ext uri="{05A4C25C-085E-4340-85A3-A5531E510DB2}">
      <thm15:themeFamily xmlns:thm15="http://schemas.microsoft.com/office/thememl/2012/main" name="Presentation8" id="{B8D40AC5-5301-4F44-B651-7E2B03F054B2}" vid="{8FFF5B33-9701-A24F-8F12-1E268DCBE8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FE2C5388CADC4892DAFB49EF11C120" ma:contentTypeVersion="13" ma:contentTypeDescription="Create a new document." ma:contentTypeScope="" ma:versionID="52409f5e282d0ac14851bdd2092f621f">
  <xsd:schema xmlns:xsd="http://www.w3.org/2001/XMLSchema" xmlns:xs="http://www.w3.org/2001/XMLSchema" xmlns:p="http://schemas.microsoft.com/office/2006/metadata/properties" xmlns:ns2="d17d1a26-9193-4103-916c-339a083bce31" xmlns:ns3="1812765a-62af-4eab-9818-39d2c6522f60" targetNamespace="http://schemas.microsoft.com/office/2006/metadata/properties" ma:root="true" ma:fieldsID="69fecb78c7595864d39a5f36f10e0cdd" ns2:_="" ns3:_="">
    <xsd:import namespace="d17d1a26-9193-4103-916c-339a083bce31"/>
    <xsd:import namespace="1812765a-62af-4eab-9818-39d2c6522f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d1a26-9193-4103-916c-339a083bc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38389ea-7b2c-4424-a57b-92dcd6d17e2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12765a-62af-4eab-9818-39d2c6522f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38be43-ab0b-4d63-9d7a-2fd44e557627}" ma:internalName="TaxCatchAll" ma:showField="CatchAllData" ma:web="1812765a-62af-4eab-9818-39d2c6522f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17d1a26-9193-4103-916c-339a083bce31">
      <Terms xmlns="http://schemas.microsoft.com/office/infopath/2007/PartnerControls"/>
    </lcf76f155ced4ddcb4097134ff3c332f>
    <TaxCatchAll xmlns="1812765a-62af-4eab-9818-39d2c6522f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C0812F-6BDC-40EE-9AB9-6551AE21C245}">
  <ds:schemaRefs>
    <ds:schemaRef ds:uri="1812765a-62af-4eab-9818-39d2c6522f60"/>
    <ds:schemaRef ds:uri="d17d1a26-9193-4103-916c-339a083bce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1A5DA9-8780-44DA-8706-4F362CF84776}">
  <ds:schemaRefs>
    <ds:schemaRef ds:uri="1812765a-62af-4eab-9818-39d2c6522f60"/>
    <ds:schemaRef ds:uri="d17d1a26-9193-4103-916c-339a083bce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2EB2BA-2CC6-416C-A728-E2053FFB69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Isio A4 Landscape Template</Template>
  <TotalTime>1</TotalTime>
  <Words>8914</Words>
  <Application>Microsoft Macintosh PowerPoint</Application>
  <PresentationFormat>Custom</PresentationFormat>
  <Paragraphs>906</Paragraphs>
  <Slides>51</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ＭＳ Ｐゴシック</vt:lpstr>
      <vt:lpstr>Arial</vt:lpstr>
      <vt:lpstr>Calibri</vt:lpstr>
      <vt:lpstr>Helvetica Now Text</vt:lpstr>
      <vt:lpstr>SC STKaiti</vt:lpstr>
      <vt:lpstr>TT Hoves DemiBold</vt:lpstr>
      <vt:lpstr>TT Hoves Light</vt:lpstr>
      <vt:lpstr>Webdings</vt:lpstr>
      <vt:lpstr>Wingdings</vt:lpstr>
      <vt:lpstr>Isio A4 Landscape Template</vt:lpstr>
      <vt:lpstr>Highlight / Pull outs / Quote</vt:lpstr>
      <vt:lpstr>Video / image example </vt:lpstr>
      <vt:lpstr>Layout option with  Ipad Screen </vt:lpstr>
      <vt:lpstr>Layout option with Ipad Screen </vt:lpstr>
      <vt:lpstr>Graphic example</vt:lpstr>
      <vt:lpstr>Chevrons</vt:lpstr>
      <vt:lpstr>Timeline</vt:lpstr>
      <vt:lpstr>Timeline </vt:lpstr>
      <vt:lpstr>Timeline</vt:lpstr>
      <vt:lpstr>Timeline</vt:lpstr>
      <vt:lpstr>Timeline</vt:lpstr>
      <vt:lpstr>Timeline</vt:lpstr>
      <vt:lpstr>Next Steps</vt:lpstr>
      <vt:lpstr>Process</vt:lpstr>
      <vt:lpstr>Process</vt:lpstr>
      <vt:lpstr>Process</vt:lpstr>
      <vt:lpstr>Process</vt:lpstr>
      <vt:lpstr>Circle diagram 3</vt:lpstr>
      <vt:lpstr>Circle diagram 4</vt:lpstr>
      <vt:lpstr>Circle diagram 5</vt:lpstr>
      <vt:lpstr>Diagram </vt:lpstr>
      <vt:lpstr>Diagram</vt:lpstr>
      <vt:lpstr>Diagram</vt:lpstr>
      <vt:lpstr>Meeting planner</vt:lpstr>
      <vt:lpstr>UK map </vt:lpstr>
      <vt:lpstr>London Boroughs map</vt:lpstr>
      <vt:lpstr>PowerPoint Presentation</vt:lpstr>
      <vt:lpstr>Layout with graphic</vt:lpstr>
      <vt:lpstr>Comparing and showing options </vt:lpstr>
      <vt:lpstr>Comparing two portfolios</vt:lpstr>
      <vt:lpstr>Three key points and chart</vt:lpstr>
      <vt:lpstr>Comments on specific part of portfolio</vt:lpstr>
      <vt:lpstr>Comments on specific part of portfolio</vt:lpstr>
      <vt:lpstr>Team structure</vt:lpstr>
      <vt:lpstr>Team structure</vt:lpstr>
      <vt:lpstr>Team structure</vt:lpstr>
      <vt:lpstr>Team structure</vt:lpstr>
      <vt:lpstr>Team structure</vt:lpstr>
      <vt:lpstr>Team chart </vt:lpstr>
      <vt:lpstr>Team chart </vt:lpstr>
      <vt:lpstr>Team chart</vt:lpstr>
      <vt:lpstr>Charts &amp; Diagrams</vt:lpstr>
      <vt:lpstr>Environment</vt:lpstr>
      <vt:lpstr>Financial Services</vt:lpstr>
      <vt:lpstr>Office &amp; Business</vt:lpstr>
      <vt:lpstr>Office &amp; Business</vt:lpstr>
      <vt:lpstr>Strategy &amp; Management</vt:lpstr>
      <vt:lpstr>Technology</vt:lpstr>
      <vt:lpstr>User Interface</vt:lpstr>
      <vt:lpstr>User Interface</vt:lpstr>
      <vt:lpstr>User Interface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Jayvin Sudra</dc:creator>
  <cp:lastModifiedBy>Jayvin Sudra</cp:lastModifiedBy>
  <cp:revision>1</cp:revision>
  <dcterms:created xsi:type="dcterms:W3CDTF">2026-06-29T20:41:12Z</dcterms:created>
  <dcterms:modified xsi:type="dcterms:W3CDTF">2026-06-29T20:42:38Z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0x010100B5FE2C5388CADC4892DAFB49EF11C120</vt:lpwstr>
  </property>
  <property fmtid="{D5CDD505-2E9C-101B-9397-08002B2CF9AE}" pid="3" name="MediaServiceImageTags">
    <vt:lpwstr/>
  </property>
  <property fmtid="{D5CDD505-2E9C-101B-9397-08002B2CF9AE}" pid="4" name="MSIP_Label_fa45f789-1f0b-4e07-bb5a-5b7474c73833_SetDate">
    <vt:lpwstr>2024-11-01T01:12:32Z</vt:lpwstr>
  </property>
  <property fmtid="{D5CDD505-2E9C-101B-9397-08002B2CF9AE}" pid="5" name="MSIP_Label_875a5b46-6a40-4ffc-90be-3fcbddbfaaf1_SetDate">
    <vt:lpwstr>2024-11-01T01:12:32Z</vt:lpwstr>
  </property>
  <property fmtid="{D5CDD505-2E9C-101B-9397-08002B2CF9AE}" pid="6" name="MSIP_Label_875a5b46-6a40-4ffc-90be-3fcbddbfaaf1_Extended_MSFT_Method">
    <vt:lpwstr>Standard</vt:lpwstr>
  </property>
  <property fmtid="{D5CDD505-2E9C-101B-9397-08002B2CF9AE}" pid="7" name="Sensitivity">
    <vt:lpwstr>CONFIDENTIAL \ CONFIDENTIAL CONFIDENTIAL</vt:lpwstr>
  </property>
  <property fmtid="{D5CDD505-2E9C-101B-9397-08002B2CF9AE}" pid="8" name="MSIP_Label_fa45f789-1f0b-4e07-bb5a-5b7474c73833_Extended_MSFT_Method">
    <vt:lpwstr>Standard</vt:lpwstr>
  </property>
  <property fmtid="{D5CDD505-2E9C-101B-9397-08002B2CF9AE}" pid="9" name="MSIP_Label_fa45f789-1f0b-4e07-bb5a-5b7474c73833_ActionId">
    <vt:lpwstr>f49881a2-991c-49f5-bd6e-c9b48059cc77</vt:lpwstr>
  </property>
  <property fmtid="{D5CDD505-2E9C-101B-9397-08002B2CF9AE}" pid="10" name="MSIP_Label_875a5b46-6a40-4ffc-90be-3fcbddbfaaf1_Parent">
    <vt:lpwstr>fa45f789-1f0b-4e07-bb5a-5b7474c73833</vt:lpwstr>
  </property>
  <property fmtid="{D5CDD505-2E9C-101B-9397-08002B2CF9AE}" pid="11" name="MSIP_Label_875a5b46-6a40-4ffc-90be-3fcbddbfaaf1_Name">
    <vt:lpwstr>CONFIDENTIAL \ CONFIDENTIAL</vt:lpwstr>
  </property>
  <property fmtid="{D5CDD505-2E9C-101B-9397-08002B2CF9AE}" pid="12" name="MSIP_Label_fa45f789-1f0b-4e07-bb5a-5b7474c73833_SiteId">
    <vt:lpwstr>94cfddbc-0627-494a-ad7a-29aea3aea832</vt:lpwstr>
  </property>
  <property fmtid="{D5CDD505-2E9C-101B-9397-08002B2CF9AE}" pid="13" name="MSIP_Label_fa45f789-1f0b-4e07-bb5a-5b7474c73833_Enabled">
    <vt:lpwstr>True</vt:lpwstr>
  </property>
  <property fmtid="{D5CDD505-2E9C-101B-9397-08002B2CF9AE}" pid="14" name="MSIP_Label_fa45f789-1f0b-4e07-bb5a-5b7474c73833_Name">
    <vt:lpwstr>CONFIDENTIAL</vt:lpwstr>
  </property>
  <property fmtid="{D5CDD505-2E9C-101B-9397-08002B2CF9AE}" pid="15" name="MSIP_Label_875a5b46-6a40-4ffc-90be-3fcbddbfaaf1_Removed">
    <vt:lpwstr>False</vt:lpwstr>
  </property>
  <property fmtid="{D5CDD505-2E9C-101B-9397-08002B2CF9AE}" pid="16" name="MSIP_Label_875a5b46-6a40-4ffc-90be-3fcbddbfaaf1_Enabled">
    <vt:lpwstr>True</vt:lpwstr>
  </property>
  <property fmtid="{D5CDD505-2E9C-101B-9397-08002B2CF9AE}" pid="17" name="MSIP_Label_875a5b46-6a40-4ffc-90be-3fcbddbfaaf1_ActionId">
    <vt:lpwstr>d954de4f-7930-4a6d-b2cc-63235b65060a</vt:lpwstr>
  </property>
  <property fmtid="{D5CDD505-2E9C-101B-9397-08002B2CF9AE}" pid="18" name="MSIP_Label_875a5b46-6a40-4ffc-90be-3fcbddbfaaf1_SiteId">
    <vt:lpwstr>94cfddbc-0627-494a-ad7a-29aea3aea832</vt:lpwstr>
  </property>
</Properties>
</file>