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31"/>
  </p:notesMasterIdLst>
  <p:sldIdLst>
    <p:sldId id="2173" r:id="rId5"/>
    <p:sldId id="280" r:id="rId6"/>
    <p:sldId id="2174" r:id="rId7"/>
    <p:sldId id="2175" r:id="rId8"/>
    <p:sldId id="2176" r:id="rId9"/>
    <p:sldId id="279" r:id="rId10"/>
    <p:sldId id="2177" r:id="rId11"/>
    <p:sldId id="2178" r:id="rId12"/>
    <p:sldId id="2179" r:id="rId13"/>
    <p:sldId id="2180" r:id="rId14"/>
    <p:sldId id="2182" r:id="rId15"/>
    <p:sldId id="2181" r:id="rId16"/>
    <p:sldId id="2135" r:id="rId17"/>
    <p:sldId id="2183" r:id="rId18"/>
    <p:sldId id="2184" r:id="rId19"/>
    <p:sldId id="2185" r:id="rId20"/>
    <p:sldId id="2186" r:id="rId21"/>
    <p:sldId id="2187" r:id="rId22"/>
    <p:sldId id="2128" r:id="rId23"/>
    <p:sldId id="2136" r:id="rId24"/>
    <p:sldId id="2188" r:id="rId25"/>
    <p:sldId id="2137" r:id="rId26"/>
    <p:sldId id="2138" r:id="rId27"/>
    <p:sldId id="2140" r:id="rId28"/>
    <p:sldId id="2189" r:id="rId29"/>
    <p:sldId id="284" r:id="rId30"/>
  </p:sldIdLst>
  <p:sldSz cx="13463588" cy="7561263"/>
  <p:notesSz cx="6794500" cy="9906000"/>
  <p:defaultTextStyle>
    <a:defPPr>
      <a:defRPr lang="en-US"/>
    </a:defPPr>
    <a:lvl1pPr marL="0" algn="l" defTabSz="876134" rtl="0" eaLnBrk="1" latinLnBrk="0" hangingPunct="1">
      <a:defRPr sz="1725" kern="1200">
        <a:solidFill>
          <a:schemeClr val="tx1"/>
        </a:solidFill>
        <a:latin typeface="+mn-lt"/>
        <a:ea typeface="+mn-ea"/>
        <a:cs typeface="+mn-cs"/>
      </a:defRPr>
    </a:lvl1pPr>
    <a:lvl2pPr marL="438067" algn="l" defTabSz="876134" rtl="0" eaLnBrk="1" latinLnBrk="0" hangingPunct="1">
      <a:defRPr sz="1725" kern="1200">
        <a:solidFill>
          <a:schemeClr val="tx1"/>
        </a:solidFill>
        <a:latin typeface="+mn-lt"/>
        <a:ea typeface="+mn-ea"/>
        <a:cs typeface="+mn-cs"/>
      </a:defRPr>
    </a:lvl2pPr>
    <a:lvl3pPr marL="876134" algn="l" defTabSz="876134" rtl="0" eaLnBrk="1" latinLnBrk="0" hangingPunct="1">
      <a:defRPr sz="1725" kern="1200">
        <a:solidFill>
          <a:schemeClr val="tx1"/>
        </a:solidFill>
        <a:latin typeface="+mn-lt"/>
        <a:ea typeface="+mn-ea"/>
        <a:cs typeface="+mn-cs"/>
      </a:defRPr>
    </a:lvl3pPr>
    <a:lvl4pPr marL="1314201" algn="l" defTabSz="876134" rtl="0" eaLnBrk="1" latinLnBrk="0" hangingPunct="1">
      <a:defRPr sz="1725" kern="1200">
        <a:solidFill>
          <a:schemeClr val="tx1"/>
        </a:solidFill>
        <a:latin typeface="+mn-lt"/>
        <a:ea typeface="+mn-ea"/>
        <a:cs typeface="+mn-cs"/>
      </a:defRPr>
    </a:lvl4pPr>
    <a:lvl5pPr marL="1752268" algn="l" defTabSz="876134" rtl="0" eaLnBrk="1" latinLnBrk="0" hangingPunct="1">
      <a:defRPr sz="1725" kern="1200">
        <a:solidFill>
          <a:schemeClr val="tx1"/>
        </a:solidFill>
        <a:latin typeface="+mn-lt"/>
        <a:ea typeface="+mn-ea"/>
        <a:cs typeface="+mn-cs"/>
      </a:defRPr>
    </a:lvl5pPr>
    <a:lvl6pPr marL="2190335" algn="l" defTabSz="876134" rtl="0" eaLnBrk="1" latinLnBrk="0" hangingPunct="1">
      <a:defRPr sz="1725" kern="1200">
        <a:solidFill>
          <a:schemeClr val="tx1"/>
        </a:solidFill>
        <a:latin typeface="+mn-lt"/>
        <a:ea typeface="+mn-ea"/>
        <a:cs typeface="+mn-cs"/>
      </a:defRPr>
    </a:lvl6pPr>
    <a:lvl7pPr marL="2628403" algn="l" defTabSz="876134" rtl="0" eaLnBrk="1" latinLnBrk="0" hangingPunct="1">
      <a:defRPr sz="1725" kern="1200">
        <a:solidFill>
          <a:schemeClr val="tx1"/>
        </a:solidFill>
        <a:latin typeface="+mn-lt"/>
        <a:ea typeface="+mn-ea"/>
        <a:cs typeface="+mn-cs"/>
      </a:defRPr>
    </a:lvl7pPr>
    <a:lvl8pPr marL="3066470" algn="l" defTabSz="876134" rtl="0" eaLnBrk="1" latinLnBrk="0" hangingPunct="1">
      <a:defRPr sz="1725" kern="1200">
        <a:solidFill>
          <a:schemeClr val="tx1"/>
        </a:solidFill>
        <a:latin typeface="+mn-lt"/>
        <a:ea typeface="+mn-ea"/>
        <a:cs typeface="+mn-cs"/>
      </a:defRPr>
    </a:lvl8pPr>
    <a:lvl9pPr marL="3504537" algn="l" defTabSz="876134" rtl="0" eaLnBrk="1" latinLnBrk="0" hangingPunct="1">
      <a:defRPr sz="172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7CA9"/>
    <a:srgbClr val="959898"/>
    <a:srgbClr val="4F5353"/>
    <a:srgbClr val="00BA8D"/>
    <a:srgbClr val="FFF6EB"/>
    <a:srgbClr val="EDEBF4"/>
    <a:srgbClr val="F9EBF2"/>
    <a:srgbClr val="FDEFED"/>
    <a:srgbClr val="EEEEEE"/>
    <a:srgbClr val="ECF9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F4D9D7-B057-4146-87FB-2D94D6B425F3}" v="516" dt="2024-12-12T16:09:22.730"/>
  </p1510:revLst>
</p1510:revInfo>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5580"/>
    <p:restoredTop sz="94212" autoAdjust="0"/>
  </p:normalViewPr>
  <p:slideViewPr>
    <p:cSldViewPr snapToGrid="0">
      <p:cViewPr varScale="1">
        <p:scale>
          <a:sx n="106" d="100"/>
          <a:sy n="106" d="100"/>
        </p:scale>
        <p:origin x="1200" y="1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5477298308754451E-2"/>
          <c:y val="6.0215231738125381E-2"/>
          <c:w val="0.89458004983337824"/>
          <c:h val="0.69373181107704396"/>
        </c:manualLayout>
      </c:layout>
      <c:barChart>
        <c:barDir val="col"/>
        <c:grouping val="percentStacked"/>
        <c:varyColors val="0"/>
        <c:ser>
          <c:idx val="0"/>
          <c:order val="0"/>
          <c:tx>
            <c:strRef>
              <c:f>Sheet1!$B$1</c:f>
              <c:strCache>
                <c:ptCount val="1"/>
                <c:pt idx="0">
                  <c:v>Series 1</c:v>
                </c:pt>
              </c:strCache>
            </c:strRef>
          </c:tx>
          <c:spPr>
            <a:solidFill>
              <a:srgbClr val="00BA8D"/>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485-435D-AD94-C7013A62CB1D}"/>
            </c:ext>
          </c:extLst>
        </c:ser>
        <c:ser>
          <c:idx val="1"/>
          <c:order val="1"/>
          <c:tx>
            <c:strRef>
              <c:f>Sheet1!$C$1</c:f>
              <c:strCache>
                <c:ptCount val="1"/>
                <c:pt idx="0">
                  <c:v>Series 2</c:v>
                </c:pt>
              </c:strCache>
            </c:strRef>
          </c:tx>
          <c:spPr>
            <a:solidFill>
              <a:srgbClr val="4F5353"/>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485-435D-AD94-C7013A62CB1D}"/>
            </c:ext>
          </c:extLst>
        </c:ser>
        <c:ser>
          <c:idx val="2"/>
          <c:order val="2"/>
          <c:tx>
            <c:strRef>
              <c:f>Sheet1!$D$1</c:f>
              <c:strCache>
                <c:ptCount val="1"/>
                <c:pt idx="0">
                  <c:v>Series 3</c:v>
                </c:pt>
              </c:strCache>
            </c:strRef>
          </c:tx>
          <c:spPr>
            <a:solidFill>
              <a:srgbClr val="B2247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485-435D-AD94-C7013A62CB1D}"/>
            </c:ext>
          </c:extLst>
        </c:ser>
        <c:dLbls>
          <c:dLblPos val="ctr"/>
          <c:showLegendKey val="0"/>
          <c:showVal val="1"/>
          <c:showCatName val="0"/>
          <c:showSerName val="0"/>
          <c:showPercent val="0"/>
          <c:showBubbleSize val="0"/>
        </c:dLbls>
        <c:gapWidth val="150"/>
        <c:overlap val="100"/>
        <c:axId val="847845936"/>
        <c:axId val="847850256"/>
      </c:barChart>
      <c:catAx>
        <c:axId val="847845936"/>
        <c:scaling>
          <c:orientation val="minMax"/>
        </c:scaling>
        <c:delete val="0"/>
        <c:axPos val="b"/>
        <c:numFmt formatCode="General" sourceLinked="1"/>
        <c:majorTickMark val="out"/>
        <c:minorTickMark val="none"/>
        <c:tickLblPos val="nextTo"/>
        <c:spPr>
          <a:noFill/>
          <a:ln w="6350" cap="flat" cmpd="sng" algn="ctr">
            <a:solidFill>
              <a:srgbClr val="B9BABA"/>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847850256"/>
        <c:crosses val="autoZero"/>
        <c:auto val="1"/>
        <c:lblAlgn val="ctr"/>
        <c:lblOffset val="0"/>
        <c:tickLblSkip val="1"/>
        <c:noMultiLvlLbl val="0"/>
      </c:catAx>
      <c:valAx>
        <c:axId val="847850256"/>
        <c:scaling>
          <c:orientation val="minMax"/>
        </c:scaling>
        <c:delete val="0"/>
        <c:axPos val="l"/>
        <c:majorGridlines>
          <c:spPr>
            <a:ln w="6350" cap="flat" cmpd="sng" algn="ctr">
              <a:solidFill>
                <a:srgbClr val="EEEEEE"/>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847845936"/>
        <c:crosses val="autoZero"/>
        <c:crossBetween val="between"/>
      </c:valAx>
      <c:spPr>
        <a:noFill/>
        <a:ln>
          <a:noFill/>
        </a:ln>
        <a:effectLst/>
      </c:spPr>
    </c:plotArea>
    <c:legend>
      <c:legendPos val="b"/>
      <c:layout>
        <c:manualLayout>
          <c:xMode val="edge"/>
          <c:yMode val="edge"/>
          <c:x val="0.27902391975308644"/>
          <c:y val="0.91030689078629368"/>
          <c:w val="0.44195216049382718"/>
          <c:h val="8.969310921370631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a:lvl1pPr>
          </a:lstStyle>
          <a:p>
            <a:fld id="{2F40BA08-2719-47EC-98B9-B9C7A5AEF5A3}" type="datetimeFigureOut">
              <a:rPr lang="en-GB" smtClean="0"/>
              <a:t>29/06/2026</a:t>
            </a:fld>
            <a:endParaRPr lang="en-GB"/>
          </a:p>
        </p:txBody>
      </p:sp>
      <p:sp>
        <p:nvSpPr>
          <p:cNvPr id="4" name="Slide Image Placeholder 3"/>
          <p:cNvSpPr>
            <a:spLocks noGrp="1" noRot="1" noChangeAspect="1"/>
          </p:cNvSpPr>
          <p:nvPr>
            <p:ph type="sldImg" idx="2"/>
          </p:nvPr>
        </p:nvSpPr>
        <p:spPr>
          <a:xfrm>
            <a:off x="422275" y="1238250"/>
            <a:ext cx="5949950" cy="33432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67263"/>
            <a:ext cx="5435600" cy="39004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09113"/>
            <a:ext cx="2944813" cy="4968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100" y="9409113"/>
            <a:ext cx="2944813" cy="496887"/>
          </a:xfrm>
          <a:prstGeom prst="rect">
            <a:avLst/>
          </a:prstGeom>
        </p:spPr>
        <p:txBody>
          <a:bodyPr vert="horz" lIns="91440" tIns="45720" rIns="91440" bIns="45720" rtlCol="0" anchor="b"/>
          <a:lstStyle>
            <a:lvl1pPr algn="r">
              <a:defRPr sz="1200"/>
            </a:lvl1pPr>
          </a:lstStyle>
          <a:p>
            <a:fld id="{7DAD1017-E0EA-42FF-A2A9-98DF9225EF22}" type="slidenum">
              <a:rPr lang="en-GB" smtClean="0"/>
              <a:t>‹#›</a:t>
            </a:fld>
            <a:endParaRPr lang="en-GB"/>
          </a:p>
        </p:txBody>
      </p:sp>
    </p:spTree>
    <p:extLst>
      <p:ext uri="{BB962C8B-B14F-4D97-AF65-F5344CB8AC3E}">
        <p14:creationId xmlns:p14="http://schemas.microsoft.com/office/powerpoint/2010/main" val="4199141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DAD1017-E0EA-42FF-A2A9-98DF9225EF22}" type="slidenum">
              <a:rPr lang="en-GB" smtClean="0"/>
              <a:t>5</a:t>
            </a:fld>
            <a:endParaRPr lang="en-GB"/>
          </a:p>
        </p:txBody>
      </p:sp>
    </p:spTree>
    <p:extLst>
      <p:ext uri="{BB962C8B-B14F-4D97-AF65-F5344CB8AC3E}">
        <p14:creationId xmlns:p14="http://schemas.microsoft.com/office/powerpoint/2010/main" val="6455444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6ABDE0-925C-6904-2B19-284BA305326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22" name="Text Placeholder 21">
            <a:extLst>
              <a:ext uri="{FF2B5EF4-FFF2-40B4-BE49-F238E27FC236}">
                <a16:creationId xmlns:a16="http://schemas.microsoft.com/office/drawing/2014/main" id="{E7FFE5AD-2016-7B7E-9F82-2B690FE93A39}"/>
              </a:ext>
            </a:extLst>
          </p:cNvPr>
          <p:cNvSpPr>
            <a:spLocks noGrp="1"/>
          </p:cNvSpPr>
          <p:nvPr>
            <p:ph type="body" sz="quarter" idx="18"/>
          </p:nvPr>
        </p:nvSpPr>
        <p:spPr>
          <a:xfrm>
            <a:off x="539750" y="1911557"/>
            <a:ext cx="8088860" cy="2505392"/>
          </a:xfrm>
        </p:spPr>
        <p:txBody>
          <a:bodyPr/>
          <a:lstStyle>
            <a:lvl1pPr>
              <a:defRPr sz="3400">
                <a:solidFill>
                  <a:schemeClr val="bg1"/>
                </a:solidFill>
              </a:defRPr>
            </a:lvl1pPr>
            <a:lvl2pP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2" name="Group 1">
            <a:extLst>
              <a:ext uri="{FF2B5EF4-FFF2-40B4-BE49-F238E27FC236}">
                <a16:creationId xmlns:a16="http://schemas.microsoft.com/office/drawing/2014/main" id="{16B42D75-0D04-6B68-10E0-4545B5DEE242}"/>
              </a:ext>
            </a:extLst>
          </p:cNvPr>
          <p:cNvGrpSpPr>
            <a:grpSpLocks noChangeAspect="1"/>
          </p:cNvGrpSpPr>
          <p:nvPr userDrawn="1"/>
        </p:nvGrpSpPr>
        <p:grpSpPr>
          <a:xfrm>
            <a:off x="538163" y="550996"/>
            <a:ext cx="1195185" cy="508054"/>
            <a:chOff x="5868144" y="2000579"/>
            <a:chExt cx="1381170" cy="574833"/>
          </a:xfrm>
          <a:solidFill>
            <a:schemeClr val="bg1"/>
          </a:solidFill>
        </p:grpSpPr>
        <p:sp>
          <p:nvSpPr>
            <p:cNvPr id="3" name="Freeform 18">
              <a:extLst>
                <a:ext uri="{FF2B5EF4-FFF2-40B4-BE49-F238E27FC236}">
                  <a16:creationId xmlns:a16="http://schemas.microsoft.com/office/drawing/2014/main" id="{BD2ABE0C-D075-F687-36B6-CE255D874CFE}"/>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4" name="Freeform 19">
              <a:extLst>
                <a:ext uri="{FF2B5EF4-FFF2-40B4-BE49-F238E27FC236}">
                  <a16:creationId xmlns:a16="http://schemas.microsoft.com/office/drawing/2014/main" id="{92FC75A2-FD88-FB04-DBD5-FDD35F669CED}"/>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solidFill>
                  <a:schemeClr val="bg1"/>
                </a:solidFill>
              </a:endParaRPr>
            </a:p>
          </p:txBody>
        </p:sp>
        <p:sp>
          <p:nvSpPr>
            <p:cNvPr id="5" name="Freeform 20">
              <a:extLst>
                <a:ext uri="{FF2B5EF4-FFF2-40B4-BE49-F238E27FC236}">
                  <a16:creationId xmlns:a16="http://schemas.microsoft.com/office/drawing/2014/main" id="{38459F4A-742F-B62A-7F05-826DFD64CFF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6" name="Freeform 21">
              <a:extLst>
                <a:ext uri="{FF2B5EF4-FFF2-40B4-BE49-F238E27FC236}">
                  <a16:creationId xmlns:a16="http://schemas.microsoft.com/office/drawing/2014/main" id="{7CE24B2C-129B-2088-F616-59335AF0174E}"/>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7" name="Freeform 22">
              <a:extLst>
                <a:ext uri="{FF2B5EF4-FFF2-40B4-BE49-F238E27FC236}">
                  <a16:creationId xmlns:a16="http://schemas.microsoft.com/office/drawing/2014/main" id="{72133241-D7BA-4B2C-91B1-E6A6EDFF18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solidFill>
                  <a:schemeClr val="bg1"/>
                </a:solidFill>
              </a:endParaRPr>
            </a:p>
          </p:txBody>
        </p:sp>
        <p:sp>
          <p:nvSpPr>
            <p:cNvPr id="8" name="Freeform 23">
              <a:extLst>
                <a:ext uri="{FF2B5EF4-FFF2-40B4-BE49-F238E27FC236}">
                  <a16:creationId xmlns:a16="http://schemas.microsoft.com/office/drawing/2014/main" id="{3793987F-CAB1-8E55-250A-EB2208026CF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9" name="Freeform 24">
              <a:extLst>
                <a:ext uri="{FF2B5EF4-FFF2-40B4-BE49-F238E27FC236}">
                  <a16:creationId xmlns:a16="http://schemas.microsoft.com/office/drawing/2014/main" id="{C7AAB2F3-35EA-8F82-0BC8-8F9F9DA162C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grpSp>
    </p:spTree>
    <p:extLst>
      <p:ext uri="{BB962C8B-B14F-4D97-AF65-F5344CB8AC3E}">
        <p14:creationId xmlns:p14="http://schemas.microsoft.com/office/powerpoint/2010/main" val="4246117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DB989A-6140-A2B8-0655-AB39B5D379C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a:solidFill>
            <a:schemeClr val="bg1"/>
          </a:solidFill>
        </p:spPr>
      </p:pic>
      <p:sp>
        <p:nvSpPr>
          <p:cNvPr id="9" name="Text Placeholder 21">
            <a:extLst>
              <a:ext uri="{FF2B5EF4-FFF2-40B4-BE49-F238E27FC236}">
                <a16:creationId xmlns:a16="http://schemas.microsoft.com/office/drawing/2014/main" id="{F35CFE8A-9383-BA9D-F02F-6C0D9BB1FF83}"/>
              </a:ext>
            </a:extLst>
          </p:cNvPr>
          <p:cNvSpPr>
            <a:spLocks noGrp="1"/>
          </p:cNvSpPr>
          <p:nvPr>
            <p:ph type="body" sz="quarter" idx="18"/>
          </p:nvPr>
        </p:nvSpPr>
        <p:spPr>
          <a:xfrm>
            <a:off x="539750" y="999808"/>
            <a:ext cx="8088860" cy="250539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23337C25-C2C3-E0F7-72C3-092CC89F5C87}"/>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28E42F60-7A17-B1BE-3025-A5370F953A57}"/>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D1A9E45-06F7-B059-D2DC-9FAD15765274}"/>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1C70716E-B0B3-923D-EA5A-68A3D5A531FA}"/>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FBF66CB4-5C49-4EF6-8939-0B7AFECEA44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DD760B6B-8208-8AC7-7E48-DFC6D3340B5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A42BE27C-101F-5829-F4AC-348E16ACFCAA}"/>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A267B886-F785-4295-E951-73052EE7CBC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38328880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 With image">
    <p:spTree>
      <p:nvGrpSpPr>
        <p:cNvPr id="1" name=""/>
        <p:cNvGrpSpPr/>
        <p:nvPr/>
      </p:nvGrpSpPr>
      <p:grpSpPr>
        <a:xfrm>
          <a:off x="0" y="0"/>
          <a:ext cx="0" cy="0"/>
          <a:chOff x="0" y="0"/>
          <a:chExt cx="0" cy="0"/>
        </a:xfrm>
      </p:grpSpPr>
      <p:sp>
        <p:nvSpPr>
          <p:cNvPr id="2" name="Text Placeholder 21">
            <a:extLst>
              <a:ext uri="{FF2B5EF4-FFF2-40B4-BE49-F238E27FC236}">
                <a16:creationId xmlns:a16="http://schemas.microsoft.com/office/drawing/2014/main" id="{045936CE-85CD-30C6-DF1B-4E7D1306F85B}"/>
              </a:ext>
            </a:extLst>
          </p:cNvPr>
          <p:cNvSpPr>
            <a:spLocks noGrp="1"/>
          </p:cNvSpPr>
          <p:nvPr>
            <p:ph type="body" sz="quarter" idx="18"/>
          </p:nvPr>
        </p:nvSpPr>
        <p:spPr>
          <a:xfrm>
            <a:off x="549158" y="1536352"/>
            <a:ext cx="6313606" cy="30235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607FD219-6F4C-B8F0-BD3F-E93A5911D08D}"/>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097890B5-A2AB-804D-977A-9EE82AC1485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2F6EA41-160A-2CE0-5509-194D6BEDB51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5E1C6B47-809E-63A9-3040-CA8CA4E4578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9527E55F-E925-0415-6AD5-A55B8752080B}"/>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76C5C77A-EC5A-C153-8E36-3490986BD2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1B5650B6-12AD-F667-9DF5-738EDC3784D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1" name="Freeform 24">
              <a:extLst>
                <a:ext uri="{FF2B5EF4-FFF2-40B4-BE49-F238E27FC236}">
                  <a16:creationId xmlns:a16="http://schemas.microsoft.com/office/drawing/2014/main" id="{A10BE665-EF2A-925A-C299-23FDA2B86A62}"/>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2" name="Picture Placeholder 32">
            <a:extLst>
              <a:ext uri="{FF2B5EF4-FFF2-40B4-BE49-F238E27FC236}">
                <a16:creationId xmlns:a16="http://schemas.microsoft.com/office/drawing/2014/main" id="{8B0C329C-FD1D-F52B-8995-B0F4D9425DB7}"/>
              </a:ext>
            </a:extLst>
          </p:cNvPr>
          <p:cNvSpPr>
            <a:spLocks noGrp="1"/>
          </p:cNvSpPr>
          <p:nvPr>
            <p:ph type="pic" sz="quarter" idx="13" hasCustomPrompt="1"/>
          </p:nvPr>
        </p:nvSpPr>
        <p:spPr>
          <a:xfrm>
            <a:off x="4299585" y="539750"/>
            <a:ext cx="9164003" cy="7021513"/>
          </a:xfrm>
          <a:custGeom>
            <a:avLst/>
            <a:gdLst>
              <a:gd name="connsiteX0" fmla="*/ 3964135 w 5478756"/>
              <a:gd name="connsiteY0" fmla="*/ 6 h 4197855"/>
              <a:gd name="connsiteX1" fmla="*/ 5376297 w 5478756"/>
              <a:gd name="connsiteY1" fmla="*/ 202809 h 4197855"/>
              <a:gd name="connsiteX2" fmla="*/ 5478756 w 5478756"/>
              <a:gd name="connsiteY2" fmla="*/ 233396 h 4197855"/>
              <a:gd name="connsiteX3" fmla="*/ 5478756 w 5478756"/>
              <a:gd name="connsiteY3" fmla="*/ 3659606 h 4197855"/>
              <a:gd name="connsiteX4" fmla="*/ 5351198 w 5478756"/>
              <a:gd name="connsiteY4" fmla="*/ 3598941 h 4197855"/>
              <a:gd name="connsiteX5" fmla="*/ 3803096 w 5478756"/>
              <a:gd name="connsiteY5" fmla="*/ 3862667 h 4197855"/>
              <a:gd name="connsiteX6" fmla="*/ 3696284 w 5478756"/>
              <a:gd name="connsiteY6" fmla="*/ 4152415 h 4197855"/>
              <a:gd name="connsiteX7" fmla="*/ 3692182 w 5478756"/>
              <a:gd name="connsiteY7" fmla="*/ 4197855 h 4197855"/>
              <a:gd name="connsiteX8" fmla="*/ 10739 w 5478756"/>
              <a:gd name="connsiteY8" fmla="*/ 4197855 h 4197855"/>
              <a:gd name="connsiteX9" fmla="*/ 9379 w 5478756"/>
              <a:gd name="connsiteY9" fmla="*/ 4184886 h 4197855"/>
              <a:gd name="connsiteX10" fmla="*/ 575639 w 5478756"/>
              <a:gd name="connsiteY10" fmla="*/ 1958070 h 4197855"/>
              <a:gd name="connsiteX11" fmla="*/ 3964135 w 5478756"/>
              <a:gd name="connsiteY11" fmla="*/ 6 h 419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78756" h="4197855">
                <a:moveTo>
                  <a:pt x="3964135" y="6"/>
                </a:moveTo>
                <a:cubicBezTo>
                  <a:pt x="4415609" y="699"/>
                  <a:pt x="4888895" y="67916"/>
                  <a:pt x="5376297" y="202809"/>
                </a:cubicBezTo>
                <a:lnTo>
                  <a:pt x="5478756" y="233396"/>
                </a:lnTo>
                <a:lnTo>
                  <a:pt x="5478756" y="3659606"/>
                </a:lnTo>
                <a:lnTo>
                  <a:pt x="5351198" y="3598941"/>
                </a:lnTo>
                <a:cubicBezTo>
                  <a:pt x="4659486" y="3293110"/>
                  <a:pt x="4088785" y="3367839"/>
                  <a:pt x="3803096" y="3862667"/>
                </a:cubicBezTo>
                <a:cubicBezTo>
                  <a:pt x="3748679" y="3956919"/>
                  <a:pt x="3713807" y="4053506"/>
                  <a:pt x="3696284" y="4152415"/>
                </a:cubicBezTo>
                <a:lnTo>
                  <a:pt x="3692182" y="4197855"/>
                </a:lnTo>
                <a:lnTo>
                  <a:pt x="10739" y="4197855"/>
                </a:lnTo>
                <a:lnTo>
                  <a:pt x="9379" y="4184886"/>
                </a:lnTo>
                <a:cubicBezTo>
                  <a:pt x="-41651" y="3501776"/>
                  <a:pt x="111201" y="2762500"/>
                  <a:pt x="575639" y="1958070"/>
                </a:cubicBezTo>
                <a:cubicBezTo>
                  <a:pt x="1323522" y="662699"/>
                  <a:pt x="2534467" y="-2190"/>
                  <a:pt x="3964135" y="6"/>
                </a:cubicBezTo>
                <a:close/>
              </a:path>
            </a:pathLst>
          </a:custGeom>
          <a:solidFill>
            <a:srgbClr val="ECF9F4"/>
          </a:solidFill>
        </p:spPr>
        <p:txBody>
          <a:bodyPr wrap="square" lIns="90000" anchor="ctr" anchorCtr="0">
            <a:noAutofit/>
          </a:bodyPr>
          <a:lstStyle>
            <a:lvl1pPr marL="0" indent="0" algn="ctr">
              <a:buFontTx/>
              <a:buNone/>
              <a:defRPr sz="1600"/>
            </a:lvl1pPr>
          </a:lstStyle>
          <a:p>
            <a:r>
              <a:rPr lang="en-GB"/>
              <a:t>Click to add picture</a:t>
            </a:r>
          </a:p>
        </p:txBody>
      </p:sp>
    </p:spTree>
    <p:extLst>
      <p:ext uri="{BB962C8B-B14F-4D97-AF65-F5344CB8AC3E}">
        <p14:creationId xmlns:p14="http://schemas.microsoft.com/office/powerpoint/2010/main" val="29888801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 With imag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17F581-9A67-B08D-C9B9-2EE653E46906}"/>
              </a:ext>
            </a:extLst>
          </p:cNvPr>
          <p:cNvSpPr txBox="1"/>
          <p:nvPr userDrawn="1"/>
        </p:nvSpPr>
        <p:spPr>
          <a:xfrm>
            <a:off x="-2817957" y="-4564111"/>
            <a:ext cx="184731" cy="355482"/>
          </a:xfrm>
          <a:prstGeom prst="rect">
            <a:avLst/>
          </a:prstGeom>
          <a:noFill/>
        </p:spPr>
        <p:txBody>
          <a:bodyPr wrap="none" rtlCol="0">
            <a:spAutoFit/>
          </a:bodyPr>
          <a:lstStyle/>
          <a:p>
            <a:endParaRPr lang="en-GB" sz="1710"/>
          </a:p>
        </p:txBody>
      </p:sp>
      <p:sp>
        <p:nvSpPr>
          <p:cNvPr id="4" name="Text Placeholder 21">
            <a:extLst>
              <a:ext uri="{FF2B5EF4-FFF2-40B4-BE49-F238E27FC236}">
                <a16:creationId xmlns:a16="http://schemas.microsoft.com/office/drawing/2014/main" id="{883FAEE3-35F0-DD0C-794A-15F4416285E6}"/>
              </a:ext>
            </a:extLst>
          </p:cNvPr>
          <p:cNvSpPr>
            <a:spLocks noGrp="1"/>
          </p:cNvSpPr>
          <p:nvPr>
            <p:ph type="body" sz="quarter" idx="18"/>
          </p:nvPr>
        </p:nvSpPr>
        <p:spPr>
          <a:xfrm>
            <a:off x="549157" y="4192467"/>
            <a:ext cx="6182639" cy="17689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10711904-09C7-05B3-ADC7-97FDF0ABA74A}"/>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5" name="Freeform 18">
              <a:extLst>
                <a:ext uri="{FF2B5EF4-FFF2-40B4-BE49-F238E27FC236}">
                  <a16:creationId xmlns:a16="http://schemas.microsoft.com/office/drawing/2014/main" id="{66344121-2FB9-8D1B-EDD2-5C5FB60A0E5F}"/>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6" name="Freeform 19">
              <a:extLst>
                <a:ext uri="{FF2B5EF4-FFF2-40B4-BE49-F238E27FC236}">
                  <a16:creationId xmlns:a16="http://schemas.microsoft.com/office/drawing/2014/main" id="{BB179072-E832-85FC-C5B8-982DE3DAE866}"/>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682A6FCF-22DD-6567-8AD0-A16F1949FC94}"/>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86138060-28C6-FC78-C9DD-626FCB4739A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5D4E8FBE-41E0-6410-E731-69EC52B3A0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05097D18-445F-BC9F-B839-900A332E474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FAB3E1D0-E197-ED58-CC43-EA4D4F08DEA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8" name="Picture Placeholder 18">
            <a:extLst>
              <a:ext uri="{FF2B5EF4-FFF2-40B4-BE49-F238E27FC236}">
                <a16:creationId xmlns:a16="http://schemas.microsoft.com/office/drawing/2014/main" id="{572611FC-523B-6878-056A-4A6DCABB5C53}"/>
              </a:ext>
            </a:extLst>
          </p:cNvPr>
          <p:cNvSpPr>
            <a:spLocks noGrp="1"/>
          </p:cNvSpPr>
          <p:nvPr>
            <p:ph type="pic" sz="quarter" idx="13"/>
          </p:nvPr>
        </p:nvSpPr>
        <p:spPr>
          <a:xfrm>
            <a:off x="0" y="0"/>
            <a:ext cx="13463588" cy="7573268"/>
          </a:xfrm>
          <a:custGeom>
            <a:avLst/>
            <a:gdLst>
              <a:gd name="connsiteX0" fmla="*/ 172455 w 9144000"/>
              <a:gd name="connsiteY0" fmla="*/ 3822347 h 5143500"/>
              <a:gd name="connsiteX1" fmla="*/ 2825489 w 9144000"/>
              <a:gd name="connsiteY1" fmla="*/ 5100578 h 5143500"/>
              <a:gd name="connsiteX2" fmla="*/ 2998072 w 9144000"/>
              <a:gd name="connsiteY2" fmla="*/ 5143500 h 5143500"/>
              <a:gd name="connsiteX3" fmla="*/ 0 w 9144000"/>
              <a:gd name="connsiteY3" fmla="*/ 5143500 h 5143500"/>
              <a:gd name="connsiteX4" fmla="*/ 0 w 9144000"/>
              <a:gd name="connsiteY4" fmla="*/ 4072738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0" fmla="*/ 172455 w 9144000"/>
              <a:gd name="connsiteY0" fmla="*/ 3822347 h 5143500"/>
              <a:gd name="connsiteX1" fmla="*/ 2825489 w 9144000"/>
              <a:gd name="connsiteY1" fmla="*/ 5100578 h 5143500"/>
              <a:gd name="connsiteX2" fmla="*/ 0 w 9144000"/>
              <a:gd name="connsiteY2" fmla="*/ 5143500 h 5143500"/>
              <a:gd name="connsiteX3" fmla="*/ 0 w 9144000"/>
              <a:gd name="connsiteY3" fmla="*/ 4072738 h 5143500"/>
              <a:gd name="connsiteX4" fmla="*/ 172455 w 9144000"/>
              <a:gd name="connsiteY4" fmla="*/ 3822347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17" fmla="*/ 0 w 9144000"/>
              <a:gd name="connsiteY17" fmla="*/ 0 h 5143500"/>
              <a:gd name="connsiteX0" fmla="*/ 172455 w 9144000"/>
              <a:gd name="connsiteY0" fmla="*/ 3822347 h 5143500"/>
              <a:gd name="connsiteX1" fmla="*/ 0 w 9144000"/>
              <a:gd name="connsiteY1" fmla="*/ 5143500 h 5143500"/>
              <a:gd name="connsiteX2" fmla="*/ 0 w 9144000"/>
              <a:gd name="connsiteY2" fmla="*/ 4072738 h 5143500"/>
              <a:gd name="connsiteX3" fmla="*/ 172455 w 9144000"/>
              <a:gd name="connsiteY3" fmla="*/ 3822347 h 5143500"/>
              <a:gd name="connsiteX4" fmla="*/ 0 w 9144000"/>
              <a:gd name="connsiteY4" fmla="*/ 0 h 5143500"/>
              <a:gd name="connsiteX5" fmla="*/ 6778853 w 9144000"/>
              <a:gd name="connsiteY5" fmla="*/ 0 h 5143500"/>
              <a:gd name="connsiteX6" fmla="*/ 6848351 w 9144000"/>
              <a:gd name="connsiteY6" fmla="*/ 27291 h 5143500"/>
              <a:gd name="connsiteX7" fmla="*/ 9128944 w 9144000"/>
              <a:gd name="connsiteY7" fmla="*/ 1578722 h 5143500"/>
              <a:gd name="connsiteX8" fmla="*/ 9144000 w 9144000"/>
              <a:gd name="connsiteY8" fmla="*/ 1598646 h 5143500"/>
              <a:gd name="connsiteX9" fmla="*/ 9144000 w 9144000"/>
              <a:gd name="connsiteY9" fmla="*/ 5143500 h 5143500"/>
              <a:gd name="connsiteX10" fmla="*/ 5123144 w 9144000"/>
              <a:gd name="connsiteY10" fmla="*/ 5143500 h 5143500"/>
              <a:gd name="connsiteX11" fmla="*/ 5161703 w 9144000"/>
              <a:gd name="connsiteY11" fmla="*/ 5133423 h 5143500"/>
              <a:gd name="connsiteX12" fmla="*/ 5972059 w 9144000"/>
              <a:gd name="connsiteY12" fmla="*/ 4152322 h 5143500"/>
              <a:gd name="connsiteX13" fmla="*/ 3318602 w 9144000"/>
              <a:gd name="connsiteY13" fmla="*/ 2231025 h 5143500"/>
              <a:gd name="connsiteX14" fmla="*/ 1561 w 9144000"/>
              <a:gd name="connsiteY14" fmla="*/ 592097 h 5143500"/>
              <a:gd name="connsiteX15" fmla="*/ 0 w 9144000"/>
              <a:gd name="connsiteY15" fmla="*/ 590570 h 5143500"/>
              <a:gd name="connsiteX16" fmla="*/ 0 w 9144000"/>
              <a:gd name="connsiteY16" fmla="*/ 0 h 5143500"/>
              <a:gd name="connsiteX0" fmla="*/ 172455 w 9144000"/>
              <a:gd name="connsiteY0" fmla="*/ 3822347 h 5143500"/>
              <a:gd name="connsiteX1" fmla="*/ 0 w 9144000"/>
              <a:gd name="connsiteY1" fmla="*/ 4072738 h 5143500"/>
              <a:gd name="connsiteX2" fmla="*/ 172455 w 9144000"/>
              <a:gd name="connsiteY2" fmla="*/ 3822347 h 5143500"/>
              <a:gd name="connsiteX3" fmla="*/ 0 w 9144000"/>
              <a:gd name="connsiteY3" fmla="*/ 0 h 5143500"/>
              <a:gd name="connsiteX4" fmla="*/ 6778853 w 9144000"/>
              <a:gd name="connsiteY4" fmla="*/ 0 h 5143500"/>
              <a:gd name="connsiteX5" fmla="*/ 6848351 w 9144000"/>
              <a:gd name="connsiteY5" fmla="*/ 27291 h 5143500"/>
              <a:gd name="connsiteX6" fmla="*/ 9128944 w 9144000"/>
              <a:gd name="connsiteY6" fmla="*/ 1578722 h 5143500"/>
              <a:gd name="connsiteX7" fmla="*/ 9144000 w 9144000"/>
              <a:gd name="connsiteY7" fmla="*/ 1598646 h 5143500"/>
              <a:gd name="connsiteX8" fmla="*/ 9144000 w 9144000"/>
              <a:gd name="connsiteY8" fmla="*/ 5143500 h 5143500"/>
              <a:gd name="connsiteX9" fmla="*/ 5123144 w 9144000"/>
              <a:gd name="connsiteY9" fmla="*/ 5143500 h 5143500"/>
              <a:gd name="connsiteX10" fmla="*/ 5161703 w 9144000"/>
              <a:gd name="connsiteY10" fmla="*/ 5133423 h 5143500"/>
              <a:gd name="connsiteX11" fmla="*/ 5972059 w 9144000"/>
              <a:gd name="connsiteY11" fmla="*/ 4152322 h 5143500"/>
              <a:gd name="connsiteX12" fmla="*/ 3318602 w 9144000"/>
              <a:gd name="connsiteY12" fmla="*/ 2231025 h 5143500"/>
              <a:gd name="connsiteX13" fmla="*/ 1561 w 9144000"/>
              <a:gd name="connsiteY13" fmla="*/ 592097 h 5143500"/>
              <a:gd name="connsiteX14" fmla="*/ 0 w 9144000"/>
              <a:gd name="connsiteY14" fmla="*/ 590570 h 5143500"/>
              <a:gd name="connsiteX15" fmla="*/ 0 w 9144000"/>
              <a:gd name="connsiteY15" fmla="*/ 0 h 5143500"/>
              <a:gd name="connsiteX0" fmla="*/ 0 w 9144000"/>
              <a:gd name="connsiteY0" fmla="*/ 0 h 5143500"/>
              <a:gd name="connsiteX1" fmla="*/ 6778853 w 9144000"/>
              <a:gd name="connsiteY1" fmla="*/ 0 h 5143500"/>
              <a:gd name="connsiteX2" fmla="*/ 6848351 w 9144000"/>
              <a:gd name="connsiteY2" fmla="*/ 27291 h 5143500"/>
              <a:gd name="connsiteX3" fmla="*/ 9128944 w 9144000"/>
              <a:gd name="connsiteY3" fmla="*/ 1578722 h 5143500"/>
              <a:gd name="connsiteX4" fmla="*/ 9144000 w 9144000"/>
              <a:gd name="connsiteY4" fmla="*/ 1598646 h 5143500"/>
              <a:gd name="connsiteX5" fmla="*/ 9144000 w 9144000"/>
              <a:gd name="connsiteY5" fmla="*/ 5143500 h 5143500"/>
              <a:gd name="connsiteX6" fmla="*/ 5123144 w 9144000"/>
              <a:gd name="connsiteY6" fmla="*/ 5143500 h 5143500"/>
              <a:gd name="connsiteX7" fmla="*/ 5161703 w 9144000"/>
              <a:gd name="connsiteY7" fmla="*/ 5133423 h 5143500"/>
              <a:gd name="connsiteX8" fmla="*/ 5972059 w 9144000"/>
              <a:gd name="connsiteY8" fmla="*/ 4152322 h 5143500"/>
              <a:gd name="connsiteX9" fmla="*/ 3318602 w 9144000"/>
              <a:gd name="connsiteY9" fmla="*/ 2231025 h 5143500"/>
              <a:gd name="connsiteX10" fmla="*/ 1561 w 9144000"/>
              <a:gd name="connsiteY10" fmla="*/ 592097 h 5143500"/>
              <a:gd name="connsiteX11" fmla="*/ 0 w 9144000"/>
              <a:gd name="connsiteY11" fmla="*/ 590570 h 5143500"/>
              <a:gd name="connsiteX12" fmla="*/ 0 w 9144000"/>
              <a:gd name="connsiteY12"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00" h="5143500">
                <a:moveTo>
                  <a:pt x="0" y="0"/>
                </a:moveTo>
                <a:lnTo>
                  <a:pt x="6778853" y="0"/>
                </a:lnTo>
                <a:lnTo>
                  <a:pt x="6848351" y="27291"/>
                </a:lnTo>
                <a:cubicBezTo>
                  <a:pt x="7721879" y="388321"/>
                  <a:pt x="8551740" y="860396"/>
                  <a:pt x="9128944" y="1578722"/>
                </a:cubicBezTo>
                <a:lnTo>
                  <a:pt x="9144000" y="1598646"/>
                </a:lnTo>
                <a:lnTo>
                  <a:pt x="9144000" y="5143500"/>
                </a:lnTo>
                <a:lnTo>
                  <a:pt x="5123144" y="5143500"/>
                </a:lnTo>
                <a:lnTo>
                  <a:pt x="5161703" y="5133423"/>
                </a:lnTo>
                <a:cubicBezTo>
                  <a:pt x="5696884" y="4971577"/>
                  <a:pt x="5972059" y="4656479"/>
                  <a:pt x="5972059" y="4152322"/>
                </a:cubicBezTo>
                <a:cubicBezTo>
                  <a:pt x="5972059" y="3155007"/>
                  <a:pt x="4705555" y="2689340"/>
                  <a:pt x="3318602" y="2231025"/>
                </a:cubicBezTo>
                <a:cubicBezTo>
                  <a:pt x="2191493" y="1857725"/>
                  <a:pt x="908470" y="1434536"/>
                  <a:pt x="1561" y="592097"/>
                </a:cubicBezTo>
                <a:lnTo>
                  <a:pt x="0" y="590570"/>
                </a:lnTo>
                <a:lnTo>
                  <a:pt x="0" y="0"/>
                </a:lnTo>
                <a:close/>
              </a:path>
            </a:pathLst>
          </a:custGeom>
          <a:solidFill>
            <a:srgbClr val="ECF9F4"/>
          </a:solidFill>
        </p:spPr>
        <p:txBody>
          <a:bodyPr wrap="square" rIns="1080000" anchor="ctr">
            <a:noAutofit/>
          </a:bodyPr>
          <a:lstStyle>
            <a:lvl1pPr algn="r">
              <a:defRPr sz="1400"/>
            </a:lvl1pPr>
          </a:lstStyle>
          <a:p>
            <a:r>
              <a:rPr lang="en-GB"/>
              <a:t>Click icon to add picture</a:t>
            </a:r>
          </a:p>
        </p:txBody>
      </p:sp>
    </p:spTree>
    <p:extLst>
      <p:ext uri="{BB962C8B-B14F-4D97-AF65-F5344CB8AC3E}">
        <p14:creationId xmlns:p14="http://schemas.microsoft.com/office/powerpoint/2010/main" val="341307562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5 - With image">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6C33BFA9-5F41-F421-4516-1C8FF4B7376E}"/>
              </a:ext>
            </a:extLst>
          </p:cNvPr>
          <p:cNvSpPr txBox="1"/>
          <p:nvPr userDrawn="1"/>
        </p:nvSpPr>
        <p:spPr>
          <a:xfrm>
            <a:off x="-1615625" y="723813"/>
            <a:ext cx="184731" cy="355482"/>
          </a:xfrm>
          <a:prstGeom prst="rect">
            <a:avLst/>
          </a:prstGeom>
          <a:noFill/>
        </p:spPr>
        <p:txBody>
          <a:bodyPr wrap="none" rtlCol="0">
            <a:spAutoFit/>
          </a:bodyPr>
          <a:lstStyle/>
          <a:p>
            <a:endParaRPr lang="en-GB" sz="1710"/>
          </a:p>
        </p:txBody>
      </p:sp>
      <p:sp>
        <p:nvSpPr>
          <p:cNvPr id="12" name="Text Placeholder 21">
            <a:extLst>
              <a:ext uri="{FF2B5EF4-FFF2-40B4-BE49-F238E27FC236}">
                <a16:creationId xmlns:a16="http://schemas.microsoft.com/office/drawing/2014/main" id="{33A31E22-6654-3033-8B67-19D21E755388}"/>
              </a:ext>
            </a:extLst>
          </p:cNvPr>
          <p:cNvSpPr>
            <a:spLocks noGrp="1"/>
          </p:cNvSpPr>
          <p:nvPr>
            <p:ph type="body" sz="quarter" idx="18"/>
          </p:nvPr>
        </p:nvSpPr>
        <p:spPr>
          <a:xfrm>
            <a:off x="6862763" y="539750"/>
            <a:ext cx="6062662" cy="1768952"/>
          </a:xfrm>
        </p:spPr>
        <p:txBody>
          <a:bodyPr/>
          <a:lstStyle>
            <a:lvl1pPr algn="r">
              <a:defRPr sz="3400">
                <a:solidFill>
                  <a:schemeClr val="bg2"/>
                </a:solidFill>
              </a:defRPr>
            </a:lvl1pPr>
            <a:lvl2pPr algn="r">
              <a:defRPr sz="1800">
                <a:solidFill>
                  <a:schemeClr val="tx1"/>
                </a:solidFill>
              </a:defRPr>
            </a:lvl2pPr>
            <a:lvl3pPr algn="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11" name="Group 10">
            <a:extLst>
              <a:ext uri="{FF2B5EF4-FFF2-40B4-BE49-F238E27FC236}">
                <a16:creationId xmlns:a16="http://schemas.microsoft.com/office/drawing/2014/main" id="{A820E625-E061-21E9-5D3F-D19F6F85ADF2}"/>
              </a:ext>
            </a:extLst>
          </p:cNvPr>
          <p:cNvGrpSpPr>
            <a:grpSpLocks noChangeAspect="1"/>
          </p:cNvGrpSpPr>
          <p:nvPr userDrawn="1"/>
        </p:nvGrpSpPr>
        <p:grpSpPr>
          <a:xfrm>
            <a:off x="538163" y="550996"/>
            <a:ext cx="1195185" cy="508054"/>
            <a:chOff x="5868144" y="2000579"/>
            <a:chExt cx="1381170" cy="574833"/>
          </a:xfrm>
          <a:solidFill>
            <a:schemeClr val="bg2"/>
          </a:solidFill>
        </p:grpSpPr>
        <p:sp>
          <p:nvSpPr>
            <p:cNvPr id="13" name="Freeform 18">
              <a:extLst>
                <a:ext uri="{FF2B5EF4-FFF2-40B4-BE49-F238E27FC236}">
                  <a16:creationId xmlns:a16="http://schemas.microsoft.com/office/drawing/2014/main" id="{F8224CB0-6BC2-0DC6-6226-833622A10BC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4" name="Freeform 19">
              <a:extLst>
                <a:ext uri="{FF2B5EF4-FFF2-40B4-BE49-F238E27FC236}">
                  <a16:creationId xmlns:a16="http://schemas.microsoft.com/office/drawing/2014/main" id="{33DA4C61-0C6A-B29D-C49B-B689B3A12890}"/>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15" name="Freeform 20">
              <a:extLst>
                <a:ext uri="{FF2B5EF4-FFF2-40B4-BE49-F238E27FC236}">
                  <a16:creationId xmlns:a16="http://schemas.microsoft.com/office/drawing/2014/main" id="{74178341-35C5-42B5-2E27-9F54E07B074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6" name="Freeform 21">
              <a:extLst>
                <a:ext uri="{FF2B5EF4-FFF2-40B4-BE49-F238E27FC236}">
                  <a16:creationId xmlns:a16="http://schemas.microsoft.com/office/drawing/2014/main" id="{351CA051-9A67-4EEC-A970-ABB75B8AD5D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7" name="Freeform 22">
              <a:extLst>
                <a:ext uri="{FF2B5EF4-FFF2-40B4-BE49-F238E27FC236}">
                  <a16:creationId xmlns:a16="http://schemas.microsoft.com/office/drawing/2014/main" id="{7F7AEB49-3AD4-C73A-358C-38877C8708E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8" name="Freeform 23">
              <a:extLst>
                <a:ext uri="{FF2B5EF4-FFF2-40B4-BE49-F238E27FC236}">
                  <a16:creationId xmlns:a16="http://schemas.microsoft.com/office/drawing/2014/main" id="{ECF53D52-497A-4AEC-BC19-15772C1F55A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9" name="Freeform 24">
              <a:extLst>
                <a:ext uri="{FF2B5EF4-FFF2-40B4-BE49-F238E27FC236}">
                  <a16:creationId xmlns:a16="http://schemas.microsoft.com/office/drawing/2014/main" id="{C2660F72-5DFD-B87C-BCC9-35F9F5ABC9E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20" name="Picture Placeholder 15">
            <a:extLst>
              <a:ext uri="{FF2B5EF4-FFF2-40B4-BE49-F238E27FC236}">
                <a16:creationId xmlns:a16="http://schemas.microsoft.com/office/drawing/2014/main" id="{E74B8649-6E43-9024-9246-024847EA6F49}"/>
              </a:ext>
            </a:extLst>
          </p:cNvPr>
          <p:cNvSpPr>
            <a:spLocks noGrp="1"/>
          </p:cNvSpPr>
          <p:nvPr>
            <p:ph type="pic" sz="quarter" idx="14"/>
          </p:nvPr>
        </p:nvSpPr>
        <p:spPr>
          <a:xfrm>
            <a:off x="0" y="1587500"/>
            <a:ext cx="12945363" cy="5973763"/>
          </a:xfrm>
          <a:custGeom>
            <a:avLst/>
            <a:gdLst>
              <a:gd name="connsiteX0" fmla="*/ 2187979 w 8198597"/>
              <a:gd name="connsiteY0" fmla="*/ 6 h 3783322"/>
              <a:gd name="connsiteX1" fmla="*/ 5234923 w 8198597"/>
              <a:gd name="connsiteY1" fmla="*/ 917991 h 3783322"/>
              <a:gd name="connsiteX2" fmla="*/ 8073580 w 8198597"/>
              <a:gd name="connsiteY2" fmla="*/ 3594902 h 3783322"/>
              <a:gd name="connsiteX3" fmla="*/ 8198597 w 8198597"/>
              <a:gd name="connsiteY3" fmla="*/ 3783322 h 3783322"/>
              <a:gd name="connsiteX4" fmla="*/ 4082354 w 8198597"/>
              <a:gd name="connsiteY4" fmla="*/ 3783322 h 3783322"/>
              <a:gd name="connsiteX5" fmla="*/ 4069484 w 8198597"/>
              <a:gd name="connsiteY5" fmla="*/ 3773798 h 3783322"/>
              <a:gd name="connsiteX6" fmla="*/ 3816131 w 8198597"/>
              <a:gd name="connsiteY6" fmla="*/ 3614924 h 3783322"/>
              <a:gd name="connsiteX7" fmla="*/ 2032864 w 8198597"/>
              <a:gd name="connsiteY7" fmla="*/ 3720367 h 3783322"/>
              <a:gd name="connsiteX8" fmla="*/ 2003288 w 8198597"/>
              <a:gd name="connsiteY8" fmla="*/ 3783322 h 3783322"/>
              <a:gd name="connsiteX9" fmla="*/ 0 w 8198597"/>
              <a:gd name="connsiteY9" fmla="*/ 3783322 h 3783322"/>
              <a:gd name="connsiteX10" fmla="*/ 0 w 8198597"/>
              <a:gd name="connsiteY10" fmla="*/ 675225 h 3783322"/>
              <a:gd name="connsiteX11" fmla="*/ 53853 w 8198597"/>
              <a:gd name="connsiteY11" fmla="*/ 635565 h 3783322"/>
              <a:gd name="connsiteX12" fmla="*/ 2187979 w 8198597"/>
              <a:gd name="connsiteY12" fmla="*/ 6 h 378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98597" h="3783322">
                <a:moveTo>
                  <a:pt x="2187979" y="6"/>
                </a:moveTo>
                <a:cubicBezTo>
                  <a:pt x="3130133" y="1451"/>
                  <a:pt x="4170908" y="303682"/>
                  <a:pt x="5234923" y="917991"/>
                </a:cubicBezTo>
                <a:cubicBezTo>
                  <a:pt x="6232640" y="1494023"/>
                  <a:pt x="7291391" y="2464685"/>
                  <a:pt x="8073580" y="3594902"/>
                </a:cubicBezTo>
                <a:lnTo>
                  <a:pt x="8198597" y="3783322"/>
                </a:lnTo>
                <a:lnTo>
                  <a:pt x="4082354" y="3783322"/>
                </a:lnTo>
                <a:lnTo>
                  <a:pt x="4069484" y="3773798"/>
                </a:lnTo>
                <a:cubicBezTo>
                  <a:pt x="3988001" y="3718062"/>
                  <a:pt x="3903560" y="3664907"/>
                  <a:pt x="3816131" y="3614924"/>
                </a:cubicBezTo>
                <a:cubicBezTo>
                  <a:pt x="3020356" y="3159483"/>
                  <a:pt x="2347338" y="3175682"/>
                  <a:pt x="2032864" y="3720367"/>
                </a:cubicBezTo>
                <a:lnTo>
                  <a:pt x="2003288" y="3783322"/>
                </a:lnTo>
                <a:lnTo>
                  <a:pt x="0" y="3783322"/>
                </a:lnTo>
                <a:lnTo>
                  <a:pt x="0" y="675225"/>
                </a:lnTo>
                <a:lnTo>
                  <a:pt x="53853" y="635565"/>
                </a:lnTo>
                <a:cubicBezTo>
                  <a:pt x="664173" y="212917"/>
                  <a:pt x="1390771" y="-1217"/>
                  <a:pt x="2187979" y="6"/>
                </a:cubicBezTo>
                <a:close/>
              </a:path>
            </a:pathLst>
          </a:custGeom>
          <a:solidFill>
            <a:srgbClr val="ECF9F4"/>
          </a:solidFill>
        </p:spPr>
        <p:txBody>
          <a:bodyPr wrap="square" anchor="ctr">
            <a:noAutofit/>
          </a:bodyPr>
          <a:lstStyle>
            <a:lvl1pPr algn="ctr">
              <a:defRPr sz="1400"/>
            </a:lvl1pPr>
          </a:lstStyle>
          <a:p>
            <a:r>
              <a:rPr lang="en-GB"/>
              <a:t>Click icon to add picture</a:t>
            </a:r>
          </a:p>
        </p:txBody>
      </p:sp>
    </p:spTree>
    <p:extLst>
      <p:ext uri="{BB962C8B-B14F-4D97-AF65-F5344CB8AC3E}">
        <p14:creationId xmlns:p14="http://schemas.microsoft.com/office/powerpoint/2010/main" val="178961498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1 - Im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7252984-1CA4-1C03-524E-EA008F44C739}"/>
              </a:ext>
            </a:extLst>
          </p:cNvPr>
          <p:cNvSpPr>
            <a:spLocks noGrp="1"/>
          </p:cNvSpPr>
          <p:nvPr>
            <p:ph type="subTitle" idx="13" hasCustomPrompt="1"/>
          </p:nvPr>
        </p:nvSpPr>
        <p:spPr>
          <a:xfrm>
            <a:off x="8350384" y="1361761"/>
            <a:ext cx="4362880" cy="2255627"/>
          </a:xfrm>
        </p:spPr>
        <p:txBody>
          <a:bodyPr wrap="square">
            <a:noAutofit/>
          </a:bodyPr>
          <a:lstStyle>
            <a:lvl1pPr marL="0" indent="0" algn="l">
              <a:spcAft>
                <a:spcPts val="0"/>
              </a:spcAft>
              <a:buNone/>
              <a:defRPr sz="135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4" name="Text Placeholder 4">
            <a:extLst>
              <a:ext uri="{FF2B5EF4-FFF2-40B4-BE49-F238E27FC236}">
                <a16:creationId xmlns:a16="http://schemas.microsoft.com/office/drawing/2014/main" id="{AFD537F6-1443-38DA-CEB3-1B98CB727A3E}"/>
              </a:ext>
            </a:extLst>
          </p:cNvPr>
          <p:cNvSpPr>
            <a:spLocks noGrp="1"/>
          </p:cNvSpPr>
          <p:nvPr>
            <p:ph type="body" sz="quarter" idx="15" hasCustomPrompt="1"/>
          </p:nvPr>
        </p:nvSpPr>
        <p:spPr>
          <a:xfrm>
            <a:off x="8350384" y="3616009"/>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7" name="Picture Placeholder 6">
            <a:extLst>
              <a:ext uri="{FF2B5EF4-FFF2-40B4-BE49-F238E27FC236}">
                <a16:creationId xmlns:a16="http://schemas.microsoft.com/office/drawing/2014/main" id="{6E786D76-DE8B-3FEA-25A8-87C41218E58C}"/>
              </a:ext>
            </a:extLst>
          </p:cNvPr>
          <p:cNvSpPr>
            <a:spLocks noGrp="1"/>
          </p:cNvSpPr>
          <p:nvPr>
            <p:ph type="pic" sz="quarter" idx="16"/>
          </p:nvPr>
        </p:nvSpPr>
        <p:spPr>
          <a:xfrm>
            <a:off x="2" y="3"/>
            <a:ext cx="7131271" cy="7561263"/>
          </a:xfrm>
          <a:custGeom>
            <a:avLst/>
            <a:gdLst>
              <a:gd name="connsiteX0" fmla="*/ 0 w 5663983"/>
              <a:gd name="connsiteY0" fmla="*/ 0 h 7561263"/>
              <a:gd name="connsiteX1" fmla="*/ 4165724 w 5663983"/>
              <a:gd name="connsiteY1" fmla="*/ 0 h 7561263"/>
              <a:gd name="connsiteX2" fmla="*/ 4308447 w 5663983"/>
              <a:gd name="connsiteY2" fmla="*/ 150924 h 7561263"/>
              <a:gd name="connsiteX3" fmla="*/ 5663983 w 5663983"/>
              <a:gd name="connsiteY3" fmla="*/ 3780631 h 7561263"/>
              <a:gd name="connsiteX4" fmla="*/ 4308447 w 5663983"/>
              <a:gd name="connsiteY4" fmla="*/ 7410339 h 7561263"/>
              <a:gd name="connsiteX5" fmla="*/ 4165723 w 5663983"/>
              <a:gd name="connsiteY5" fmla="*/ 7561263 h 7561263"/>
              <a:gd name="connsiteX6" fmla="*/ 0 w 566398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3983" h="7561263">
                <a:moveTo>
                  <a:pt x="0" y="0"/>
                </a:moveTo>
                <a:lnTo>
                  <a:pt x="4165724" y="0"/>
                </a:lnTo>
                <a:lnTo>
                  <a:pt x="4308447" y="150924"/>
                </a:lnTo>
                <a:cubicBezTo>
                  <a:pt x="5145966" y="1079847"/>
                  <a:pt x="5663983" y="2363142"/>
                  <a:pt x="5663983" y="3780631"/>
                </a:cubicBezTo>
                <a:cubicBezTo>
                  <a:pt x="5663983" y="5198120"/>
                  <a:pt x="5145966" y="6481416"/>
                  <a:pt x="4308447" y="7410339"/>
                </a:cubicBezTo>
                <a:lnTo>
                  <a:pt x="416572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3421168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2 - Image">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3B320DF1-01CD-81F1-1917-FDAC2B54EEAA}"/>
              </a:ext>
            </a:extLst>
          </p:cNvPr>
          <p:cNvSpPr>
            <a:spLocks noGrp="1"/>
          </p:cNvSpPr>
          <p:nvPr>
            <p:ph type="subTitle" idx="13" hasCustomPrompt="1"/>
          </p:nvPr>
        </p:nvSpPr>
        <p:spPr>
          <a:xfrm>
            <a:off x="5680451" y="2101048"/>
            <a:ext cx="4362880" cy="1082612"/>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7" name="Text Placeholder 4">
            <a:extLst>
              <a:ext uri="{FF2B5EF4-FFF2-40B4-BE49-F238E27FC236}">
                <a16:creationId xmlns:a16="http://schemas.microsoft.com/office/drawing/2014/main" id="{003E6DB4-8194-DD9D-A623-5B1A98DF462C}"/>
              </a:ext>
            </a:extLst>
          </p:cNvPr>
          <p:cNvSpPr>
            <a:spLocks noGrp="1"/>
          </p:cNvSpPr>
          <p:nvPr>
            <p:ph type="body" sz="quarter" idx="18" hasCustomPrompt="1"/>
          </p:nvPr>
        </p:nvSpPr>
        <p:spPr>
          <a:xfrm>
            <a:off x="5680451" y="3183660"/>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6" name="Picture Placeholder 5">
            <a:extLst>
              <a:ext uri="{FF2B5EF4-FFF2-40B4-BE49-F238E27FC236}">
                <a16:creationId xmlns:a16="http://schemas.microsoft.com/office/drawing/2014/main" id="{694BF1C2-6198-E44A-8B98-E5169090E855}"/>
              </a:ext>
            </a:extLst>
          </p:cNvPr>
          <p:cNvSpPr>
            <a:spLocks noGrp="1"/>
          </p:cNvSpPr>
          <p:nvPr>
            <p:ph type="pic" sz="quarter" idx="16"/>
          </p:nvPr>
        </p:nvSpPr>
        <p:spPr>
          <a:xfrm>
            <a:off x="2" y="3"/>
            <a:ext cx="4500914" cy="7561263"/>
          </a:xfrm>
          <a:custGeom>
            <a:avLst/>
            <a:gdLst>
              <a:gd name="connsiteX0" fmla="*/ 0 w 3574833"/>
              <a:gd name="connsiteY0" fmla="*/ 0 h 7561263"/>
              <a:gd name="connsiteX1" fmla="*/ 2076574 w 3574833"/>
              <a:gd name="connsiteY1" fmla="*/ 0 h 7561263"/>
              <a:gd name="connsiteX2" fmla="*/ 2219297 w 3574833"/>
              <a:gd name="connsiteY2" fmla="*/ 150924 h 7561263"/>
              <a:gd name="connsiteX3" fmla="*/ 3574833 w 3574833"/>
              <a:gd name="connsiteY3" fmla="*/ 3780631 h 7561263"/>
              <a:gd name="connsiteX4" fmla="*/ 2219297 w 3574833"/>
              <a:gd name="connsiteY4" fmla="*/ 7410339 h 7561263"/>
              <a:gd name="connsiteX5" fmla="*/ 2076573 w 3574833"/>
              <a:gd name="connsiteY5" fmla="*/ 7561263 h 7561263"/>
              <a:gd name="connsiteX6" fmla="*/ 0 w 357483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4833" h="7561263">
                <a:moveTo>
                  <a:pt x="0" y="0"/>
                </a:moveTo>
                <a:lnTo>
                  <a:pt x="2076574" y="0"/>
                </a:lnTo>
                <a:lnTo>
                  <a:pt x="2219297" y="150924"/>
                </a:lnTo>
                <a:cubicBezTo>
                  <a:pt x="3056816" y="1079847"/>
                  <a:pt x="3574833" y="2363142"/>
                  <a:pt x="3574833" y="3780631"/>
                </a:cubicBezTo>
                <a:cubicBezTo>
                  <a:pt x="3574833" y="5198120"/>
                  <a:pt x="3056816" y="6481416"/>
                  <a:pt x="2219297" y="7410339"/>
                </a:cubicBezTo>
                <a:lnTo>
                  <a:pt x="207657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260482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Slide 1 - No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798459-3266-4920-4006-264F2E05703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19" name="Subtitle 2">
            <a:extLst>
              <a:ext uri="{FF2B5EF4-FFF2-40B4-BE49-F238E27FC236}">
                <a16:creationId xmlns:a16="http://schemas.microsoft.com/office/drawing/2014/main" id="{11F0D162-E561-9539-BE1A-9BB541A6F8AA}"/>
              </a:ext>
            </a:extLst>
          </p:cNvPr>
          <p:cNvSpPr>
            <a:spLocks noGrp="1"/>
          </p:cNvSpPr>
          <p:nvPr>
            <p:ph type="subTitle" idx="13" hasCustomPrompt="1"/>
          </p:nvPr>
        </p:nvSpPr>
        <p:spPr>
          <a:xfrm>
            <a:off x="539750" y="4392616"/>
            <a:ext cx="4500707" cy="1082675"/>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20" name="Text Placeholder 4">
            <a:extLst>
              <a:ext uri="{FF2B5EF4-FFF2-40B4-BE49-F238E27FC236}">
                <a16:creationId xmlns:a16="http://schemas.microsoft.com/office/drawing/2014/main" id="{A0D4D127-6F35-10CB-5062-F9CAD0FF3933}"/>
              </a:ext>
            </a:extLst>
          </p:cNvPr>
          <p:cNvSpPr>
            <a:spLocks noGrp="1"/>
          </p:cNvSpPr>
          <p:nvPr>
            <p:ph type="body" sz="quarter" idx="18" hasCustomPrompt="1"/>
          </p:nvPr>
        </p:nvSpPr>
        <p:spPr>
          <a:xfrm>
            <a:off x="1573017" y="4529137"/>
            <a:ext cx="4500706" cy="2492376"/>
          </a:xfrm>
        </p:spPr>
        <p:txBody>
          <a:bodyPr/>
          <a:lstStyle>
            <a:lvl1pPr>
              <a:defRPr sz="2800" b="0">
                <a:solidFill>
                  <a:schemeClr val="tx1"/>
                </a:solidFill>
                <a:latin typeface="+mj-lt"/>
              </a:defRPr>
            </a:lvl1pPr>
            <a:lvl2pPr>
              <a:defRPr sz="1400">
                <a:solidFill>
                  <a:schemeClr val="tx1"/>
                </a:solidFill>
                <a:latin typeface="+mj-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4" name="TextBox 3">
            <a:extLst>
              <a:ext uri="{FF2B5EF4-FFF2-40B4-BE49-F238E27FC236}">
                <a16:creationId xmlns:a16="http://schemas.microsoft.com/office/drawing/2014/main" id="{2BF9BF78-0D73-525E-D523-82034E4E85EA}"/>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5" name="TextBox 4">
            <a:extLst>
              <a:ext uri="{FF2B5EF4-FFF2-40B4-BE49-F238E27FC236}">
                <a16:creationId xmlns:a16="http://schemas.microsoft.com/office/drawing/2014/main" id="{DBB9998E-D84C-C8EB-63BD-E04062B1C9A5}"/>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9" name="Group 8">
            <a:extLst>
              <a:ext uri="{FF2B5EF4-FFF2-40B4-BE49-F238E27FC236}">
                <a16:creationId xmlns:a16="http://schemas.microsoft.com/office/drawing/2014/main" id="{C6A4A458-7E75-2DAB-1B2B-3B5A6400852E}"/>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17" name="Freeform 16">
              <a:extLst>
                <a:ext uri="{FF2B5EF4-FFF2-40B4-BE49-F238E27FC236}">
                  <a16:creationId xmlns:a16="http://schemas.microsoft.com/office/drawing/2014/main" id="{0242A683-BBA4-8DAD-1E46-BBC14B995ED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8" name="Freeform 17">
              <a:extLst>
                <a:ext uri="{FF2B5EF4-FFF2-40B4-BE49-F238E27FC236}">
                  <a16:creationId xmlns:a16="http://schemas.microsoft.com/office/drawing/2014/main" id="{F9E5C136-6C02-1500-B8C9-EA467B4534F8}"/>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1" name="Freeform 18">
              <a:extLst>
                <a:ext uri="{FF2B5EF4-FFF2-40B4-BE49-F238E27FC236}">
                  <a16:creationId xmlns:a16="http://schemas.microsoft.com/office/drawing/2014/main" id="{5232FCAF-D3F5-CC3A-46EE-3EF8B719D1AF}"/>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2" name="Freeform 19">
              <a:extLst>
                <a:ext uri="{FF2B5EF4-FFF2-40B4-BE49-F238E27FC236}">
                  <a16:creationId xmlns:a16="http://schemas.microsoft.com/office/drawing/2014/main" id="{1F4297A4-C49E-7AD9-A91F-7A16495886AF}"/>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3" name="Freeform 20">
              <a:extLst>
                <a:ext uri="{FF2B5EF4-FFF2-40B4-BE49-F238E27FC236}">
                  <a16:creationId xmlns:a16="http://schemas.microsoft.com/office/drawing/2014/main" id="{68ADF13D-A09F-9EC3-3B85-1B039CC03FE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4" name="Freeform 21">
              <a:extLst>
                <a:ext uri="{FF2B5EF4-FFF2-40B4-BE49-F238E27FC236}">
                  <a16:creationId xmlns:a16="http://schemas.microsoft.com/office/drawing/2014/main" id="{EE2D27F9-F25B-A07D-31FB-28D48E37335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5" name="Freeform 22">
              <a:extLst>
                <a:ext uri="{FF2B5EF4-FFF2-40B4-BE49-F238E27FC236}">
                  <a16:creationId xmlns:a16="http://schemas.microsoft.com/office/drawing/2014/main" id="{98309DFB-AB7F-2B1A-EB55-862BDB09887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148324130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indow orange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0B15542B-061E-EC14-9481-3E1EA21FC549}"/>
              </a:ext>
            </a:extLst>
          </p:cNvPr>
          <p:cNvSpPr>
            <a:spLocks noGrp="1"/>
          </p:cNvSpPr>
          <p:nvPr>
            <p:ph type="pic" sz="quarter" idx="13" hasCustomPrompt="1"/>
          </p:nvPr>
        </p:nvSpPr>
        <p:spPr>
          <a:xfrm>
            <a:off x="3247488" y="0"/>
            <a:ext cx="10216100" cy="7561263"/>
          </a:xfrm>
          <a:custGeom>
            <a:avLst/>
            <a:gdLst>
              <a:gd name="connsiteX0" fmla="*/ 5247413 w 6925682"/>
              <a:gd name="connsiteY0" fmla="*/ 1424 h 5125919"/>
              <a:gd name="connsiteX1" fmla="*/ 6885783 w 6925682"/>
              <a:gd name="connsiteY1" fmla="*/ 140113 h 5125919"/>
              <a:gd name="connsiteX2" fmla="*/ 6925682 w 6925682"/>
              <a:gd name="connsiteY2" fmla="*/ 148115 h 5125919"/>
              <a:gd name="connsiteX3" fmla="*/ 6925682 w 6925682"/>
              <a:gd name="connsiteY3" fmla="*/ 4347207 h 5125919"/>
              <a:gd name="connsiteX4" fmla="*/ 6748322 w 6925682"/>
              <a:gd name="connsiteY4" fmla="*/ 4304196 h 5125919"/>
              <a:gd name="connsiteX5" fmla="*/ 4866078 w 6925682"/>
              <a:gd name="connsiteY5" fmla="*/ 5044551 h 5125919"/>
              <a:gd name="connsiteX6" fmla="*/ 4843061 w 6925682"/>
              <a:gd name="connsiteY6" fmla="*/ 5125919 h 5125919"/>
              <a:gd name="connsiteX7" fmla="*/ 0 w 6925682"/>
              <a:gd name="connsiteY7" fmla="*/ 5125919 h 5125919"/>
              <a:gd name="connsiteX8" fmla="*/ 39 w 6925682"/>
              <a:gd name="connsiteY8" fmla="*/ 5080278 h 5125919"/>
              <a:gd name="connsiteX9" fmla="*/ 295357 w 6925682"/>
              <a:gd name="connsiteY9" fmla="*/ 3493700 h 5125919"/>
              <a:gd name="connsiteX10" fmla="*/ 5247413 w 6925682"/>
              <a:gd name="connsiteY10" fmla="*/ 1424 h 512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25682" h="5125919">
                <a:moveTo>
                  <a:pt x="5247413" y="1424"/>
                </a:moveTo>
                <a:cubicBezTo>
                  <a:pt x="5768432" y="-8880"/>
                  <a:pt x="6316368" y="36679"/>
                  <a:pt x="6885783" y="140113"/>
                </a:cubicBezTo>
                <a:lnTo>
                  <a:pt x="6925682" y="148115"/>
                </a:lnTo>
                <a:lnTo>
                  <a:pt x="6925682" y="4347207"/>
                </a:lnTo>
                <a:lnTo>
                  <a:pt x="6748322" y="4304196"/>
                </a:lnTo>
                <a:cubicBezTo>
                  <a:pt x="5795691" y="4100869"/>
                  <a:pt x="5095883" y="4345441"/>
                  <a:pt x="4866078" y="5044551"/>
                </a:cubicBezTo>
                <a:lnTo>
                  <a:pt x="4843061" y="5125919"/>
                </a:lnTo>
                <a:lnTo>
                  <a:pt x="0" y="5125919"/>
                </a:lnTo>
                <a:lnTo>
                  <a:pt x="39" y="5080278"/>
                </a:lnTo>
                <a:cubicBezTo>
                  <a:pt x="15682" y="4589168"/>
                  <a:pt x="108563" y="4061963"/>
                  <a:pt x="295357" y="3493700"/>
                </a:cubicBezTo>
                <a:cubicBezTo>
                  <a:pt x="1023596" y="1278263"/>
                  <a:pt x="2850724" y="48822"/>
                  <a:pt x="5247413" y="1424"/>
                </a:cubicBezTo>
                <a:close/>
              </a:path>
            </a:pathLst>
          </a:custGeom>
          <a:solidFill>
            <a:srgbClr val="EEEEEE"/>
          </a:solidFill>
        </p:spPr>
        <p:txBody>
          <a:bodyPr wrap="square" anchor="ctr">
            <a:noAutofit/>
          </a:bodyPr>
          <a:lstStyle>
            <a:lvl1pPr marL="0" indent="0" algn="ctr">
              <a:buNone/>
              <a:defRPr sz="1600"/>
            </a:lvl1pPr>
          </a:lstStyle>
          <a:p>
            <a:pPr marL="171450" marR="0" lvl="0" indent="-171450" algn="ctr"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GB"/>
              <a:t>Click to add picture</a:t>
            </a:r>
          </a:p>
        </p:txBody>
      </p:sp>
      <p:sp>
        <p:nvSpPr>
          <p:cNvPr id="9" name="Title Placeholder 1">
            <a:extLst>
              <a:ext uri="{FF2B5EF4-FFF2-40B4-BE49-F238E27FC236}">
                <a16:creationId xmlns:a16="http://schemas.microsoft.com/office/drawing/2014/main" id="{9BF65283-883C-7892-106A-DD6C1B025B38}"/>
              </a:ext>
            </a:extLst>
          </p:cNvPr>
          <p:cNvSpPr>
            <a:spLocks noGrp="1"/>
          </p:cNvSpPr>
          <p:nvPr>
            <p:ph type="title"/>
          </p:nvPr>
        </p:nvSpPr>
        <p:spPr>
          <a:xfrm>
            <a:off x="539751" y="1948150"/>
            <a:ext cx="9169399" cy="3532153"/>
          </a:xfrm>
          <a:prstGeom prst="rect">
            <a:avLst/>
          </a:prstGeom>
        </p:spPr>
        <p:txBody>
          <a:bodyPr vert="horz" wrap="square" lIns="0" tIns="0" rIns="0" bIns="0" rtlCol="0" anchor="ctr" anchorCtr="0">
            <a:noAutofit/>
          </a:bodyPr>
          <a:lstStyle>
            <a:lvl1pPr>
              <a:lnSpc>
                <a:spcPct val="85000"/>
              </a:lnSpc>
              <a:defRPr sz="6601" b="1">
                <a:solidFill>
                  <a:srgbClr val="FF9F00"/>
                </a:solidFill>
              </a:defRPr>
            </a:lvl1pPr>
          </a:lstStyle>
          <a:p>
            <a:pPr lvl="0">
              <a:lnSpc>
                <a:spcPct val="85000"/>
              </a:lnSpc>
            </a:pPr>
            <a:r>
              <a:rPr lang="en-GB"/>
              <a:t>Click to edit Master title style</a:t>
            </a:r>
          </a:p>
        </p:txBody>
      </p:sp>
    </p:spTree>
    <p:extLst>
      <p:ext uri="{BB962C8B-B14F-4D97-AF65-F5344CB8AC3E}">
        <p14:creationId xmlns:p14="http://schemas.microsoft.com/office/powerpoint/2010/main" val="2107241355"/>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ndow with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3B5F2039-A9A6-E10E-F444-F5E0600637D5}"/>
              </a:ext>
            </a:extLst>
          </p:cNvPr>
          <p:cNvSpPr txBox="1">
            <a:spLocks/>
          </p:cNvSpPr>
          <p:nvPr userDrawn="1"/>
        </p:nvSpPr>
        <p:spPr>
          <a:xfrm>
            <a:off x="4879876" y="688489"/>
            <a:ext cx="8583712" cy="6872774"/>
          </a:xfrm>
          <a:custGeom>
            <a:avLst/>
            <a:gdLst>
              <a:gd name="connsiteX0" fmla="*/ 4414867 w 6284333"/>
              <a:gd name="connsiteY0" fmla="*/ 156 h 4926784"/>
              <a:gd name="connsiteX1" fmla="*/ 6033295 w 6284333"/>
              <a:gd name="connsiteY1" fmla="*/ 214080 h 4926784"/>
              <a:gd name="connsiteX2" fmla="*/ 6284333 w 6284333"/>
              <a:gd name="connsiteY2" fmla="*/ 280993 h 4926784"/>
              <a:gd name="connsiteX3" fmla="*/ 6284333 w 6284333"/>
              <a:gd name="connsiteY3" fmla="*/ 3824283 h 4926784"/>
              <a:gd name="connsiteX4" fmla="*/ 6196194 w 6284333"/>
              <a:gd name="connsiteY4" fmla="*/ 3780822 h 4926784"/>
              <a:gd name="connsiteX5" fmla="*/ 5892198 w 6284333"/>
              <a:gd name="connsiteY5" fmla="*/ 3659009 h 4926784"/>
              <a:gd name="connsiteX6" fmla="*/ 3991051 w 6284333"/>
              <a:gd name="connsiteY6" fmla="*/ 4120310 h 4926784"/>
              <a:gd name="connsiteX7" fmla="*/ 4053112 w 6284333"/>
              <a:gd name="connsiteY7" fmla="*/ 4913518 h 4926784"/>
              <a:gd name="connsiteX8" fmla="*/ 4060481 w 6284333"/>
              <a:gd name="connsiteY8" fmla="*/ 4926784 h 4926784"/>
              <a:gd name="connsiteX9" fmla="*/ 61241 w 6284333"/>
              <a:gd name="connsiteY9" fmla="*/ 4926784 h 4926784"/>
              <a:gd name="connsiteX10" fmla="*/ 30217 w 6284333"/>
              <a:gd name="connsiteY10" fmla="*/ 4735657 h 4926784"/>
              <a:gd name="connsiteX11" fmla="*/ 283541 w 6284333"/>
              <a:gd name="connsiteY11" fmla="*/ 2749530 h 4926784"/>
              <a:gd name="connsiteX12" fmla="*/ 4414867 w 6284333"/>
              <a:gd name="connsiteY12" fmla="*/ 156 h 4926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84333" h="4926784">
                <a:moveTo>
                  <a:pt x="4414867" y="156"/>
                </a:moveTo>
                <a:cubicBezTo>
                  <a:pt x="4926982" y="3871"/>
                  <a:pt x="5469048" y="74299"/>
                  <a:pt x="6033295" y="214080"/>
                </a:cubicBezTo>
                <a:lnTo>
                  <a:pt x="6284333" y="280993"/>
                </a:lnTo>
                <a:lnTo>
                  <a:pt x="6284333" y="3824283"/>
                </a:lnTo>
                <a:lnTo>
                  <a:pt x="6196194" y="3780822"/>
                </a:lnTo>
                <a:cubicBezTo>
                  <a:pt x="6097518" y="3736645"/>
                  <a:pt x="5996159" y="3695826"/>
                  <a:pt x="5892198" y="3659009"/>
                </a:cubicBezTo>
                <a:cubicBezTo>
                  <a:pt x="4945851" y="3323359"/>
                  <a:pt x="4223744" y="3472030"/>
                  <a:pt x="3991051" y="4120310"/>
                </a:cubicBezTo>
                <a:cubicBezTo>
                  <a:pt x="3894097" y="4390423"/>
                  <a:pt x="3926667" y="4652745"/>
                  <a:pt x="4053112" y="4913518"/>
                </a:cubicBezTo>
                <a:lnTo>
                  <a:pt x="4060481" y="4926784"/>
                </a:lnTo>
                <a:lnTo>
                  <a:pt x="61241" y="4926784"/>
                </a:lnTo>
                <a:lnTo>
                  <a:pt x="30217" y="4735657"/>
                </a:lnTo>
                <a:cubicBezTo>
                  <a:pt x="-46909" y="4144254"/>
                  <a:pt x="18742" y="3487255"/>
                  <a:pt x="283541" y="2749530"/>
                </a:cubicBezTo>
                <a:cubicBezTo>
                  <a:pt x="928758" y="951963"/>
                  <a:pt x="2451758" y="-14088"/>
                  <a:pt x="4414867" y="156"/>
                </a:cubicBezTo>
                <a:close/>
              </a:path>
            </a:pathLst>
          </a:custGeom>
          <a:solidFill>
            <a:srgbClr val="ECF9F4"/>
          </a:solidFill>
        </p:spPr>
        <p:txBody>
          <a:bodyPr vert="horz" wrap="square" lIns="2628000" tIns="0" rIns="0" bIns="0" rtlCol="0" anchor="ctr">
            <a:noAutofit/>
          </a:bodyPr>
          <a:lstStyle>
            <a:lvl1pPr marL="0" indent="0" algn="ctr" defTabSz="802072" rtl="0" eaLnBrk="1" latinLnBrk="0" hangingPunct="1">
              <a:lnSpc>
                <a:spcPct val="100000"/>
              </a:lnSpc>
              <a:spcBef>
                <a:spcPts val="600"/>
              </a:spcBef>
              <a:spcAft>
                <a:spcPts val="600"/>
              </a:spcAft>
              <a:buFont typeface="Arial" panose="020B0604020202020204" pitchFamily="34" charset="0"/>
              <a:buNone/>
              <a:tabLst/>
              <a:defRPr sz="1511" b="0" i="0" kern="1200">
                <a:solidFill>
                  <a:schemeClr val="accent6"/>
                </a:solidFill>
                <a:latin typeface="TT Hoves Light" panose="02000503020000020004" pitchFamily="50" charset="0"/>
                <a:ea typeface="+mn-ea"/>
                <a:cs typeface="+mn-cs"/>
              </a:defRPr>
            </a:lvl1pPr>
            <a:lvl2pPr marL="401036" indent="0" algn="ctr" defTabSz="802072" rtl="0" eaLnBrk="1" latinLnBrk="0" hangingPunct="1">
              <a:lnSpc>
                <a:spcPct val="100000"/>
              </a:lnSpc>
              <a:spcBef>
                <a:spcPts val="0"/>
              </a:spcBef>
              <a:spcAft>
                <a:spcPts val="600"/>
              </a:spcAft>
              <a:buFont typeface="Arial" panose="020B0604020202020204" pitchFamily="34" charset="0"/>
              <a:buNone/>
              <a:tabLst/>
              <a:defRPr sz="1754" b="1" i="0" kern="1200">
                <a:solidFill>
                  <a:schemeClr val="tx1"/>
                </a:solidFill>
                <a:latin typeface="+mj-lt"/>
                <a:ea typeface="+mn-ea"/>
                <a:cs typeface="+mn-cs"/>
              </a:defRPr>
            </a:lvl2pPr>
            <a:lvl3pPr marL="802072" indent="0" algn="ctr" defTabSz="802072" rtl="0" eaLnBrk="1" latinLnBrk="0" hangingPunct="1">
              <a:lnSpc>
                <a:spcPct val="100000"/>
              </a:lnSpc>
              <a:spcBef>
                <a:spcPts val="0"/>
              </a:spcBef>
              <a:spcAft>
                <a:spcPts val="600"/>
              </a:spcAft>
              <a:buClrTx/>
              <a:buFont typeface="Arial" panose="020B0604020202020204" pitchFamily="34" charset="0"/>
              <a:buNone/>
              <a:tabLst/>
              <a:defRPr sz="1579" b="0" i="0" kern="1200">
                <a:solidFill>
                  <a:schemeClr val="tx1"/>
                </a:solidFill>
                <a:latin typeface="+mn-lt"/>
                <a:ea typeface="+mn-ea"/>
                <a:cs typeface="+mn-cs"/>
              </a:defRPr>
            </a:lvl3pPr>
            <a:lvl4pPr marL="1203107" indent="0" algn="ctr" defTabSz="802072" rtl="0" eaLnBrk="1" latinLnBrk="0" hangingPunct="1">
              <a:lnSpc>
                <a:spcPct val="100000"/>
              </a:lnSpc>
              <a:spcBef>
                <a:spcPts val="0"/>
              </a:spcBef>
              <a:spcAft>
                <a:spcPts val="600"/>
              </a:spcAft>
              <a:buClrTx/>
              <a:buSzPct val="100000"/>
              <a:buFont typeface="Arial" panose="020B0604020202020204" pitchFamily="34" charset="0"/>
              <a:buNone/>
              <a:tabLst/>
              <a:defRPr sz="1404" b="0" i="0" kern="1200">
                <a:solidFill>
                  <a:schemeClr val="tx1"/>
                </a:solidFill>
                <a:latin typeface="+mn-lt"/>
                <a:ea typeface="+mn-ea"/>
                <a:cs typeface="+mn-cs"/>
              </a:defRPr>
            </a:lvl4pPr>
            <a:lvl5pPr marL="1604143"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5pPr>
            <a:lvl6pPr marL="2005179"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6pPr>
            <a:lvl7pPr marL="2406215"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7pPr>
            <a:lvl8pPr marL="2807251"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8pPr>
            <a:lvl9pPr marL="3208286"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9pPr>
          </a:lstStyle>
          <a:p>
            <a:pPr marL="8550" lvl="3" indent="0" algn="l">
              <a:buNone/>
            </a:pPr>
            <a:endParaRPr lang="en-GB" b="1">
              <a:latin typeface="+mj-lt"/>
            </a:endParaRPr>
          </a:p>
        </p:txBody>
      </p:sp>
      <p:sp>
        <p:nvSpPr>
          <p:cNvPr id="3" name="Speech Bubble: Oval 2">
            <a:extLst>
              <a:ext uri="{FF2B5EF4-FFF2-40B4-BE49-F238E27FC236}">
                <a16:creationId xmlns:a16="http://schemas.microsoft.com/office/drawing/2014/main" id="{610C5E6E-0AF7-B448-303B-4EB7C33E6C65}"/>
              </a:ext>
            </a:extLst>
          </p:cNvPr>
          <p:cNvSpPr/>
          <p:nvPr userDrawn="1"/>
        </p:nvSpPr>
        <p:spPr>
          <a:xfrm flipH="1">
            <a:off x="9364060" y="1332331"/>
            <a:ext cx="3564000" cy="3564000"/>
          </a:xfrm>
          <a:prstGeom prst="wedgeEllipseCallout">
            <a:avLst>
              <a:gd name="adj1" fmla="val 60676"/>
              <a:gd name="adj2" fmla="val -2968"/>
            </a:avLst>
          </a:prstGeom>
          <a:solidFill>
            <a:schemeClr val="bg1"/>
          </a:solidFill>
          <a:ln>
            <a:noFill/>
          </a:ln>
          <a:effectLst>
            <a:outerShdw blurRad="850900" dist="939800" dir="5400000" sx="85000" sy="85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b="0" i="0">
              <a:latin typeface="Arial" panose="020B0604020202020204" pitchFamily="34" charset="0"/>
            </a:endParaRPr>
          </a:p>
        </p:txBody>
      </p:sp>
      <p:sp>
        <p:nvSpPr>
          <p:cNvPr id="4" name="Picture Placeholder 3">
            <a:extLst>
              <a:ext uri="{FF2B5EF4-FFF2-40B4-BE49-F238E27FC236}">
                <a16:creationId xmlns:a16="http://schemas.microsoft.com/office/drawing/2014/main" id="{FEBEF2F8-A025-92B9-2CAC-C01414255200}"/>
              </a:ext>
            </a:extLst>
          </p:cNvPr>
          <p:cNvSpPr>
            <a:spLocks noGrp="1"/>
          </p:cNvSpPr>
          <p:nvPr>
            <p:ph type="pic" sz="quarter" idx="10"/>
          </p:nvPr>
        </p:nvSpPr>
        <p:spPr>
          <a:xfrm>
            <a:off x="9364059" y="1332331"/>
            <a:ext cx="3564000" cy="3564000"/>
          </a:xfrm>
          <a:prstGeom prst="ellipse">
            <a:avLst/>
          </a:prstGeo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180767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Green">
    <p:bg>
      <p:bgPr>
        <a:solidFill>
          <a:schemeClr val="bg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6781E85-25F8-EE4A-2030-260A34FE98C3}"/>
              </a:ext>
            </a:extLst>
          </p:cNvPr>
          <p:cNvSpPr>
            <a:spLocks noGrp="1"/>
          </p:cNvSpPr>
          <p:nvPr>
            <p:ph type="title"/>
          </p:nvPr>
        </p:nvSpPr>
        <p:spPr>
          <a:xfrm>
            <a:off x="539750" y="540000"/>
            <a:ext cx="12384088" cy="543914"/>
          </a:xfrm>
        </p:spPr>
        <p:txBody>
          <a:bodyPr/>
          <a:lstStyle>
            <a:lvl1pPr>
              <a:defRPr>
                <a:solidFill>
                  <a:schemeClr val="bg1"/>
                </a:solidFill>
              </a:defRPr>
            </a:lvl1pPr>
          </a:lstStyle>
          <a:p>
            <a:r>
              <a:rPr lang="en-GB"/>
              <a:t>Click to edit Master title style</a:t>
            </a:r>
          </a:p>
        </p:txBody>
      </p:sp>
      <p:sp>
        <p:nvSpPr>
          <p:cNvPr id="26" name="Subtitle 2">
            <a:extLst>
              <a:ext uri="{FF2B5EF4-FFF2-40B4-BE49-F238E27FC236}">
                <a16:creationId xmlns:a16="http://schemas.microsoft.com/office/drawing/2014/main" id="{1BF6F057-CC7C-E29C-B3D1-3542CDFDBD38}"/>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bg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extBox 1">
            <a:extLst>
              <a:ext uri="{FF2B5EF4-FFF2-40B4-BE49-F238E27FC236}">
                <a16:creationId xmlns:a16="http://schemas.microsoft.com/office/drawing/2014/main" id="{54322464-9DA9-5DBE-06F1-6CC4752EAFFF}"/>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sp>
        <p:nvSpPr>
          <p:cNvPr id="7" name="TextBox 6">
            <a:extLst>
              <a:ext uri="{FF2B5EF4-FFF2-40B4-BE49-F238E27FC236}">
                <a16:creationId xmlns:a16="http://schemas.microsoft.com/office/drawing/2014/main" id="{2FB40942-1503-4A56-DE16-47E6FE930E34}"/>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grpSp>
        <p:nvGrpSpPr>
          <p:cNvPr id="8" name="Group 7">
            <a:extLst>
              <a:ext uri="{FF2B5EF4-FFF2-40B4-BE49-F238E27FC236}">
                <a16:creationId xmlns:a16="http://schemas.microsoft.com/office/drawing/2014/main" id="{B2B05B1B-9972-EF0E-3FC3-BE7B81061D9F}"/>
              </a:ext>
            </a:extLst>
          </p:cNvPr>
          <p:cNvGrpSpPr>
            <a:grpSpLocks noChangeAspect="1"/>
          </p:cNvGrpSpPr>
          <p:nvPr userDrawn="1"/>
        </p:nvGrpSpPr>
        <p:grpSpPr>
          <a:xfrm>
            <a:off x="535236" y="7137829"/>
            <a:ext cx="432000" cy="183624"/>
            <a:chOff x="5868144" y="2000579"/>
            <a:chExt cx="1381170" cy="574833"/>
          </a:xfrm>
          <a:solidFill>
            <a:schemeClr val="bg1"/>
          </a:solidFill>
        </p:grpSpPr>
        <p:sp>
          <p:nvSpPr>
            <p:cNvPr id="9" name="Freeform 16">
              <a:extLst>
                <a:ext uri="{FF2B5EF4-FFF2-40B4-BE49-F238E27FC236}">
                  <a16:creationId xmlns:a16="http://schemas.microsoft.com/office/drawing/2014/main" id="{41230590-FC0A-6393-A3F0-D43BCF3F5333}"/>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17">
              <a:extLst>
                <a:ext uri="{FF2B5EF4-FFF2-40B4-BE49-F238E27FC236}">
                  <a16:creationId xmlns:a16="http://schemas.microsoft.com/office/drawing/2014/main" id="{32ABB4CC-C705-8F8D-0755-7BE1F2EDB56F}"/>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3" name="Freeform 18">
              <a:extLst>
                <a:ext uri="{FF2B5EF4-FFF2-40B4-BE49-F238E27FC236}">
                  <a16:creationId xmlns:a16="http://schemas.microsoft.com/office/drawing/2014/main" id="{C4DF2099-4D35-6286-A8D0-8281A9D59685}"/>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4" name="Freeform 19">
              <a:extLst>
                <a:ext uri="{FF2B5EF4-FFF2-40B4-BE49-F238E27FC236}">
                  <a16:creationId xmlns:a16="http://schemas.microsoft.com/office/drawing/2014/main" id="{7473F893-A91D-C265-6034-1A48700A0C50}"/>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5" name="Freeform 20">
              <a:extLst>
                <a:ext uri="{FF2B5EF4-FFF2-40B4-BE49-F238E27FC236}">
                  <a16:creationId xmlns:a16="http://schemas.microsoft.com/office/drawing/2014/main" id="{7E25FDDC-6ECE-C855-4746-BC597EF25C19}"/>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6" name="Freeform 21">
              <a:extLst>
                <a:ext uri="{FF2B5EF4-FFF2-40B4-BE49-F238E27FC236}">
                  <a16:creationId xmlns:a16="http://schemas.microsoft.com/office/drawing/2014/main" id="{D9710F6C-B71F-0DCC-9CE4-8DD78664B1FE}"/>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7" name="Freeform 22">
              <a:extLst>
                <a:ext uri="{FF2B5EF4-FFF2-40B4-BE49-F238E27FC236}">
                  <a16:creationId xmlns:a16="http://schemas.microsoft.com/office/drawing/2014/main" id="{1ACE6827-115C-7EAB-A1BA-2878B857A9F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Tree>
    <p:extLst>
      <p:ext uri="{BB962C8B-B14F-4D97-AF65-F5344CB8AC3E}">
        <p14:creationId xmlns:p14="http://schemas.microsoft.com/office/powerpoint/2010/main" val="3716290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14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Tree>
    <p:extLst>
      <p:ext uri="{BB962C8B-B14F-4D97-AF65-F5344CB8AC3E}">
        <p14:creationId xmlns:p14="http://schemas.microsoft.com/office/powerpoint/2010/main" val="4145910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itle 1">
            <a:extLst>
              <a:ext uri="{FF2B5EF4-FFF2-40B4-BE49-F238E27FC236}">
                <a16:creationId xmlns:a16="http://schemas.microsoft.com/office/drawing/2014/main" id="{8EC00C2F-BDA7-EC10-00D7-D941E1D2D0DB}"/>
              </a:ext>
            </a:extLst>
          </p:cNvPr>
          <p:cNvSpPr>
            <a:spLocks noGrp="1"/>
          </p:cNvSpPr>
          <p:nvPr>
            <p:ph type="title"/>
          </p:nvPr>
        </p:nvSpPr>
        <p:spPr>
          <a:xfrm>
            <a:off x="539750" y="540000"/>
            <a:ext cx="12384088" cy="543914"/>
          </a:xfrm>
        </p:spPr>
        <p:txBody>
          <a:bodyPr/>
          <a:lstStyle/>
          <a:p>
            <a:r>
              <a:rPr lang="en-GB"/>
              <a:t>Click to edit Master title style</a:t>
            </a:r>
          </a:p>
        </p:txBody>
      </p:sp>
      <p:sp>
        <p:nvSpPr>
          <p:cNvPr id="9" name="Text Placeholder 8">
            <a:extLst>
              <a:ext uri="{FF2B5EF4-FFF2-40B4-BE49-F238E27FC236}">
                <a16:creationId xmlns:a16="http://schemas.microsoft.com/office/drawing/2014/main" id="{3A3250C5-DC7D-95E4-CC46-754EA6ED41CA}"/>
              </a:ext>
            </a:extLst>
          </p:cNvPr>
          <p:cNvSpPr>
            <a:spLocks noGrp="1"/>
          </p:cNvSpPr>
          <p:nvPr>
            <p:ph type="body" sz="quarter" idx="14"/>
          </p:nvPr>
        </p:nvSpPr>
        <p:spPr>
          <a:xfrm>
            <a:off x="539749" y="1800225"/>
            <a:ext cx="12384088" cy="5221288"/>
          </a:xfrm>
        </p:spPr>
        <p:txBody>
          <a:bodyPr/>
          <a:lstStyle>
            <a:lvl5pPr>
              <a:defRPr/>
            </a:lvl5pPr>
            <a:lvl6pPr>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54549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4B0099F6-B218-4AFA-9EBA-133D8998EA59}"/>
              </a:ext>
            </a:extLst>
          </p:cNvPr>
          <p:cNvSpPr>
            <a:spLocks noGrp="1"/>
          </p:cNvSpPr>
          <p:nvPr>
            <p:ph type="body" sz="quarter" idx="16"/>
          </p:nvPr>
        </p:nvSpPr>
        <p:spPr>
          <a:xfrm>
            <a:off x="539749" y="1800226"/>
            <a:ext cx="6054726"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3D6FEB61-2A9A-4276-A6F4-A93D335B5D74}"/>
              </a:ext>
            </a:extLst>
          </p:cNvPr>
          <p:cNvSpPr>
            <a:spLocks noGrp="1"/>
          </p:cNvSpPr>
          <p:nvPr>
            <p:ph type="body" sz="quarter" idx="17"/>
          </p:nvPr>
        </p:nvSpPr>
        <p:spPr>
          <a:xfrm>
            <a:off x="6862762" y="1800225"/>
            <a:ext cx="6054725" cy="52210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ED9D13B6-659B-36DE-E947-4B51D3709082}"/>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2261796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D885E639-384A-4743-B2C4-0FC1D6B328DF}"/>
              </a:ext>
            </a:extLst>
          </p:cNvPr>
          <p:cNvSpPr>
            <a:spLocks noGrp="1"/>
          </p:cNvSpPr>
          <p:nvPr>
            <p:ph type="body" sz="quarter" idx="17"/>
          </p:nvPr>
        </p:nvSpPr>
        <p:spPr>
          <a:xfrm>
            <a:off x="539750" y="1800227"/>
            <a:ext cx="3941451"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9ACC94F9-5D2A-414F-A072-9E7965AA4C98}"/>
              </a:ext>
            </a:extLst>
          </p:cNvPr>
          <p:cNvSpPr>
            <a:spLocks noGrp="1"/>
          </p:cNvSpPr>
          <p:nvPr>
            <p:ph type="body" sz="quarter" idx="18"/>
          </p:nvPr>
        </p:nvSpPr>
        <p:spPr>
          <a:xfrm>
            <a:off x="4752975" y="1800226"/>
            <a:ext cx="3951287"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11">
            <a:extLst>
              <a:ext uri="{FF2B5EF4-FFF2-40B4-BE49-F238E27FC236}">
                <a16:creationId xmlns:a16="http://schemas.microsoft.com/office/drawing/2014/main" id="{483CF262-C493-4134-B216-D75722F2D1E2}"/>
              </a:ext>
            </a:extLst>
          </p:cNvPr>
          <p:cNvSpPr>
            <a:spLocks noGrp="1"/>
          </p:cNvSpPr>
          <p:nvPr>
            <p:ph type="body" sz="quarter" idx="19"/>
          </p:nvPr>
        </p:nvSpPr>
        <p:spPr>
          <a:xfrm>
            <a:off x="8976036" y="1800225"/>
            <a:ext cx="3931811"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8E0A8938-B49F-2B16-4D70-CE04ECBAB05F}"/>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160156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1E02B655-73AC-4416-A7F5-80AAC7CA2C75}"/>
              </a:ext>
            </a:extLst>
          </p:cNvPr>
          <p:cNvSpPr>
            <a:spLocks noGrp="1"/>
          </p:cNvSpPr>
          <p:nvPr>
            <p:ph type="body" sz="quarter" idx="19"/>
          </p:nvPr>
        </p:nvSpPr>
        <p:spPr>
          <a:xfrm>
            <a:off x="535237"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5">
            <a:extLst>
              <a:ext uri="{FF2B5EF4-FFF2-40B4-BE49-F238E27FC236}">
                <a16:creationId xmlns:a16="http://schemas.microsoft.com/office/drawing/2014/main" id="{BA805347-7089-428A-9206-2A55F9756D9C}"/>
              </a:ext>
            </a:extLst>
          </p:cNvPr>
          <p:cNvSpPr>
            <a:spLocks noGrp="1"/>
          </p:cNvSpPr>
          <p:nvPr>
            <p:ph type="body" sz="quarter" idx="20"/>
          </p:nvPr>
        </p:nvSpPr>
        <p:spPr>
          <a:xfrm>
            <a:off x="3699815"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8">
            <a:extLst>
              <a:ext uri="{FF2B5EF4-FFF2-40B4-BE49-F238E27FC236}">
                <a16:creationId xmlns:a16="http://schemas.microsoft.com/office/drawing/2014/main" id="{245E7010-E915-4D22-9625-3896AAD63A97}"/>
              </a:ext>
            </a:extLst>
          </p:cNvPr>
          <p:cNvSpPr>
            <a:spLocks noGrp="1"/>
          </p:cNvSpPr>
          <p:nvPr>
            <p:ph type="body" sz="quarter" idx="21"/>
          </p:nvPr>
        </p:nvSpPr>
        <p:spPr>
          <a:xfrm>
            <a:off x="6864394"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10">
            <a:extLst>
              <a:ext uri="{FF2B5EF4-FFF2-40B4-BE49-F238E27FC236}">
                <a16:creationId xmlns:a16="http://schemas.microsoft.com/office/drawing/2014/main" id="{F1DE9131-771D-4C62-ADA1-9ABE07FC5D7E}"/>
              </a:ext>
            </a:extLst>
          </p:cNvPr>
          <p:cNvSpPr>
            <a:spLocks noGrp="1"/>
          </p:cNvSpPr>
          <p:nvPr>
            <p:ph type="body" sz="quarter" idx="22"/>
          </p:nvPr>
        </p:nvSpPr>
        <p:spPr>
          <a:xfrm>
            <a:off x="10028972"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ubtitle 2">
            <a:extLst>
              <a:ext uri="{FF2B5EF4-FFF2-40B4-BE49-F238E27FC236}">
                <a16:creationId xmlns:a16="http://schemas.microsoft.com/office/drawing/2014/main" id="{CAB6BB5B-9F3F-C3F8-AB37-4E5864A05EE7}"/>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894723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os - 2">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E0B0B247-A9F1-7921-6401-8A63D649D96B}"/>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C303BDEC-BFA8-88D3-9C31-C7B2485BF04A}"/>
              </a:ext>
            </a:extLst>
          </p:cNvPr>
          <p:cNvSpPr>
            <a:spLocks noGrp="1"/>
          </p:cNvSpPr>
          <p:nvPr>
            <p:ph type="body" sz="quarter" idx="22" hasCustomPrompt="1"/>
          </p:nvPr>
        </p:nvSpPr>
        <p:spPr>
          <a:xfrm>
            <a:off x="539749" y="2672081"/>
            <a:ext cx="6054725"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73E7AB23-2CA5-E914-3BF4-F4CD1D4A988B}"/>
              </a:ext>
            </a:extLst>
          </p:cNvPr>
          <p:cNvSpPr>
            <a:spLocks noGrp="1"/>
          </p:cNvSpPr>
          <p:nvPr>
            <p:ph type="body" sz="quarter" idx="23" hasCustomPrompt="1"/>
          </p:nvPr>
        </p:nvSpPr>
        <p:spPr>
          <a:xfrm>
            <a:off x="6862763" y="2672081"/>
            <a:ext cx="606107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Picture Placeholder 5">
            <a:extLst>
              <a:ext uri="{FF2B5EF4-FFF2-40B4-BE49-F238E27FC236}">
                <a16:creationId xmlns:a16="http://schemas.microsoft.com/office/drawing/2014/main" id="{1CA14629-F9C6-8DA5-40EA-A5F8253C7095}"/>
              </a:ext>
            </a:extLst>
          </p:cNvPr>
          <p:cNvSpPr>
            <a:spLocks noGrp="1"/>
          </p:cNvSpPr>
          <p:nvPr>
            <p:ph type="pic" sz="quarter" idx="11"/>
          </p:nvPr>
        </p:nvSpPr>
        <p:spPr>
          <a:xfrm>
            <a:off x="539749"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1" name="Picture Placeholder 5">
            <a:extLst>
              <a:ext uri="{FF2B5EF4-FFF2-40B4-BE49-F238E27FC236}">
                <a16:creationId xmlns:a16="http://schemas.microsoft.com/office/drawing/2014/main" id="{6E21A60B-37C7-50F5-F9DF-E5F042774B93}"/>
              </a:ext>
            </a:extLst>
          </p:cNvPr>
          <p:cNvSpPr>
            <a:spLocks noGrp="1"/>
          </p:cNvSpPr>
          <p:nvPr>
            <p:ph type="pic" sz="quarter" idx="26"/>
          </p:nvPr>
        </p:nvSpPr>
        <p:spPr>
          <a:xfrm>
            <a:off x="6862763"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2" name="Title 1">
            <a:extLst>
              <a:ext uri="{FF2B5EF4-FFF2-40B4-BE49-F238E27FC236}">
                <a16:creationId xmlns:a16="http://schemas.microsoft.com/office/drawing/2014/main" id="{70B64035-8729-DBB5-2CDE-73C5824494F7}"/>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601019193"/>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os - 3">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8A16C33A-935A-7258-75E6-829B8CAD1BD4}"/>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6E750E53-B214-206B-9E5D-74769EC49410}"/>
              </a:ext>
            </a:extLst>
          </p:cNvPr>
          <p:cNvSpPr>
            <a:spLocks noGrp="1"/>
          </p:cNvSpPr>
          <p:nvPr>
            <p:ph type="body" sz="quarter" idx="22" hasCustomPrompt="1"/>
          </p:nvPr>
        </p:nvSpPr>
        <p:spPr>
          <a:xfrm>
            <a:off x="539750"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68233BAF-ED28-454E-F97E-D1404842BF2B}"/>
              </a:ext>
            </a:extLst>
          </p:cNvPr>
          <p:cNvSpPr>
            <a:spLocks noGrp="1"/>
          </p:cNvSpPr>
          <p:nvPr>
            <p:ph type="body" sz="quarter" idx="23" hasCustomPrompt="1"/>
          </p:nvPr>
        </p:nvSpPr>
        <p:spPr>
          <a:xfrm>
            <a:off x="4752975"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Text Placeholder 3">
            <a:extLst>
              <a:ext uri="{FF2B5EF4-FFF2-40B4-BE49-F238E27FC236}">
                <a16:creationId xmlns:a16="http://schemas.microsoft.com/office/drawing/2014/main" id="{31EF5646-8FFB-0BB4-5E3B-62CC36A0CBC1}"/>
              </a:ext>
            </a:extLst>
          </p:cNvPr>
          <p:cNvSpPr>
            <a:spLocks noGrp="1"/>
          </p:cNvSpPr>
          <p:nvPr>
            <p:ph type="body" sz="quarter" idx="24" hasCustomPrompt="1"/>
          </p:nvPr>
        </p:nvSpPr>
        <p:spPr>
          <a:xfrm>
            <a:off x="8972936"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DFD1E45B-2935-E9FB-2B35-F44193D0789F}"/>
              </a:ext>
            </a:extLst>
          </p:cNvPr>
          <p:cNvSpPr>
            <a:spLocks noGrp="1"/>
          </p:cNvSpPr>
          <p:nvPr>
            <p:ph type="pic" sz="quarter" idx="11"/>
          </p:nvPr>
        </p:nvSpPr>
        <p:spPr>
          <a:xfrm>
            <a:off x="539750"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4" name="Picture Placeholder 5">
            <a:extLst>
              <a:ext uri="{FF2B5EF4-FFF2-40B4-BE49-F238E27FC236}">
                <a16:creationId xmlns:a16="http://schemas.microsoft.com/office/drawing/2014/main" id="{C47FA2DE-0D51-F719-B367-642A97B5D40D}"/>
              </a:ext>
            </a:extLst>
          </p:cNvPr>
          <p:cNvSpPr>
            <a:spLocks noGrp="1"/>
          </p:cNvSpPr>
          <p:nvPr>
            <p:ph type="pic" sz="quarter" idx="25"/>
          </p:nvPr>
        </p:nvSpPr>
        <p:spPr>
          <a:xfrm>
            <a:off x="475297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792D24DB-83E1-6897-47C8-932F6A5362B2}"/>
              </a:ext>
            </a:extLst>
          </p:cNvPr>
          <p:cNvSpPr>
            <a:spLocks noGrp="1"/>
          </p:cNvSpPr>
          <p:nvPr>
            <p:ph type="pic" sz="quarter" idx="26"/>
          </p:nvPr>
        </p:nvSpPr>
        <p:spPr>
          <a:xfrm>
            <a:off x="8972936"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Title 6">
            <a:extLst>
              <a:ext uri="{FF2B5EF4-FFF2-40B4-BE49-F238E27FC236}">
                <a16:creationId xmlns:a16="http://schemas.microsoft.com/office/drawing/2014/main" id="{0F18DA70-BD7B-4E54-03F1-4E5E4C1E34EA}"/>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3931367155"/>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os - 4">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7"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6" name="Text Placeholder 3">
            <a:extLst>
              <a:ext uri="{FF2B5EF4-FFF2-40B4-BE49-F238E27FC236}">
                <a16:creationId xmlns:a16="http://schemas.microsoft.com/office/drawing/2014/main" id="{4FBC681F-63E2-60F8-AA8F-4C24A5A6E410}"/>
              </a:ext>
            </a:extLst>
          </p:cNvPr>
          <p:cNvSpPr>
            <a:spLocks noGrp="1"/>
          </p:cNvSpPr>
          <p:nvPr>
            <p:ph type="body" sz="quarter" idx="23" hasCustomPrompt="1"/>
          </p:nvPr>
        </p:nvSpPr>
        <p:spPr>
          <a:xfrm>
            <a:off x="3699815"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7" name="Text Placeholder 3">
            <a:extLst>
              <a:ext uri="{FF2B5EF4-FFF2-40B4-BE49-F238E27FC236}">
                <a16:creationId xmlns:a16="http://schemas.microsoft.com/office/drawing/2014/main" id="{5152024C-9189-82E9-8D65-C4ABC4B20F8C}"/>
              </a:ext>
            </a:extLst>
          </p:cNvPr>
          <p:cNvSpPr>
            <a:spLocks noGrp="1"/>
          </p:cNvSpPr>
          <p:nvPr>
            <p:ph type="body" sz="quarter" idx="24" hasCustomPrompt="1"/>
          </p:nvPr>
        </p:nvSpPr>
        <p:spPr>
          <a:xfrm>
            <a:off x="6864394"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8" name="Text Placeholder 3">
            <a:extLst>
              <a:ext uri="{FF2B5EF4-FFF2-40B4-BE49-F238E27FC236}">
                <a16:creationId xmlns:a16="http://schemas.microsoft.com/office/drawing/2014/main" id="{FD384476-035F-93EA-68D4-DD6F73AF76BF}"/>
              </a:ext>
            </a:extLst>
          </p:cNvPr>
          <p:cNvSpPr>
            <a:spLocks noGrp="1"/>
          </p:cNvSpPr>
          <p:nvPr>
            <p:ph type="body" sz="quarter" idx="25" hasCustomPrompt="1"/>
          </p:nvPr>
        </p:nvSpPr>
        <p:spPr>
          <a:xfrm>
            <a:off x="10001838"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31CB38D6-0652-ADFC-CB6C-56315EBCE04D}"/>
              </a:ext>
            </a:extLst>
          </p:cNvPr>
          <p:cNvSpPr>
            <a:spLocks noGrp="1"/>
          </p:cNvSpPr>
          <p:nvPr>
            <p:ph type="pic" sz="quarter" idx="26"/>
          </p:nvPr>
        </p:nvSpPr>
        <p:spPr>
          <a:xfrm>
            <a:off x="36998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Picture Placeholder 5">
            <a:extLst>
              <a:ext uri="{FF2B5EF4-FFF2-40B4-BE49-F238E27FC236}">
                <a16:creationId xmlns:a16="http://schemas.microsoft.com/office/drawing/2014/main" id="{1492A7A5-4A09-D1D1-03D1-6ECAEF6B5957}"/>
              </a:ext>
            </a:extLst>
          </p:cNvPr>
          <p:cNvSpPr>
            <a:spLocks noGrp="1"/>
          </p:cNvSpPr>
          <p:nvPr>
            <p:ph type="pic" sz="quarter" idx="27"/>
          </p:nvPr>
        </p:nvSpPr>
        <p:spPr>
          <a:xfrm>
            <a:off x="6864394"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9" name="Picture Placeholder 5">
            <a:extLst>
              <a:ext uri="{FF2B5EF4-FFF2-40B4-BE49-F238E27FC236}">
                <a16:creationId xmlns:a16="http://schemas.microsoft.com/office/drawing/2014/main" id="{D366B33C-7857-114D-B7B2-FD9481084206}"/>
              </a:ext>
            </a:extLst>
          </p:cNvPr>
          <p:cNvSpPr>
            <a:spLocks noGrp="1"/>
          </p:cNvSpPr>
          <p:nvPr>
            <p:ph type="pic" sz="quarter" idx="28"/>
          </p:nvPr>
        </p:nvSpPr>
        <p:spPr>
          <a:xfrm>
            <a:off x="10001838"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538871898"/>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os - 4 (2)">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6"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5" name="Text Placeholder 3">
            <a:extLst>
              <a:ext uri="{FF2B5EF4-FFF2-40B4-BE49-F238E27FC236}">
                <a16:creationId xmlns:a16="http://schemas.microsoft.com/office/drawing/2014/main" id="{72DA8A2D-744F-28D9-2367-D84B14F723F3}"/>
              </a:ext>
            </a:extLst>
          </p:cNvPr>
          <p:cNvSpPr>
            <a:spLocks noGrp="1"/>
          </p:cNvSpPr>
          <p:nvPr>
            <p:ph type="body" sz="quarter" idx="23" hasCustomPrompt="1"/>
          </p:nvPr>
        </p:nvSpPr>
        <p:spPr>
          <a:xfrm>
            <a:off x="6845614"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8" name="Picture Placeholder 5">
            <a:extLst>
              <a:ext uri="{FF2B5EF4-FFF2-40B4-BE49-F238E27FC236}">
                <a16:creationId xmlns:a16="http://schemas.microsoft.com/office/drawing/2014/main" id="{FA006BB0-ACA9-FDFC-6461-6408B41AEAE5}"/>
              </a:ext>
            </a:extLst>
          </p:cNvPr>
          <p:cNvSpPr>
            <a:spLocks noGrp="1"/>
          </p:cNvSpPr>
          <p:nvPr>
            <p:ph type="pic" sz="quarter" idx="24"/>
          </p:nvPr>
        </p:nvSpPr>
        <p:spPr>
          <a:xfrm>
            <a:off x="68456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0" name="Text Placeholder 3">
            <a:extLst>
              <a:ext uri="{FF2B5EF4-FFF2-40B4-BE49-F238E27FC236}">
                <a16:creationId xmlns:a16="http://schemas.microsoft.com/office/drawing/2014/main" id="{A085B774-B9B0-4770-F47A-2EAB4102733D}"/>
              </a:ext>
            </a:extLst>
          </p:cNvPr>
          <p:cNvSpPr>
            <a:spLocks noGrp="1"/>
          </p:cNvSpPr>
          <p:nvPr>
            <p:ph type="body" sz="quarter" idx="25" hasCustomPrompt="1"/>
          </p:nvPr>
        </p:nvSpPr>
        <p:spPr>
          <a:xfrm>
            <a:off x="535236"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1" name="Picture Placeholder 5">
            <a:extLst>
              <a:ext uri="{FF2B5EF4-FFF2-40B4-BE49-F238E27FC236}">
                <a16:creationId xmlns:a16="http://schemas.microsoft.com/office/drawing/2014/main" id="{FB5943DD-7B76-DF26-BE6E-5C112FA896E8}"/>
              </a:ext>
            </a:extLst>
          </p:cNvPr>
          <p:cNvSpPr>
            <a:spLocks noGrp="1"/>
          </p:cNvSpPr>
          <p:nvPr>
            <p:ph type="pic" sz="quarter" idx="26"/>
          </p:nvPr>
        </p:nvSpPr>
        <p:spPr>
          <a:xfrm>
            <a:off x="535237"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2" name="Text Placeholder 3">
            <a:extLst>
              <a:ext uri="{FF2B5EF4-FFF2-40B4-BE49-F238E27FC236}">
                <a16:creationId xmlns:a16="http://schemas.microsoft.com/office/drawing/2014/main" id="{36A1E702-325A-5140-3BB8-D7D701ECE601}"/>
              </a:ext>
            </a:extLst>
          </p:cNvPr>
          <p:cNvSpPr>
            <a:spLocks noGrp="1"/>
          </p:cNvSpPr>
          <p:nvPr>
            <p:ph type="body" sz="quarter" idx="27" hasCustomPrompt="1"/>
          </p:nvPr>
        </p:nvSpPr>
        <p:spPr>
          <a:xfrm>
            <a:off x="6845614"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9" name="Picture Placeholder 5">
            <a:extLst>
              <a:ext uri="{FF2B5EF4-FFF2-40B4-BE49-F238E27FC236}">
                <a16:creationId xmlns:a16="http://schemas.microsoft.com/office/drawing/2014/main" id="{2189EB97-CEBC-0E0F-D61F-CCA87D922886}"/>
              </a:ext>
            </a:extLst>
          </p:cNvPr>
          <p:cNvSpPr>
            <a:spLocks noGrp="1"/>
          </p:cNvSpPr>
          <p:nvPr>
            <p:ph type="pic" sz="quarter" idx="28"/>
          </p:nvPr>
        </p:nvSpPr>
        <p:spPr>
          <a:xfrm>
            <a:off x="6845615"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3715328470"/>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t">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
        <p:nvSpPr>
          <p:cNvPr id="2" name="Picture Placeholder 41">
            <a:extLst>
              <a:ext uri="{FF2B5EF4-FFF2-40B4-BE49-F238E27FC236}">
                <a16:creationId xmlns:a16="http://schemas.microsoft.com/office/drawing/2014/main" id="{D2F29644-CA5E-94A8-86FE-616DF372C6D5}"/>
              </a:ext>
            </a:extLst>
          </p:cNvPr>
          <p:cNvSpPr>
            <a:spLocks noGrp="1"/>
          </p:cNvSpPr>
          <p:nvPr>
            <p:ph type="pic" sz="quarter" idx="14"/>
          </p:nvPr>
        </p:nvSpPr>
        <p:spPr>
          <a:xfrm>
            <a:off x="6381750" y="2076449"/>
            <a:ext cx="6381750" cy="4705351"/>
          </a:xfrm>
        </p:spPr>
        <p:txBody>
          <a:bodyPr anchor="ctr"/>
          <a:lstStyle>
            <a:lvl1pPr algn="ctr">
              <a:defRPr sz="3600"/>
            </a:lvl1pPr>
          </a:lstStyle>
          <a:p>
            <a:r>
              <a:rPr lang="en-GB"/>
              <a:t>Click icon to add picture</a:t>
            </a:r>
            <a:endParaRPr lang="en-GB" dirty="0"/>
          </a:p>
        </p:txBody>
      </p:sp>
    </p:spTree>
    <p:extLst>
      <p:ext uri="{BB962C8B-B14F-4D97-AF65-F5344CB8AC3E}">
        <p14:creationId xmlns:p14="http://schemas.microsoft.com/office/powerpoint/2010/main" val="2587731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hank you / Questions">
    <p:bg>
      <p:bgPr>
        <a:solidFill>
          <a:schemeClr val="bg2"/>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bg1"/>
                </a:solidFill>
              </a:defRPr>
            </a:lvl1pPr>
          </a:lstStyle>
          <a:p>
            <a:r>
              <a:rPr lang="en-GB"/>
              <a:t>Click add title</a:t>
            </a:r>
          </a:p>
        </p:txBody>
      </p:sp>
    </p:spTree>
    <p:extLst>
      <p:ext uri="{BB962C8B-B14F-4D97-AF65-F5344CB8AC3E}">
        <p14:creationId xmlns:p14="http://schemas.microsoft.com/office/powerpoint/2010/main" val="1483525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Thank you / Questio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tx1"/>
                </a:solidFill>
              </a:defRPr>
            </a:lvl1pPr>
          </a:lstStyle>
          <a:p>
            <a:r>
              <a:rPr lang="en-GB"/>
              <a:t>Click add title</a:t>
            </a:r>
          </a:p>
        </p:txBody>
      </p:sp>
      <p:sp>
        <p:nvSpPr>
          <p:cNvPr id="2" name="TextBox 1">
            <a:extLst>
              <a:ext uri="{FF2B5EF4-FFF2-40B4-BE49-F238E27FC236}">
                <a16:creationId xmlns:a16="http://schemas.microsoft.com/office/drawing/2014/main" id="{2CD33A44-FEAA-7F20-C8DB-DF791222B0EC}"/>
              </a:ext>
            </a:extLst>
          </p:cNvPr>
          <p:cNvSpPr txBox="1"/>
          <p:nvPr userDrawn="1"/>
        </p:nvSpPr>
        <p:spPr>
          <a:xfrm>
            <a:off x="12350562"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grpSp>
        <p:nvGrpSpPr>
          <p:cNvPr id="3" name="Group 2">
            <a:extLst>
              <a:ext uri="{FF2B5EF4-FFF2-40B4-BE49-F238E27FC236}">
                <a16:creationId xmlns:a16="http://schemas.microsoft.com/office/drawing/2014/main" id="{30B19A9C-B9CA-796E-F827-07594B0C925A}"/>
              </a:ext>
            </a:extLst>
          </p:cNvPr>
          <p:cNvGrpSpPr>
            <a:grpSpLocks noChangeAspect="1"/>
          </p:cNvGrpSpPr>
          <p:nvPr userDrawn="1"/>
        </p:nvGrpSpPr>
        <p:grpSpPr>
          <a:xfrm>
            <a:off x="673892" y="7137829"/>
            <a:ext cx="543912" cy="183624"/>
            <a:chOff x="5868144" y="2000579"/>
            <a:chExt cx="1381170" cy="574833"/>
          </a:xfrm>
          <a:solidFill>
            <a:schemeClr val="bg1"/>
          </a:solidFill>
        </p:grpSpPr>
        <p:sp>
          <p:nvSpPr>
            <p:cNvPr id="4" name="Freeform 16">
              <a:extLst>
                <a:ext uri="{FF2B5EF4-FFF2-40B4-BE49-F238E27FC236}">
                  <a16:creationId xmlns:a16="http://schemas.microsoft.com/office/drawing/2014/main" id="{A2B37B80-8AAC-3060-F69B-DF3E344EF53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6" name="Freeform 17">
              <a:extLst>
                <a:ext uri="{FF2B5EF4-FFF2-40B4-BE49-F238E27FC236}">
                  <a16:creationId xmlns:a16="http://schemas.microsoft.com/office/drawing/2014/main" id="{B318D5FA-DB9E-1D75-62F4-5AA4DB0EBE9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7" name="Freeform 18">
              <a:extLst>
                <a:ext uri="{FF2B5EF4-FFF2-40B4-BE49-F238E27FC236}">
                  <a16:creationId xmlns:a16="http://schemas.microsoft.com/office/drawing/2014/main" id="{E5F9EC9F-01BE-FDE9-FA9E-4D526875B10C}"/>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8" name="Freeform 19">
              <a:extLst>
                <a:ext uri="{FF2B5EF4-FFF2-40B4-BE49-F238E27FC236}">
                  <a16:creationId xmlns:a16="http://schemas.microsoft.com/office/drawing/2014/main" id="{2A180E62-DB15-01B0-934F-11BAAB2EB971}"/>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9" name="Freeform 20">
              <a:extLst>
                <a:ext uri="{FF2B5EF4-FFF2-40B4-BE49-F238E27FC236}">
                  <a16:creationId xmlns:a16="http://schemas.microsoft.com/office/drawing/2014/main" id="{F3783A93-5D33-4918-5EAE-F44D2918A98C}"/>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0" name="Freeform 21">
              <a:extLst>
                <a:ext uri="{FF2B5EF4-FFF2-40B4-BE49-F238E27FC236}">
                  <a16:creationId xmlns:a16="http://schemas.microsoft.com/office/drawing/2014/main" id="{E1C4D14F-2A34-8E3D-DB3B-4CDFDBBAAFF7}"/>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22">
              <a:extLst>
                <a:ext uri="{FF2B5EF4-FFF2-40B4-BE49-F238E27FC236}">
                  <a16:creationId xmlns:a16="http://schemas.microsoft.com/office/drawing/2014/main" id="{08BE9166-DCCF-01AC-E778-6AEFD50F9918}"/>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
        <p:nvSpPr>
          <p:cNvPr id="14" name="TextBox 13">
            <a:extLst>
              <a:ext uri="{FF2B5EF4-FFF2-40B4-BE49-F238E27FC236}">
                <a16:creationId xmlns:a16="http://schemas.microsoft.com/office/drawing/2014/main" id="{E7805508-FA4F-9F5E-EBBF-6FDD0240F93D}"/>
              </a:ext>
            </a:extLst>
          </p:cNvPr>
          <p:cNvSpPr txBox="1"/>
          <p:nvPr userDrawn="1"/>
        </p:nvSpPr>
        <p:spPr>
          <a:xfrm>
            <a:off x="8453292"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spTree>
    <p:extLst>
      <p:ext uri="{BB962C8B-B14F-4D97-AF65-F5344CB8AC3E}">
        <p14:creationId xmlns:p14="http://schemas.microsoft.com/office/powerpoint/2010/main" val="2797389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ack Page">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0ACABE19-381C-4D09-8FCA-1131859BDDA6}"/>
              </a:ext>
            </a:extLst>
          </p:cNvPr>
          <p:cNvSpPr>
            <a:spLocks noChangeArrowheads="1"/>
          </p:cNvSpPr>
          <p:nvPr/>
        </p:nvSpPr>
        <p:spPr bwMode="auto">
          <a:xfrm>
            <a:off x="549157" y="6022056"/>
            <a:ext cx="8155106"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tx2"/>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tx2"/>
                </a:solidFill>
                <a:latin typeface="+mn-lt"/>
              </a:rPr>
              <a:t>Isio</a:t>
            </a:r>
            <a:r>
              <a:rPr lang="en-GB" altLang="en-US" sz="800">
                <a:solidFill>
                  <a:schemeClr val="tx2"/>
                </a:solidFill>
                <a:latin typeface="+mn-lt"/>
              </a:rPr>
              <a:t> Services Limited is authorised and regulated by the Financial Conduct Authority FRN 922376</a:t>
            </a:r>
          </a:p>
        </p:txBody>
      </p:sp>
      <p:grpSp>
        <p:nvGrpSpPr>
          <p:cNvPr id="5" name="Group 4">
            <a:extLst>
              <a:ext uri="{FF2B5EF4-FFF2-40B4-BE49-F238E27FC236}">
                <a16:creationId xmlns:a16="http://schemas.microsoft.com/office/drawing/2014/main" id="{9B55814A-3FC7-E92E-8978-104C27104DFC}"/>
              </a:ext>
            </a:extLst>
          </p:cNvPr>
          <p:cNvGrpSpPr>
            <a:grpSpLocks noChangeAspect="1"/>
          </p:cNvGrpSpPr>
          <p:nvPr userDrawn="1"/>
        </p:nvGrpSpPr>
        <p:grpSpPr>
          <a:xfrm>
            <a:off x="538163" y="5221070"/>
            <a:ext cx="1195185" cy="508054"/>
            <a:chOff x="5868144" y="2000579"/>
            <a:chExt cx="1381170" cy="574833"/>
          </a:xfrm>
          <a:solidFill>
            <a:schemeClr val="bg2"/>
          </a:solidFill>
        </p:grpSpPr>
        <p:sp>
          <p:nvSpPr>
            <p:cNvPr id="6" name="Freeform 18">
              <a:extLst>
                <a:ext uri="{FF2B5EF4-FFF2-40B4-BE49-F238E27FC236}">
                  <a16:creationId xmlns:a16="http://schemas.microsoft.com/office/drawing/2014/main" id="{A5E181D8-5B1A-ECA3-1ACE-EA740D4BF73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7" name="Freeform 19">
              <a:extLst>
                <a:ext uri="{FF2B5EF4-FFF2-40B4-BE49-F238E27FC236}">
                  <a16:creationId xmlns:a16="http://schemas.microsoft.com/office/drawing/2014/main" id="{3B695F51-CCB1-CC71-1D94-D0DF0D443805}"/>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8" name="Freeform 20">
              <a:extLst>
                <a:ext uri="{FF2B5EF4-FFF2-40B4-BE49-F238E27FC236}">
                  <a16:creationId xmlns:a16="http://schemas.microsoft.com/office/drawing/2014/main" id="{CE2B8C21-C8CD-C05B-E2FB-C746429DE81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9" name="Freeform 21">
              <a:extLst>
                <a:ext uri="{FF2B5EF4-FFF2-40B4-BE49-F238E27FC236}">
                  <a16:creationId xmlns:a16="http://schemas.microsoft.com/office/drawing/2014/main" id="{1CE7FB46-3DE6-314A-666C-259CCED2080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2DF71616-C988-FC3D-E6D4-43DC0E5FC955}"/>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47F1A38F-47DC-FB62-27F3-36150B3128E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687DA508-9DD1-EFF7-46E6-D51864C87A0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161892541"/>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ack Page Green">
    <p:bg>
      <p:bgPr>
        <a:solidFill>
          <a:srgbClr val="00BA8D"/>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E21BF325-A866-139F-055A-99CC555BE7AB}"/>
              </a:ext>
            </a:extLst>
          </p:cNvPr>
          <p:cNvSpPr>
            <a:spLocks noChangeArrowheads="1"/>
          </p:cNvSpPr>
          <p:nvPr userDrawn="1"/>
        </p:nvSpPr>
        <p:spPr bwMode="auto">
          <a:xfrm>
            <a:off x="538163" y="6022056"/>
            <a:ext cx="8166100"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bg1"/>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bg1"/>
                </a:solidFill>
                <a:latin typeface="+mn-lt"/>
              </a:rPr>
              <a:t>Isio</a:t>
            </a:r>
            <a:r>
              <a:rPr lang="en-GB" altLang="en-US" sz="800">
                <a:solidFill>
                  <a:schemeClr val="bg1"/>
                </a:solidFill>
                <a:latin typeface="+mn-lt"/>
              </a:rPr>
              <a:t> Services Limited is authorised and regulated by the Financial Conduct Authority FRN 922376</a:t>
            </a:r>
          </a:p>
        </p:txBody>
      </p:sp>
      <p:grpSp>
        <p:nvGrpSpPr>
          <p:cNvPr id="3" name="Group 2">
            <a:extLst>
              <a:ext uri="{FF2B5EF4-FFF2-40B4-BE49-F238E27FC236}">
                <a16:creationId xmlns:a16="http://schemas.microsoft.com/office/drawing/2014/main" id="{17C5FA80-9E1F-7366-41B9-A0001BDBEB53}"/>
              </a:ext>
            </a:extLst>
          </p:cNvPr>
          <p:cNvGrpSpPr>
            <a:grpSpLocks noChangeAspect="1"/>
          </p:cNvGrpSpPr>
          <p:nvPr userDrawn="1"/>
        </p:nvGrpSpPr>
        <p:grpSpPr>
          <a:xfrm>
            <a:off x="538163" y="5221070"/>
            <a:ext cx="1195185" cy="508054"/>
            <a:chOff x="5868144" y="2000579"/>
            <a:chExt cx="1381170" cy="574833"/>
          </a:xfrm>
          <a:solidFill>
            <a:schemeClr val="bg1"/>
          </a:solidFill>
        </p:grpSpPr>
        <p:sp>
          <p:nvSpPr>
            <p:cNvPr id="4" name="Freeform 18">
              <a:extLst>
                <a:ext uri="{FF2B5EF4-FFF2-40B4-BE49-F238E27FC236}">
                  <a16:creationId xmlns:a16="http://schemas.microsoft.com/office/drawing/2014/main" id="{49917BA7-3B1E-9A1C-0952-CBCDD3695E6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1D43A02-6F79-37CC-FA25-295F5A55C86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CA811516-19A6-646C-DD78-31A532E579C0}"/>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200E5E13-056A-B4F3-456D-D2F37D6AF523}"/>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8" name="Freeform 22">
              <a:extLst>
                <a:ext uri="{FF2B5EF4-FFF2-40B4-BE49-F238E27FC236}">
                  <a16:creationId xmlns:a16="http://schemas.microsoft.com/office/drawing/2014/main" id="{A0382AB3-3ED6-F176-9D08-0A57BFA8EA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9" name="Freeform 23">
              <a:extLst>
                <a:ext uri="{FF2B5EF4-FFF2-40B4-BE49-F238E27FC236}">
                  <a16:creationId xmlns:a16="http://schemas.microsoft.com/office/drawing/2014/main" id="{567A94C7-6678-97D9-7F9F-0C6114E141C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0" name="Freeform 24">
              <a:extLst>
                <a:ext uri="{FF2B5EF4-FFF2-40B4-BE49-F238E27FC236}">
                  <a16:creationId xmlns:a16="http://schemas.microsoft.com/office/drawing/2014/main" id="{E24C2CD0-4FCC-47F3-BBA9-F00BDB4B4A0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423229286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750" y="540000"/>
            <a:ext cx="12384088" cy="543914"/>
          </a:xfrm>
          <a:prstGeom prst="rect">
            <a:avLst/>
          </a:prstGeom>
        </p:spPr>
        <p:txBody>
          <a:bodyPr vert="horz" wrap="square" lIns="0" tIns="0" rIns="0" bIns="0" rtlCol="0" anchor="t">
            <a:noAutofit/>
          </a:bodyPr>
          <a:lstStyle/>
          <a:p>
            <a:r>
              <a:rPr lang="en-GB"/>
              <a:t>Click to edit Master title style</a:t>
            </a:r>
          </a:p>
        </p:txBody>
      </p:sp>
      <p:sp>
        <p:nvSpPr>
          <p:cNvPr id="3" name="Text Placeholder 2"/>
          <p:cNvSpPr>
            <a:spLocks noGrp="1"/>
          </p:cNvSpPr>
          <p:nvPr>
            <p:ph type="body" idx="1"/>
          </p:nvPr>
        </p:nvSpPr>
        <p:spPr>
          <a:xfrm>
            <a:off x="535236" y="1800225"/>
            <a:ext cx="12388352" cy="522128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Box 8">
            <a:extLst>
              <a:ext uri="{FF2B5EF4-FFF2-40B4-BE49-F238E27FC236}">
                <a16:creationId xmlns:a16="http://schemas.microsoft.com/office/drawing/2014/main" id="{B2A6B4BD-1BDF-4C63-81D0-1860693E539C}"/>
              </a:ext>
            </a:extLst>
          </p:cNvPr>
          <p:cNvSpPr txBox="1"/>
          <p:nvPr/>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46" name="TextBox 45">
            <a:extLst>
              <a:ext uri="{FF2B5EF4-FFF2-40B4-BE49-F238E27FC236}">
                <a16:creationId xmlns:a16="http://schemas.microsoft.com/office/drawing/2014/main" id="{83E7C9F8-1911-FC84-3D32-1EE77A20C242}"/>
              </a:ext>
            </a:extLst>
          </p:cNvPr>
          <p:cNvSpPr txBox="1"/>
          <p:nvPr userDrawn="1"/>
        </p:nvSpPr>
        <p:spPr>
          <a:xfrm>
            <a:off x="-1975237" y="484094"/>
            <a:ext cx="0" cy="0"/>
          </a:xfrm>
          <a:prstGeom prst="rect">
            <a:avLst/>
          </a:prstGeom>
          <a:noFill/>
        </p:spPr>
        <p:txBody>
          <a:bodyPr wrap="none" lIns="0" tIns="0" rIns="0" bIns="0" rtlCol="0">
            <a:noAutofit/>
          </a:bodyPr>
          <a:lstStyle/>
          <a:p>
            <a:pPr marL="0" algn="l">
              <a:spcAft>
                <a:spcPts val="600"/>
              </a:spcAft>
            </a:pPr>
            <a:endParaRPr lang="en-GB" sz="1100">
              <a:latin typeface="TT Hoves Light" panose="02000503020000020004" pitchFamily="50" charset="0"/>
            </a:endParaRPr>
          </a:p>
        </p:txBody>
      </p:sp>
      <p:sp>
        <p:nvSpPr>
          <p:cNvPr id="55" name="TextBox 54">
            <a:extLst>
              <a:ext uri="{FF2B5EF4-FFF2-40B4-BE49-F238E27FC236}">
                <a16:creationId xmlns:a16="http://schemas.microsoft.com/office/drawing/2014/main" id="{232BFD52-B099-4EAF-8A65-3993E000D7EC}"/>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6" name="Group 5">
            <a:extLst>
              <a:ext uri="{FF2B5EF4-FFF2-40B4-BE49-F238E27FC236}">
                <a16:creationId xmlns:a16="http://schemas.microsoft.com/office/drawing/2014/main" id="{855A12F2-D2D2-4CD7-116C-6407313964BF}"/>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7" name="Freeform 16">
              <a:extLst>
                <a:ext uri="{FF2B5EF4-FFF2-40B4-BE49-F238E27FC236}">
                  <a16:creationId xmlns:a16="http://schemas.microsoft.com/office/drawing/2014/main" id="{E42AD2E4-46D4-4ED6-A3B1-05983D0884E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8" name="Freeform 17">
              <a:extLst>
                <a:ext uri="{FF2B5EF4-FFF2-40B4-BE49-F238E27FC236}">
                  <a16:creationId xmlns:a16="http://schemas.microsoft.com/office/drawing/2014/main" id="{1795393D-BB93-058D-5071-59C266597C9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0" name="Freeform 18">
              <a:extLst>
                <a:ext uri="{FF2B5EF4-FFF2-40B4-BE49-F238E27FC236}">
                  <a16:creationId xmlns:a16="http://schemas.microsoft.com/office/drawing/2014/main" id="{751D98BD-B3E5-1CE1-B619-76FFB658896B}"/>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1" name="Freeform 19">
              <a:extLst>
                <a:ext uri="{FF2B5EF4-FFF2-40B4-BE49-F238E27FC236}">
                  <a16:creationId xmlns:a16="http://schemas.microsoft.com/office/drawing/2014/main" id="{D12966F3-35FC-C795-D0D9-0BFE1ED3D98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2" name="Freeform 20">
              <a:extLst>
                <a:ext uri="{FF2B5EF4-FFF2-40B4-BE49-F238E27FC236}">
                  <a16:creationId xmlns:a16="http://schemas.microsoft.com/office/drawing/2014/main" id="{01EF34B8-0CF9-B1C7-C322-FA60E29458C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3" name="Freeform 21">
              <a:extLst>
                <a:ext uri="{FF2B5EF4-FFF2-40B4-BE49-F238E27FC236}">
                  <a16:creationId xmlns:a16="http://schemas.microsoft.com/office/drawing/2014/main" id="{83FD3F17-5644-8899-92B8-493930445449}"/>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4" name="Freeform 22">
              <a:extLst>
                <a:ext uri="{FF2B5EF4-FFF2-40B4-BE49-F238E27FC236}">
                  <a16:creationId xmlns:a16="http://schemas.microsoft.com/office/drawing/2014/main" id="{6809BF8C-2A12-EDBE-B3E0-DCAB9968CB1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2424699095"/>
      </p:ext>
    </p:extLst>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6" r:id="rId4"/>
    <p:sldLayoutId id="2147483797" r:id="rId5"/>
    <p:sldLayoutId id="2147483749" r:id="rId6"/>
    <p:sldLayoutId id="2147483790" r:id="rId7"/>
    <p:sldLayoutId id="2147483799" r:id="rId8"/>
    <p:sldLayoutId id="2147483803" r:id="rId9"/>
    <p:sldLayoutId id="2147483808" r:id="rId10"/>
    <p:sldLayoutId id="2147483750" r:id="rId11"/>
    <p:sldLayoutId id="2147483805" r:id="rId12"/>
    <p:sldLayoutId id="2147483754" r:id="rId13"/>
    <p:sldLayoutId id="2147483770" r:id="rId14"/>
    <p:sldLayoutId id="2147483771" r:id="rId15"/>
    <p:sldLayoutId id="2147483772" r:id="rId16"/>
    <p:sldLayoutId id="2147483762" r:id="rId17"/>
    <p:sldLayoutId id="2147483782" r:id="rId18"/>
    <p:sldLayoutId id="2147483783" r:id="rId19"/>
    <p:sldLayoutId id="2147483784" r:id="rId20"/>
    <p:sldLayoutId id="2147483809" r:id="rId21"/>
    <p:sldLayoutId id="2147483807" r:id="rId22"/>
    <p:sldLayoutId id="2147483768" r:id="rId23"/>
    <p:sldLayoutId id="2147483806" r:id="rId24"/>
    <p:sldLayoutId id="2147483780" r:id="rId25"/>
    <p:sldLayoutId id="2147483781" r:id="rId26"/>
  </p:sldLayoutIdLst>
  <p:hf hdr="0" dt="0"/>
  <p:txStyles>
    <p:titleStyle>
      <a:lvl1pPr algn="l" defTabSz="802054" rtl="0" eaLnBrk="1" latinLnBrk="0" hangingPunct="1">
        <a:lnSpc>
          <a:spcPct val="100000"/>
        </a:lnSpc>
        <a:spcBef>
          <a:spcPct val="0"/>
        </a:spcBef>
        <a:buNone/>
        <a:defRPr sz="3400" b="1" i="0" kern="1200" spc="-13" baseline="0">
          <a:solidFill>
            <a:schemeClr val="bg2"/>
          </a:solidFill>
          <a:latin typeface="+mj-lt"/>
          <a:ea typeface="+mj-ea"/>
          <a:cs typeface="+mj-cs"/>
        </a:defRPr>
      </a:lvl1pPr>
    </p:titleStyle>
    <p:body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p:bodyStyle>
    <p:otherStyle>
      <a:defPPr>
        <a:defRPr lang="en-US"/>
      </a:defPPr>
      <a:lvl1pPr marL="0" algn="l" defTabSz="802054" rtl="0" eaLnBrk="1" latinLnBrk="0" hangingPunct="1">
        <a:defRPr sz="1579" kern="1200">
          <a:solidFill>
            <a:schemeClr val="tx1"/>
          </a:solidFill>
          <a:latin typeface="+mn-lt"/>
          <a:ea typeface="+mn-ea"/>
          <a:cs typeface="+mn-cs"/>
        </a:defRPr>
      </a:lvl1pPr>
      <a:lvl2pPr marL="401027" algn="l" defTabSz="802054" rtl="0" eaLnBrk="1" latinLnBrk="0" hangingPunct="1">
        <a:defRPr sz="1579" kern="1200">
          <a:solidFill>
            <a:schemeClr val="tx1"/>
          </a:solidFill>
          <a:latin typeface="+mn-lt"/>
          <a:ea typeface="+mn-ea"/>
          <a:cs typeface="+mn-cs"/>
        </a:defRPr>
      </a:lvl2pPr>
      <a:lvl3pPr marL="802054" algn="l" defTabSz="802054" rtl="0" eaLnBrk="1" latinLnBrk="0" hangingPunct="1">
        <a:defRPr sz="1579" kern="1200">
          <a:solidFill>
            <a:schemeClr val="tx1"/>
          </a:solidFill>
          <a:latin typeface="+mn-lt"/>
          <a:ea typeface="+mn-ea"/>
          <a:cs typeface="+mn-cs"/>
        </a:defRPr>
      </a:lvl3pPr>
      <a:lvl4pPr marL="1203080" algn="l" defTabSz="802054" rtl="0" eaLnBrk="1" latinLnBrk="0" hangingPunct="1">
        <a:defRPr sz="1579" kern="1200">
          <a:solidFill>
            <a:schemeClr val="tx1"/>
          </a:solidFill>
          <a:latin typeface="+mn-lt"/>
          <a:ea typeface="+mn-ea"/>
          <a:cs typeface="+mn-cs"/>
        </a:defRPr>
      </a:lvl4pPr>
      <a:lvl5pPr marL="1604106" algn="l" defTabSz="802054" rtl="0" eaLnBrk="1" latinLnBrk="0" hangingPunct="1">
        <a:defRPr sz="1579" kern="1200">
          <a:solidFill>
            <a:schemeClr val="tx1"/>
          </a:solidFill>
          <a:latin typeface="+mn-lt"/>
          <a:ea typeface="+mn-ea"/>
          <a:cs typeface="+mn-cs"/>
        </a:defRPr>
      </a:lvl5pPr>
      <a:lvl6pPr marL="2005133" algn="l" defTabSz="802054" rtl="0" eaLnBrk="1" latinLnBrk="0" hangingPunct="1">
        <a:defRPr sz="1579" kern="1200">
          <a:solidFill>
            <a:schemeClr val="tx1"/>
          </a:solidFill>
          <a:latin typeface="+mn-lt"/>
          <a:ea typeface="+mn-ea"/>
          <a:cs typeface="+mn-cs"/>
        </a:defRPr>
      </a:lvl6pPr>
      <a:lvl7pPr marL="2406160" algn="l" defTabSz="802054" rtl="0" eaLnBrk="1" latinLnBrk="0" hangingPunct="1">
        <a:defRPr sz="1579" kern="1200">
          <a:solidFill>
            <a:schemeClr val="tx1"/>
          </a:solidFill>
          <a:latin typeface="+mn-lt"/>
          <a:ea typeface="+mn-ea"/>
          <a:cs typeface="+mn-cs"/>
        </a:defRPr>
      </a:lvl7pPr>
      <a:lvl8pPr marL="2807187" algn="l" defTabSz="802054" rtl="0" eaLnBrk="1" latinLnBrk="0" hangingPunct="1">
        <a:defRPr sz="1579" kern="1200">
          <a:solidFill>
            <a:schemeClr val="tx1"/>
          </a:solidFill>
          <a:latin typeface="+mn-lt"/>
          <a:ea typeface="+mn-ea"/>
          <a:cs typeface="+mn-cs"/>
        </a:defRPr>
      </a:lvl8pPr>
      <a:lvl9pPr marL="3208213" algn="l" defTabSz="802054"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04" pos="340" userDrawn="1">
          <p15:clr>
            <a:srgbClr val="F26B43"/>
          </p15:clr>
        </p15:guide>
        <p15:guide id="119" pos="4154" userDrawn="1">
          <p15:clr>
            <a:srgbClr val="F26B43"/>
          </p15:clr>
        </p15:guide>
        <p15:guide id="120" pos="4323" userDrawn="1">
          <p15:clr>
            <a:srgbClr val="F26B43"/>
          </p15:clr>
        </p15:guide>
        <p15:guide id="134" pos="8141" userDrawn="1">
          <p15:clr>
            <a:srgbClr val="F26B43"/>
          </p15:clr>
        </p15:guide>
        <p15:guide id="135" orient="horz" pos="340" userDrawn="1">
          <p15:clr>
            <a:srgbClr val="F26B43"/>
          </p15:clr>
        </p15:guide>
        <p15:guide id="137" orient="horz" pos="1134" userDrawn="1">
          <p15:clr>
            <a:srgbClr val="F26B43"/>
          </p15:clr>
        </p15:guide>
        <p15:guide id="139" orient="horz" pos="4423" userDrawn="1">
          <p15:clr>
            <a:srgbClr val="F26B43"/>
          </p15:clr>
        </p15:guide>
        <p15:guide id="140" orient="horz" pos="681" userDrawn="1">
          <p15:clr>
            <a:srgbClr val="F26B43"/>
          </p15:clr>
        </p15:guide>
        <p15:guide id="141" pos="2994" userDrawn="1">
          <p15:clr>
            <a:srgbClr val="F26B43"/>
          </p15:clr>
        </p15:guide>
        <p15:guide id="142" pos="2825" userDrawn="1">
          <p15:clr>
            <a:srgbClr val="F26B43"/>
          </p15:clr>
        </p15:guide>
        <p15:guide id="143" pos="5483" userDrawn="1">
          <p15:clr>
            <a:srgbClr val="F26B43"/>
          </p15:clr>
        </p15:guide>
        <p15:guide id="144" pos="56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13.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jpe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7.xml"/><Relationship Id="rId1" Type="http://schemas.openxmlformats.org/officeDocument/2006/relationships/tags" Target="../tags/tag1.xml"/><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3.xml"/><Relationship Id="rId1" Type="http://schemas.openxmlformats.org/officeDocument/2006/relationships/tags" Target="../tags/tag2.xml"/><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image" Target="../media/image11.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tags" Target="../tags/tag7.xml"/><Relationship Id="rId7" Type="http://schemas.openxmlformats.org/officeDocument/2006/relationships/image" Target="../media/image14.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6.xml"/><Relationship Id="rId1" Type="http://schemas.openxmlformats.org/officeDocument/2006/relationships/tags" Target="../tags/tag8.xml"/><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svg"/><Relationship Id="rId2" Type="http://schemas.openxmlformats.org/officeDocument/2006/relationships/slideLayout" Target="../slideLayouts/slideLayout14.xml"/><Relationship Id="rId1" Type="http://schemas.openxmlformats.org/officeDocument/2006/relationships/tags" Target="../tags/tag9.xml"/><Relationship Id="rId6" Type="http://schemas.openxmlformats.org/officeDocument/2006/relationships/image" Target="../media/image27.png"/><Relationship Id="rId5" Type="http://schemas.openxmlformats.org/officeDocument/2006/relationships/image" Target="../media/image11.jpeg"/><Relationship Id="rId4" Type="http://schemas.openxmlformats.org/officeDocument/2006/relationships/image" Target="../media/image26.sv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jpeg"/><Relationship Id="rId1" Type="http://schemas.openxmlformats.org/officeDocument/2006/relationships/slideLayout" Target="../slideLayouts/slideLayout17.xml"/><Relationship Id="rId4" Type="http://schemas.openxmlformats.org/officeDocument/2006/relationships/image" Target="../media/image30.svg"/></Relationships>
</file>

<file path=ppt/slides/_rels/slide2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13.xml"/><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11.jpeg"/><Relationship Id="rId1" Type="http://schemas.openxmlformats.org/officeDocument/2006/relationships/slideLayout" Target="../slideLayouts/slideLayout17.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13.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FBE882-006B-36E8-C065-1A6FD4FDA67A}"/>
              </a:ext>
            </a:extLst>
          </p:cNvPr>
          <p:cNvSpPr>
            <a:spLocks noGrp="1"/>
          </p:cNvSpPr>
          <p:nvPr>
            <p:ph type="subTitle" idx="13"/>
          </p:nvPr>
        </p:nvSpPr>
        <p:spPr/>
        <p:txBody>
          <a:bodyPr/>
          <a:lstStyle/>
          <a:p>
            <a:r>
              <a:rPr lang="en-GB"/>
              <a:t>1</a:t>
            </a:r>
          </a:p>
        </p:txBody>
      </p:sp>
      <p:sp>
        <p:nvSpPr>
          <p:cNvPr id="3" name="Text Placeholder 2">
            <a:extLst>
              <a:ext uri="{FF2B5EF4-FFF2-40B4-BE49-F238E27FC236}">
                <a16:creationId xmlns:a16="http://schemas.microsoft.com/office/drawing/2014/main" id="{BA06374A-27A1-82E3-2FB0-8C2F226F6BA3}"/>
              </a:ext>
            </a:extLst>
          </p:cNvPr>
          <p:cNvSpPr>
            <a:spLocks noGrp="1"/>
          </p:cNvSpPr>
          <p:nvPr>
            <p:ph type="body" sz="quarter" idx="18"/>
          </p:nvPr>
        </p:nvSpPr>
        <p:spPr/>
        <p:txBody>
          <a:bodyPr/>
          <a:lstStyle/>
          <a:p>
            <a:r>
              <a:rPr lang="en-GB"/>
              <a:t>Executive </a:t>
            </a:r>
            <a:br>
              <a:rPr lang="en-GB"/>
            </a:br>
            <a:r>
              <a:rPr lang="en-GB"/>
              <a:t>summary </a:t>
            </a:r>
          </a:p>
        </p:txBody>
      </p:sp>
    </p:spTree>
    <p:extLst>
      <p:ext uri="{BB962C8B-B14F-4D97-AF65-F5344CB8AC3E}">
        <p14:creationId xmlns:p14="http://schemas.microsoft.com/office/powerpoint/2010/main" val="1622793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ubtitle 46">
            <a:extLst>
              <a:ext uri="{FF2B5EF4-FFF2-40B4-BE49-F238E27FC236}">
                <a16:creationId xmlns:a16="http://schemas.microsoft.com/office/drawing/2014/main" id="{FD3DE65D-2693-FAA1-528B-B05D03C02D9B}"/>
              </a:ext>
            </a:extLst>
          </p:cNvPr>
          <p:cNvSpPr>
            <a:spLocks noGrp="1"/>
          </p:cNvSpPr>
          <p:nvPr>
            <p:ph type="subTitle" idx="13"/>
          </p:nvPr>
        </p:nvSpPr>
        <p:spPr>
          <a:xfrm>
            <a:off x="539749" y="286056"/>
            <a:ext cx="12384088" cy="246221"/>
          </a:xfrm>
        </p:spPr>
        <p:txBody>
          <a:bodyPr/>
          <a:lstStyle/>
          <a:p>
            <a:r>
              <a:rPr lang="en-GB"/>
              <a:t>Subheading</a:t>
            </a:r>
          </a:p>
        </p:txBody>
      </p:sp>
      <p:sp>
        <p:nvSpPr>
          <p:cNvPr id="7" name="Title 6">
            <a:extLst>
              <a:ext uri="{FF2B5EF4-FFF2-40B4-BE49-F238E27FC236}">
                <a16:creationId xmlns:a16="http://schemas.microsoft.com/office/drawing/2014/main" id="{3F4DB100-9B60-6480-BBA1-17DB1D0A6AE7}"/>
              </a:ext>
            </a:extLst>
          </p:cNvPr>
          <p:cNvSpPr>
            <a:spLocks noGrp="1"/>
          </p:cNvSpPr>
          <p:nvPr>
            <p:ph type="title"/>
          </p:nvPr>
        </p:nvSpPr>
        <p:spPr>
          <a:xfrm>
            <a:off x="539750" y="540000"/>
            <a:ext cx="12384088" cy="543914"/>
          </a:xfrm>
        </p:spPr>
        <p:txBody>
          <a:bodyPr/>
          <a:lstStyle/>
          <a:p>
            <a:r>
              <a:rPr lang="en-GB"/>
              <a:t>Executive summary </a:t>
            </a:r>
          </a:p>
        </p:txBody>
      </p:sp>
      <p:sp>
        <p:nvSpPr>
          <p:cNvPr id="4" name="Text Placeholder 2">
            <a:extLst>
              <a:ext uri="{FF2B5EF4-FFF2-40B4-BE49-F238E27FC236}">
                <a16:creationId xmlns:a16="http://schemas.microsoft.com/office/drawing/2014/main" id="{EFB74F16-2BD7-BB21-A986-6B67A4561B36}"/>
              </a:ext>
            </a:extLst>
          </p:cNvPr>
          <p:cNvSpPr txBox="1">
            <a:spLocks/>
          </p:cNvSpPr>
          <p:nvPr/>
        </p:nvSpPr>
        <p:spPr>
          <a:xfrm>
            <a:off x="535237" y="1800225"/>
            <a:ext cx="3949452" cy="5221288"/>
          </a:xfrm>
          <a:prstGeom prst="rect">
            <a:avLst/>
          </a:prstGeom>
          <a:solidFill>
            <a:schemeClr val="bg1"/>
          </a:solidFill>
        </p:spPr>
        <p:txBody>
          <a:bodyPr vert="horz" lIns="0" tIns="0" rIns="0" bIns="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0"/>
            <a:r>
              <a:rPr lang="en-GB"/>
              <a:t>Lorem ipsum </a:t>
            </a:r>
            <a:r>
              <a:rPr lang="en-GB" err="1"/>
              <a:t>dolor</a:t>
            </a:r>
            <a:r>
              <a:rPr lang="en-GB"/>
              <a:t> sit </a:t>
            </a:r>
            <a:r>
              <a:rPr lang="en-GB" err="1"/>
              <a:t>amet</a:t>
            </a:r>
            <a:r>
              <a:rPr lang="en-GB"/>
              <a:t>, </a:t>
            </a:r>
            <a:r>
              <a:rPr lang="en-GB" err="1"/>
              <a:t>conse</a:t>
            </a:r>
            <a:r>
              <a:rPr lang="en-GB"/>
              <a:t> </a:t>
            </a:r>
            <a:r>
              <a:rPr lang="en-GB" err="1"/>
              <a:t>ctetur</a:t>
            </a:r>
            <a:r>
              <a:rPr lang="en-GB"/>
              <a:t> </a:t>
            </a:r>
            <a:r>
              <a:rPr lang="en-GB" err="1"/>
              <a:t>adipis</a:t>
            </a:r>
            <a:r>
              <a:rPr lang="en-GB"/>
              <a:t> </a:t>
            </a:r>
            <a:r>
              <a:rPr lang="en-GB" err="1"/>
              <a:t>cing</a:t>
            </a:r>
            <a:r>
              <a:rPr lang="en-GB"/>
              <a:t> </a:t>
            </a:r>
            <a:r>
              <a:rPr lang="en-GB" err="1"/>
              <a:t>elit</a:t>
            </a:r>
            <a:r>
              <a:rPr lang="en-GB"/>
              <a:t> </a:t>
            </a:r>
            <a:r>
              <a:rPr lang="en-GB" err="1"/>
              <a:t>amet</a:t>
            </a:r>
            <a:endParaRPr lang="en-GB"/>
          </a:p>
          <a:p>
            <a:pPr lvl="2"/>
            <a:r>
              <a:rPr lang="en-GB"/>
              <a:t>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a:t>
            </a:r>
          </a:p>
          <a:p>
            <a:pPr lvl="3"/>
            <a:r>
              <a:rPr lang="en-GB"/>
              <a:t>Vestibulum </a:t>
            </a:r>
            <a:r>
              <a:rPr lang="en-GB" err="1"/>
              <a:t>posuere</a:t>
            </a:r>
            <a:r>
              <a:rPr lang="en-GB"/>
              <a:t> </a:t>
            </a:r>
            <a:r>
              <a:rPr lang="en-GB" err="1"/>
              <a:t>justo</a:t>
            </a:r>
            <a:r>
              <a:rPr lang="en-GB"/>
              <a:t> </a:t>
            </a:r>
            <a:r>
              <a:rPr lang="en-GB" err="1"/>
              <a:t>justo</a:t>
            </a:r>
            <a:r>
              <a:rPr lang="en-GB"/>
              <a:t>, vitae </a:t>
            </a:r>
            <a:r>
              <a:rPr lang="en-GB" err="1"/>
              <a:t>placerat</a:t>
            </a:r>
            <a:r>
              <a:rPr lang="en-GB"/>
              <a:t> </a:t>
            </a:r>
            <a:r>
              <a:rPr lang="en-GB" err="1"/>
              <a:t>nisl</a:t>
            </a:r>
            <a:r>
              <a:rPr lang="en-GB"/>
              <a:t> </a:t>
            </a:r>
            <a:r>
              <a:rPr lang="en-GB" err="1"/>
              <a:t>rhoncus</a:t>
            </a:r>
            <a:r>
              <a:rPr lang="en-GB"/>
              <a:t> </a:t>
            </a:r>
            <a:r>
              <a:rPr lang="en-GB" err="1"/>
              <a:t>nec</a:t>
            </a:r>
            <a:r>
              <a:rPr lang="en-GB"/>
              <a:t>. </a:t>
            </a:r>
            <a:r>
              <a:rPr lang="en-GB" err="1"/>
              <a:t>Nulla</a:t>
            </a:r>
            <a:r>
              <a:rPr lang="en-GB"/>
              <a:t> </a:t>
            </a:r>
            <a:r>
              <a:rPr lang="en-GB" err="1"/>
              <a:t>facilisi</a:t>
            </a:r>
            <a:r>
              <a:rPr lang="en-GB"/>
              <a:t>. </a:t>
            </a:r>
            <a:r>
              <a:rPr lang="en-GB" err="1"/>
              <a:t>Phasellus</a:t>
            </a:r>
            <a:endParaRPr lang="en-GB"/>
          </a:p>
          <a:p>
            <a:pPr lvl="3"/>
            <a:r>
              <a:rPr lang="en-GB" err="1"/>
              <a:t>Dapibus</a:t>
            </a:r>
            <a:r>
              <a:rPr lang="en-GB"/>
              <a:t> </a:t>
            </a:r>
            <a:r>
              <a:rPr lang="en-GB" err="1"/>
              <a:t>lobortis</a:t>
            </a:r>
            <a:r>
              <a:rPr lang="en-GB"/>
              <a:t> </a:t>
            </a:r>
            <a:r>
              <a:rPr lang="en-GB" err="1"/>
              <a:t>mattis</a:t>
            </a:r>
            <a:r>
              <a:rPr lang="en-GB"/>
              <a:t>. Ut </a:t>
            </a:r>
            <a:r>
              <a:rPr lang="en-GB" err="1"/>
              <a:t>rutrum</a:t>
            </a:r>
            <a:r>
              <a:rPr lang="en-GB"/>
              <a:t> </a:t>
            </a:r>
            <a:r>
              <a:rPr lang="en-GB" err="1"/>
              <a:t>metus</a:t>
            </a:r>
            <a:r>
              <a:rPr lang="en-GB"/>
              <a:t> ipsum, id </a:t>
            </a:r>
            <a:r>
              <a:rPr lang="en-GB" err="1"/>
              <a:t>suscipit</a:t>
            </a:r>
            <a:r>
              <a:rPr lang="en-GB"/>
              <a:t> </a:t>
            </a:r>
            <a:r>
              <a:rPr lang="en-GB" err="1"/>
              <a:t>odio</a:t>
            </a:r>
            <a:r>
              <a:rPr lang="en-GB"/>
              <a:t> </a:t>
            </a:r>
            <a:r>
              <a:rPr lang="en-GB" err="1"/>
              <a:t>elementum</a:t>
            </a:r>
            <a:r>
              <a:rPr lang="en-GB"/>
              <a:t> vel. </a:t>
            </a:r>
            <a:r>
              <a:rPr lang="en-GB" err="1"/>
              <a:t>Nulla</a:t>
            </a:r>
            <a:endParaRPr lang="en-GB"/>
          </a:p>
          <a:p>
            <a:pPr lvl="3"/>
            <a:r>
              <a:rPr lang="en-GB" err="1"/>
              <a:t>Facilisi</a:t>
            </a:r>
            <a:r>
              <a:rPr lang="en-GB"/>
              <a:t>. Nam ac </a:t>
            </a:r>
            <a:r>
              <a:rPr lang="en-GB" err="1"/>
              <a:t>condimentum</a:t>
            </a:r>
            <a:r>
              <a:rPr lang="en-GB"/>
              <a:t> </a:t>
            </a:r>
            <a:r>
              <a:rPr lang="en-GB" err="1"/>
              <a:t>elit</a:t>
            </a:r>
            <a:r>
              <a:rPr lang="en-GB"/>
              <a:t>, </a:t>
            </a:r>
            <a:r>
              <a:rPr lang="en-GB" err="1"/>
              <a:t>ut</a:t>
            </a:r>
            <a:r>
              <a:rPr lang="en-GB"/>
              <a:t> </a:t>
            </a:r>
            <a:r>
              <a:rPr lang="en-GB" err="1"/>
              <a:t>aliquam</a:t>
            </a:r>
            <a:r>
              <a:rPr lang="en-GB"/>
              <a:t> mi. </a:t>
            </a:r>
            <a:r>
              <a:rPr lang="en-GB" err="1"/>
              <a:t>Mauris</a:t>
            </a:r>
            <a:r>
              <a:rPr lang="en-GB"/>
              <a:t> </a:t>
            </a:r>
            <a:r>
              <a:rPr lang="en-GB" err="1"/>
              <a:t>posuere</a:t>
            </a:r>
            <a:r>
              <a:rPr lang="en-GB"/>
              <a:t> gravida </a:t>
            </a:r>
            <a:r>
              <a:rPr lang="en-GB" err="1"/>
              <a:t>turpis</a:t>
            </a:r>
            <a:r>
              <a:rPr lang="en-GB"/>
              <a:t>, </a:t>
            </a:r>
            <a:r>
              <a:rPr lang="en-GB" err="1"/>
              <a:t>vel</a:t>
            </a:r>
            <a:r>
              <a:rPr lang="en-GB"/>
              <a:t> </a:t>
            </a:r>
            <a:r>
              <a:rPr lang="en-GB" err="1"/>
              <a:t>hendrerit</a:t>
            </a:r>
            <a:r>
              <a:rPr lang="en-GB"/>
              <a:t> eros pharetra sit </a:t>
            </a:r>
            <a:r>
              <a:rPr lang="en-GB" err="1"/>
              <a:t>amet</a:t>
            </a:r>
            <a:r>
              <a:rPr lang="en-GB"/>
              <a:t>. </a:t>
            </a:r>
            <a:r>
              <a:rPr lang="en-GB" err="1"/>
              <a:t>Curabitur</a:t>
            </a:r>
            <a:r>
              <a:rPr lang="en-GB"/>
              <a:t> </a:t>
            </a:r>
            <a:r>
              <a:rPr lang="en-GB" err="1"/>
              <a:t>pellentesque</a:t>
            </a:r>
            <a:r>
              <a:rPr lang="en-GB"/>
              <a:t> </a:t>
            </a:r>
            <a:r>
              <a:rPr lang="en-GB" err="1"/>
              <a:t>venenatis</a:t>
            </a:r>
            <a:r>
              <a:rPr lang="en-GB"/>
              <a:t> </a:t>
            </a:r>
            <a:r>
              <a:rPr lang="en-GB" err="1"/>
              <a:t>faucibus</a:t>
            </a:r>
            <a:r>
              <a:rPr lang="en-GB"/>
              <a:t>.</a:t>
            </a:r>
          </a:p>
          <a:p>
            <a:pPr lvl="3"/>
            <a:endParaRPr lang="en-GB"/>
          </a:p>
          <a:p>
            <a:pPr lvl="2"/>
            <a:endParaRPr lang="en-GB"/>
          </a:p>
          <a:p>
            <a:pPr lvl="0"/>
            <a:endParaRPr lang="en-GB"/>
          </a:p>
        </p:txBody>
      </p:sp>
      <p:sp>
        <p:nvSpPr>
          <p:cNvPr id="5" name="Text Placeholder 2">
            <a:extLst>
              <a:ext uri="{FF2B5EF4-FFF2-40B4-BE49-F238E27FC236}">
                <a16:creationId xmlns:a16="http://schemas.microsoft.com/office/drawing/2014/main" id="{9C0A34C7-EF76-F16E-5840-9E0F76C13F1F}"/>
              </a:ext>
            </a:extLst>
          </p:cNvPr>
          <p:cNvSpPr txBox="1">
            <a:spLocks/>
          </p:cNvSpPr>
          <p:nvPr/>
        </p:nvSpPr>
        <p:spPr>
          <a:xfrm>
            <a:off x="4752976" y="1800225"/>
            <a:ext cx="5815078" cy="4843879"/>
          </a:xfrm>
          <a:prstGeom prst="roundRect">
            <a:avLst>
              <a:gd name="adj" fmla="val 5426"/>
            </a:avLst>
          </a:prstGeom>
          <a:solidFill>
            <a:srgbClr val="ECF9F4"/>
          </a:solidFill>
        </p:spPr>
        <p:txBody>
          <a:bodyPr vert="horz" lIns="144000" tIns="144000" rIns="864000" bIns="144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sz="1400"/>
              <a:t>Lorem ipsum </a:t>
            </a:r>
            <a:r>
              <a:rPr lang="en-GB" sz="1400" err="1"/>
              <a:t>dolor</a:t>
            </a:r>
            <a:r>
              <a:rPr lang="en-GB" sz="1400"/>
              <a:t> sit </a:t>
            </a:r>
            <a:r>
              <a:rPr lang="en-GB" sz="1400" err="1"/>
              <a:t>amet</a:t>
            </a:r>
            <a:r>
              <a:rPr lang="en-GB" sz="1400"/>
              <a:t>, </a:t>
            </a:r>
            <a:r>
              <a:rPr lang="en-GB" sz="1400" err="1"/>
              <a:t>consectetur</a:t>
            </a:r>
            <a:r>
              <a:rPr lang="en-GB" sz="1400"/>
              <a:t> </a:t>
            </a:r>
            <a:r>
              <a:rPr lang="en-GB" sz="1400" err="1"/>
              <a:t>adipiscing</a:t>
            </a:r>
            <a:r>
              <a:rPr lang="en-GB" sz="1400"/>
              <a:t> </a:t>
            </a:r>
            <a:r>
              <a:rPr lang="en-GB" sz="1400" err="1"/>
              <a:t>elit</a:t>
            </a:r>
            <a:r>
              <a:rPr lang="en-GB" sz="1400"/>
              <a:t>. Ut </a:t>
            </a:r>
            <a:r>
              <a:rPr lang="en-GB" sz="1400" err="1"/>
              <a:t>quis</a:t>
            </a:r>
            <a:r>
              <a:rPr lang="en-GB" sz="1400"/>
              <a:t> </a:t>
            </a:r>
            <a:r>
              <a:rPr lang="en-GB" sz="1400" err="1"/>
              <a:t>erat</a:t>
            </a:r>
            <a:r>
              <a:rPr lang="en-GB" sz="1400"/>
              <a:t> sit </a:t>
            </a:r>
            <a:r>
              <a:rPr lang="en-GB" sz="1400" err="1"/>
              <a:t>amet</a:t>
            </a:r>
            <a:r>
              <a:rPr lang="en-GB" sz="1400"/>
              <a:t> </a:t>
            </a:r>
            <a:r>
              <a:rPr lang="en-GB" sz="1400" err="1"/>
              <a:t>enim</a:t>
            </a:r>
            <a:r>
              <a:rPr lang="en-GB" sz="1400"/>
              <a:t> </a:t>
            </a:r>
            <a:r>
              <a:rPr lang="en-GB" sz="1400" err="1"/>
              <a:t>aliquet</a:t>
            </a:r>
            <a:r>
              <a:rPr lang="en-GB" sz="1400"/>
              <a:t> semper at </a:t>
            </a:r>
            <a:r>
              <a:rPr lang="en-GB" sz="1400" err="1"/>
              <a:t>nec</a:t>
            </a:r>
            <a:r>
              <a:rPr lang="en-GB" sz="1400"/>
              <a:t> </a:t>
            </a:r>
            <a:r>
              <a:rPr lang="en-GB" sz="1400" err="1"/>
              <a:t>nisl</a:t>
            </a:r>
            <a:r>
              <a:rPr lang="en-GB" sz="1400"/>
              <a:t>. </a:t>
            </a:r>
            <a:r>
              <a:rPr lang="en-GB" sz="1400" err="1"/>
              <a:t>Nulla</a:t>
            </a:r>
            <a:r>
              <a:rPr lang="en-GB" sz="1400"/>
              <a:t> </a:t>
            </a:r>
            <a:r>
              <a:rPr lang="en-GB" sz="1400" err="1"/>
              <a:t>tristique</a:t>
            </a:r>
            <a:r>
              <a:rPr lang="en-GB" sz="1400"/>
              <a:t> </a:t>
            </a:r>
            <a:r>
              <a:rPr lang="en-GB" sz="1400" err="1"/>
              <a:t>elit</a:t>
            </a:r>
            <a:r>
              <a:rPr lang="en-GB" sz="1400"/>
              <a:t> a </a:t>
            </a:r>
            <a:r>
              <a:rPr lang="en-GB" sz="1400" err="1"/>
              <a:t>purus</a:t>
            </a:r>
            <a:r>
              <a:rPr lang="en-GB" sz="1400"/>
              <a:t> </a:t>
            </a:r>
            <a:r>
              <a:rPr lang="en-GB" sz="1400" err="1"/>
              <a:t>luctus</a:t>
            </a:r>
            <a:r>
              <a:rPr lang="en-GB" sz="1400"/>
              <a:t> lacinia. </a:t>
            </a:r>
          </a:p>
          <a:p>
            <a:pPr lvl="2"/>
            <a:r>
              <a:rPr lang="en-GB" sz="1400"/>
              <a:t>Cras </a:t>
            </a:r>
            <a:r>
              <a:rPr lang="en-GB" sz="1400" err="1"/>
              <a:t>dolor</a:t>
            </a:r>
            <a:r>
              <a:rPr lang="en-GB" sz="1400"/>
              <a:t> ex, pharetra </a:t>
            </a:r>
            <a:r>
              <a:rPr lang="en-GB" sz="1400" err="1"/>
              <a:t>nec</a:t>
            </a:r>
            <a:r>
              <a:rPr lang="en-GB" sz="1400"/>
              <a:t> pharetra at, </a:t>
            </a:r>
            <a:r>
              <a:rPr lang="en-GB" sz="1400" err="1"/>
              <a:t>condimentum</a:t>
            </a:r>
            <a:r>
              <a:rPr lang="en-GB" sz="1400"/>
              <a:t> a </a:t>
            </a:r>
            <a:r>
              <a:rPr lang="en-GB" sz="1400" err="1"/>
              <a:t>tortor</a:t>
            </a:r>
            <a:r>
              <a:rPr lang="en-GB" sz="1400"/>
              <a:t>. Cras vitae </a:t>
            </a:r>
            <a:r>
              <a:rPr lang="en-GB" sz="1400" err="1"/>
              <a:t>pretium</a:t>
            </a:r>
            <a:r>
              <a:rPr lang="en-GB" sz="1400"/>
              <a:t> </a:t>
            </a:r>
            <a:r>
              <a:rPr lang="en-GB" sz="1400" err="1"/>
              <a:t>nisl</a:t>
            </a:r>
            <a:r>
              <a:rPr lang="en-GB" sz="1400"/>
              <a:t>. </a:t>
            </a:r>
            <a:r>
              <a:rPr lang="en-GB" sz="1400" err="1"/>
              <a:t>Suspendisse</a:t>
            </a:r>
            <a:r>
              <a:rPr lang="en-GB" sz="1400"/>
              <a:t> at magna </a:t>
            </a:r>
            <a:r>
              <a:rPr lang="en-GB" sz="1400" err="1"/>
              <a:t>sed</a:t>
            </a:r>
            <a:r>
              <a:rPr lang="en-GB" sz="1400"/>
              <a:t> </a:t>
            </a:r>
            <a:r>
              <a:rPr lang="en-GB" sz="1400" err="1"/>
              <a:t>lectus</a:t>
            </a:r>
            <a:r>
              <a:rPr lang="en-GB" sz="1400"/>
              <a:t> </a:t>
            </a:r>
            <a:r>
              <a:rPr lang="en-GB" sz="1400" err="1"/>
              <a:t>consequat</a:t>
            </a:r>
            <a:r>
              <a:rPr lang="en-GB" sz="1400"/>
              <a:t> </a:t>
            </a:r>
            <a:r>
              <a:rPr lang="en-GB" sz="1400" err="1"/>
              <a:t>rutrum</a:t>
            </a:r>
            <a:r>
              <a:rPr lang="en-GB" sz="1400"/>
              <a:t>. Proin id </a:t>
            </a:r>
            <a:r>
              <a:rPr lang="en-GB" sz="1400" err="1"/>
              <a:t>nibh</a:t>
            </a:r>
            <a:r>
              <a:rPr lang="en-GB" sz="1400"/>
              <a:t> at nisi </a:t>
            </a:r>
            <a:r>
              <a:rPr lang="en-GB" sz="1400" err="1"/>
              <a:t>molestie</a:t>
            </a:r>
            <a:r>
              <a:rPr lang="en-GB" sz="1400"/>
              <a:t> </a:t>
            </a:r>
            <a:r>
              <a:rPr lang="en-GB" sz="1400" err="1"/>
              <a:t>ullamcorper</a:t>
            </a:r>
            <a:r>
              <a:rPr lang="en-GB" sz="1400"/>
              <a:t>. Cras tempus </a:t>
            </a:r>
            <a:r>
              <a:rPr lang="en-GB" sz="1400" err="1"/>
              <a:t>urna</a:t>
            </a:r>
            <a:r>
              <a:rPr lang="en-GB" sz="1400"/>
              <a:t> </a:t>
            </a:r>
            <a:r>
              <a:rPr lang="en-GB" sz="1400" err="1"/>
              <a:t>augue</a:t>
            </a:r>
            <a:r>
              <a:rPr lang="en-GB" sz="1400"/>
              <a:t>, ac tempus </a:t>
            </a:r>
            <a:r>
              <a:rPr lang="en-GB" sz="1400" err="1"/>
              <a:t>mauris</a:t>
            </a:r>
            <a:r>
              <a:rPr lang="en-GB" sz="1400"/>
              <a:t> </a:t>
            </a:r>
            <a:r>
              <a:rPr lang="en-GB" sz="1400" err="1"/>
              <a:t>ullamcorper</a:t>
            </a:r>
            <a:r>
              <a:rPr lang="en-GB" sz="1400"/>
              <a:t> id. </a:t>
            </a:r>
            <a:r>
              <a:rPr lang="en-GB" sz="1400" err="1"/>
              <a:t>Quisque</a:t>
            </a:r>
            <a:r>
              <a:rPr lang="en-GB" sz="1400"/>
              <a:t> </a:t>
            </a:r>
            <a:r>
              <a:rPr lang="en-GB" sz="1400" err="1"/>
              <a:t>nunc</a:t>
            </a:r>
            <a:r>
              <a:rPr lang="en-GB" sz="1400"/>
              <a:t> </a:t>
            </a:r>
            <a:r>
              <a:rPr lang="en-GB" sz="1400" err="1"/>
              <a:t>nisl</a:t>
            </a:r>
            <a:r>
              <a:rPr lang="en-GB" sz="1400"/>
              <a:t>, lacinia a </a:t>
            </a:r>
            <a:r>
              <a:rPr lang="en-GB" sz="1400" err="1"/>
              <a:t>condimentum</a:t>
            </a:r>
            <a:r>
              <a:rPr lang="en-GB" sz="1400"/>
              <a:t> id, </a:t>
            </a:r>
            <a:r>
              <a:rPr lang="en-GB" sz="1400" err="1"/>
              <a:t>molestie</a:t>
            </a:r>
            <a:r>
              <a:rPr lang="en-GB" sz="1400"/>
              <a:t> in </a:t>
            </a:r>
            <a:r>
              <a:rPr lang="en-GB" sz="1400" err="1"/>
              <a:t>nulla</a:t>
            </a:r>
            <a:r>
              <a:rPr lang="en-GB" sz="1400"/>
              <a:t>. Ut </a:t>
            </a:r>
            <a:r>
              <a:rPr lang="en-GB" sz="1400" err="1"/>
              <a:t>eget</a:t>
            </a:r>
            <a:r>
              <a:rPr lang="en-GB" sz="1400"/>
              <a:t> </a:t>
            </a:r>
            <a:r>
              <a:rPr lang="en-GB" sz="1400" err="1"/>
              <a:t>erat</a:t>
            </a:r>
            <a:r>
              <a:rPr lang="en-GB" sz="1400"/>
              <a:t> </a:t>
            </a:r>
            <a:r>
              <a:rPr lang="en-GB" sz="1400" err="1"/>
              <a:t>pretium</a:t>
            </a:r>
            <a:r>
              <a:rPr lang="en-GB" sz="1400"/>
              <a:t> </a:t>
            </a:r>
            <a:r>
              <a:rPr lang="en-GB" sz="1400" err="1"/>
              <a:t>odio</a:t>
            </a:r>
            <a:r>
              <a:rPr lang="en-GB" sz="1400"/>
              <a:t> </a:t>
            </a:r>
            <a:r>
              <a:rPr lang="en-GB" sz="1400" err="1"/>
              <a:t>pretium</a:t>
            </a:r>
            <a:r>
              <a:rPr lang="en-GB" sz="1400"/>
              <a:t> </a:t>
            </a:r>
            <a:r>
              <a:rPr lang="en-GB" sz="1400" err="1"/>
              <a:t>eleifend</a:t>
            </a:r>
            <a:r>
              <a:rPr lang="en-GB" sz="1400"/>
              <a:t> ac </a:t>
            </a:r>
            <a:r>
              <a:rPr lang="en-GB" sz="1400" err="1"/>
              <a:t>vel</a:t>
            </a:r>
            <a:r>
              <a:rPr lang="en-GB" sz="1400"/>
              <a:t> </a:t>
            </a:r>
            <a:r>
              <a:rPr lang="en-GB" sz="1400" err="1"/>
              <a:t>mauris</a:t>
            </a:r>
            <a:r>
              <a:rPr lang="en-GB" sz="1400"/>
              <a:t>. </a:t>
            </a:r>
            <a:r>
              <a:rPr lang="en-GB" sz="1400" err="1"/>
              <a:t>Quisque</a:t>
            </a:r>
            <a:r>
              <a:rPr lang="en-GB" sz="1400"/>
              <a:t> </a:t>
            </a:r>
            <a:r>
              <a:rPr lang="en-GB" sz="1400" err="1"/>
              <a:t>aliquet</a:t>
            </a:r>
            <a:r>
              <a:rPr lang="en-GB" sz="1400"/>
              <a:t> tempus </a:t>
            </a:r>
            <a:r>
              <a:rPr lang="en-GB" sz="1400" err="1"/>
              <a:t>diam</a:t>
            </a:r>
            <a:r>
              <a:rPr lang="en-GB" sz="1400"/>
              <a:t> sit </a:t>
            </a:r>
            <a:r>
              <a:rPr lang="en-GB" sz="1400" err="1"/>
              <a:t>amet</a:t>
            </a:r>
            <a:r>
              <a:rPr lang="en-GB" sz="1400"/>
              <a:t> tempus.</a:t>
            </a:r>
          </a:p>
          <a:p>
            <a:pPr lvl="0"/>
            <a:endParaRPr lang="en-GB"/>
          </a:p>
        </p:txBody>
      </p:sp>
      <p:sp>
        <p:nvSpPr>
          <p:cNvPr id="6" name="Text Placeholder 7">
            <a:extLst>
              <a:ext uri="{FF2B5EF4-FFF2-40B4-BE49-F238E27FC236}">
                <a16:creationId xmlns:a16="http://schemas.microsoft.com/office/drawing/2014/main" id="{2B5DAD22-75F9-1B16-722D-2D40665D8FCE}"/>
              </a:ext>
            </a:extLst>
          </p:cNvPr>
          <p:cNvSpPr txBox="1">
            <a:spLocks/>
          </p:cNvSpPr>
          <p:nvPr/>
        </p:nvSpPr>
        <p:spPr>
          <a:xfrm>
            <a:off x="5897521" y="4843684"/>
            <a:ext cx="1706563" cy="538609"/>
          </a:xfrm>
          <a:prstGeom prst="rect">
            <a:avLst/>
          </a:prstGeom>
        </p:spPr>
        <p:txBody>
          <a:bodyPr lIns="3600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Name Surname </a:t>
            </a:r>
          </a:p>
          <a:p>
            <a:pPr lvl="1"/>
            <a:r>
              <a:rPr lang="en-GB" sz="1400"/>
              <a:t>Role goes here </a:t>
            </a:r>
          </a:p>
        </p:txBody>
      </p:sp>
      <p:sp>
        <p:nvSpPr>
          <p:cNvPr id="8" name="Text Placeholder 7">
            <a:extLst>
              <a:ext uri="{FF2B5EF4-FFF2-40B4-BE49-F238E27FC236}">
                <a16:creationId xmlns:a16="http://schemas.microsoft.com/office/drawing/2014/main" id="{C20F4DC5-B6C0-EC75-C05E-27547E97A414}"/>
              </a:ext>
            </a:extLst>
          </p:cNvPr>
          <p:cNvSpPr txBox="1">
            <a:spLocks/>
          </p:cNvSpPr>
          <p:nvPr/>
        </p:nvSpPr>
        <p:spPr>
          <a:xfrm>
            <a:off x="5897521" y="5765098"/>
            <a:ext cx="1706563" cy="538609"/>
          </a:xfrm>
          <a:prstGeom prst="rect">
            <a:avLst/>
          </a:prstGeom>
        </p:spPr>
        <p:txBody>
          <a:bodyPr lIns="3600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Name Surname </a:t>
            </a:r>
          </a:p>
          <a:p>
            <a:pPr lvl="1"/>
            <a:r>
              <a:rPr lang="en-GB" sz="1400"/>
              <a:t>Role goes here </a:t>
            </a:r>
          </a:p>
        </p:txBody>
      </p:sp>
      <p:pic>
        <p:nvPicPr>
          <p:cNvPr id="9" name="Picture Placeholder 25">
            <a:extLst>
              <a:ext uri="{FF2B5EF4-FFF2-40B4-BE49-F238E27FC236}">
                <a16:creationId xmlns:a16="http://schemas.microsoft.com/office/drawing/2014/main" id="{82DC1D0E-D57D-46C7-BA12-89E12C6A258D}"/>
              </a:ext>
            </a:extLst>
          </p:cNvPr>
          <p:cNvPicPr>
            <a:picLocks noChangeAspect="1"/>
          </p:cNvPicPr>
          <p:nvPr/>
        </p:nvPicPr>
        <p:blipFill>
          <a:blip r:embed="rId2"/>
          <a:srcRect l="431" r="431"/>
          <a:stretch/>
        </p:blipFill>
        <p:spPr>
          <a:xfrm>
            <a:off x="4991126" y="4731988"/>
            <a:ext cx="762000" cy="762000"/>
          </a:xfrm>
          <a:prstGeom prst="ellipse">
            <a:avLst/>
          </a:prstGeom>
          <a:ln>
            <a:solidFill>
              <a:schemeClr val="bg2"/>
            </a:solidFill>
          </a:ln>
        </p:spPr>
      </p:pic>
      <p:pic>
        <p:nvPicPr>
          <p:cNvPr id="10" name="Picture Placeholder 25">
            <a:extLst>
              <a:ext uri="{FF2B5EF4-FFF2-40B4-BE49-F238E27FC236}">
                <a16:creationId xmlns:a16="http://schemas.microsoft.com/office/drawing/2014/main" id="{4D9F1C20-09F5-F18A-4463-2814EFABCC13}"/>
              </a:ext>
            </a:extLst>
          </p:cNvPr>
          <p:cNvPicPr>
            <a:picLocks noChangeAspect="1"/>
          </p:cNvPicPr>
          <p:nvPr/>
        </p:nvPicPr>
        <p:blipFill>
          <a:blip r:embed="rId2"/>
          <a:srcRect l="431" r="431"/>
          <a:stretch/>
        </p:blipFill>
        <p:spPr>
          <a:xfrm>
            <a:off x="4991126" y="5653402"/>
            <a:ext cx="762000" cy="762000"/>
          </a:xfrm>
          <a:prstGeom prst="ellipse">
            <a:avLst/>
          </a:prstGeom>
          <a:ln>
            <a:solidFill>
              <a:schemeClr val="bg2"/>
            </a:solidFill>
          </a:ln>
        </p:spPr>
      </p:pic>
      <p:sp>
        <p:nvSpPr>
          <p:cNvPr id="11" name="Freeform 32">
            <a:extLst>
              <a:ext uri="{FF2B5EF4-FFF2-40B4-BE49-F238E27FC236}">
                <a16:creationId xmlns:a16="http://schemas.microsoft.com/office/drawing/2014/main" id="{62856213-F11A-3202-639C-C69378525B34}"/>
              </a:ext>
            </a:extLst>
          </p:cNvPr>
          <p:cNvSpPr/>
          <p:nvPr/>
        </p:nvSpPr>
        <p:spPr>
          <a:xfrm>
            <a:off x="9726379" y="-44126"/>
            <a:ext cx="3737209" cy="7649515"/>
          </a:xfrm>
          <a:custGeom>
            <a:avLst/>
            <a:gdLst>
              <a:gd name="connsiteX0" fmla="*/ 3737209 w 3737209"/>
              <a:gd name="connsiteY0" fmla="*/ 0 h 7649515"/>
              <a:gd name="connsiteX1" fmla="*/ 3737209 w 3737209"/>
              <a:gd name="connsiteY1" fmla="*/ 7649515 h 7649515"/>
              <a:gd name="connsiteX2" fmla="*/ 1325434 w 3737209"/>
              <a:gd name="connsiteY2" fmla="*/ 7649515 h 7649515"/>
              <a:gd name="connsiteX3" fmla="*/ 1103001 w 3737209"/>
              <a:gd name="connsiteY3" fmla="*/ 7414112 h 7649515"/>
              <a:gd name="connsiteX4" fmla="*/ 0 w 3737209"/>
              <a:gd name="connsiteY4" fmla="*/ 4453994 h 7649515"/>
              <a:gd name="connsiteX5" fmla="*/ 3632362 w 3737209"/>
              <a:gd name="connsiteY5" fmla="*/ 18470 h 7649515"/>
              <a:gd name="connsiteX6" fmla="*/ 3737209 w 3737209"/>
              <a:gd name="connsiteY6" fmla="*/ 0 h 7649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37209" h="7649515">
                <a:moveTo>
                  <a:pt x="3737209" y="0"/>
                </a:moveTo>
                <a:lnTo>
                  <a:pt x="3737209" y="7649515"/>
                </a:lnTo>
                <a:lnTo>
                  <a:pt x="1325434" y="7649515"/>
                </a:lnTo>
                <a:lnTo>
                  <a:pt x="1103001" y="7414112"/>
                </a:lnTo>
                <a:cubicBezTo>
                  <a:pt x="415802" y="6620792"/>
                  <a:pt x="0" y="5585951"/>
                  <a:pt x="0" y="4453994"/>
                </a:cubicBezTo>
                <a:cubicBezTo>
                  <a:pt x="0" y="2260827"/>
                  <a:pt x="1560882" y="432225"/>
                  <a:pt x="3632362" y="18470"/>
                </a:cubicBezTo>
                <a:lnTo>
                  <a:pt x="3737209"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defPPr>
              <a:defRPr lang="en-US"/>
            </a:defPPr>
            <a:lvl1pPr marL="0" algn="l" defTabSz="876021" rtl="0" eaLnBrk="1" latinLnBrk="0" hangingPunct="1">
              <a:defRPr sz="1725" kern="1200">
                <a:solidFill>
                  <a:schemeClr val="lt1"/>
                </a:solidFill>
                <a:latin typeface="+mn-lt"/>
                <a:ea typeface="+mn-ea"/>
                <a:cs typeface="+mn-cs"/>
              </a:defRPr>
            </a:lvl1pPr>
            <a:lvl2pPr marL="438011" algn="l" defTabSz="876021" rtl="0" eaLnBrk="1" latinLnBrk="0" hangingPunct="1">
              <a:defRPr sz="1725" kern="1200">
                <a:solidFill>
                  <a:schemeClr val="lt1"/>
                </a:solidFill>
                <a:latin typeface="+mn-lt"/>
                <a:ea typeface="+mn-ea"/>
                <a:cs typeface="+mn-cs"/>
              </a:defRPr>
            </a:lvl2pPr>
            <a:lvl3pPr marL="876021" algn="l" defTabSz="876021" rtl="0" eaLnBrk="1" latinLnBrk="0" hangingPunct="1">
              <a:defRPr sz="1725" kern="1200">
                <a:solidFill>
                  <a:schemeClr val="lt1"/>
                </a:solidFill>
                <a:latin typeface="+mn-lt"/>
                <a:ea typeface="+mn-ea"/>
                <a:cs typeface="+mn-cs"/>
              </a:defRPr>
            </a:lvl3pPr>
            <a:lvl4pPr marL="1314033" algn="l" defTabSz="876021" rtl="0" eaLnBrk="1" latinLnBrk="0" hangingPunct="1">
              <a:defRPr sz="1725" kern="1200">
                <a:solidFill>
                  <a:schemeClr val="lt1"/>
                </a:solidFill>
                <a:latin typeface="+mn-lt"/>
                <a:ea typeface="+mn-ea"/>
                <a:cs typeface="+mn-cs"/>
              </a:defRPr>
            </a:lvl4pPr>
            <a:lvl5pPr marL="1752043" algn="l" defTabSz="876021" rtl="0" eaLnBrk="1" latinLnBrk="0" hangingPunct="1">
              <a:defRPr sz="1725" kern="1200">
                <a:solidFill>
                  <a:schemeClr val="lt1"/>
                </a:solidFill>
                <a:latin typeface="+mn-lt"/>
                <a:ea typeface="+mn-ea"/>
                <a:cs typeface="+mn-cs"/>
              </a:defRPr>
            </a:lvl5pPr>
            <a:lvl6pPr marL="2190054" algn="l" defTabSz="876021" rtl="0" eaLnBrk="1" latinLnBrk="0" hangingPunct="1">
              <a:defRPr sz="1725" kern="1200">
                <a:solidFill>
                  <a:schemeClr val="lt1"/>
                </a:solidFill>
                <a:latin typeface="+mn-lt"/>
                <a:ea typeface="+mn-ea"/>
                <a:cs typeface="+mn-cs"/>
              </a:defRPr>
            </a:lvl6pPr>
            <a:lvl7pPr marL="2628064" algn="l" defTabSz="876021" rtl="0" eaLnBrk="1" latinLnBrk="0" hangingPunct="1">
              <a:defRPr sz="1725" kern="1200">
                <a:solidFill>
                  <a:schemeClr val="lt1"/>
                </a:solidFill>
                <a:latin typeface="+mn-lt"/>
                <a:ea typeface="+mn-ea"/>
                <a:cs typeface="+mn-cs"/>
              </a:defRPr>
            </a:lvl7pPr>
            <a:lvl8pPr marL="3066075" algn="l" defTabSz="876021" rtl="0" eaLnBrk="1" latinLnBrk="0" hangingPunct="1">
              <a:defRPr sz="1725" kern="1200">
                <a:solidFill>
                  <a:schemeClr val="lt1"/>
                </a:solidFill>
                <a:latin typeface="+mn-lt"/>
                <a:ea typeface="+mn-ea"/>
                <a:cs typeface="+mn-cs"/>
              </a:defRPr>
            </a:lvl8pPr>
            <a:lvl9pPr marL="3504087" algn="l" defTabSz="876021" rtl="0" eaLnBrk="1" latinLnBrk="0" hangingPunct="1">
              <a:defRPr sz="1725" kern="1200">
                <a:solidFill>
                  <a:schemeClr val="lt1"/>
                </a:solidFill>
                <a:latin typeface="+mn-lt"/>
                <a:ea typeface="+mn-ea"/>
                <a:cs typeface="+mn-cs"/>
              </a:defRPr>
            </a:lvl9pPr>
          </a:lstStyle>
          <a:p>
            <a:pPr algn="ctr">
              <a:lnSpc>
                <a:spcPct val="90000"/>
              </a:lnSpc>
              <a:spcBef>
                <a:spcPts val="750"/>
              </a:spcBef>
            </a:pPr>
            <a:endParaRPr lang="en-GB" sz="900" b="1">
              <a:solidFill>
                <a:schemeClr val="bg1"/>
              </a:solidFill>
              <a:latin typeface="+mj-lt"/>
            </a:endParaRPr>
          </a:p>
        </p:txBody>
      </p:sp>
      <p:sp>
        <p:nvSpPr>
          <p:cNvPr id="12" name="Rectangle 11">
            <a:extLst>
              <a:ext uri="{FF2B5EF4-FFF2-40B4-BE49-F238E27FC236}">
                <a16:creationId xmlns:a16="http://schemas.microsoft.com/office/drawing/2014/main" id="{969C7F6B-B40F-0D32-C8B2-10D4E2506C16}"/>
              </a:ext>
            </a:extLst>
          </p:cNvPr>
          <p:cNvSpPr/>
          <p:nvPr/>
        </p:nvSpPr>
        <p:spPr>
          <a:xfrm>
            <a:off x="10259709" y="1838727"/>
            <a:ext cx="2559092" cy="4447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lstStyle>
            <a:defPPr>
              <a:defRPr lang="en-US"/>
            </a:defPPr>
            <a:lvl1pPr marL="0" algn="l" defTabSz="876021" rtl="0" eaLnBrk="1" latinLnBrk="0" hangingPunct="1">
              <a:defRPr sz="1725" kern="1200">
                <a:solidFill>
                  <a:schemeClr val="lt1"/>
                </a:solidFill>
                <a:latin typeface="+mn-lt"/>
                <a:ea typeface="+mn-ea"/>
                <a:cs typeface="+mn-cs"/>
              </a:defRPr>
            </a:lvl1pPr>
            <a:lvl2pPr marL="438011" algn="l" defTabSz="876021" rtl="0" eaLnBrk="1" latinLnBrk="0" hangingPunct="1">
              <a:defRPr sz="1725" kern="1200">
                <a:solidFill>
                  <a:schemeClr val="lt1"/>
                </a:solidFill>
                <a:latin typeface="+mn-lt"/>
                <a:ea typeface="+mn-ea"/>
                <a:cs typeface="+mn-cs"/>
              </a:defRPr>
            </a:lvl2pPr>
            <a:lvl3pPr marL="876021" algn="l" defTabSz="876021" rtl="0" eaLnBrk="1" latinLnBrk="0" hangingPunct="1">
              <a:defRPr sz="1725" kern="1200">
                <a:solidFill>
                  <a:schemeClr val="lt1"/>
                </a:solidFill>
                <a:latin typeface="+mn-lt"/>
                <a:ea typeface="+mn-ea"/>
                <a:cs typeface="+mn-cs"/>
              </a:defRPr>
            </a:lvl3pPr>
            <a:lvl4pPr marL="1314033" algn="l" defTabSz="876021" rtl="0" eaLnBrk="1" latinLnBrk="0" hangingPunct="1">
              <a:defRPr sz="1725" kern="1200">
                <a:solidFill>
                  <a:schemeClr val="lt1"/>
                </a:solidFill>
                <a:latin typeface="+mn-lt"/>
                <a:ea typeface="+mn-ea"/>
                <a:cs typeface="+mn-cs"/>
              </a:defRPr>
            </a:lvl4pPr>
            <a:lvl5pPr marL="1752043" algn="l" defTabSz="876021" rtl="0" eaLnBrk="1" latinLnBrk="0" hangingPunct="1">
              <a:defRPr sz="1725" kern="1200">
                <a:solidFill>
                  <a:schemeClr val="lt1"/>
                </a:solidFill>
                <a:latin typeface="+mn-lt"/>
                <a:ea typeface="+mn-ea"/>
                <a:cs typeface="+mn-cs"/>
              </a:defRPr>
            </a:lvl5pPr>
            <a:lvl6pPr marL="2190054" algn="l" defTabSz="876021" rtl="0" eaLnBrk="1" latinLnBrk="0" hangingPunct="1">
              <a:defRPr sz="1725" kern="1200">
                <a:solidFill>
                  <a:schemeClr val="lt1"/>
                </a:solidFill>
                <a:latin typeface="+mn-lt"/>
                <a:ea typeface="+mn-ea"/>
                <a:cs typeface="+mn-cs"/>
              </a:defRPr>
            </a:lvl6pPr>
            <a:lvl7pPr marL="2628064" algn="l" defTabSz="876021" rtl="0" eaLnBrk="1" latinLnBrk="0" hangingPunct="1">
              <a:defRPr sz="1725" kern="1200">
                <a:solidFill>
                  <a:schemeClr val="lt1"/>
                </a:solidFill>
                <a:latin typeface="+mn-lt"/>
                <a:ea typeface="+mn-ea"/>
                <a:cs typeface="+mn-cs"/>
              </a:defRPr>
            </a:lvl7pPr>
            <a:lvl8pPr marL="3066075" algn="l" defTabSz="876021" rtl="0" eaLnBrk="1" latinLnBrk="0" hangingPunct="1">
              <a:defRPr sz="1725" kern="1200">
                <a:solidFill>
                  <a:schemeClr val="lt1"/>
                </a:solidFill>
                <a:latin typeface="+mn-lt"/>
                <a:ea typeface="+mn-ea"/>
                <a:cs typeface="+mn-cs"/>
              </a:defRPr>
            </a:lvl8pPr>
            <a:lvl9pPr marL="3504087" algn="l" defTabSz="876021" rtl="0" eaLnBrk="1" latinLnBrk="0" hangingPunct="1">
              <a:defRPr sz="1725" kern="1200">
                <a:solidFill>
                  <a:schemeClr val="lt1"/>
                </a:solidFill>
                <a:latin typeface="+mn-lt"/>
                <a:ea typeface="+mn-ea"/>
                <a:cs typeface="+mn-cs"/>
              </a:defRPr>
            </a:lvl9pPr>
          </a:lstStyle>
          <a:p>
            <a:pPr algn="ctr">
              <a:lnSpc>
                <a:spcPct val="90000"/>
              </a:lnSpc>
              <a:spcBef>
                <a:spcPts val="750"/>
              </a:spcBef>
            </a:pPr>
            <a:r>
              <a:rPr lang="en-GB" sz="2000" b="1">
                <a:solidFill>
                  <a:schemeClr val="bg1"/>
                </a:solidFill>
                <a:latin typeface="+mj-lt"/>
              </a:rPr>
              <a:t>Lorem Ipsum</a:t>
            </a:r>
          </a:p>
        </p:txBody>
      </p:sp>
      <p:sp>
        <p:nvSpPr>
          <p:cNvPr id="13" name="Text Placeholder 3">
            <a:extLst>
              <a:ext uri="{FF2B5EF4-FFF2-40B4-BE49-F238E27FC236}">
                <a16:creationId xmlns:a16="http://schemas.microsoft.com/office/drawing/2014/main" id="{E74105BF-3DB0-9020-ECF6-D93E8FE287A6}"/>
              </a:ext>
            </a:extLst>
          </p:cNvPr>
          <p:cNvSpPr txBox="1">
            <a:spLocks/>
          </p:cNvSpPr>
          <p:nvPr/>
        </p:nvSpPr>
        <p:spPr>
          <a:xfrm>
            <a:off x="10259709" y="3256382"/>
            <a:ext cx="2559092" cy="430887"/>
          </a:xfrm>
          <a:prstGeom prst="rect">
            <a:avLst/>
          </a:prstGeom>
        </p:spPr>
        <p:txBody>
          <a:bodyPr vert="horz" wrap="square" lIns="0" tIns="0" rIns="0" bIns="0" rtlCol="0" anchor="ctr">
            <a:spAutoFit/>
          </a:bodyPr>
          <a:lstStyle>
            <a:defPPr>
              <a:defRPr lang="en-US"/>
            </a:defPPr>
            <a:lvl1pPr marL="0" algn="l" defTabSz="876021" rtl="0" eaLnBrk="1" latinLnBrk="0" hangingPunct="1">
              <a:defRPr sz="1725" kern="1200">
                <a:solidFill>
                  <a:schemeClr val="tx1"/>
                </a:solidFill>
                <a:latin typeface="+mn-lt"/>
                <a:ea typeface="+mn-ea"/>
                <a:cs typeface="+mn-cs"/>
              </a:defRPr>
            </a:lvl1pPr>
            <a:lvl2pPr marL="438011" algn="l" defTabSz="876021" rtl="0" eaLnBrk="1" latinLnBrk="0" hangingPunct="1">
              <a:defRPr sz="1725" kern="1200">
                <a:solidFill>
                  <a:schemeClr val="tx1"/>
                </a:solidFill>
                <a:latin typeface="+mn-lt"/>
                <a:ea typeface="+mn-ea"/>
                <a:cs typeface="+mn-cs"/>
              </a:defRPr>
            </a:lvl2pPr>
            <a:lvl3pPr marL="876021" algn="l" defTabSz="876021" rtl="0" eaLnBrk="1" latinLnBrk="0" hangingPunct="1">
              <a:defRPr sz="1725" kern="1200">
                <a:solidFill>
                  <a:schemeClr val="tx1"/>
                </a:solidFill>
                <a:latin typeface="+mn-lt"/>
                <a:ea typeface="+mn-ea"/>
                <a:cs typeface="+mn-cs"/>
              </a:defRPr>
            </a:lvl3pPr>
            <a:lvl4pPr marL="1314033" algn="l" defTabSz="876021" rtl="0" eaLnBrk="1" latinLnBrk="0" hangingPunct="1">
              <a:defRPr sz="1725" kern="1200">
                <a:solidFill>
                  <a:schemeClr val="tx1"/>
                </a:solidFill>
                <a:latin typeface="+mn-lt"/>
                <a:ea typeface="+mn-ea"/>
                <a:cs typeface="+mn-cs"/>
              </a:defRPr>
            </a:lvl4pPr>
            <a:lvl5pPr marL="1752043" algn="l" defTabSz="876021" rtl="0" eaLnBrk="1" latinLnBrk="0" hangingPunct="1">
              <a:defRPr sz="1725" kern="1200">
                <a:solidFill>
                  <a:schemeClr val="tx1"/>
                </a:solidFill>
                <a:latin typeface="+mn-lt"/>
                <a:ea typeface="+mn-ea"/>
                <a:cs typeface="+mn-cs"/>
              </a:defRPr>
            </a:lvl5pPr>
            <a:lvl6pPr marL="2190054" algn="l" defTabSz="876021" rtl="0" eaLnBrk="1" latinLnBrk="0" hangingPunct="1">
              <a:defRPr sz="1725" kern="1200">
                <a:solidFill>
                  <a:schemeClr val="tx1"/>
                </a:solidFill>
                <a:latin typeface="+mn-lt"/>
                <a:ea typeface="+mn-ea"/>
                <a:cs typeface="+mn-cs"/>
              </a:defRPr>
            </a:lvl6pPr>
            <a:lvl7pPr marL="2628064" algn="l" defTabSz="876021" rtl="0" eaLnBrk="1" latinLnBrk="0" hangingPunct="1">
              <a:defRPr sz="1725" kern="1200">
                <a:solidFill>
                  <a:schemeClr val="tx1"/>
                </a:solidFill>
                <a:latin typeface="+mn-lt"/>
                <a:ea typeface="+mn-ea"/>
                <a:cs typeface="+mn-cs"/>
              </a:defRPr>
            </a:lvl7pPr>
            <a:lvl8pPr marL="3066075" algn="l" defTabSz="876021" rtl="0" eaLnBrk="1" latinLnBrk="0" hangingPunct="1">
              <a:defRPr sz="1725" kern="1200">
                <a:solidFill>
                  <a:schemeClr val="tx1"/>
                </a:solidFill>
                <a:latin typeface="+mn-lt"/>
                <a:ea typeface="+mn-ea"/>
                <a:cs typeface="+mn-cs"/>
              </a:defRPr>
            </a:lvl8pPr>
            <a:lvl9pPr marL="3504087" algn="l" defTabSz="876021" rtl="0" eaLnBrk="1" latinLnBrk="0" hangingPunct="1">
              <a:defRPr sz="1725" kern="1200">
                <a:solidFill>
                  <a:schemeClr val="tx1"/>
                </a:solidFill>
                <a:latin typeface="+mn-lt"/>
                <a:ea typeface="+mn-ea"/>
                <a:cs typeface="+mn-cs"/>
              </a:defRPr>
            </a:lvl9pPr>
          </a:lstStyle>
          <a:p>
            <a:pPr algn="ctr"/>
            <a:r>
              <a:rPr lang="en-GB" sz="1400">
                <a:solidFill>
                  <a:schemeClr val="bg1"/>
                </a:solidFill>
                <a:latin typeface="+mn-lt"/>
              </a:rPr>
              <a:t>Lorem ipsum at pharetra </a:t>
            </a:r>
            <a:r>
              <a:rPr lang="en-GB" sz="1400" err="1">
                <a:solidFill>
                  <a:schemeClr val="bg1"/>
                </a:solidFill>
                <a:latin typeface="+mn-lt"/>
              </a:rPr>
              <a:t>felis</a:t>
            </a:r>
            <a:r>
              <a:rPr lang="en-GB" sz="1400">
                <a:solidFill>
                  <a:schemeClr val="bg1"/>
                </a:solidFill>
                <a:latin typeface="+mn-lt"/>
              </a:rPr>
              <a:t> dictum non </a:t>
            </a:r>
            <a:r>
              <a:rPr lang="en-GB" sz="1400" err="1">
                <a:solidFill>
                  <a:schemeClr val="bg1"/>
                </a:solidFill>
                <a:latin typeface="+mn-lt"/>
              </a:rPr>
              <a:t>uis</a:t>
            </a:r>
            <a:r>
              <a:rPr lang="en-GB" sz="1400">
                <a:solidFill>
                  <a:schemeClr val="bg1"/>
                </a:solidFill>
                <a:latin typeface="+mn-lt"/>
              </a:rPr>
              <a:t> convallis.</a:t>
            </a:r>
          </a:p>
        </p:txBody>
      </p:sp>
      <p:sp>
        <p:nvSpPr>
          <p:cNvPr id="14" name="Oval 13">
            <a:extLst>
              <a:ext uri="{FF2B5EF4-FFF2-40B4-BE49-F238E27FC236}">
                <a16:creationId xmlns:a16="http://schemas.microsoft.com/office/drawing/2014/main" id="{0399AA79-783A-BD70-CA2A-98B73BD0DA41}"/>
              </a:ext>
            </a:extLst>
          </p:cNvPr>
          <p:cNvSpPr/>
          <p:nvPr/>
        </p:nvSpPr>
        <p:spPr>
          <a:xfrm>
            <a:off x="11200108" y="2557233"/>
            <a:ext cx="678294" cy="678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876021" rtl="0" eaLnBrk="1" latinLnBrk="0" hangingPunct="1">
              <a:defRPr sz="1725" kern="1200">
                <a:solidFill>
                  <a:schemeClr val="lt1"/>
                </a:solidFill>
                <a:latin typeface="+mn-lt"/>
                <a:ea typeface="+mn-ea"/>
                <a:cs typeface="+mn-cs"/>
              </a:defRPr>
            </a:lvl1pPr>
            <a:lvl2pPr marL="438011" algn="l" defTabSz="876021" rtl="0" eaLnBrk="1" latinLnBrk="0" hangingPunct="1">
              <a:defRPr sz="1725" kern="1200">
                <a:solidFill>
                  <a:schemeClr val="lt1"/>
                </a:solidFill>
                <a:latin typeface="+mn-lt"/>
                <a:ea typeface="+mn-ea"/>
                <a:cs typeface="+mn-cs"/>
              </a:defRPr>
            </a:lvl2pPr>
            <a:lvl3pPr marL="876021" algn="l" defTabSz="876021" rtl="0" eaLnBrk="1" latinLnBrk="0" hangingPunct="1">
              <a:defRPr sz="1725" kern="1200">
                <a:solidFill>
                  <a:schemeClr val="lt1"/>
                </a:solidFill>
                <a:latin typeface="+mn-lt"/>
                <a:ea typeface="+mn-ea"/>
                <a:cs typeface="+mn-cs"/>
              </a:defRPr>
            </a:lvl3pPr>
            <a:lvl4pPr marL="1314033" algn="l" defTabSz="876021" rtl="0" eaLnBrk="1" latinLnBrk="0" hangingPunct="1">
              <a:defRPr sz="1725" kern="1200">
                <a:solidFill>
                  <a:schemeClr val="lt1"/>
                </a:solidFill>
                <a:latin typeface="+mn-lt"/>
                <a:ea typeface="+mn-ea"/>
                <a:cs typeface="+mn-cs"/>
              </a:defRPr>
            </a:lvl4pPr>
            <a:lvl5pPr marL="1752043" algn="l" defTabSz="876021" rtl="0" eaLnBrk="1" latinLnBrk="0" hangingPunct="1">
              <a:defRPr sz="1725" kern="1200">
                <a:solidFill>
                  <a:schemeClr val="lt1"/>
                </a:solidFill>
                <a:latin typeface="+mn-lt"/>
                <a:ea typeface="+mn-ea"/>
                <a:cs typeface="+mn-cs"/>
              </a:defRPr>
            </a:lvl5pPr>
            <a:lvl6pPr marL="2190054" algn="l" defTabSz="876021" rtl="0" eaLnBrk="1" latinLnBrk="0" hangingPunct="1">
              <a:defRPr sz="1725" kern="1200">
                <a:solidFill>
                  <a:schemeClr val="lt1"/>
                </a:solidFill>
                <a:latin typeface="+mn-lt"/>
                <a:ea typeface="+mn-ea"/>
                <a:cs typeface="+mn-cs"/>
              </a:defRPr>
            </a:lvl6pPr>
            <a:lvl7pPr marL="2628064" algn="l" defTabSz="876021" rtl="0" eaLnBrk="1" latinLnBrk="0" hangingPunct="1">
              <a:defRPr sz="1725" kern="1200">
                <a:solidFill>
                  <a:schemeClr val="lt1"/>
                </a:solidFill>
                <a:latin typeface="+mn-lt"/>
                <a:ea typeface="+mn-ea"/>
                <a:cs typeface="+mn-cs"/>
              </a:defRPr>
            </a:lvl7pPr>
            <a:lvl8pPr marL="3066075" algn="l" defTabSz="876021" rtl="0" eaLnBrk="1" latinLnBrk="0" hangingPunct="1">
              <a:defRPr sz="1725" kern="1200">
                <a:solidFill>
                  <a:schemeClr val="lt1"/>
                </a:solidFill>
                <a:latin typeface="+mn-lt"/>
                <a:ea typeface="+mn-ea"/>
                <a:cs typeface="+mn-cs"/>
              </a:defRPr>
            </a:lvl8pPr>
            <a:lvl9pPr marL="3504087" algn="l" defTabSz="876021" rtl="0" eaLnBrk="1" latinLnBrk="0" hangingPunct="1">
              <a:defRPr sz="1725" kern="1200">
                <a:solidFill>
                  <a:schemeClr val="lt1"/>
                </a:solidFill>
                <a:latin typeface="+mn-lt"/>
                <a:ea typeface="+mn-ea"/>
                <a:cs typeface="+mn-cs"/>
              </a:defRPr>
            </a:lvl9pPr>
          </a:lstStyle>
          <a:p>
            <a:pPr algn="ctr">
              <a:lnSpc>
                <a:spcPct val="90000"/>
              </a:lnSpc>
              <a:spcBef>
                <a:spcPts val="750"/>
              </a:spcBef>
            </a:pPr>
            <a:endParaRPr lang="en-GB" sz="900" b="1">
              <a:solidFill>
                <a:schemeClr val="bg1"/>
              </a:solidFill>
              <a:latin typeface="+mj-lt"/>
            </a:endParaRPr>
          </a:p>
        </p:txBody>
      </p:sp>
      <p:pic>
        <p:nvPicPr>
          <p:cNvPr id="15" name="Graphic 12">
            <a:extLst>
              <a:ext uri="{FF2B5EF4-FFF2-40B4-BE49-F238E27FC236}">
                <a16:creationId xmlns:a16="http://schemas.microsoft.com/office/drawing/2014/main" id="{F9419B40-9844-C2FB-4CC3-6EFBB86426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10527" y="2667652"/>
            <a:ext cx="457457" cy="457457"/>
          </a:xfrm>
          <a:prstGeom prst="rect">
            <a:avLst/>
          </a:prstGeom>
        </p:spPr>
      </p:pic>
      <p:sp>
        <p:nvSpPr>
          <p:cNvPr id="16" name="Text Placeholder 3">
            <a:extLst>
              <a:ext uri="{FF2B5EF4-FFF2-40B4-BE49-F238E27FC236}">
                <a16:creationId xmlns:a16="http://schemas.microsoft.com/office/drawing/2014/main" id="{41C52679-BFC6-76A6-3B4A-BFD8DF18B471}"/>
              </a:ext>
            </a:extLst>
          </p:cNvPr>
          <p:cNvSpPr txBox="1">
            <a:spLocks/>
          </p:cNvSpPr>
          <p:nvPr/>
        </p:nvSpPr>
        <p:spPr>
          <a:xfrm>
            <a:off x="10259710" y="4515638"/>
            <a:ext cx="2559092" cy="556638"/>
          </a:xfrm>
          <a:prstGeom prst="rect">
            <a:avLst/>
          </a:prstGeom>
        </p:spPr>
        <p:txBody>
          <a:bodyPr vert="horz" wrap="square" lIns="0" tIns="0" rIns="0" bIns="0" rtlCol="0" anchor="ctr">
            <a:noAutofit/>
          </a:bodyPr>
          <a:lstStyle>
            <a:defPPr>
              <a:defRPr lang="en-US"/>
            </a:defPPr>
            <a:lvl1pPr marL="0" algn="l" defTabSz="876021" rtl="0" eaLnBrk="1" latinLnBrk="0" hangingPunct="1">
              <a:defRPr sz="1725" kern="1200">
                <a:solidFill>
                  <a:schemeClr val="tx1"/>
                </a:solidFill>
                <a:latin typeface="+mn-lt"/>
                <a:ea typeface="+mn-ea"/>
                <a:cs typeface="+mn-cs"/>
              </a:defRPr>
            </a:lvl1pPr>
            <a:lvl2pPr marL="438011" algn="l" defTabSz="876021" rtl="0" eaLnBrk="1" latinLnBrk="0" hangingPunct="1">
              <a:defRPr sz="1725" kern="1200">
                <a:solidFill>
                  <a:schemeClr val="tx1"/>
                </a:solidFill>
                <a:latin typeface="+mn-lt"/>
                <a:ea typeface="+mn-ea"/>
                <a:cs typeface="+mn-cs"/>
              </a:defRPr>
            </a:lvl2pPr>
            <a:lvl3pPr marL="876021" algn="l" defTabSz="876021" rtl="0" eaLnBrk="1" latinLnBrk="0" hangingPunct="1">
              <a:defRPr sz="1725" kern="1200">
                <a:solidFill>
                  <a:schemeClr val="tx1"/>
                </a:solidFill>
                <a:latin typeface="+mn-lt"/>
                <a:ea typeface="+mn-ea"/>
                <a:cs typeface="+mn-cs"/>
              </a:defRPr>
            </a:lvl3pPr>
            <a:lvl4pPr marL="1314033" algn="l" defTabSz="876021" rtl="0" eaLnBrk="1" latinLnBrk="0" hangingPunct="1">
              <a:defRPr sz="1725" kern="1200">
                <a:solidFill>
                  <a:schemeClr val="tx1"/>
                </a:solidFill>
                <a:latin typeface="+mn-lt"/>
                <a:ea typeface="+mn-ea"/>
                <a:cs typeface="+mn-cs"/>
              </a:defRPr>
            </a:lvl4pPr>
            <a:lvl5pPr marL="1752043" algn="l" defTabSz="876021" rtl="0" eaLnBrk="1" latinLnBrk="0" hangingPunct="1">
              <a:defRPr sz="1725" kern="1200">
                <a:solidFill>
                  <a:schemeClr val="tx1"/>
                </a:solidFill>
                <a:latin typeface="+mn-lt"/>
                <a:ea typeface="+mn-ea"/>
                <a:cs typeface="+mn-cs"/>
              </a:defRPr>
            </a:lvl5pPr>
            <a:lvl6pPr marL="2190054" algn="l" defTabSz="876021" rtl="0" eaLnBrk="1" latinLnBrk="0" hangingPunct="1">
              <a:defRPr sz="1725" kern="1200">
                <a:solidFill>
                  <a:schemeClr val="tx1"/>
                </a:solidFill>
                <a:latin typeface="+mn-lt"/>
                <a:ea typeface="+mn-ea"/>
                <a:cs typeface="+mn-cs"/>
              </a:defRPr>
            </a:lvl6pPr>
            <a:lvl7pPr marL="2628064" algn="l" defTabSz="876021" rtl="0" eaLnBrk="1" latinLnBrk="0" hangingPunct="1">
              <a:defRPr sz="1725" kern="1200">
                <a:solidFill>
                  <a:schemeClr val="tx1"/>
                </a:solidFill>
                <a:latin typeface="+mn-lt"/>
                <a:ea typeface="+mn-ea"/>
                <a:cs typeface="+mn-cs"/>
              </a:defRPr>
            </a:lvl7pPr>
            <a:lvl8pPr marL="3066075" algn="l" defTabSz="876021" rtl="0" eaLnBrk="1" latinLnBrk="0" hangingPunct="1">
              <a:defRPr sz="1725" kern="1200">
                <a:solidFill>
                  <a:schemeClr val="tx1"/>
                </a:solidFill>
                <a:latin typeface="+mn-lt"/>
                <a:ea typeface="+mn-ea"/>
                <a:cs typeface="+mn-cs"/>
              </a:defRPr>
            </a:lvl8pPr>
            <a:lvl9pPr marL="3504087" algn="l" defTabSz="876021" rtl="0" eaLnBrk="1" latinLnBrk="0" hangingPunct="1">
              <a:defRPr sz="1725" kern="1200">
                <a:solidFill>
                  <a:schemeClr val="tx1"/>
                </a:solidFill>
                <a:latin typeface="+mn-lt"/>
                <a:ea typeface="+mn-ea"/>
                <a:cs typeface="+mn-cs"/>
              </a:defRPr>
            </a:lvl9pPr>
          </a:lstStyle>
          <a:p>
            <a:pPr algn="ctr"/>
            <a:r>
              <a:rPr lang="en-GB" sz="1400">
                <a:solidFill>
                  <a:schemeClr val="bg1"/>
                </a:solidFill>
              </a:rPr>
              <a:t>Lorem ipsum at pharetra </a:t>
            </a:r>
            <a:r>
              <a:rPr lang="en-GB" sz="1400" err="1">
                <a:solidFill>
                  <a:schemeClr val="bg1"/>
                </a:solidFill>
              </a:rPr>
              <a:t>felis</a:t>
            </a:r>
            <a:r>
              <a:rPr lang="en-GB" sz="1400">
                <a:solidFill>
                  <a:schemeClr val="bg1"/>
                </a:solidFill>
              </a:rPr>
              <a:t> dictum non </a:t>
            </a:r>
            <a:r>
              <a:rPr lang="en-GB" sz="1400" err="1">
                <a:solidFill>
                  <a:schemeClr val="bg1"/>
                </a:solidFill>
              </a:rPr>
              <a:t>uis</a:t>
            </a:r>
            <a:r>
              <a:rPr lang="en-GB" sz="1400">
                <a:solidFill>
                  <a:schemeClr val="bg1"/>
                </a:solidFill>
              </a:rPr>
              <a:t> convallis.</a:t>
            </a:r>
          </a:p>
        </p:txBody>
      </p:sp>
      <p:sp>
        <p:nvSpPr>
          <p:cNvPr id="17" name="Oval 16">
            <a:extLst>
              <a:ext uri="{FF2B5EF4-FFF2-40B4-BE49-F238E27FC236}">
                <a16:creationId xmlns:a16="http://schemas.microsoft.com/office/drawing/2014/main" id="{54C97679-69ED-2894-2A83-0829C66F5FD9}"/>
              </a:ext>
            </a:extLst>
          </p:cNvPr>
          <p:cNvSpPr/>
          <p:nvPr/>
        </p:nvSpPr>
        <p:spPr>
          <a:xfrm>
            <a:off x="11200108" y="3879365"/>
            <a:ext cx="678294" cy="6782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876021" rtl="0" eaLnBrk="1" latinLnBrk="0" hangingPunct="1">
              <a:defRPr sz="1725" kern="1200">
                <a:solidFill>
                  <a:schemeClr val="lt1"/>
                </a:solidFill>
                <a:latin typeface="+mn-lt"/>
                <a:ea typeface="+mn-ea"/>
                <a:cs typeface="+mn-cs"/>
              </a:defRPr>
            </a:lvl1pPr>
            <a:lvl2pPr marL="438011" algn="l" defTabSz="876021" rtl="0" eaLnBrk="1" latinLnBrk="0" hangingPunct="1">
              <a:defRPr sz="1725" kern="1200">
                <a:solidFill>
                  <a:schemeClr val="lt1"/>
                </a:solidFill>
                <a:latin typeface="+mn-lt"/>
                <a:ea typeface="+mn-ea"/>
                <a:cs typeface="+mn-cs"/>
              </a:defRPr>
            </a:lvl2pPr>
            <a:lvl3pPr marL="876021" algn="l" defTabSz="876021" rtl="0" eaLnBrk="1" latinLnBrk="0" hangingPunct="1">
              <a:defRPr sz="1725" kern="1200">
                <a:solidFill>
                  <a:schemeClr val="lt1"/>
                </a:solidFill>
                <a:latin typeface="+mn-lt"/>
                <a:ea typeface="+mn-ea"/>
                <a:cs typeface="+mn-cs"/>
              </a:defRPr>
            </a:lvl3pPr>
            <a:lvl4pPr marL="1314033" algn="l" defTabSz="876021" rtl="0" eaLnBrk="1" latinLnBrk="0" hangingPunct="1">
              <a:defRPr sz="1725" kern="1200">
                <a:solidFill>
                  <a:schemeClr val="lt1"/>
                </a:solidFill>
                <a:latin typeface="+mn-lt"/>
                <a:ea typeface="+mn-ea"/>
                <a:cs typeface="+mn-cs"/>
              </a:defRPr>
            </a:lvl4pPr>
            <a:lvl5pPr marL="1752043" algn="l" defTabSz="876021" rtl="0" eaLnBrk="1" latinLnBrk="0" hangingPunct="1">
              <a:defRPr sz="1725" kern="1200">
                <a:solidFill>
                  <a:schemeClr val="lt1"/>
                </a:solidFill>
                <a:latin typeface="+mn-lt"/>
                <a:ea typeface="+mn-ea"/>
                <a:cs typeface="+mn-cs"/>
              </a:defRPr>
            </a:lvl5pPr>
            <a:lvl6pPr marL="2190054" algn="l" defTabSz="876021" rtl="0" eaLnBrk="1" latinLnBrk="0" hangingPunct="1">
              <a:defRPr sz="1725" kern="1200">
                <a:solidFill>
                  <a:schemeClr val="lt1"/>
                </a:solidFill>
                <a:latin typeface="+mn-lt"/>
                <a:ea typeface="+mn-ea"/>
                <a:cs typeface="+mn-cs"/>
              </a:defRPr>
            </a:lvl6pPr>
            <a:lvl7pPr marL="2628064" algn="l" defTabSz="876021" rtl="0" eaLnBrk="1" latinLnBrk="0" hangingPunct="1">
              <a:defRPr sz="1725" kern="1200">
                <a:solidFill>
                  <a:schemeClr val="lt1"/>
                </a:solidFill>
                <a:latin typeface="+mn-lt"/>
                <a:ea typeface="+mn-ea"/>
                <a:cs typeface="+mn-cs"/>
              </a:defRPr>
            </a:lvl7pPr>
            <a:lvl8pPr marL="3066075" algn="l" defTabSz="876021" rtl="0" eaLnBrk="1" latinLnBrk="0" hangingPunct="1">
              <a:defRPr sz="1725" kern="1200">
                <a:solidFill>
                  <a:schemeClr val="lt1"/>
                </a:solidFill>
                <a:latin typeface="+mn-lt"/>
                <a:ea typeface="+mn-ea"/>
                <a:cs typeface="+mn-cs"/>
              </a:defRPr>
            </a:lvl8pPr>
            <a:lvl9pPr marL="3504087" algn="l" defTabSz="876021" rtl="0" eaLnBrk="1" latinLnBrk="0" hangingPunct="1">
              <a:defRPr sz="1725" kern="1200">
                <a:solidFill>
                  <a:schemeClr val="lt1"/>
                </a:solidFill>
                <a:latin typeface="+mn-lt"/>
                <a:ea typeface="+mn-ea"/>
                <a:cs typeface="+mn-cs"/>
              </a:defRPr>
            </a:lvl9pPr>
          </a:lstStyle>
          <a:p>
            <a:pPr algn="ctr">
              <a:lnSpc>
                <a:spcPct val="90000"/>
              </a:lnSpc>
              <a:spcBef>
                <a:spcPts val="750"/>
              </a:spcBef>
            </a:pPr>
            <a:endParaRPr lang="en-GB" sz="900" b="1">
              <a:solidFill>
                <a:schemeClr val="bg1"/>
              </a:solidFill>
              <a:latin typeface="+mj-lt"/>
            </a:endParaRPr>
          </a:p>
        </p:txBody>
      </p:sp>
      <p:pic>
        <p:nvPicPr>
          <p:cNvPr id="18" name="Graphic 16">
            <a:extLst>
              <a:ext uri="{FF2B5EF4-FFF2-40B4-BE49-F238E27FC236}">
                <a16:creationId xmlns:a16="http://schemas.microsoft.com/office/drawing/2014/main" id="{44E1AB8F-6F76-708B-4470-6D436481C48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57475" y="4027156"/>
            <a:ext cx="363561" cy="382712"/>
          </a:xfrm>
          <a:prstGeom prst="rect">
            <a:avLst/>
          </a:prstGeom>
        </p:spPr>
      </p:pic>
      <p:sp>
        <p:nvSpPr>
          <p:cNvPr id="19" name="Oval 18">
            <a:extLst>
              <a:ext uri="{FF2B5EF4-FFF2-40B4-BE49-F238E27FC236}">
                <a16:creationId xmlns:a16="http://schemas.microsoft.com/office/drawing/2014/main" id="{DB22413F-AB1A-75F5-B340-06B738537434}"/>
              </a:ext>
            </a:extLst>
          </p:cNvPr>
          <p:cNvSpPr/>
          <p:nvPr/>
        </p:nvSpPr>
        <p:spPr>
          <a:xfrm>
            <a:off x="11200108" y="5201496"/>
            <a:ext cx="678295" cy="6782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876021" rtl="0" eaLnBrk="1" latinLnBrk="0" hangingPunct="1">
              <a:defRPr sz="1725" kern="1200">
                <a:solidFill>
                  <a:schemeClr val="lt1"/>
                </a:solidFill>
                <a:latin typeface="+mn-lt"/>
                <a:ea typeface="+mn-ea"/>
                <a:cs typeface="+mn-cs"/>
              </a:defRPr>
            </a:lvl1pPr>
            <a:lvl2pPr marL="438011" algn="l" defTabSz="876021" rtl="0" eaLnBrk="1" latinLnBrk="0" hangingPunct="1">
              <a:defRPr sz="1725" kern="1200">
                <a:solidFill>
                  <a:schemeClr val="lt1"/>
                </a:solidFill>
                <a:latin typeface="+mn-lt"/>
                <a:ea typeface="+mn-ea"/>
                <a:cs typeface="+mn-cs"/>
              </a:defRPr>
            </a:lvl2pPr>
            <a:lvl3pPr marL="876021" algn="l" defTabSz="876021" rtl="0" eaLnBrk="1" latinLnBrk="0" hangingPunct="1">
              <a:defRPr sz="1725" kern="1200">
                <a:solidFill>
                  <a:schemeClr val="lt1"/>
                </a:solidFill>
                <a:latin typeface="+mn-lt"/>
                <a:ea typeface="+mn-ea"/>
                <a:cs typeface="+mn-cs"/>
              </a:defRPr>
            </a:lvl3pPr>
            <a:lvl4pPr marL="1314033" algn="l" defTabSz="876021" rtl="0" eaLnBrk="1" latinLnBrk="0" hangingPunct="1">
              <a:defRPr sz="1725" kern="1200">
                <a:solidFill>
                  <a:schemeClr val="lt1"/>
                </a:solidFill>
                <a:latin typeface="+mn-lt"/>
                <a:ea typeface="+mn-ea"/>
                <a:cs typeface="+mn-cs"/>
              </a:defRPr>
            </a:lvl4pPr>
            <a:lvl5pPr marL="1752043" algn="l" defTabSz="876021" rtl="0" eaLnBrk="1" latinLnBrk="0" hangingPunct="1">
              <a:defRPr sz="1725" kern="1200">
                <a:solidFill>
                  <a:schemeClr val="lt1"/>
                </a:solidFill>
                <a:latin typeface="+mn-lt"/>
                <a:ea typeface="+mn-ea"/>
                <a:cs typeface="+mn-cs"/>
              </a:defRPr>
            </a:lvl5pPr>
            <a:lvl6pPr marL="2190054" algn="l" defTabSz="876021" rtl="0" eaLnBrk="1" latinLnBrk="0" hangingPunct="1">
              <a:defRPr sz="1725" kern="1200">
                <a:solidFill>
                  <a:schemeClr val="lt1"/>
                </a:solidFill>
                <a:latin typeface="+mn-lt"/>
                <a:ea typeface="+mn-ea"/>
                <a:cs typeface="+mn-cs"/>
              </a:defRPr>
            </a:lvl6pPr>
            <a:lvl7pPr marL="2628064" algn="l" defTabSz="876021" rtl="0" eaLnBrk="1" latinLnBrk="0" hangingPunct="1">
              <a:defRPr sz="1725" kern="1200">
                <a:solidFill>
                  <a:schemeClr val="lt1"/>
                </a:solidFill>
                <a:latin typeface="+mn-lt"/>
                <a:ea typeface="+mn-ea"/>
                <a:cs typeface="+mn-cs"/>
              </a:defRPr>
            </a:lvl7pPr>
            <a:lvl8pPr marL="3066075" algn="l" defTabSz="876021" rtl="0" eaLnBrk="1" latinLnBrk="0" hangingPunct="1">
              <a:defRPr sz="1725" kern="1200">
                <a:solidFill>
                  <a:schemeClr val="lt1"/>
                </a:solidFill>
                <a:latin typeface="+mn-lt"/>
                <a:ea typeface="+mn-ea"/>
                <a:cs typeface="+mn-cs"/>
              </a:defRPr>
            </a:lvl8pPr>
            <a:lvl9pPr marL="3504087" algn="l" defTabSz="876021" rtl="0" eaLnBrk="1" latinLnBrk="0" hangingPunct="1">
              <a:defRPr sz="1725" kern="1200">
                <a:solidFill>
                  <a:schemeClr val="lt1"/>
                </a:solidFill>
                <a:latin typeface="+mn-lt"/>
                <a:ea typeface="+mn-ea"/>
                <a:cs typeface="+mn-cs"/>
              </a:defRPr>
            </a:lvl9pPr>
          </a:lstStyle>
          <a:p>
            <a:pPr algn="ctr">
              <a:lnSpc>
                <a:spcPct val="90000"/>
              </a:lnSpc>
              <a:spcBef>
                <a:spcPts val="750"/>
              </a:spcBef>
            </a:pPr>
            <a:endParaRPr lang="en-GB" sz="900" b="1">
              <a:solidFill>
                <a:schemeClr val="bg1"/>
              </a:solidFill>
              <a:latin typeface="+mj-lt"/>
            </a:endParaRPr>
          </a:p>
        </p:txBody>
      </p:sp>
      <p:sp>
        <p:nvSpPr>
          <p:cNvPr id="20" name="Text Placeholder 3">
            <a:extLst>
              <a:ext uri="{FF2B5EF4-FFF2-40B4-BE49-F238E27FC236}">
                <a16:creationId xmlns:a16="http://schemas.microsoft.com/office/drawing/2014/main" id="{EC0E193F-B57A-F61E-1F86-FF6142EEC87E}"/>
              </a:ext>
            </a:extLst>
          </p:cNvPr>
          <p:cNvSpPr txBox="1">
            <a:spLocks/>
          </p:cNvSpPr>
          <p:nvPr/>
        </p:nvSpPr>
        <p:spPr>
          <a:xfrm>
            <a:off x="10259710" y="5837770"/>
            <a:ext cx="2559092" cy="556638"/>
          </a:xfrm>
          <a:prstGeom prst="rect">
            <a:avLst/>
          </a:prstGeom>
        </p:spPr>
        <p:txBody>
          <a:bodyPr vert="horz" wrap="square" lIns="0" tIns="0" rIns="0" bIns="0" rtlCol="0" anchor="ctr">
            <a:noAutofit/>
          </a:bodyPr>
          <a:lstStyle>
            <a:defPPr>
              <a:defRPr lang="en-US"/>
            </a:defPPr>
            <a:lvl1pPr marL="0" algn="l" defTabSz="876021" rtl="0" eaLnBrk="1" latinLnBrk="0" hangingPunct="1">
              <a:defRPr sz="1725" kern="1200">
                <a:solidFill>
                  <a:schemeClr val="tx1"/>
                </a:solidFill>
                <a:latin typeface="+mn-lt"/>
                <a:ea typeface="+mn-ea"/>
                <a:cs typeface="+mn-cs"/>
              </a:defRPr>
            </a:lvl1pPr>
            <a:lvl2pPr marL="438011" algn="l" defTabSz="876021" rtl="0" eaLnBrk="1" latinLnBrk="0" hangingPunct="1">
              <a:defRPr sz="1725" kern="1200">
                <a:solidFill>
                  <a:schemeClr val="tx1"/>
                </a:solidFill>
                <a:latin typeface="+mn-lt"/>
                <a:ea typeface="+mn-ea"/>
                <a:cs typeface="+mn-cs"/>
              </a:defRPr>
            </a:lvl2pPr>
            <a:lvl3pPr marL="876021" algn="l" defTabSz="876021" rtl="0" eaLnBrk="1" latinLnBrk="0" hangingPunct="1">
              <a:defRPr sz="1725" kern="1200">
                <a:solidFill>
                  <a:schemeClr val="tx1"/>
                </a:solidFill>
                <a:latin typeface="+mn-lt"/>
                <a:ea typeface="+mn-ea"/>
                <a:cs typeface="+mn-cs"/>
              </a:defRPr>
            </a:lvl3pPr>
            <a:lvl4pPr marL="1314033" algn="l" defTabSz="876021" rtl="0" eaLnBrk="1" latinLnBrk="0" hangingPunct="1">
              <a:defRPr sz="1725" kern="1200">
                <a:solidFill>
                  <a:schemeClr val="tx1"/>
                </a:solidFill>
                <a:latin typeface="+mn-lt"/>
                <a:ea typeface="+mn-ea"/>
                <a:cs typeface="+mn-cs"/>
              </a:defRPr>
            </a:lvl4pPr>
            <a:lvl5pPr marL="1752043" algn="l" defTabSz="876021" rtl="0" eaLnBrk="1" latinLnBrk="0" hangingPunct="1">
              <a:defRPr sz="1725" kern="1200">
                <a:solidFill>
                  <a:schemeClr val="tx1"/>
                </a:solidFill>
                <a:latin typeface="+mn-lt"/>
                <a:ea typeface="+mn-ea"/>
                <a:cs typeface="+mn-cs"/>
              </a:defRPr>
            </a:lvl5pPr>
            <a:lvl6pPr marL="2190054" algn="l" defTabSz="876021" rtl="0" eaLnBrk="1" latinLnBrk="0" hangingPunct="1">
              <a:defRPr sz="1725" kern="1200">
                <a:solidFill>
                  <a:schemeClr val="tx1"/>
                </a:solidFill>
                <a:latin typeface="+mn-lt"/>
                <a:ea typeface="+mn-ea"/>
                <a:cs typeface="+mn-cs"/>
              </a:defRPr>
            </a:lvl6pPr>
            <a:lvl7pPr marL="2628064" algn="l" defTabSz="876021" rtl="0" eaLnBrk="1" latinLnBrk="0" hangingPunct="1">
              <a:defRPr sz="1725" kern="1200">
                <a:solidFill>
                  <a:schemeClr val="tx1"/>
                </a:solidFill>
                <a:latin typeface="+mn-lt"/>
                <a:ea typeface="+mn-ea"/>
                <a:cs typeface="+mn-cs"/>
              </a:defRPr>
            </a:lvl7pPr>
            <a:lvl8pPr marL="3066075" algn="l" defTabSz="876021" rtl="0" eaLnBrk="1" latinLnBrk="0" hangingPunct="1">
              <a:defRPr sz="1725" kern="1200">
                <a:solidFill>
                  <a:schemeClr val="tx1"/>
                </a:solidFill>
                <a:latin typeface="+mn-lt"/>
                <a:ea typeface="+mn-ea"/>
                <a:cs typeface="+mn-cs"/>
              </a:defRPr>
            </a:lvl8pPr>
            <a:lvl9pPr marL="3504087" algn="l" defTabSz="876021" rtl="0" eaLnBrk="1" latinLnBrk="0" hangingPunct="1">
              <a:defRPr sz="1725" kern="1200">
                <a:solidFill>
                  <a:schemeClr val="tx1"/>
                </a:solidFill>
                <a:latin typeface="+mn-lt"/>
                <a:ea typeface="+mn-ea"/>
                <a:cs typeface="+mn-cs"/>
              </a:defRPr>
            </a:lvl9pPr>
          </a:lstStyle>
          <a:p>
            <a:pPr algn="ctr"/>
            <a:r>
              <a:rPr lang="en-GB" sz="1400">
                <a:solidFill>
                  <a:schemeClr val="bg1"/>
                </a:solidFill>
              </a:rPr>
              <a:t>Lorem ipsum at pharetra </a:t>
            </a:r>
            <a:r>
              <a:rPr lang="en-GB" sz="1400" err="1">
                <a:solidFill>
                  <a:schemeClr val="bg1"/>
                </a:solidFill>
              </a:rPr>
              <a:t>felis</a:t>
            </a:r>
            <a:r>
              <a:rPr lang="en-GB" sz="1400">
                <a:solidFill>
                  <a:schemeClr val="bg1"/>
                </a:solidFill>
              </a:rPr>
              <a:t> dictum non </a:t>
            </a:r>
            <a:r>
              <a:rPr lang="en-GB" sz="1400" err="1">
                <a:solidFill>
                  <a:schemeClr val="bg1"/>
                </a:solidFill>
              </a:rPr>
              <a:t>uis</a:t>
            </a:r>
            <a:r>
              <a:rPr lang="en-GB" sz="1400">
                <a:solidFill>
                  <a:schemeClr val="bg1"/>
                </a:solidFill>
              </a:rPr>
              <a:t> convallis.</a:t>
            </a:r>
          </a:p>
        </p:txBody>
      </p:sp>
      <p:pic>
        <p:nvPicPr>
          <p:cNvPr id="21" name="Graphic 17">
            <a:extLst>
              <a:ext uri="{FF2B5EF4-FFF2-40B4-BE49-F238E27FC236}">
                <a16:creationId xmlns:a16="http://schemas.microsoft.com/office/drawing/2014/main" id="{4D6B19EF-CD8E-8B93-EAE6-6D0A518C3D4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42470" y="5343880"/>
            <a:ext cx="393571" cy="393528"/>
          </a:xfrm>
          <a:prstGeom prst="rect">
            <a:avLst/>
          </a:prstGeom>
        </p:spPr>
      </p:pic>
      <p:sp>
        <p:nvSpPr>
          <p:cNvPr id="24" name="TextBox 23">
            <a:extLst>
              <a:ext uri="{FF2B5EF4-FFF2-40B4-BE49-F238E27FC236}">
                <a16:creationId xmlns:a16="http://schemas.microsoft.com/office/drawing/2014/main" id="{AC99EAE5-58D5-B4E9-C468-3A2EA4911529}"/>
              </a:ext>
            </a:extLst>
          </p:cNvPr>
          <p:cNvSpPr txBox="1"/>
          <p:nvPr/>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2</a:t>
            </a:fld>
            <a:endParaRPr lang="en-GB" sz="600" b="1" i="0" noProof="0">
              <a:solidFill>
                <a:schemeClr val="bg1"/>
              </a:solidFill>
              <a:latin typeface="+mj-lt"/>
            </a:endParaRPr>
          </a:p>
        </p:txBody>
      </p:sp>
      <p:sp>
        <p:nvSpPr>
          <p:cNvPr id="25" name="TextBox 24">
            <a:extLst>
              <a:ext uri="{FF2B5EF4-FFF2-40B4-BE49-F238E27FC236}">
                <a16:creationId xmlns:a16="http://schemas.microsoft.com/office/drawing/2014/main" id="{0EDE8297-03CF-01F1-E9E5-BBD44986B49F}"/>
              </a:ext>
            </a:extLst>
          </p:cNvPr>
          <p:cNvSpPr txBox="1"/>
          <p:nvPr/>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spTree>
    <p:extLst>
      <p:ext uri="{BB962C8B-B14F-4D97-AF65-F5344CB8AC3E}">
        <p14:creationId xmlns:p14="http://schemas.microsoft.com/office/powerpoint/2010/main" val="32683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icture Placeholder 37">
            <a:extLst>
              <a:ext uri="{FF2B5EF4-FFF2-40B4-BE49-F238E27FC236}">
                <a16:creationId xmlns:a16="http://schemas.microsoft.com/office/drawing/2014/main" id="{4E326141-5ECB-CDC7-5CBA-A58BE304C617}"/>
              </a:ext>
            </a:extLst>
          </p:cNvPr>
          <p:cNvSpPr txBox="1">
            <a:spLocks/>
          </p:cNvSpPr>
          <p:nvPr/>
        </p:nvSpPr>
        <p:spPr>
          <a:xfrm>
            <a:off x="7271203" y="3"/>
            <a:ext cx="6192385" cy="5067676"/>
          </a:xfrm>
          <a:custGeom>
            <a:avLst/>
            <a:gdLst>
              <a:gd name="connsiteX0" fmla="*/ 0 w 4800074"/>
              <a:gd name="connsiteY0" fmla="*/ 0 h 3849680"/>
              <a:gd name="connsiteX1" fmla="*/ 2635163 w 4800074"/>
              <a:gd name="connsiteY1" fmla="*/ 0 h 3849680"/>
              <a:gd name="connsiteX2" fmla="*/ 2669237 w 4800074"/>
              <a:gd name="connsiteY2" fmla="*/ 73602 h 3849680"/>
              <a:gd name="connsiteX3" fmla="*/ 4321037 w 4800074"/>
              <a:gd name="connsiteY3" fmla="*/ 933414 h 3849680"/>
              <a:gd name="connsiteX4" fmla="*/ 4588836 w 4800074"/>
              <a:gd name="connsiteY4" fmla="*/ 1020935 h 3849680"/>
              <a:gd name="connsiteX5" fmla="*/ 4800074 w 4800074"/>
              <a:gd name="connsiteY5" fmla="*/ 1092300 h 3849680"/>
              <a:gd name="connsiteX6" fmla="*/ 4800074 w 4800074"/>
              <a:gd name="connsiteY6" fmla="*/ 3849680 h 3849680"/>
              <a:gd name="connsiteX7" fmla="*/ 4772332 w 4800074"/>
              <a:gd name="connsiteY7" fmla="*/ 3849680 h 3849680"/>
              <a:gd name="connsiteX8" fmla="*/ 4733662 w 4800074"/>
              <a:gd name="connsiteY8" fmla="*/ 3760839 h 3849680"/>
              <a:gd name="connsiteX9" fmla="*/ 3027543 w 4800074"/>
              <a:gd name="connsiteY9" fmla="*/ 2807059 h 3849680"/>
              <a:gd name="connsiteX10" fmla="*/ 8941 w 4800074"/>
              <a:gd name="connsiteY10" fmla="*/ 112132 h 3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0074" h="3849680">
                <a:moveTo>
                  <a:pt x="0" y="0"/>
                </a:moveTo>
                <a:lnTo>
                  <a:pt x="2635163" y="0"/>
                </a:lnTo>
                <a:lnTo>
                  <a:pt x="2669237" y="73602"/>
                </a:lnTo>
                <a:cubicBezTo>
                  <a:pt x="2894609" y="470494"/>
                  <a:pt x="3566352" y="688059"/>
                  <a:pt x="4321037" y="933414"/>
                </a:cubicBezTo>
                <a:cubicBezTo>
                  <a:pt x="4409117" y="962032"/>
                  <a:pt x="4498555" y="991095"/>
                  <a:pt x="4588836" y="1020935"/>
                </a:cubicBezTo>
                <a:lnTo>
                  <a:pt x="4800074" y="1092300"/>
                </a:lnTo>
                <a:lnTo>
                  <a:pt x="4800074" y="3849680"/>
                </a:lnTo>
                <a:lnTo>
                  <a:pt x="4772332" y="3849680"/>
                </a:lnTo>
                <a:lnTo>
                  <a:pt x="4733662" y="3760839"/>
                </a:lnTo>
                <a:cubicBezTo>
                  <a:pt x="4495271" y="3313079"/>
                  <a:pt x="3788246" y="3058431"/>
                  <a:pt x="3027543" y="2807059"/>
                </a:cubicBezTo>
                <a:cubicBezTo>
                  <a:pt x="1759471" y="2387071"/>
                  <a:pt x="199041" y="1873537"/>
                  <a:pt x="8941" y="112132"/>
                </a:cubicBezTo>
                <a:close/>
              </a:path>
            </a:pathLst>
          </a:custGeom>
          <a:solidFill>
            <a:srgbClr val="ECF9F4"/>
          </a:solidFill>
        </p:spPr>
        <p:txBody>
          <a:bodyPr wrap="square" anchor="ctr">
            <a:noAutofit/>
          </a:bodyPr>
          <a:lstStyle>
            <a:lvl1pPr marL="0" indent="0" algn="ctr" defTabSz="740134" rtl="0" eaLnBrk="1" latinLnBrk="0" hangingPunct="1">
              <a:lnSpc>
                <a:spcPct val="100000"/>
              </a:lnSpc>
              <a:spcBef>
                <a:spcPts val="0"/>
              </a:spcBef>
              <a:spcAft>
                <a:spcPts val="600"/>
              </a:spcAft>
              <a:buFont typeface="Arial" panose="020B0604020202020204" pitchFamily="34" charset="0"/>
              <a:buNone/>
              <a:defRPr sz="1511" kern="1200">
                <a:solidFill>
                  <a:schemeClr val="tx1"/>
                </a:solidFill>
                <a:latin typeface="+mj-lt"/>
                <a:ea typeface="+mn-ea"/>
                <a:cs typeface="+mn-cs"/>
              </a:defRPr>
            </a:lvl1pPr>
            <a:lvl2pPr marL="0" indent="0" algn="l" defTabSz="740134" rtl="0" eaLnBrk="1" latinLnBrk="0" hangingPunct="1">
              <a:lnSpc>
                <a:spcPct val="100000"/>
              </a:lnSpc>
              <a:spcBef>
                <a:spcPts val="0"/>
              </a:spcBef>
              <a:spcAft>
                <a:spcPts val="600"/>
              </a:spcAft>
              <a:buFont typeface="Arial" panose="020B0604020202020204" pitchFamily="34" charset="0"/>
              <a:buNone/>
              <a:defRPr sz="1100" kern="1200">
                <a:solidFill>
                  <a:schemeClr val="tx1"/>
                </a:solidFill>
                <a:latin typeface="+mn-lt"/>
                <a:ea typeface="+mn-ea"/>
                <a:cs typeface="+mn-cs"/>
              </a:defRPr>
            </a:lvl2pPr>
            <a:lvl3pPr marL="18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3pPr>
            <a:lvl4pPr marL="36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4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035370"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6pPr>
            <a:lvl7pPr marL="2405437"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7pPr>
            <a:lvl8pPr marL="2775504"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8pPr>
            <a:lvl9pPr marL="3145571"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9pPr>
          </a:lstStyle>
          <a:p>
            <a:endParaRPr lang="en-GB"/>
          </a:p>
        </p:txBody>
      </p:sp>
      <p:sp>
        <p:nvSpPr>
          <p:cNvPr id="4" name="Title 3">
            <a:extLst>
              <a:ext uri="{FF2B5EF4-FFF2-40B4-BE49-F238E27FC236}">
                <a16:creationId xmlns:a16="http://schemas.microsoft.com/office/drawing/2014/main" id="{43C44D11-2B51-29A7-C63D-AAB879900A94}"/>
              </a:ext>
            </a:extLst>
          </p:cNvPr>
          <p:cNvSpPr>
            <a:spLocks noGrp="1"/>
          </p:cNvSpPr>
          <p:nvPr>
            <p:ph type="title"/>
          </p:nvPr>
        </p:nvSpPr>
        <p:spPr/>
        <p:txBody>
          <a:bodyPr/>
          <a:lstStyle/>
          <a:p>
            <a:r>
              <a:rPr lang="en-GB"/>
              <a:t>Executive summary </a:t>
            </a:r>
          </a:p>
        </p:txBody>
      </p:sp>
      <p:sp>
        <p:nvSpPr>
          <p:cNvPr id="6" name="Text Placeholder 5">
            <a:extLst>
              <a:ext uri="{FF2B5EF4-FFF2-40B4-BE49-F238E27FC236}">
                <a16:creationId xmlns:a16="http://schemas.microsoft.com/office/drawing/2014/main" id="{623095DA-A38C-29A5-B86E-60806C2A4542}"/>
              </a:ext>
            </a:extLst>
          </p:cNvPr>
          <p:cNvSpPr>
            <a:spLocks noGrp="1"/>
          </p:cNvSpPr>
          <p:nvPr>
            <p:ph type="body" sz="quarter" idx="17"/>
          </p:nvPr>
        </p:nvSpPr>
        <p:spPr>
          <a:solidFill>
            <a:srgbClr val="EEEEEE"/>
          </a:solidFill>
        </p:spPr>
        <p:txBody>
          <a:bodyPr lIns="72000" tIns="72000" rIns="72000" bIns="72000"/>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Cras </a:t>
            </a:r>
            <a:r>
              <a:rPr lang="en-GB" err="1"/>
              <a:t>dolor</a:t>
            </a:r>
            <a:r>
              <a:rPr lang="en-GB"/>
              <a:t> ex, pharetra </a:t>
            </a:r>
            <a:r>
              <a:rPr lang="en-GB" err="1"/>
              <a:t>nec</a:t>
            </a:r>
            <a:r>
              <a:rPr lang="en-GB"/>
              <a:t> pharetra,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Cras </a:t>
            </a:r>
            <a:r>
              <a:rPr lang="en-GB" err="1"/>
              <a:t>dolor</a:t>
            </a:r>
            <a:r>
              <a:rPr lang="en-GB"/>
              <a:t> ex, pharetra </a:t>
            </a:r>
            <a:r>
              <a:rPr lang="en-GB" err="1"/>
              <a:t>nec</a:t>
            </a:r>
            <a:r>
              <a:rPr lang="en-GB"/>
              <a:t> pharetra,</a:t>
            </a:r>
          </a:p>
          <a:p>
            <a:pPr lvl="2"/>
            <a:r>
              <a:rPr lang="en-GB" err="1"/>
              <a:t>condimentum</a:t>
            </a:r>
            <a:r>
              <a:rPr lang="en-GB"/>
              <a:t> a </a:t>
            </a:r>
            <a:r>
              <a:rPr lang="en-GB" err="1"/>
              <a:t>tortor</a:t>
            </a:r>
            <a:r>
              <a:rPr lang="en-GB"/>
              <a:t>. 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 </a:t>
            </a:r>
            <a:r>
              <a:rPr lang="en-GB" err="1"/>
              <a:t>quisque</a:t>
            </a:r>
            <a:r>
              <a:rPr lang="en-GB"/>
              <a:t>.</a:t>
            </a:r>
          </a:p>
        </p:txBody>
      </p:sp>
      <p:sp>
        <p:nvSpPr>
          <p:cNvPr id="7" name="Text Placeholder 6">
            <a:extLst>
              <a:ext uri="{FF2B5EF4-FFF2-40B4-BE49-F238E27FC236}">
                <a16:creationId xmlns:a16="http://schemas.microsoft.com/office/drawing/2014/main" id="{88646AA9-77ED-4D74-DD8D-DE92A3405349}"/>
              </a:ext>
            </a:extLst>
          </p:cNvPr>
          <p:cNvSpPr>
            <a:spLocks noGrp="1"/>
          </p:cNvSpPr>
          <p:nvPr>
            <p:ph type="body" sz="quarter" idx="18"/>
          </p:nvPr>
        </p:nvSpPr>
        <p:spPr/>
        <p:txBody>
          <a:bodyPr/>
          <a:lstStyle/>
          <a:p>
            <a:pPr lvl="1"/>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Cras </a:t>
            </a:r>
            <a:r>
              <a:rPr lang="en-GB" err="1"/>
              <a:t>dolor</a:t>
            </a:r>
            <a:r>
              <a:rPr lang="en-GB"/>
              <a:t> ex, pharetra </a:t>
            </a:r>
            <a:r>
              <a:rPr lang="en-GB" err="1"/>
              <a:t>nec</a:t>
            </a:r>
            <a:r>
              <a:rPr lang="en-GB"/>
              <a:t> pharetra at. </a:t>
            </a:r>
          </a:p>
          <a:p>
            <a:pPr lvl="2"/>
            <a:r>
              <a:rPr lang="en-GB" err="1"/>
              <a:t>ondimentum</a:t>
            </a:r>
            <a:r>
              <a:rPr lang="en-GB"/>
              <a:t> a </a:t>
            </a:r>
            <a:r>
              <a:rPr lang="en-GB" err="1"/>
              <a:t>tortor</a:t>
            </a:r>
            <a:r>
              <a:rPr lang="en-GB"/>
              <a:t>. 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a:t>
            </a:r>
          </a:p>
          <a:p>
            <a:pPr lvl="2"/>
            <a:r>
              <a:rPr lang="en-GB"/>
              <a:t>Aenean </a:t>
            </a:r>
            <a:r>
              <a:rPr lang="en-GB" err="1"/>
              <a:t>placerat</a:t>
            </a:r>
            <a:r>
              <a:rPr lang="en-GB"/>
              <a:t> </a:t>
            </a:r>
            <a:r>
              <a:rPr lang="en-GB" err="1"/>
              <a:t>vel</a:t>
            </a:r>
            <a:r>
              <a:rPr lang="en-GB"/>
              <a:t> </a:t>
            </a:r>
            <a:r>
              <a:rPr lang="en-GB" err="1"/>
              <a:t>mauris</a:t>
            </a:r>
            <a:r>
              <a:rPr lang="en-GB"/>
              <a:t> sit </a:t>
            </a:r>
            <a:r>
              <a:rPr lang="en-GB" err="1"/>
              <a:t>amet</a:t>
            </a:r>
            <a:r>
              <a:rPr lang="en-GB"/>
              <a:t> pulvinar. Duis </a:t>
            </a:r>
            <a:r>
              <a:rPr lang="en-GB" err="1"/>
              <a:t>tincidunt</a:t>
            </a:r>
            <a:r>
              <a:rPr lang="en-GB"/>
              <a:t> </a:t>
            </a:r>
            <a:r>
              <a:rPr lang="en-GB" err="1"/>
              <a:t>nulla</a:t>
            </a:r>
            <a:r>
              <a:rPr lang="en-GB"/>
              <a:t> </a:t>
            </a:r>
            <a:r>
              <a:rPr lang="en-GB" err="1"/>
              <a:t>arcu</a:t>
            </a:r>
            <a:r>
              <a:rPr lang="en-GB"/>
              <a:t>, et </a:t>
            </a:r>
            <a:r>
              <a:rPr lang="en-GB" err="1"/>
              <a:t>viverra</a:t>
            </a:r>
            <a:r>
              <a:rPr lang="en-GB"/>
              <a:t> </a:t>
            </a:r>
            <a:r>
              <a:rPr lang="en-GB" err="1"/>
              <a:t>leo</a:t>
            </a:r>
            <a:r>
              <a:rPr lang="en-GB"/>
              <a:t> </a:t>
            </a:r>
            <a:r>
              <a:rPr lang="en-GB" err="1"/>
              <a:t>tristique</a:t>
            </a:r>
            <a:r>
              <a:rPr lang="en-GB"/>
              <a:t> non. </a:t>
            </a:r>
            <a:r>
              <a:rPr lang="en-GB" err="1"/>
              <a:t>Suspendisse</a:t>
            </a:r>
            <a:r>
              <a:rPr lang="en-GB"/>
              <a:t> </a:t>
            </a:r>
            <a:r>
              <a:rPr lang="en-GB" err="1"/>
              <a:t>malesuada</a:t>
            </a:r>
            <a:r>
              <a:rPr lang="en-GB"/>
              <a:t> </a:t>
            </a:r>
            <a:r>
              <a:rPr lang="en-GB" err="1"/>
              <a:t>tincidunt</a:t>
            </a:r>
            <a:r>
              <a:rPr lang="en-GB"/>
              <a:t> </a:t>
            </a:r>
            <a:r>
              <a:rPr lang="en-GB" err="1"/>
              <a:t>tortor</a:t>
            </a:r>
            <a:r>
              <a:rPr lang="en-GB"/>
              <a:t>, </a:t>
            </a:r>
            <a:r>
              <a:rPr lang="en-GB" err="1"/>
              <a:t>nec</a:t>
            </a:r>
            <a:r>
              <a:rPr lang="en-GB"/>
              <a:t> </a:t>
            </a:r>
            <a:r>
              <a:rPr lang="en-GB" err="1"/>
              <a:t>rhoncus</a:t>
            </a:r>
            <a:r>
              <a:rPr lang="en-GB"/>
              <a:t> </a:t>
            </a:r>
            <a:r>
              <a:rPr lang="en-GB" err="1"/>
              <a:t>tellus</a:t>
            </a:r>
            <a:r>
              <a:rPr lang="en-GB"/>
              <a:t> </a:t>
            </a:r>
            <a:r>
              <a:rPr lang="en-GB" err="1"/>
              <a:t>elementum</a:t>
            </a:r>
            <a:r>
              <a:rPr lang="en-GB"/>
              <a:t> </a:t>
            </a:r>
            <a:r>
              <a:rPr lang="en-GB" err="1"/>
              <a:t>eget</a:t>
            </a:r>
            <a:r>
              <a:rPr lang="en-GB"/>
              <a:t>. </a:t>
            </a:r>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8" name="Text Placeholder 7">
            <a:extLst>
              <a:ext uri="{FF2B5EF4-FFF2-40B4-BE49-F238E27FC236}">
                <a16:creationId xmlns:a16="http://schemas.microsoft.com/office/drawing/2014/main" id="{77ACDFB6-95EE-98B6-009D-FE6E7DF92AEF}"/>
              </a:ext>
            </a:extLst>
          </p:cNvPr>
          <p:cNvSpPr>
            <a:spLocks noGrp="1"/>
          </p:cNvSpPr>
          <p:nvPr>
            <p:ph type="body" sz="quarter" idx="19"/>
          </p:nvPr>
        </p:nvSpPr>
        <p:spPr/>
        <p:txBody>
          <a:bodyPr/>
          <a:lstStyle/>
          <a:p>
            <a:pPr lvl="2"/>
            <a:r>
              <a:rPr lang="en-GB"/>
              <a:t>Nunc </a:t>
            </a:r>
            <a:r>
              <a:rPr lang="en-GB" err="1"/>
              <a:t>sodales</a:t>
            </a:r>
            <a:r>
              <a:rPr lang="en-GB"/>
              <a:t> semper </a:t>
            </a:r>
            <a:r>
              <a:rPr lang="en-GB" err="1"/>
              <a:t>orci</a:t>
            </a:r>
            <a:r>
              <a:rPr lang="en-GB"/>
              <a:t>, non </a:t>
            </a:r>
            <a:r>
              <a:rPr lang="en-GB" err="1"/>
              <a:t>euismod</a:t>
            </a:r>
            <a:r>
              <a:rPr lang="en-GB"/>
              <a:t> </a:t>
            </a:r>
            <a:r>
              <a:rPr lang="en-GB" err="1"/>
              <a:t>leo</a:t>
            </a:r>
            <a:r>
              <a:rPr lang="en-GB"/>
              <a:t> </a:t>
            </a:r>
            <a:r>
              <a:rPr lang="en-GB" err="1"/>
              <a:t>luctus</a:t>
            </a:r>
            <a:r>
              <a:rPr lang="en-GB"/>
              <a:t> sed. Sed sit </a:t>
            </a:r>
            <a:r>
              <a:rPr lang="en-GB" err="1"/>
              <a:t>amet</a:t>
            </a:r>
            <a:r>
              <a:rPr lang="en-GB"/>
              <a:t> ex </a:t>
            </a:r>
            <a:r>
              <a:rPr lang="en-GB" err="1"/>
              <a:t>volutpat</a:t>
            </a:r>
            <a:r>
              <a:rPr lang="en-GB"/>
              <a:t>, </a:t>
            </a:r>
            <a:r>
              <a:rPr lang="en-GB" err="1"/>
              <a:t>rhoncus</a:t>
            </a:r>
            <a:r>
              <a:rPr lang="en-GB"/>
              <a:t> ipsum </a:t>
            </a:r>
            <a:r>
              <a:rPr lang="en-GB" err="1"/>
              <a:t>sed</a:t>
            </a:r>
            <a:r>
              <a:rPr lang="en-GB"/>
              <a:t>, </a:t>
            </a:r>
            <a:r>
              <a:rPr lang="en-GB" err="1"/>
              <a:t>mollis</a:t>
            </a:r>
            <a:r>
              <a:rPr lang="en-GB"/>
              <a:t> </a:t>
            </a:r>
            <a:r>
              <a:rPr lang="en-GB" err="1"/>
              <a:t>neque</a:t>
            </a:r>
            <a:r>
              <a:rPr lang="en-GB"/>
              <a:t>. Sed </a:t>
            </a:r>
            <a:r>
              <a:rPr lang="en-GB" err="1"/>
              <a:t>tincidunt</a:t>
            </a:r>
            <a:r>
              <a:rPr lang="en-GB"/>
              <a:t> </a:t>
            </a:r>
            <a:r>
              <a:rPr lang="en-GB" err="1"/>
              <a:t>metus</a:t>
            </a:r>
            <a:r>
              <a:rPr lang="en-GB"/>
              <a:t> id </a:t>
            </a:r>
            <a:r>
              <a:rPr lang="en-GB" err="1"/>
              <a:t>varius</a:t>
            </a:r>
            <a:r>
              <a:rPr lang="en-GB"/>
              <a:t> cursus. </a:t>
            </a:r>
            <a:r>
              <a:rPr lang="en-GB" err="1"/>
              <a:t>Quisque</a:t>
            </a:r>
            <a:r>
              <a:rPr lang="en-GB"/>
              <a:t> sit </a:t>
            </a:r>
            <a:r>
              <a:rPr lang="en-GB" err="1"/>
              <a:t>amet</a:t>
            </a:r>
            <a:r>
              <a:rPr lang="en-GB"/>
              <a:t> </a:t>
            </a:r>
            <a:r>
              <a:rPr lang="en-GB" err="1"/>
              <a:t>purus</a:t>
            </a:r>
            <a:r>
              <a:rPr lang="en-GB"/>
              <a:t> </a:t>
            </a:r>
            <a:r>
              <a:rPr lang="en-GB" err="1"/>
              <a:t>ultrices</a:t>
            </a:r>
            <a:r>
              <a:rPr lang="en-GB"/>
              <a:t>, </a:t>
            </a:r>
            <a:r>
              <a:rPr lang="en-GB" err="1"/>
              <a:t>aliquet</a:t>
            </a:r>
            <a:r>
              <a:rPr lang="en-GB"/>
              <a:t> </a:t>
            </a:r>
            <a:r>
              <a:rPr lang="en-GB" err="1"/>
              <a:t>augue</a:t>
            </a:r>
            <a:r>
              <a:rPr lang="en-GB"/>
              <a:t> sit </a:t>
            </a:r>
            <a:r>
              <a:rPr lang="en-GB" err="1"/>
              <a:t>amet</a:t>
            </a:r>
            <a:r>
              <a:rPr lang="en-GB"/>
              <a:t>, </a:t>
            </a:r>
            <a:r>
              <a:rPr lang="en-GB" err="1"/>
              <a:t>hendrerit</a:t>
            </a:r>
            <a:r>
              <a:rPr lang="en-GB"/>
              <a:t> </a:t>
            </a:r>
            <a:r>
              <a:rPr lang="en-GB" err="1"/>
              <a:t>leo</a:t>
            </a:r>
            <a:r>
              <a:rPr lang="en-GB"/>
              <a:t>. </a:t>
            </a:r>
            <a:r>
              <a:rPr lang="en-GB" err="1"/>
              <a:t>Phasellus</a:t>
            </a:r>
            <a:r>
              <a:rPr lang="en-GB"/>
              <a:t> convallis </a:t>
            </a:r>
            <a:r>
              <a:rPr lang="en-GB" err="1"/>
              <a:t>nulla</a:t>
            </a:r>
            <a:r>
              <a:rPr lang="en-GB"/>
              <a:t> </a:t>
            </a:r>
            <a:r>
              <a:rPr lang="en-GB" err="1"/>
              <a:t>aliquam</a:t>
            </a:r>
            <a:r>
              <a:rPr lang="en-GB"/>
              <a:t> </a:t>
            </a:r>
            <a:r>
              <a:rPr lang="en-GB" err="1"/>
              <a:t>consectetur</a:t>
            </a:r>
            <a:r>
              <a:rPr lang="en-GB"/>
              <a:t> </a:t>
            </a:r>
            <a:r>
              <a:rPr lang="en-GB" err="1"/>
              <a:t>congue</a:t>
            </a:r>
            <a:r>
              <a:rPr lang="en-GB"/>
              <a:t>. </a:t>
            </a:r>
            <a:r>
              <a:rPr lang="en-GB" err="1"/>
              <a:t>Etiam</a:t>
            </a:r>
            <a:r>
              <a:rPr lang="en-GB"/>
              <a:t> non </a:t>
            </a:r>
            <a:r>
              <a:rPr lang="en-GB" err="1"/>
              <a:t>turpis</a:t>
            </a:r>
            <a:r>
              <a:rPr lang="en-GB"/>
              <a:t> non </a:t>
            </a:r>
            <a:r>
              <a:rPr lang="en-GB" err="1"/>
              <a:t>nisl</a:t>
            </a:r>
            <a:r>
              <a:rPr lang="en-GB"/>
              <a:t> </a:t>
            </a:r>
            <a:r>
              <a:rPr lang="en-GB" err="1"/>
              <a:t>sollicitudin</a:t>
            </a:r>
            <a:r>
              <a:rPr lang="en-GB"/>
              <a:t> </a:t>
            </a:r>
            <a:r>
              <a:rPr lang="en-GB" err="1"/>
              <a:t>interdum</a:t>
            </a:r>
            <a:r>
              <a:rPr lang="en-GB"/>
              <a:t> </a:t>
            </a:r>
            <a:r>
              <a:rPr lang="en-GB" err="1"/>
              <a:t>eu</a:t>
            </a:r>
            <a:r>
              <a:rPr lang="en-GB"/>
              <a:t> </a:t>
            </a:r>
            <a:r>
              <a:rPr lang="en-GB" err="1"/>
              <a:t>facilisis</a:t>
            </a:r>
            <a:r>
              <a:rPr lang="en-GB"/>
              <a:t> ex. Sed et </a:t>
            </a:r>
            <a:r>
              <a:rPr lang="en-GB" err="1"/>
              <a:t>ullamcorper</a:t>
            </a:r>
            <a:r>
              <a:rPr lang="en-GB"/>
              <a:t> </a:t>
            </a:r>
            <a:r>
              <a:rPr lang="en-GB" err="1"/>
              <a:t>urna</a:t>
            </a:r>
            <a:r>
              <a:rPr lang="en-GB"/>
              <a:t>, sit </a:t>
            </a:r>
            <a:r>
              <a:rPr lang="en-GB" err="1"/>
              <a:t>amet</a:t>
            </a:r>
            <a:r>
              <a:rPr lang="en-GB"/>
              <a:t> </a:t>
            </a:r>
            <a:r>
              <a:rPr lang="en-GB" err="1"/>
              <a:t>facilisis</a:t>
            </a:r>
            <a:r>
              <a:rPr lang="en-GB"/>
              <a:t> </a:t>
            </a:r>
            <a:r>
              <a:rPr lang="en-GB" err="1"/>
              <a:t>arcu</a:t>
            </a:r>
            <a:r>
              <a:rPr lang="en-GB"/>
              <a:t>. In pharetra </a:t>
            </a:r>
            <a:r>
              <a:rPr lang="en-GB" err="1"/>
              <a:t>ut</a:t>
            </a:r>
            <a:r>
              <a:rPr lang="en-GB"/>
              <a:t> </a:t>
            </a:r>
            <a:r>
              <a:rPr lang="en-GB" err="1"/>
              <a:t>lectus</a:t>
            </a:r>
            <a:r>
              <a:rPr lang="en-GB"/>
              <a:t> at tempus. Sed </a:t>
            </a:r>
            <a:r>
              <a:rPr lang="en-GB" err="1"/>
              <a:t>luctus</a:t>
            </a:r>
            <a:r>
              <a:rPr lang="en-GB"/>
              <a:t>, </a:t>
            </a:r>
            <a:r>
              <a:rPr lang="en-GB" err="1"/>
              <a:t>erat</a:t>
            </a:r>
            <a:r>
              <a:rPr lang="en-GB"/>
              <a:t> </a:t>
            </a:r>
            <a:r>
              <a:rPr lang="en-GB" err="1"/>
              <a:t>quis</a:t>
            </a:r>
            <a:r>
              <a:rPr lang="en-GB"/>
              <a:t> </a:t>
            </a:r>
            <a:r>
              <a:rPr lang="en-GB" err="1"/>
              <a:t>interdum</a:t>
            </a:r>
            <a:r>
              <a:rPr lang="en-GB"/>
              <a:t> pulvinar, </a:t>
            </a:r>
            <a:r>
              <a:rPr lang="en-GB" err="1"/>
              <a:t>massa</a:t>
            </a:r>
            <a:r>
              <a:rPr lang="en-GB"/>
              <a:t> mi </a:t>
            </a:r>
            <a:r>
              <a:rPr lang="en-GB" err="1"/>
              <a:t>venenatis</a:t>
            </a:r>
            <a:r>
              <a:rPr lang="en-GB"/>
              <a:t> </a:t>
            </a:r>
            <a:r>
              <a:rPr lang="en-GB" err="1"/>
              <a:t>nulla</a:t>
            </a:r>
            <a:r>
              <a:rPr lang="en-GB"/>
              <a:t>, </a:t>
            </a:r>
            <a:r>
              <a:rPr lang="en-GB" err="1"/>
              <a:t>scelerisque</a:t>
            </a:r>
            <a:r>
              <a:rPr lang="en-GB"/>
              <a:t> </a:t>
            </a:r>
            <a:r>
              <a:rPr lang="en-GB" err="1"/>
              <a:t>interdum</a:t>
            </a:r>
            <a:r>
              <a:rPr lang="en-GB"/>
              <a:t> </a:t>
            </a:r>
            <a:r>
              <a:rPr lang="en-GB" err="1"/>
              <a:t>velit</a:t>
            </a:r>
            <a:r>
              <a:rPr lang="en-GB"/>
              <a:t> </a:t>
            </a:r>
            <a:r>
              <a:rPr lang="en-GB" err="1"/>
              <a:t>purus</a:t>
            </a:r>
            <a:r>
              <a:rPr lang="en-GB"/>
              <a:t> sit </a:t>
            </a:r>
            <a:r>
              <a:rPr lang="en-GB" err="1"/>
              <a:t>amet</a:t>
            </a:r>
            <a:r>
              <a:rPr lang="en-GB"/>
              <a:t> </a:t>
            </a:r>
            <a:r>
              <a:rPr lang="en-GB" err="1"/>
              <a:t>urna</a:t>
            </a:r>
            <a:r>
              <a:rPr lang="en-GB"/>
              <a:t>. Integer in </a:t>
            </a:r>
            <a:r>
              <a:rPr lang="en-GB" err="1"/>
              <a:t>urna</a:t>
            </a:r>
            <a:r>
              <a:rPr lang="en-GB"/>
              <a:t> a </a:t>
            </a:r>
            <a:r>
              <a:rPr lang="en-GB" err="1"/>
              <a:t>erat</a:t>
            </a:r>
            <a:r>
              <a:rPr lang="en-GB"/>
              <a:t> </a:t>
            </a:r>
            <a:r>
              <a:rPr lang="en-GB" err="1"/>
              <a:t>ultrices</a:t>
            </a:r>
            <a:r>
              <a:rPr lang="en-GB"/>
              <a:t> </a:t>
            </a:r>
            <a:r>
              <a:rPr lang="en-GB" err="1"/>
              <a:t>iaculis</a:t>
            </a:r>
            <a:r>
              <a:rPr lang="en-GB"/>
              <a:t> </a:t>
            </a:r>
            <a:r>
              <a:rPr lang="en-GB" err="1"/>
              <a:t>ut</a:t>
            </a:r>
            <a:r>
              <a:rPr lang="en-GB"/>
              <a:t> </a:t>
            </a:r>
            <a:r>
              <a:rPr lang="en-GB" err="1"/>
              <a:t>blandit</a:t>
            </a:r>
            <a:r>
              <a:rPr lang="en-GB"/>
              <a:t> diam. Donec </a:t>
            </a:r>
            <a:r>
              <a:rPr lang="en-GB" err="1"/>
              <a:t>consectetur</a:t>
            </a:r>
            <a:r>
              <a:rPr lang="en-GB"/>
              <a:t> maximus ligula non </a:t>
            </a:r>
            <a:r>
              <a:rPr lang="en-GB" err="1"/>
              <a:t>congue</a:t>
            </a:r>
            <a:r>
              <a:rPr lang="en-GB"/>
              <a:t>. </a:t>
            </a:r>
          </a:p>
        </p:txBody>
      </p:sp>
      <p:sp>
        <p:nvSpPr>
          <p:cNvPr id="5" name="Subtitle 4">
            <a:extLst>
              <a:ext uri="{FF2B5EF4-FFF2-40B4-BE49-F238E27FC236}">
                <a16:creationId xmlns:a16="http://schemas.microsoft.com/office/drawing/2014/main" id="{A0F4E421-842A-1DA8-3AB3-8BB3B9CFEBDB}"/>
              </a:ext>
            </a:extLst>
          </p:cNvPr>
          <p:cNvSpPr>
            <a:spLocks noGrp="1"/>
          </p:cNvSpPr>
          <p:nvPr>
            <p:ph type="subTitle" idx="13"/>
          </p:nvPr>
        </p:nvSpPr>
        <p:spPr/>
        <p:txBody>
          <a:bodyPr/>
          <a:lstStyle/>
          <a:p>
            <a:r>
              <a:rPr lang="en-GB"/>
              <a:t>Subheading</a:t>
            </a:r>
          </a:p>
        </p:txBody>
      </p:sp>
      <p:sp>
        <p:nvSpPr>
          <p:cNvPr id="9" name="Text Placeholder 7">
            <a:extLst>
              <a:ext uri="{FF2B5EF4-FFF2-40B4-BE49-F238E27FC236}">
                <a16:creationId xmlns:a16="http://schemas.microsoft.com/office/drawing/2014/main" id="{8B52EDD9-8E81-6EE1-2099-E9BDDA196642}"/>
              </a:ext>
            </a:extLst>
          </p:cNvPr>
          <p:cNvSpPr txBox="1">
            <a:spLocks/>
          </p:cNvSpPr>
          <p:nvPr/>
        </p:nvSpPr>
        <p:spPr>
          <a:xfrm>
            <a:off x="9877358" y="5112625"/>
            <a:ext cx="3030489" cy="538609"/>
          </a:xfrm>
          <a:prstGeom prst="rect">
            <a:avLst/>
          </a:prstGeom>
        </p:spPr>
        <p:txBody>
          <a:bodyPr wrap="square" lIns="3600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Name Surname </a:t>
            </a:r>
          </a:p>
          <a:p>
            <a:pPr lvl="1"/>
            <a:r>
              <a:rPr lang="en-GB" sz="1400"/>
              <a:t>Role goes here </a:t>
            </a:r>
          </a:p>
        </p:txBody>
      </p:sp>
      <p:sp>
        <p:nvSpPr>
          <p:cNvPr id="10" name="Text Placeholder 7">
            <a:extLst>
              <a:ext uri="{FF2B5EF4-FFF2-40B4-BE49-F238E27FC236}">
                <a16:creationId xmlns:a16="http://schemas.microsoft.com/office/drawing/2014/main" id="{56346A10-7AD1-E56A-ACE5-D564DB3E4F80}"/>
              </a:ext>
            </a:extLst>
          </p:cNvPr>
          <p:cNvSpPr txBox="1">
            <a:spLocks/>
          </p:cNvSpPr>
          <p:nvPr/>
        </p:nvSpPr>
        <p:spPr>
          <a:xfrm>
            <a:off x="9877358" y="6034039"/>
            <a:ext cx="3030489" cy="538609"/>
          </a:xfrm>
          <a:prstGeom prst="rect">
            <a:avLst/>
          </a:prstGeom>
        </p:spPr>
        <p:txBody>
          <a:bodyPr wrap="square" lIns="3600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Name Surname </a:t>
            </a:r>
          </a:p>
          <a:p>
            <a:pPr lvl="1"/>
            <a:r>
              <a:rPr lang="en-GB" sz="1400"/>
              <a:t>Role goes here </a:t>
            </a:r>
          </a:p>
        </p:txBody>
      </p:sp>
      <p:pic>
        <p:nvPicPr>
          <p:cNvPr id="11" name="Picture Placeholder 25">
            <a:extLst>
              <a:ext uri="{FF2B5EF4-FFF2-40B4-BE49-F238E27FC236}">
                <a16:creationId xmlns:a16="http://schemas.microsoft.com/office/drawing/2014/main" id="{4AD3B8E5-441F-7BD5-B43D-3051DBC05060}"/>
              </a:ext>
            </a:extLst>
          </p:cNvPr>
          <p:cNvPicPr>
            <a:picLocks noChangeAspect="1"/>
          </p:cNvPicPr>
          <p:nvPr/>
        </p:nvPicPr>
        <p:blipFill>
          <a:blip r:embed="rId2"/>
          <a:srcRect l="431" r="431"/>
          <a:stretch/>
        </p:blipFill>
        <p:spPr>
          <a:xfrm>
            <a:off x="8970963" y="5000929"/>
            <a:ext cx="762000" cy="762000"/>
          </a:xfrm>
          <a:prstGeom prst="ellipse">
            <a:avLst/>
          </a:prstGeom>
          <a:ln>
            <a:solidFill>
              <a:schemeClr val="bg2"/>
            </a:solidFill>
          </a:ln>
        </p:spPr>
      </p:pic>
      <p:pic>
        <p:nvPicPr>
          <p:cNvPr id="12" name="Picture Placeholder 25">
            <a:extLst>
              <a:ext uri="{FF2B5EF4-FFF2-40B4-BE49-F238E27FC236}">
                <a16:creationId xmlns:a16="http://schemas.microsoft.com/office/drawing/2014/main" id="{A4D6FB82-05ED-98C9-152A-C74B44B16153}"/>
              </a:ext>
            </a:extLst>
          </p:cNvPr>
          <p:cNvPicPr>
            <a:picLocks noChangeAspect="1"/>
          </p:cNvPicPr>
          <p:nvPr/>
        </p:nvPicPr>
        <p:blipFill>
          <a:blip r:embed="rId2"/>
          <a:srcRect l="431" r="431"/>
          <a:stretch/>
        </p:blipFill>
        <p:spPr>
          <a:xfrm>
            <a:off x="8970963" y="5922343"/>
            <a:ext cx="762000" cy="762000"/>
          </a:xfrm>
          <a:prstGeom prst="ellipse">
            <a:avLst/>
          </a:prstGeom>
          <a:ln>
            <a:solidFill>
              <a:schemeClr val="bg2"/>
            </a:solidFill>
          </a:ln>
        </p:spPr>
      </p:pic>
    </p:spTree>
    <p:extLst>
      <p:ext uri="{BB962C8B-B14F-4D97-AF65-F5344CB8AC3E}">
        <p14:creationId xmlns:p14="http://schemas.microsoft.com/office/powerpoint/2010/main" val="3731785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C44D11-2B51-29A7-C63D-AAB879900A94}"/>
              </a:ext>
            </a:extLst>
          </p:cNvPr>
          <p:cNvSpPr>
            <a:spLocks noGrp="1"/>
          </p:cNvSpPr>
          <p:nvPr>
            <p:ph type="title"/>
          </p:nvPr>
        </p:nvSpPr>
        <p:spPr/>
        <p:txBody>
          <a:bodyPr/>
          <a:lstStyle/>
          <a:p>
            <a:r>
              <a:rPr lang="en-GB"/>
              <a:t>Executive summary </a:t>
            </a:r>
          </a:p>
        </p:txBody>
      </p:sp>
      <p:sp>
        <p:nvSpPr>
          <p:cNvPr id="6" name="Text Placeholder 5">
            <a:extLst>
              <a:ext uri="{FF2B5EF4-FFF2-40B4-BE49-F238E27FC236}">
                <a16:creationId xmlns:a16="http://schemas.microsoft.com/office/drawing/2014/main" id="{623095DA-A38C-29A5-B86E-60806C2A4542}"/>
              </a:ext>
            </a:extLst>
          </p:cNvPr>
          <p:cNvSpPr>
            <a:spLocks noGrp="1"/>
          </p:cNvSpPr>
          <p:nvPr>
            <p:ph type="body" sz="quarter" idx="17"/>
          </p:nvPr>
        </p:nvSpPr>
        <p:spPr>
          <a:prstGeom prst="roundRect">
            <a:avLst>
              <a:gd name="adj" fmla="val 6045"/>
            </a:avLst>
          </a:prstGeom>
          <a:solidFill>
            <a:srgbClr val="ECF9F4"/>
          </a:solidFill>
        </p:spPr>
        <p:txBody>
          <a:bodyPr lIns="72000" tIns="72000" rIns="72000" bIns="72000"/>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Cras </a:t>
            </a:r>
            <a:r>
              <a:rPr lang="en-GB" err="1"/>
              <a:t>dolor</a:t>
            </a:r>
            <a:r>
              <a:rPr lang="en-GB"/>
              <a:t> ex, pharetra </a:t>
            </a:r>
            <a:r>
              <a:rPr lang="en-GB" err="1"/>
              <a:t>nec</a:t>
            </a:r>
            <a:r>
              <a:rPr lang="en-GB"/>
              <a:t> pharetra,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Cras </a:t>
            </a:r>
            <a:r>
              <a:rPr lang="en-GB" err="1"/>
              <a:t>dolor</a:t>
            </a:r>
            <a:r>
              <a:rPr lang="en-GB"/>
              <a:t> ex, pharetra </a:t>
            </a:r>
            <a:r>
              <a:rPr lang="en-GB" err="1"/>
              <a:t>nec</a:t>
            </a:r>
            <a:r>
              <a:rPr lang="en-GB"/>
              <a:t> pharetra,</a:t>
            </a:r>
          </a:p>
          <a:p>
            <a:pPr lvl="2"/>
            <a:r>
              <a:rPr lang="en-GB" err="1"/>
              <a:t>condimentum</a:t>
            </a:r>
            <a:r>
              <a:rPr lang="en-GB"/>
              <a:t> a </a:t>
            </a:r>
            <a:r>
              <a:rPr lang="en-GB" err="1"/>
              <a:t>tortor</a:t>
            </a:r>
            <a:r>
              <a:rPr lang="en-GB"/>
              <a:t>. 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 </a:t>
            </a:r>
            <a:r>
              <a:rPr lang="en-GB" err="1"/>
              <a:t>quisque</a:t>
            </a:r>
            <a:r>
              <a:rPr lang="en-GB"/>
              <a:t>.</a:t>
            </a:r>
          </a:p>
        </p:txBody>
      </p:sp>
      <p:sp>
        <p:nvSpPr>
          <p:cNvPr id="7" name="Text Placeholder 6">
            <a:extLst>
              <a:ext uri="{FF2B5EF4-FFF2-40B4-BE49-F238E27FC236}">
                <a16:creationId xmlns:a16="http://schemas.microsoft.com/office/drawing/2014/main" id="{88646AA9-77ED-4D74-DD8D-DE92A3405349}"/>
              </a:ext>
            </a:extLst>
          </p:cNvPr>
          <p:cNvSpPr>
            <a:spLocks noGrp="1"/>
          </p:cNvSpPr>
          <p:nvPr>
            <p:ph type="body" sz="quarter" idx="18"/>
          </p:nvPr>
        </p:nvSpPr>
        <p:spPr/>
        <p:txBody>
          <a:bodyPr/>
          <a:lstStyle/>
          <a:p>
            <a:pPr lvl="1"/>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Cras </a:t>
            </a:r>
            <a:r>
              <a:rPr lang="en-GB" err="1"/>
              <a:t>dolor</a:t>
            </a:r>
            <a:r>
              <a:rPr lang="en-GB"/>
              <a:t> ex, pharetra </a:t>
            </a:r>
            <a:r>
              <a:rPr lang="en-GB" err="1"/>
              <a:t>nec</a:t>
            </a:r>
            <a:r>
              <a:rPr lang="en-GB"/>
              <a:t> pharetra at. </a:t>
            </a:r>
          </a:p>
          <a:p>
            <a:pPr lvl="2"/>
            <a:r>
              <a:rPr lang="en-GB" err="1"/>
              <a:t>ondimentum</a:t>
            </a:r>
            <a:r>
              <a:rPr lang="en-GB"/>
              <a:t> a </a:t>
            </a:r>
            <a:r>
              <a:rPr lang="en-GB" err="1"/>
              <a:t>tortor</a:t>
            </a:r>
            <a:r>
              <a:rPr lang="en-GB"/>
              <a:t>. 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a:t>
            </a:r>
          </a:p>
          <a:p>
            <a:endParaRPr lang="en-GB"/>
          </a:p>
        </p:txBody>
      </p:sp>
      <p:sp>
        <p:nvSpPr>
          <p:cNvPr id="5" name="Subtitle 4">
            <a:extLst>
              <a:ext uri="{FF2B5EF4-FFF2-40B4-BE49-F238E27FC236}">
                <a16:creationId xmlns:a16="http://schemas.microsoft.com/office/drawing/2014/main" id="{A0F4E421-842A-1DA8-3AB3-8BB3B9CFEBDB}"/>
              </a:ext>
            </a:extLst>
          </p:cNvPr>
          <p:cNvSpPr>
            <a:spLocks noGrp="1"/>
          </p:cNvSpPr>
          <p:nvPr>
            <p:ph type="subTitle" idx="13"/>
          </p:nvPr>
        </p:nvSpPr>
        <p:spPr/>
        <p:txBody>
          <a:bodyPr/>
          <a:lstStyle/>
          <a:p>
            <a:r>
              <a:rPr lang="en-GB"/>
              <a:t>Subheading</a:t>
            </a:r>
          </a:p>
        </p:txBody>
      </p:sp>
      <p:sp>
        <p:nvSpPr>
          <p:cNvPr id="9" name="Text Placeholder 7">
            <a:extLst>
              <a:ext uri="{FF2B5EF4-FFF2-40B4-BE49-F238E27FC236}">
                <a16:creationId xmlns:a16="http://schemas.microsoft.com/office/drawing/2014/main" id="{8B52EDD9-8E81-6EE1-2099-E9BDDA196642}"/>
              </a:ext>
            </a:extLst>
          </p:cNvPr>
          <p:cNvSpPr txBox="1">
            <a:spLocks/>
          </p:cNvSpPr>
          <p:nvPr/>
        </p:nvSpPr>
        <p:spPr>
          <a:xfrm>
            <a:off x="5673774" y="5112625"/>
            <a:ext cx="3030489" cy="538609"/>
          </a:xfrm>
          <a:prstGeom prst="rect">
            <a:avLst/>
          </a:prstGeom>
        </p:spPr>
        <p:txBody>
          <a:bodyPr wrap="square" lIns="3600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Name Surname </a:t>
            </a:r>
          </a:p>
          <a:p>
            <a:pPr lvl="1"/>
            <a:r>
              <a:rPr lang="en-GB" sz="1400"/>
              <a:t>Role goes here </a:t>
            </a:r>
          </a:p>
        </p:txBody>
      </p:sp>
      <p:sp>
        <p:nvSpPr>
          <p:cNvPr id="10" name="Text Placeholder 7">
            <a:extLst>
              <a:ext uri="{FF2B5EF4-FFF2-40B4-BE49-F238E27FC236}">
                <a16:creationId xmlns:a16="http://schemas.microsoft.com/office/drawing/2014/main" id="{56346A10-7AD1-E56A-ACE5-D564DB3E4F80}"/>
              </a:ext>
            </a:extLst>
          </p:cNvPr>
          <p:cNvSpPr txBox="1">
            <a:spLocks/>
          </p:cNvSpPr>
          <p:nvPr/>
        </p:nvSpPr>
        <p:spPr>
          <a:xfrm>
            <a:off x="5673774" y="6034039"/>
            <a:ext cx="3030489" cy="538609"/>
          </a:xfrm>
          <a:prstGeom prst="rect">
            <a:avLst/>
          </a:prstGeom>
        </p:spPr>
        <p:txBody>
          <a:bodyPr wrap="square" lIns="3600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Name Surname </a:t>
            </a:r>
          </a:p>
          <a:p>
            <a:pPr lvl="1"/>
            <a:r>
              <a:rPr lang="en-GB" sz="1400"/>
              <a:t>Role goes here </a:t>
            </a:r>
          </a:p>
        </p:txBody>
      </p:sp>
      <p:pic>
        <p:nvPicPr>
          <p:cNvPr id="11" name="Picture Placeholder 25">
            <a:extLst>
              <a:ext uri="{FF2B5EF4-FFF2-40B4-BE49-F238E27FC236}">
                <a16:creationId xmlns:a16="http://schemas.microsoft.com/office/drawing/2014/main" id="{4AD3B8E5-441F-7BD5-B43D-3051DBC05060}"/>
              </a:ext>
            </a:extLst>
          </p:cNvPr>
          <p:cNvPicPr>
            <a:picLocks noChangeAspect="1"/>
          </p:cNvPicPr>
          <p:nvPr/>
        </p:nvPicPr>
        <p:blipFill>
          <a:blip r:embed="rId2"/>
          <a:srcRect l="431" r="431"/>
          <a:stretch/>
        </p:blipFill>
        <p:spPr>
          <a:xfrm>
            <a:off x="4767379" y="5000929"/>
            <a:ext cx="762000" cy="762000"/>
          </a:xfrm>
          <a:prstGeom prst="ellipse">
            <a:avLst/>
          </a:prstGeom>
          <a:ln>
            <a:solidFill>
              <a:schemeClr val="bg2"/>
            </a:solidFill>
          </a:ln>
        </p:spPr>
      </p:pic>
      <p:pic>
        <p:nvPicPr>
          <p:cNvPr id="12" name="Picture Placeholder 25">
            <a:extLst>
              <a:ext uri="{FF2B5EF4-FFF2-40B4-BE49-F238E27FC236}">
                <a16:creationId xmlns:a16="http://schemas.microsoft.com/office/drawing/2014/main" id="{A4D6FB82-05ED-98C9-152A-C74B44B16153}"/>
              </a:ext>
            </a:extLst>
          </p:cNvPr>
          <p:cNvPicPr>
            <a:picLocks noChangeAspect="1"/>
          </p:cNvPicPr>
          <p:nvPr/>
        </p:nvPicPr>
        <p:blipFill>
          <a:blip r:embed="rId2"/>
          <a:srcRect l="431" r="431"/>
          <a:stretch/>
        </p:blipFill>
        <p:spPr>
          <a:xfrm>
            <a:off x="4767379" y="5922343"/>
            <a:ext cx="762000" cy="762000"/>
          </a:xfrm>
          <a:prstGeom prst="ellipse">
            <a:avLst/>
          </a:prstGeom>
          <a:ln>
            <a:solidFill>
              <a:schemeClr val="bg2"/>
            </a:solidFill>
          </a:ln>
        </p:spPr>
      </p:pic>
      <p:pic>
        <p:nvPicPr>
          <p:cNvPr id="18" name="Picture Placeholder 4">
            <a:extLst>
              <a:ext uri="{FF2B5EF4-FFF2-40B4-BE49-F238E27FC236}">
                <a16:creationId xmlns:a16="http://schemas.microsoft.com/office/drawing/2014/main" id="{09A7BF5C-C613-7952-0547-EF94A92010D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0248" r="39562" b="8348"/>
          <a:stretch/>
        </p:blipFill>
        <p:spPr>
          <a:xfrm>
            <a:off x="8982389" y="0"/>
            <a:ext cx="4481199" cy="7561263"/>
          </a:xfrm>
          <a:prstGeom prst="rect">
            <a:avLst/>
          </a:prstGeom>
        </p:spPr>
      </p:pic>
      <p:grpSp>
        <p:nvGrpSpPr>
          <p:cNvPr id="20" name="Group 19">
            <a:extLst>
              <a:ext uri="{FF2B5EF4-FFF2-40B4-BE49-F238E27FC236}">
                <a16:creationId xmlns:a16="http://schemas.microsoft.com/office/drawing/2014/main" id="{36F91578-5E9A-956D-B892-4E7066BD51A8}"/>
              </a:ext>
            </a:extLst>
          </p:cNvPr>
          <p:cNvGrpSpPr/>
          <p:nvPr/>
        </p:nvGrpSpPr>
        <p:grpSpPr>
          <a:xfrm>
            <a:off x="9293904" y="3255603"/>
            <a:ext cx="3593420" cy="2795552"/>
            <a:chOff x="538165" y="5575302"/>
            <a:chExt cx="3593420" cy="2795552"/>
          </a:xfrm>
        </p:grpSpPr>
        <p:sp>
          <p:nvSpPr>
            <p:cNvPr id="21" name="TextBox 20">
              <a:extLst>
                <a:ext uri="{FF2B5EF4-FFF2-40B4-BE49-F238E27FC236}">
                  <a16:creationId xmlns:a16="http://schemas.microsoft.com/office/drawing/2014/main" id="{583E09AF-F578-446C-6841-38BF1CE3037A}"/>
                </a:ext>
              </a:extLst>
            </p:cNvPr>
            <p:cNvSpPr txBox="1"/>
            <p:nvPr/>
          </p:nvSpPr>
          <p:spPr>
            <a:xfrm>
              <a:off x="693832" y="5985586"/>
              <a:ext cx="3437753" cy="2385268"/>
            </a:xfrm>
            <a:prstGeom prst="rect">
              <a:avLst/>
            </a:prstGeom>
            <a:noFill/>
          </p:spPr>
          <p:txBody>
            <a:bodyPr wrap="square" lIns="0" rIns="0" rtlCol="0">
              <a:spAutoFit/>
            </a:bodyPr>
            <a:lstStyle/>
            <a:p>
              <a:pPr>
                <a:spcAft>
                  <a:spcPts val="600"/>
                </a:spcAft>
              </a:pPr>
              <a:r>
                <a:rPr lang="en-GB" sz="1600">
                  <a:solidFill>
                    <a:schemeClr val="bg1"/>
                  </a:solidFill>
                </a:rPr>
                <a:t>Lorem ipsum </a:t>
              </a:r>
              <a:r>
                <a:rPr lang="en-GB" sz="1600" err="1">
                  <a:solidFill>
                    <a:schemeClr val="bg1"/>
                  </a:solidFill>
                </a:rPr>
                <a:t>dolor</a:t>
              </a:r>
              <a:r>
                <a:rPr lang="en-GB" sz="1600">
                  <a:solidFill>
                    <a:schemeClr val="bg1"/>
                  </a:solidFill>
                </a:rPr>
                <a:t> sit </a:t>
              </a:r>
              <a:r>
                <a:rPr lang="en-GB" sz="1600" err="1">
                  <a:solidFill>
                    <a:schemeClr val="bg1"/>
                  </a:solidFill>
                </a:rPr>
                <a:t>amet</a:t>
              </a:r>
              <a:r>
                <a:rPr lang="en-GB" sz="1600">
                  <a:solidFill>
                    <a:schemeClr val="bg1"/>
                  </a:solidFill>
                </a:rPr>
                <a:t>, </a:t>
              </a:r>
              <a:r>
                <a:rPr lang="en-GB" sz="1600" err="1">
                  <a:solidFill>
                    <a:schemeClr val="bg1"/>
                  </a:solidFill>
                </a:rPr>
                <a:t>consectetur</a:t>
              </a:r>
              <a:r>
                <a:rPr lang="en-GB" sz="1600">
                  <a:solidFill>
                    <a:schemeClr val="bg1"/>
                  </a:solidFill>
                </a:rPr>
                <a:t> </a:t>
              </a:r>
              <a:r>
                <a:rPr lang="en-GB" sz="1600" err="1">
                  <a:solidFill>
                    <a:schemeClr val="bg1"/>
                  </a:solidFill>
                </a:rPr>
                <a:t>adipiscing</a:t>
              </a:r>
              <a:r>
                <a:rPr lang="en-GB" sz="1600">
                  <a:solidFill>
                    <a:schemeClr val="bg1"/>
                  </a:solidFill>
                </a:rPr>
                <a:t> </a:t>
              </a:r>
              <a:r>
                <a:rPr lang="en-GB" sz="1600" err="1">
                  <a:solidFill>
                    <a:schemeClr val="bg1"/>
                  </a:solidFill>
                </a:rPr>
                <a:t>elit</a:t>
              </a:r>
              <a:r>
                <a:rPr lang="en-GB" sz="1600">
                  <a:solidFill>
                    <a:schemeClr val="bg1"/>
                  </a:solidFill>
                </a:rPr>
                <a:t>. Morbi </a:t>
              </a:r>
              <a:r>
                <a:rPr lang="en-GB" sz="1600" err="1">
                  <a:solidFill>
                    <a:schemeClr val="bg1"/>
                  </a:solidFill>
                </a:rPr>
                <a:t>posuere</a:t>
              </a:r>
              <a:r>
                <a:rPr lang="en-GB" sz="1600">
                  <a:solidFill>
                    <a:schemeClr val="bg1"/>
                  </a:solidFill>
                </a:rPr>
                <a:t> et </a:t>
              </a:r>
              <a:r>
                <a:rPr lang="en-GB" sz="1600" err="1">
                  <a:solidFill>
                    <a:schemeClr val="bg1"/>
                  </a:solidFill>
                </a:rPr>
                <a:t>sem</a:t>
              </a:r>
              <a:r>
                <a:rPr lang="en-GB" sz="1600">
                  <a:solidFill>
                    <a:schemeClr val="bg1"/>
                  </a:solidFill>
                </a:rPr>
                <a:t> a </a:t>
              </a:r>
              <a:r>
                <a:rPr lang="en-GB" sz="1600" err="1">
                  <a:solidFill>
                    <a:schemeClr val="bg1"/>
                  </a:solidFill>
                </a:rPr>
                <a:t>efficitur</a:t>
              </a:r>
              <a:r>
                <a:rPr lang="en-GB" sz="1600">
                  <a:solidFill>
                    <a:schemeClr val="bg1"/>
                  </a:solidFill>
                </a:rPr>
                <a:t>. Nam sit </a:t>
              </a:r>
              <a:r>
                <a:rPr lang="en-GB" sz="1600" err="1">
                  <a:solidFill>
                    <a:schemeClr val="bg1"/>
                  </a:solidFill>
                </a:rPr>
                <a:t>amet</a:t>
              </a:r>
              <a:r>
                <a:rPr lang="en-GB" sz="1600">
                  <a:solidFill>
                    <a:schemeClr val="bg1"/>
                  </a:solidFill>
                </a:rPr>
                <a:t> </a:t>
              </a:r>
              <a:r>
                <a:rPr lang="en-GB" sz="1600" err="1">
                  <a:solidFill>
                    <a:schemeClr val="bg1"/>
                  </a:solidFill>
                </a:rPr>
                <a:t>tellus</a:t>
              </a:r>
              <a:r>
                <a:rPr lang="en-GB" sz="1600">
                  <a:solidFill>
                    <a:schemeClr val="bg1"/>
                  </a:solidFill>
                </a:rPr>
                <a:t> </a:t>
              </a:r>
              <a:r>
                <a:rPr lang="en-GB" sz="1600" err="1">
                  <a:solidFill>
                    <a:schemeClr val="bg1"/>
                  </a:solidFill>
                </a:rPr>
                <a:t>sed</a:t>
              </a:r>
              <a:r>
                <a:rPr lang="en-GB" sz="1600">
                  <a:solidFill>
                    <a:schemeClr val="bg1"/>
                  </a:solidFill>
                </a:rPr>
                <a:t> </a:t>
              </a:r>
              <a:r>
                <a:rPr lang="en-GB" sz="1600" err="1">
                  <a:solidFill>
                    <a:schemeClr val="bg1"/>
                  </a:solidFill>
                </a:rPr>
                <a:t>tortor</a:t>
              </a:r>
              <a:r>
                <a:rPr lang="en-GB" sz="1600">
                  <a:solidFill>
                    <a:schemeClr val="bg1"/>
                  </a:solidFill>
                </a:rPr>
                <a:t> </a:t>
              </a:r>
              <a:r>
                <a:rPr lang="en-GB" sz="1600" err="1">
                  <a:solidFill>
                    <a:schemeClr val="bg1"/>
                  </a:solidFill>
                </a:rPr>
                <a:t>euismod</a:t>
              </a:r>
              <a:r>
                <a:rPr lang="en-GB" sz="1600">
                  <a:solidFill>
                    <a:schemeClr val="bg1"/>
                  </a:solidFill>
                </a:rPr>
                <a:t> </a:t>
              </a:r>
              <a:r>
                <a:rPr lang="en-GB" sz="1600" err="1">
                  <a:solidFill>
                    <a:schemeClr val="bg1"/>
                  </a:solidFill>
                </a:rPr>
                <a:t>finibus</a:t>
              </a:r>
              <a:r>
                <a:rPr lang="en-GB" sz="1600">
                  <a:solidFill>
                    <a:schemeClr val="bg1"/>
                  </a:solidFill>
                </a:rPr>
                <a:t> vitae sit </a:t>
              </a:r>
              <a:r>
                <a:rPr lang="en-GB" sz="1600" err="1">
                  <a:solidFill>
                    <a:schemeClr val="bg1"/>
                  </a:solidFill>
                </a:rPr>
                <a:t>amet</a:t>
              </a:r>
              <a:r>
                <a:rPr lang="en-GB" sz="1600">
                  <a:solidFill>
                    <a:schemeClr val="bg1"/>
                  </a:solidFill>
                </a:rPr>
                <a:t> nisi. </a:t>
              </a:r>
              <a:r>
                <a:rPr lang="en-GB" sz="1600" err="1">
                  <a:solidFill>
                    <a:schemeClr val="bg1"/>
                  </a:solidFill>
                </a:rPr>
                <a:t>Pellentesque</a:t>
              </a:r>
              <a:r>
                <a:rPr lang="en-GB" sz="1600">
                  <a:solidFill>
                    <a:schemeClr val="bg1"/>
                  </a:solidFill>
                </a:rPr>
                <a:t> auctor </a:t>
              </a:r>
              <a:r>
                <a:rPr lang="en-GB" sz="1600" err="1">
                  <a:solidFill>
                    <a:schemeClr val="bg1"/>
                  </a:solidFill>
                </a:rPr>
                <a:t>pellentesque</a:t>
              </a:r>
              <a:r>
                <a:rPr lang="en-GB" sz="1600">
                  <a:solidFill>
                    <a:schemeClr val="bg1"/>
                  </a:solidFill>
                </a:rPr>
                <a:t> ligula. Morbi </a:t>
              </a:r>
              <a:r>
                <a:rPr lang="en-GB" sz="1600" err="1">
                  <a:solidFill>
                    <a:schemeClr val="bg1"/>
                  </a:solidFill>
                </a:rPr>
                <a:t>posuere</a:t>
              </a:r>
              <a:r>
                <a:rPr lang="en-GB" sz="1600">
                  <a:solidFill>
                    <a:schemeClr val="bg1"/>
                  </a:solidFill>
                </a:rPr>
                <a:t> et </a:t>
              </a:r>
              <a:r>
                <a:rPr lang="en-GB" sz="1600" err="1">
                  <a:solidFill>
                    <a:schemeClr val="bg1"/>
                  </a:solidFill>
                </a:rPr>
                <a:t>sem</a:t>
              </a:r>
              <a:r>
                <a:rPr lang="en-GB" sz="1600">
                  <a:solidFill>
                    <a:schemeClr val="bg1"/>
                  </a:solidFill>
                </a:rPr>
                <a:t> a </a:t>
              </a:r>
              <a:r>
                <a:rPr lang="en-GB" sz="1600" err="1">
                  <a:solidFill>
                    <a:schemeClr val="bg1"/>
                  </a:solidFill>
                </a:rPr>
                <a:t>efficitur</a:t>
              </a:r>
              <a:r>
                <a:rPr lang="en-GB" sz="1600">
                  <a:solidFill>
                    <a:schemeClr val="bg1"/>
                  </a:solidFill>
                </a:rPr>
                <a:t>. Nam sit </a:t>
              </a:r>
              <a:r>
                <a:rPr lang="en-GB" sz="1600" err="1">
                  <a:solidFill>
                    <a:schemeClr val="bg1"/>
                  </a:solidFill>
                </a:rPr>
                <a:t>amet</a:t>
              </a:r>
              <a:r>
                <a:rPr lang="en-GB" sz="1600">
                  <a:solidFill>
                    <a:schemeClr val="bg1"/>
                  </a:solidFill>
                </a:rPr>
                <a:t> </a:t>
              </a:r>
              <a:r>
                <a:rPr lang="en-GB" sz="1600" err="1">
                  <a:solidFill>
                    <a:schemeClr val="bg1"/>
                  </a:solidFill>
                </a:rPr>
                <a:t>tellus</a:t>
              </a:r>
              <a:r>
                <a:rPr lang="en-GB" sz="1600">
                  <a:solidFill>
                    <a:schemeClr val="bg1"/>
                  </a:solidFill>
                </a:rPr>
                <a:t> </a:t>
              </a:r>
              <a:r>
                <a:rPr lang="en-GB" sz="1600" err="1">
                  <a:solidFill>
                    <a:schemeClr val="bg1"/>
                  </a:solidFill>
                </a:rPr>
                <a:t>sed</a:t>
              </a:r>
              <a:r>
                <a:rPr lang="en-GB" sz="1600">
                  <a:solidFill>
                    <a:schemeClr val="bg1"/>
                  </a:solidFill>
                </a:rPr>
                <a:t> </a:t>
              </a:r>
              <a:r>
                <a:rPr lang="en-GB" sz="1600" err="1">
                  <a:solidFill>
                    <a:schemeClr val="bg1"/>
                  </a:solidFill>
                </a:rPr>
                <a:t>tortor</a:t>
              </a:r>
              <a:r>
                <a:rPr lang="en-GB" sz="1600">
                  <a:solidFill>
                    <a:schemeClr val="bg1"/>
                  </a:solidFill>
                </a:rPr>
                <a:t> ”</a:t>
              </a:r>
            </a:p>
            <a:p>
              <a:pPr>
                <a:spcAft>
                  <a:spcPts val="600"/>
                </a:spcAft>
              </a:pPr>
              <a:r>
                <a:rPr lang="en-GB" sz="1600" b="1">
                  <a:solidFill>
                    <a:schemeClr val="bg1"/>
                  </a:solidFill>
                  <a:latin typeface="+mj-lt"/>
                </a:rPr>
                <a:t>Quote source (date)</a:t>
              </a:r>
              <a:endParaRPr lang="en-GB" sz="1600">
                <a:solidFill>
                  <a:schemeClr val="bg1"/>
                </a:solidFill>
                <a:latin typeface="+mj-lt"/>
              </a:endParaRPr>
            </a:p>
          </p:txBody>
        </p:sp>
        <p:sp>
          <p:nvSpPr>
            <p:cNvPr id="22" name="Graphic 74">
              <a:extLst>
                <a:ext uri="{FF2B5EF4-FFF2-40B4-BE49-F238E27FC236}">
                  <a16:creationId xmlns:a16="http://schemas.microsoft.com/office/drawing/2014/main" id="{F382AC1F-9CB0-A766-6B42-CFB1421A9FBB}"/>
                </a:ext>
              </a:extLst>
            </p:cNvPr>
            <p:cNvSpPr/>
            <p:nvPr/>
          </p:nvSpPr>
          <p:spPr>
            <a:xfrm>
              <a:off x="693833" y="5673483"/>
              <a:ext cx="423722" cy="312103"/>
            </a:xfrm>
            <a:custGeom>
              <a:avLst/>
              <a:gdLst>
                <a:gd name="connsiteX0" fmla="*/ 21241 w 111728"/>
                <a:gd name="connsiteY0" fmla="*/ 0 h 82296"/>
                <a:gd name="connsiteX1" fmla="*/ 47816 w 111728"/>
                <a:gd name="connsiteY1" fmla="*/ 0 h 82296"/>
                <a:gd name="connsiteX2" fmla="*/ 37148 w 111728"/>
                <a:gd name="connsiteY2" fmla="*/ 82296 h 82296"/>
                <a:gd name="connsiteX3" fmla="*/ 0 w 111728"/>
                <a:gd name="connsiteY3" fmla="*/ 82296 h 82296"/>
                <a:gd name="connsiteX4" fmla="*/ 21241 w 111728"/>
                <a:gd name="connsiteY4" fmla="*/ 0 h 82296"/>
                <a:gd name="connsiteX5" fmla="*/ 85153 w 111728"/>
                <a:gd name="connsiteY5" fmla="*/ 0 h 82296"/>
                <a:gd name="connsiteX6" fmla="*/ 111728 w 111728"/>
                <a:gd name="connsiteY6" fmla="*/ 0 h 82296"/>
                <a:gd name="connsiteX7" fmla="*/ 101060 w 111728"/>
                <a:gd name="connsiteY7" fmla="*/ 82296 h 82296"/>
                <a:gd name="connsiteX8" fmla="*/ 63818 w 111728"/>
                <a:gd name="connsiteY8" fmla="*/ 82296 h 82296"/>
                <a:gd name="connsiteX9" fmla="*/ 85153 w 111728"/>
                <a:gd name="connsiteY9" fmla="*/ 0 h 8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728" h="82296">
                  <a:moveTo>
                    <a:pt x="21241" y="0"/>
                  </a:moveTo>
                  <a:lnTo>
                    <a:pt x="47816" y="0"/>
                  </a:lnTo>
                  <a:lnTo>
                    <a:pt x="37148" y="82296"/>
                  </a:lnTo>
                  <a:lnTo>
                    <a:pt x="0" y="82296"/>
                  </a:lnTo>
                  <a:lnTo>
                    <a:pt x="21241" y="0"/>
                  </a:lnTo>
                  <a:close/>
                  <a:moveTo>
                    <a:pt x="85153" y="0"/>
                  </a:moveTo>
                  <a:lnTo>
                    <a:pt x="111728" y="0"/>
                  </a:lnTo>
                  <a:lnTo>
                    <a:pt x="101060" y="82296"/>
                  </a:lnTo>
                  <a:lnTo>
                    <a:pt x="63818" y="82296"/>
                  </a:lnTo>
                  <a:lnTo>
                    <a:pt x="85153" y="0"/>
                  </a:lnTo>
                  <a:close/>
                </a:path>
              </a:pathLst>
            </a:custGeom>
            <a:solidFill>
              <a:schemeClr val="accent1"/>
            </a:solidFill>
            <a:ln w="9525" cap="flat">
              <a:noFill/>
              <a:prstDash val="solid"/>
              <a:miter/>
            </a:ln>
          </p:spPr>
          <p:txBody>
            <a:bodyPr rtlCol="0" anchor="ctr"/>
            <a:lstStyle/>
            <a:p>
              <a:endParaRPr lang="en-GB"/>
            </a:p>
          </p:txBody>
        </p:sp>
        <p:cxnSp>
          <p:nvCxnSpPr>
            <p:cNvPr id="23" name="Straight Connector 22">
              <a:extLst>
                <a:ext uri="{FF2B5EF4-FFF2-40B4-BE49-F238E27FC236}">
                  <a16:creationId xmlns:a16="http://schemas.microsoft.com/office/drawing/2014/main" id="{3094E571-3E00-1F43-B949-34D33685E823}"/>
                </a:ext>
              </a:extLst>
            </p:cNvPr>
            <p:cNvCxnSpPr>
              <a:cxnSpLocks/>
            </p:cNvCxnSpPr>
            <p:nvPr/>
          </p:nvCxnSpPr>
          <p:spPr>
            <a:xfrm flipV="1">
              <a:off x="538165" y="5575302"/>
              <a:ext cx="0" cy="2687831"/>
            </a:xfrm>
            <a:prstGeom prst="line">
              <a:avLst/>
            </a:prstGeom>
            <a:ln w="9525">
              <a:solidFill>
                <a:schemeClr val="accent1"/>
              </a:solidFill>
              <a:tailEnd type="none" w="lg" len="lg"/>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7035DF38-26BE-311D-2362-DF5354C6A298}"/>
              </a:ext>
            </a:extLst>
          </p:cNvPr>
          <p:cNvSpPr txBox="1"/>
          <p:nvPr/>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4</a:t>
            </a:fld>
            <a:endParaRPr lang="en-GB" sz="600" b="1" i="0" noProof="0">
              <a:solidFill>
                <a:schemeClr val="bg1"/>
              </a:solidFill>
              <a:latin typeface="+mj-lt"/>
            </a:endParaRPr>
          </a:p>
        </p:txBody>
      </p:sp>
      <p:sp>
        <p:nvSpPr>
          <p:cNvPr id="25" name="TextBox 24">
            <a:extLst>
              <a:ext uri="{FF2B5EF4-FFF2-40B4-BE49-F238E27FC236}">
                <a16:creationId xmlns:a16="http://schemas.microsoft.com/office/drawing/2014/main" id="{19F2D452-3C8C-8053-471D-B7A306FCD9A4}"/>
              </a:ext>
            </a:extLst>
          </p:cNvPr>
          <p:cNvSpPr txBox="1"/>
          <p:nvPr/>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spTree>
    <p:extLst>
      <p:ext uri="{BB962C8B-B14F-4D97-AF65-F5344CB8AC3E}">
        <p14:creationId xmlns:p14="http://schemas.microsoft.com/office/powerpoint/2010/main" val="3876844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DAA1B3-1BFF-49E1-46FC-CAA7D089ECEE}"/>
              </a:ext>
            </a:extLst>
          </p:cNvPr>
          <p:cNvSpPr/>
          <p:nvPr/>
        </p:nvSpPr>
        <p:spPr>
          <a:xfrm>
            <a:off x="-1" y="0"/>
            <a:ext cx="4481201" cy="7561263"/>
          </a:xfrm>
          <a:prstGeom prst="rect">
            <a:avLst/>
          </a:prstGeom>
          <a:solidFill>
            <a:srgbClr val="ECF9F4"/>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4" name="Title 3">
            <a:extLst>
              <a:ext uri="{FF2B5EF4-FFF2-40B4-BE49-F238E27FC236}">
                <a16:creationId xmlns:a16="http://schemas.microsoft.com/office/drawing/2014/main" id="{43C44D11-2B51-29A7-C63D-AAB879900A94}"/>
              </a:ext>
            </a:extLst>
          </p:cNvPr>
          <p:cNvSpPr>
            <a:spLocks noGrp="1"/>
          </p:cNvSpPr>
          <p:nvPr>
            <p:ph type="title"/>
          </p:nvPr>
        </p:nvSpPr>
        <p:spPr>
          <a:xfrm>
            <a:off x="539751" y="540000"/>
            <a:ext cx="3829050" cy="543914"/>
          </a:xfrm>
        </p:spPr>
        <p:txBody>
          <a:bodyPr/>
          <a:lstStyle/>
          <a:p>
            <a:r>
              <a:rPr lang="en-GB"/>
              <a:t>Executive summary </a:t>
            </a:r>
          </a:p>
        </p:txBody>
      </p:sp>
      <p:sp>
        <p:nvSpPr>
          <p:cNvPr id="6" name="Text Placeholder 5">
            <a:extLst>
              <a:ext uri="{FF2B5EF4-FFF2-40B4-BE49-F238E27FC236}">
                <a16:creationId xmlns:a16="http://schemas.microsoft.com/office/drawing/2014/main" id="{623095DA-A38C-29A5-B86E-60806C2A4542}"/>
              </a:ext>
            </a:extLst>
          </p:cNvPr>
          <p:cNvSpPr>
            <a:spLocks noGrp="1"/>
          </p:cNvSpPr>
          <p:nvPr>
            <p:ph type="body" sz="quarter" idx="17"/>
          </p:nvPr>
        </p:nvSpPr>
        <p:spPr>
          <a:noFill/>
        </p:spPr>
        <p:txBody>
          <a:bodyPr lIns="0" tIns="0" rIns="108000" bIns="0"/>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Cras </a:t>
            </a:r>
            <a:r>
              <a:rPr lang="en-GB" err="1"/>
              <a:t>dolor</a:t>
            </a:r>
            <a:r>
              <a:rPr lang="en-GB"/>
              <a:t> ex, pharetra </a:t>
            </a:r>
            <a:r>
              <a:rPr lang="en-GB" err="1"/>
              <a:t>nec</a:t>
            </a:r>
            <a:r>
              <a:rPr lang="en-GB"/>
              <a:t> pharetra,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Cras </a:t>
            </a:r>
            <a:r>
              <a:rPr lang="en-GB" err="1"/>
              <a:t>dolor</a:t>
            </a:r>
            <a:r>
              <a:rPr lang="en-GB"/>
              <a:t> ex, pharetra </a:t>
            </a:r>
            <a:r>
              <a:rPr lang="en-GB" err="1"/>
              <a:t>nec</a:t>
            </a:r>
            <a:r>
              <a:rPr lang="en-GB"/>
              <a:t> pharetra,</a:t>
            </a:r>
          </a:p>
        </p:txBody>
      </p:sp>
      <p:sp>
        <p:nvSpPr>
          <p:cNvPr id="7" name="Text Placeholder 6">
            <a:extLst>
              <a:ext uri="{FF2B5EF4-FFF2-40B4-BE49-F238E27FC236}">
                <a16:creationId xmlns:a16="http://schemas.microsoft.com/office/drawing/2014/main" id="{88646AA9-77ED-4D74-DD8D-DE92A3405349}"/>
              </a:ext>
            </a:extLst>
          </p:cNvPr>
          <p:cNvSpPr>
            <a:spLocks noGrp="1"/>
          </p:cNvSpPr>
          <p:nvPr>
            <p:ph type="body" sz="quarter" idx="18"/>
          </p:nvPr>
        </p:nvSpPr>
        <p:spPr>
          <a:xfrm>
            <a:off x="4752975" y="540000"/>
            <a:ext cx="3951287" cy="5221039"/>
          </a:xfrm>
        </p:spPr>
        <p:txBody>
          <a:bodyPr/>
          <a:lstStyle/>
          <a:p>
            <a:pPr lvl="1"/>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Cras </a:t>
            </a:r>
            <a:r>
              <a:rPr lang="en-GB" err="1"/>
              <a:t>dolor</a:t>
            </a:r>
            <a:r>
              <a:rPr lang="en-GB"/>
              <a:t> ex, pharetra </a:t>
            </a:r>
            <a:r>
              <a:rPr lang="en-GB" err="1"/>
              <a:t>nec</a:t>
            </a:r>
            <a:r>
              <a:rPr lang="en-GB"/>
              <a:t> pharetra at. </a:t>
            </a:r>
          </a:p>
          <a:p>
            <a:pPr lvl="2"/>
            <a:r>
              <a:rPr lang="en-GB" err="1"/>
              <a:t>ondimentum</a:t>
            </a:r>
            <a:r>
              <a:rPr lang="en-GB"/>
              <a:t> a </a:t>
            </a:r>
            <a:r>
              <a:rPr lang="en-GB" err="1"/>
              <a:t>tortor</a:t>
            </a:r>
            <a:r>
              <a:rPr lang="en-GB"/>
              <a:t>. 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a:t>
            </a:r>
          </a:p>
          <a:p>
            <a:pPr lvl="2"/>
            <a:r>
              <a:rPr lang="en-GB"/>
              <a:t>Aenean </a:t>
            </a:r>
            <a:r>
              <a:rPr lang="en-GB" err="1"/>
              <a:t>placerat</a:t>
            </a:r>
            <a:r>
              <a:rPr lang="en-GB"/>
              <a:t> </a:t>
            </a:r>
            <a:r>
              <a:rPr lang="en-GB" err="1"/>
              <a:t>vel</a:t>
            </a:r>
            <a:r>
              <a:rPr lang="en-GB"/>
              <a:t> </a:t>
            </a:r>
            <a:r>
              <a:rPr lang="en-GB" err="1"/>
              <a:t>mauris</a:t>
            </a:r>
            <a:r>
              <a:rPr lang="en-GB"/>
              <a:t> sit </a:t>
            </a:r>
            <a:r>
              <a:rPr lang="en-GB" err="1"/>
              <a:t>amet</a:t>
            </a:r>
            <a:r>
              <a:rPr lang="en-GB"/>
              <a:t> pulvinar. Duis </a:t>
            </a:r>
            <a:r>
              <a:rPr lang="en-GB" err="1"/>
              <a:t>tincidunt</a:t>
            </a:r>
            <a:r>
              <a:rPr lang="en-GB"/>
              <a:t> </a:t>
            </a:r>
            <a:r>
              <a:rPr lang="en-GB" err="1"/>
              <a:t>nulla</a:t>
            </a:r>
            <a:r>
              <a:rPr lang="en-GB"/>
              <a:t> </a:t>
            </a:r>
            <a:r>
              <a:rPr lang="en-GB" err="1"/>
              <a:t>arcu</a:t>
            </a:r>
            <a:r>
              <a:rPr lang="en-GB"/>
              <a:t>, et </a:t>
            </a:r>
            <a:r>
              <a:rPr lang="en-GB" err="1"/>
              <a:t>viverra</a:t>
            </a:r>
            <a:r>
              <a:rPr lang="en-GB"/>
              <a:t> </a:t>
            </a:r>
            <a:r>
              <a:rPr lang="en-GB" err="1"/>
              <a:t>leo</a:t>
            </a:r>
            <a:r>
              <a:rPr lang="en-GB"/>
              <a:t> </a:t>
            </a:r>
            <a:r>
              <a:rPr lang="en-GB" err="1"/>
              <a:t>tristique</a:t>
            </a:r>
            <a:r>
              <a:rPr lang="en-GB"/>
              <a:t> non. </a:t>
            </a:r>
            <a:r>
              <a:rPr lang="en-GB" err="1"/>
              <a:t>Suspendisse</a:t>
            </a:r>
            <a:r>
              <a:rPr lang="en-GB"/>
              <a:t> </a:t>
            </a:r>
            <a:r>
              <a:rPr lang="en-GB" err="1"/>
              <a:t>malesuada</a:t>
            </a:r>
            <a:r>
              <a:rPr lang="en-GB"/>
              <a:t> </a:t>
            </a:r>
            <a:r>
              <a:rPr lang="en-GB" err="1"/>
              <a:t>tincidunt</a:t>
            </a:r>
            <a:r>
              <a:rPr lang="en-GB"/>
              <a:t> </a:t>
            </a:r>
            <a:r>
              <a:rPr lang="en-GB" err="1"/>
              <a:t>tortor</a:t>
            </a:r>
            <a:r>
              <a:rPr lang="en-GB"/>
              <a:t>, </a:t>
            </a:r>
            <a:r>
              <a:rPr lang="en-GB" err="1"/>
              <a:t>nec</a:t>
            </a:r>
            <a:r>
              <a:rPr lang="en-GB"/>
              <a:t> </a:t>
            </a:r>
            <a:r>
              <a:rPr lang="en-GB" err="1"/>
              <a:t>rhoncus</a:t>
            </a:r>
            <a:r>
              <a:rPr lang="en-GB"/>
              <a:t> </a:t>
            </a:r>
            <a:r>
              <a:rPr lang="en-GB" err="1"/>
              <a:t>tellus</a:t>
            </a:r>
            <a:r>
              <a:rPr lang="en-GB"/>
              <a:t> </a:t>
            </a:r>
            <a:r>
              <a:rPr lang="en-GB" err="1"/>
              <a:t>elementum</a:t>
            </a:r>
            <a:r>
              <a:rPr lang="en-GB"/>
              <a:t> </a:t>
            </a:r>
            <a:r>
              <a:rPr lang="en-GB" err="1"/>
              <a:t>eget</a:t>
            </a:r>
            <a:r>
              <a:rPr lang="en-GB"/>
              <a:t>. </a:t>
            </a:r>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2"/>
            <a:r>
              <a:rPr lang="en-GB"/>
              <a:t>Vestibulum </a:t>
            </a:r>
            <a:r>
              <a:rPr lang="en-GB" err="1"/>
              <a:t>posuere</a:t>
            </a:r>
            <a:r>
              <a:rPr lang="en-GB"/>
              <a:t> </a:t>
            </a:r>
            <a:r>
              <a:rPr lang="en-GB" err="1"/>
              <a:t>justo</a:t>
            </a:r>
            <a:r>
              <a:rPr lang="en-GB"/>
              <a:t> </a:t>
            </a:r>
            <a:r>
              <a:rPr lang="en-GB" err="1"/>
              <a:t>justo</a:t>
            </a:r>
            <a:r>
              <a:rPr lang="en-GB"/>
              <a:t>, vitae </a:t>
            </a:r>
            <a:r>
              <a:rPr lang="en-GB" err="1"/>
              <a:t>placerat</a:t>
            </a:r>
            <a:r>
              <a:rPr lang="en-GB"/>
              <a:t> </a:t>
            </a:r>
            <a:r>
              <a:rPr lang="en-GB" err="1"/>
              <a:t>nisl</a:t>
            </a:r>
            <a:r>
              <a:rPr lang="en-GB"/>
              <a:t> </a:t>
            </a:r>
            <a:r>
              <a:rPr lang="en-GB" err="1"/>
              <a:t>rhoncus</a:t>
            </a:r>
            <a:r>
              <a:rPr lang="en-GB"/>
              <a:t> </a:t>
            </a:r>
            <a:r>
              <a:rPr lang="en-GB" err="1"/>
              <a:t>nec</a:t>
            </a:r>
            <a:r>
              <a:rPr lang="en-GB"/>
              <a:t>. </a:t>
            </a:r>
            <a:r>
              <a:rPr lang="en-GB" err="1"/>
              <a:t>Nulla</a:t>
            </a:r>
            <a:r>
              <a:rPr lang="en-GB"/>
              <a:t> </a:t>
            </a:r>
            <a:r>
              <a:rPr lang="en-GB" err="1"/>
              <a:t>facilisi</a:t>
            </a:r>
            <a:r>
              <a:rPr lang="en-GB"/>
              <a:t>. </a:t>
            </a:r>
            <a:r>
              <a:rPr lang="en-GB" err="1"/>
              <a:t>Phasellus</a:t>
            </a:r>
            <a:r>
              <a:rPr lang="en-GB"/>
              <a:t> </a:t>
            </a:r>
            <a:r>
              <a:rPr lang="en-GB" err="1"/>
              <a:t>dapibus</a:t>
            </a:r>
            <a:r>
              <a:rPr lang="en-GB"/>
              <a:t> </a:t>
            </a:r>
            <a:r>
              <a:rPr lang="en-GB" err="1"/>
              <a:t>lobortis</a:t>
            </a:r>
            <a:r>
              <a:rPr lang="en-GB"/>
              <a:t> </a:t>
            </a:r>
            <a:r>
              <a:rPr lang="en-GB" err="1"/>
              <a:t>mattis</a:t>
            </a:r>
            <a:r>
              <a:rPr lang="en-GB"/>
              <a:t>. Ut </a:t>
            </a:r>
            <a:r>
              <a:rPr lang="en-GB" err="1"/>
              <a:t>rutrum</a:t>
            </a:r>
            <a:r>
              <a:rPr lang="en-GB"/>
              <a:t> </a:t>
            </a:r>
            <a:r>
              <a:rPr lang="en-GB" err="1"/>
              <a:t>metus</a:t>
            </a:r>
            <a:r>
              <a:rPr lang="en-GB"/>
              <a:t> ipsum, id </a:t>
            </a:r>
            <a:r>
              <a:rPr lang="en-GB" err="1"/>
              <a:t>suscipit</a:t>
            </a:r>
            <a:r>
              <a:rPr lang="en-GB"/>
              <a:t> </a:t>
            </a:r>
            <a:r>
              <a:rPr lang="en-GB" err="1"/>
              <a:t>odio</a:t>
            </a:r>
            <a:r>
              <a:rPr lang="en-GB"/>
              <a:t> </a:t>
            </a:r>
            <a:r>
              <a:rPr lang="en-GB" err="1"/>
              <a:t>elementum</a:t>
            </a:r>
            <a:r>
              <a:rPr lang="en-GB"/>
              <a:t> vel. </a:t>
            </a:r>
            <a:r>
              <a:rPr lang="en-GB" err="1"/>
              <a:t>Nulla</a:t>
            </a:r>
            <a:r>
              <a:rPr lang="en-GB"/>
              <a:t> </a:t>
            </a:r>
            <a:r>
              <a:rPr lang="en-GB" err="1"/>
              <a:t>facilisi</a:t>
            </a:r>
            <a:r>
              <a:rPr lang="en-GB"/>
              <a:t>. Nam ac </a:t>
            </a:r>
            <a:r>
              <a:rPr lang="en-GB" err="1"/>
              <a:t>condimentum</a:t>
            </a:r>
            <a:r>
              <a:rPr lang="en-GB"/>
              <a:t> </a:t>
            </a:r>
            <a:r>
              <a:rPr lang="en-GB" err="1"/>
              <a:t>elit</a:t>
            </a:r>
            <a:r>
              <a:rPr lang="en-GB"/>
              <a:t>, </a:t>
            </a:r>
            <a:r>
              <a:rPr lang="en-GB" err="1"/>
              <a:t>ut</a:t>
            </a:r>
            <a:r>
              <a:rPr lang="en-GB"/>
              <a:t> </a:t>
            </a:r>
            <a:r>
              <a:rPr lang="en-GB" err="1"/>
              <a:t>aliquam</a:t>
            </a:r>
            <a:r>
              <a:rPr lang="en-GB"/>
              <a:t> mi. </a:t>
            </a:r>
            <a:r>
              <a:rPr lang="en-GB" err="1"/>
              <a:t>Mauris</a:t>
            </a:r>
            <a:r>
              <a:rPr lang="en-GB"/>
              <a:t> </a:t>
            </a:r>
            <a:r>
              <a:rPr lang="en-GB" err="1"/>
              <a:t>posuere</a:t>
            </a:r>
            <a:r>
              <a:rPr lang="en-GB"/>
              <a:t> gravida </a:t>
            </a:r>
            <a:r>
              <a:rPr lang="en-GB" err="1"/>
              <a:t>turpis</a:t>
            </a:r>
            <a:r>
              <a:rPr lang="en-GB"/>
              <a:t>, </a:t>
            </a:r>
            <a:r>
              <a:rPr lang="en-GB" err="1"/>
              <a:t>vel</a:t>
            </a:r>
            <a:r>
              <a:rPr lang="en-GB"/>
              <a:t> </a:t>
            </a:r>
            <a:r>
              <a:rPr lang="en-GB" err="1"/>
              <a:t>hendrerit</a:t>
            </a:r>
            <a:r>
              <a:rPr lang="en-GB"/>
              <a:t> eros pharetra sit </a:t>
            </a:r>
            <a:r>
              <a:rPr lang="en-GB" err="1"/>
              <a:t>amet</a:t>
            </a:r>
            <a:r>
              <a:rPr lang="en-GB"/>
              <a:t>. </a:t>
            </a:r>
            <a:r>
              <a:rPr lang="en-GB" err="1"/>
              <a:t>Curabitur</a:t>
            </a:r>
            <a:r>
              <a:rPr lang="en-GB"/>
              <a:t> </a:t>
            </a:r>
            <a:r>
              <a:rPr lang="en-GB" err="1"/>
              <a:t>pellentesque</a:t>
            </a:r>
            <a:r>
              <a:rPr lang="en-GB"/>
              <a:t> </a:t>
            </a:r>
            <a:r>
              <a:rPr lang="en-GB" err="1"/>
              <a:t>venenatis</a:t>
            </a:r>
            <a:r>
              <a:rPr lang="en-GB"/>
              <a:t> </a:t>
            </a:r>
            <a:r>
              <a:rPr lang="en-GB" err="1"/>
              <a:t>faucibus</a:t>
            </a:r>
            <a:r>
              <a:rPr lang="en-GB"/>
              <a:t>.</a:t>
            </a:r>
          </a:p>
          <a:p>
            <a:pPr lvl="2"/>
            <a:r>
              <a:rPr lang="en-GB"/>
              <a:t>Aenean </a:t>
            </a:r>
            <a:r>
              <a:rPr lang="en-GB" err="1"/>
              <a:t>placerat</a:t>
            </a:r>
            <a:r>
              <a:rPr lang="en-GB"/>
              <a:t> </a:t>
            </a:r>
            <a:r>
              <a:rPr lang="en-GB" err="1"/>
              <a:t>vel</a:t>
            </a:r>
            <a:r>
              <a:rPr lang="en-GB"/>
              <a:t> </a:t>
            </a:r>
            <a:r>
              <a:rPr lang="en-GB" err="1"/>
              <a:t>mauris</a:t>
            </a:r>
            <a:r>
              <a:rPr lang="en-GB"/>
              <a:t> sit </a:t>
            </a:r>
            <a:r>
              <a:rPr lang="en-GB" err="1"/>
              <a:t>amet</a:t>
            </a:r>
            <a:r>
              <a:rPr lang="en-GB"/>
              <a:t> pulvinar. Duis </a:t>
            </a:r>
            <a:r>
              <a:rPr lang="en-GB" err="1"/>
              <a:t>tincidunt</a:t>
            </a:r>
            <a:r>
              <a:rPr lang="en-GB"/>
              <a:t> </a:t>
            </a:r>
            <a:r>
              <a:rPr lang="en-GB" err="1"/>
              <a:t>nulla</a:t>
            </a:r>
            <a:r>
              <a:rPr lang="en-GB"/>
              <a:t> </a:t>
            </a:r>
            <a:r>
              <a:rPr lang="en-GB" err="1"/>
              <a:t>arcu</a:t>
            </a:r>
            <a:r>
              <a:rPr lang="en-GB"/>
              <a:t>, et </a:t>
            </a:r>
            <a:r>
              <a:rPr lang="en-GB" err="1"/>
              <a:t>viverra</a:t>
            </a:r>
            <a:r>
              <a:rPr lang="en-GB"/>
              <a:t> </a:t>
            </a:r>
            <a:r>
              <a:rPr lang="en-GB" err="1"/>
              <a:t>leo</a:t>
            </a:r>
            <a:r>
              <a:rPr lang="en-GB"/>
              <a:t> </a:t>
            </a:r>
            <a:r>
              <a:rPr lang="en-GB" err="1"/>
              <a:t>tristique</a:t>
            </a:r>
            <a:r>
              <a:rPr lang="en-GB"/>
              <a:t> non. </a:t>
            </a:r>
          </a:p>
        </p:txBody>
      </p:sp>
      <p:sp>
        <p:nvSpPr>
          <p:cNvPr id="8" name="Text Placeholder 7">
            <a:extLst>
              <a:ext uri="{FF2B5EF4-FFF2-40B4-BE49-F238E27FC236}">
                <a16:creationId xmlns:a16="http://schemas.microsoft.com/office/drawing/2014/main" id="{77ACDFB6-95EE-98B6-009D-FE6E7DF92AEF}"/>
              </a:ext>
            </a:extLst>
          </p:cNvPr>
          <p:cNvSpPr>
            <a:spLocks noGrp="1"/>
          </p:cNvSpPr>
          <p:nvPr>
            <p:ph type="body" sz="quarter" idx="19"/>
          </p:nvPr>
        </p:nvSpPr>
        <p:spPr>
          <a:xfrm>
            <a:off x="8976036" y="540000"/>
            <a:ext cx="3931811" cy="5221039"/>
          </a:xfrm>
        </p:spPr>
        <p:txBody>
          <a:bodyPr/>
          <a:lstStyle/>
          <a:p>
            <a:pPr lvl="2"/>
            <a:r>
              <a:rPr lang="en-GB"/>
              <a:t>Nunc </a:t>
            </a:r>
            <a:r>
              <a:rPr lang="en-GB" err="1"/>
              <a:t>sodales</a:t>
            </a:r>
            <a:r>
              <a:rPr lang="en-GB"/>
              <a:t> semper </a:t>
            </a:r>
            <a:r>
              <a:rPr lang="en-GB" err="1"/>
              <a:t>orci</a:t>
            </a:r>
            <a:r>
              <a:rPr lang="en-GB"/>
              <a:t>, non </a:t>
            </a:r>
            <a:r>
              <a:rPr lang="en-GB" err="1"/>
              <a:t>euismod</a:t>
            </a:r>
            <a:r>
              <a:rPr lang="en-GB"/>
              <a:t> </a:t>
            </a:r>
            <a:r>
              <a:rPr lang="en-GB" err="1"/>
              <a:t>leo</a:t>
            </a:r>
            <a:r>
              <a:rPr lang="en-GB"/>
              <a:t> </a:t>
            </a:r>
            <a:r>
              <a:rPr lang="en-GB" err="1"/>
              <a:t>luctus</a:t>
            </a:r>
            <a:r>
              <a:rPr lang="en-GB"/>
              <a:t> sed. Sed sit </a:t>
            </a:r>
            <a:r>
              <a:rPr lang="en-GB" err="1"/>
              <a:t>amet</a:t>
            </a:r>
            <a:r>
              <a:rPr lang="en-GB"/>
              <a:t> ex </a:t>
            </a:r>
            <a:r>
              <a:rPr lang="en-GB" err="1"/>
              <a:t>volutpat</a:t>
            </a:r>
            <a:r>
              <a:rPr lang="en-GB"/>
              <a:t>, </a:t>
            </a:r>
            <a:r>
              <a:rPr lang="en-GB" err="1"/>
              <a:t>rhoncus</a:t>
            </a:r>
            <a:r>
              <a:rPr lang="en-GB"/>
              <a:t> ipsum </a:t>
            </a:r>
            <a:r>
              <a:rPr lang="en-GB" err="1"/>
              <a:t>sed</a:t>
            </a:r>
            <a:r>
              <a:rPr lang="en-GB"/>
              <a:t>, </a:t>
            </a:r>
            <a:r>
              <a:rPr lang="en-GB" err="1"/>
              <a:t>mollis</a:t>
            </a:r>
            <a:r>
              <a:rPr lang="en-GB"/>
              <a:t> </a:t>
            </a:r>
            <a:r>
              <a:rPr lang="en-GB" err="1"/>
              <a:t>neque</a:t>
            </a:r>
            <a:r>
              <a:rPr lang="en-GB"/>
              <a:t>. Sed </a:t>
            </a:r>
            <a:r>
              <a:rPr lang="en-GB" err="1"/>
              <a:t>tincidunt</a:t>
            </a:r>
            <a:r>
              <a:rPr lang="en-GB"/>
              <a:t> </a:t>
            </a:r>
            <a:r>
              <a:rPr lang="en-GB" err="1"/>
              <a:t>metus</a:t>
            </a:r>
            <a:r>
              <a:rPr lang="en-GB"/>
              <a:t> id </a:t>
            </a:r>
            <a:r>
              <a:rPr lang="en-GB" err="1"/>
              <a:t>varius</a:t>
            </a:r>
            <a:r>
              <a:rPr lang="en-GB"/>
              <a:t> cursus. </a:t>
            </a:r>
            <a:r>
              <a:rPr lang="en-GB" err="1"/>
              <a:t>Quisque</a:t>
            </a:r>
            <a:r>
              <a:rPr lang="en-GB"/>
              <a:t> sit </a:t>
            </a:r>
            <a:r>
              <a:rPr lang="en-GB" err="1"/>
              <a:t>amet</a:t>
            </a:r>
            <a:r>
              <a:rPr lang="en-GB"/>
              <a:t> </a:t>
            </a:r>
            <a:r>
              <a:rPr lang="en-GB" err="1"/>
              <a:t>purus</a:t>
            </a:r>
            <a:r>
              <a:rPr lang="en-GB"/>
              <a:t> </a:t>
            </a:r>
            <a:r>
              <a:rPr lang="en-GB" err="1"/>
              <a:t>ultrices</a:t>
            </a:r>
            <a:r>
              <a:rPr lang="en-GB"/>
              <a:t>, </a:t>
            </a:r>
            <a:r>
              <a:rPr lang="en-GB" err="1"/>
              <a:t>aliquet</a:t>
            </a:r>
            <a:r>
              <a:rPr lang="en-GB"/>
              <a:t> </a:t>
            </a:r>
            <a:r>
              <a:rPr lang="en-GB" err="1"/>
              <a:t>augue</a:t>
            </a:r>
            <a:r>
              <a:rPr lang="en-GB"/>
              <a:t> sit </a:t>
            </a:r>
            <a:r>
              <a:rPr lang="en-GB" err="1"/>
              <a:t>amet</a:t>
            </a:r>
            <a:r>
              <a:rPr lang="en-GB"/>
              <a:t>, </a:t>
            </a:r>
            <a:r>
              <a:rPr lang="en-GB" err="1"/>
              <a:t>hendrerit</a:t>
            </a:r>
            <a:r>
              <a:rPr lang="en-GB"/>
              <a:t> </a:t>
            </a:r>
            <a:r>
              <a:rPr lang="en-GB" err="1"/>
              <a:t>leo</a:t>
            </a:r>
            <a:r>
              <a:rPr lang="en-GB"/>
              <a:t>. </a:t>
            </a:r>
            <a:r>
              <a:rPr lang="en-GB" err="1"/>
              <a:t>Phasellus</a:t>
            </a:r>
            <a:r>
              <a:rPr lang="en-GB"/>
              <a:t> convallis </a:t>
            </a:r>
            <a:r>
              <a:rPr lang="en-GB" err="1"/>
              <a:t>nulla</a:t>
            </a:r>
            <a:r>
              <a:rPr lang="en-GB"/>
              <a:t> </a:t>
            </a:r>
            <a:r>
              <a:rPr lang="en-GB" err="1"/>
              <a:t>aliquam</a:t>
            </a:r>
            <a:r>
              <a:rPr lang="en-GB"/>
              <a:t> </a:t>
            </a:r>
            <a:r>
              <a:rPr lang="en-GB" err="1"/>
              <a:t>consectetur</a:t>
            </a:r>
            <a:r>
              <a:rPr lang="en-GB"/>
              <a:t> </a:t>
            </a:r>
            <a:r>
              <a:rPr lang="en-GB" err="1"/>
              <a:t>congue</a:t>
            </a:r>
            <a:r>
              <a:rPr lang="en-GB"/>
              <a:t>. </a:t>
            </a:r>
            <a:r>
              <a:rPr lang="en-GB" err="1"/>
              <a:t>Etiam</a:t>
            </a:r>
            <a:r>
              <a:rPr lang="en-GB"/>
              <a:t> non </a:t>
            </a:r>
            <a:r>
              <a:rPr lang="en-GB" err="1"/>
              <a:t>turpis</a:t>
            </a:r>
            <a:r>
              <a:rPr lang="en-GB"/>
              <a:t> non </a:t>
            </a:r>
            <a:r>
              <a:rPr lang="en-GB" err="1"/>
              <a:t>nisl</a:t>
            </a:r>
            <a:r>
              <a:rPr lang="en-GB"/>
              <a:t> </a:t>
            </a:r>
            <a:r>
              <a:rPr lang="en-GB" err="1"/>
              <a:t>sollicitudin</a:t>
            </a:r>
            <a:r>
              <a:rPr lang="en-GB"/>
              <a:t> </a:t>
            </a:r>
            <a:r>
              <a:rPr lang="en-GB" err="1"/>
              <a:t>interdum</a:t>
            </a:r>
            <a:r>
              <a:rPr lang="en-GB"/>
              <a:t> </a:t>
            </a:r>
            <a:r>
              <a:rPr lang="en-GB" err="1"/>
              <a:t>eu</a:t>
            </a:r>
            <a:r>
              <a:rPr lang="en-GB"/>
              <a:t> </a:t>
            </a:r>
            <a:r>
              <a:rPr lang="en-GB" err="1"/>
              <a:t>facilisis</a:t>
            </a:r>
            <a:r>
              <a:rPr lang="en-GB"/>
              <a:t> ex. Sed et </a:t>
            </a:r>
            <a:r>
              <a:rPr lang="en-GB" err="1"/>
              <a:t>ullamcorper</a:t>
            </a:r>
            <a:r>
              <a:rPr lang="en-GB"/>
              <a:t> </a:t>
            </a:r>
            <a:r>
              <a:rPr lang="en-GB" err="1"/>
              <a:t>urna</a:t>
            </a:r>
            <a:r>
              <a:rPr lang="en-GB"/>
              <a:t>, sit </a:t>
            </a:r>
            <a:r>
              <a:rPr lang="en-GB" err="1"/>
              <a:t>amet</a:t>
            </a:r>
            <a:r>
              <a:rPr lang="en-GB"/>
              <a:t> </a:t>
            </a:r>
            <a:r>
              <a:rPr lang="en-GB" err="1"/>
              <a:t>facilisis</a:t>
            </a:r>
            <a:r>
              <a:rPr lang="en-GB"/>
              <a:t> </a:t>
            </a:r>
            <a:r>
              <a:rPr lang="en-GB" err="1"/>
              <a:t>arcu</a:t>
            </a:r>
            <a:r>
              <a:rPr lang="en-GB"/>
              <a:t>. In pharetra </a:t>
            </a:r>
            <a:r>
              <a:rPr lang="en-GB" err="1"/>
              <a:t>ut</a:t>
            </a:r>
            <a:r>
              <a:rPr lang="en-GB"/>
              <a:t> </a:t>
            </a:r>
            <a:r>
              <a:rPr lang="en-GB" err="1"/>
              <a:t>lectus</a:t>
            </a:r>
            <a:r>
              <a:rPr lang="en-GB"/>
              <a:t> at tempus. Sed </a:t>
            </a:r>
            <a:r>
              <a:rPr lang="en-GB" err="1"/>
              <a:t>luctus</a:t>
            </a:r>
            <a:r>
              <a:rPr lang="en-GB"/>
              <a:t>, </a:t>
            </a:r>
            <a:r>
              <a:rPr lang="en-GB" err="1"/>
              <a:t>erat</a:t>
            </a:r>
            <a:r>
              <a:rPr lang="en-GB"/>
              <a:t> </a:t>
            </a:r>
            <a:r>
              <a:rPr lang="en-GB" err="1"/>
              <a:t>quis</a:t>
            </a:r>
            <a:r>
              <a:rPr lang="en-GB"/>
              <a:t> </a:t>
            </a:r>
            <a:r>
              <a:rPr lang="en-GB" err="1"/>
              <a:t>interdum</a:t>
            </a:r>
            <a:r>
              <a:rPr lang="en-GB"/>
              <a:t> pulvinar, </a:t>
            </a:r>
            <a:r>
              <a:rPr lang="en-GB" err="1"/>
              <a:t>massa</a:t>
            </a:r>
            <a:r>
              <a:rPr lang="en-GB"/>
              <a:t> mi </a:t>
            </a:r>
            <a:r>
              <a:rPr lang="en-GB" err="1"/>
              <a:t>venenatis</a:t>
            </a:r>
            <a:r>
              <a:rPr lang="en-GB"/>
              <a:t> </a:t>
            </a:r>
            <a:r>
              <a:rPr lang="en-GB" err="1"/>
              <a:t>nulla</a:t>
            </a:r>
            <a:r>
              <a:rPr lang="en-GB"/>
              <a:t>, </a:t>
            </a:r>
            <a:r>
              <a:rPr lang="en-GB" err="1"/>
              <a:t>scelerisque</a:t>
            </a:r>
            <a:r>
              <a:rPr lang="en-GB"/>
              <a:t> </a:t>
            </a:r>
            <a:r>
              <a:rPr lang="en-GB" err="1"/>
              <a:t>interdum</a:t>
            </a:r>
            <a:r>
              <a:rPr lang="en-GB"/>
              <a:t> </a:t>
            </a:r>
            <a:r>
              <a:rPr lang="en-GB" err="1"/>
              <a:t>velit</a:t>
            </a:r>
            <a:r>
              <a:rPr lang="en-GB"/>
              <a:t> </a:t>
            </a:r>
            <a:r>
              <a:rPr lang="en-GB" err="1"/>
              <a:t>purus</a:t>
            </a:r>
            <a:r>
              <a:rPr lang="en-GB"/>
              <a:t> sit </a:t>
            </a:r>
            <a:r>
              <a:rPr lang="en-GB" err="1"/>
              <a:t>amet</a:t>
            </a:r>
            <a:r>
              <a:rPr lang="en-GB"/>
              <a:t> </a:t>
            </a:r>
            <a:r>
              <a:rPr lang="en-GB" err="1"/>
              <a:t>urna</a:t>
            </a:r>
            <a:r>
              <a:rPr lang="en-GB"/>
              <a:t>. Integer in </a:t>
            </a:r>
            <a:r>
              <a:rPr lang="en-GB" err="1"/>
              <a:t>urna</a:t>
            </a:r>
            <a:r>
              <a:rPr lang="en-GB"/>
              <a:t> a </a:t>
            </a:r>
            <a:r>
              <a:rPr lang="en-GB" err="1"/>
              <a:t>erat</a:t>
            </a:r>
            <a:r>
              <a:rPr lang="en-GB"/>
              <a:t> </a:t>
            </a:r>
            <a:r>
              <a:rPr lang="en-GB" err="1"/>
              <a:t>ultrices</a:t>
            </a:r>
            <a:r>
              <a:rPr lang="en-GB"/>
              <a:t> </a:t>
            </a:r>
            <a:r>
              <a:rPr lang="en-GB" err="1"/>
              <a:t>iaculis</a:t>
            </a:r>
            <a:r>
              <a:rPr lang="en-GB"/>
              <a:t> </a:t>
            </a:r>
            <a:r>
              <a:rPr lang="en-GB" err="1"/>
              <a:t>ut</a:t>
            </a:r>
            <a:r>
              <a:rPr lang="en-GB"/>
              <a:t> </a:t>
            </a:r>
            <a:r>
              <a:rPr lang="en-GB" err="1"/>
              <a:t>blandit</a:t>
            </a:r>
            <a:r>
              <a:rPr lang="en-GB"/>
              <a:t> diam. Donec </a:t>
            </a:r>
            <a:r>
              <a:rPr lang="en-GB" err="1"/>
              <a:t>consectetur</a:t>
            </a:r>
            <a:r>
              <a:rPr lang="en-GB"/>
              <a:t> maximus ligula non </a:t>
            </a:r>
            <a:r>
              <a:rPr lang="en-GB" err="1"/>
              <a:t>congue</a:t>
            </a:r>
            <a:r>
              <a:rPr lang="en-GB"/>
              <a:t>. </a:t>
            </a:r>
            <a:r>
              <a:rPr lang="en-GB" err="1"/>
              <a:t>Curabitur</a:t>
            </a:r>
            <a:r>
              <a:rPr lang="en-GB"/>
              <a:t> </a:t>
            </a:r>
            <a:r>
              <a:rPr lang="en-GB" err="1"/>
              <a:t>suscipit</a:t>
            </a:r>
            <a:r>
              <a:rPr lang="en-GB"/>
              <a:t>, </a:t>
            </a:r>
            <a:r>
              <a:rPr lang="en-GB" err="1"/>
              <a:t>odio</a:t>
            </a:r>
            <a:r>
              <a:rPr lang="en-GB"/>
              <a:t> </a:t>
            </a:r>
            <a:r>
              <a:rPr lang="en-GB" err="1"/>
              <a:t>sed</a:t>
            </a:r>
            <a:r>
              <a:rPr lang="en-GB"/>
              <a:t> </a:t>
            </a:r>
            <a:r>
              <a:rPr lang="en-GB" err="1"/>
              <a:t>tristique</a:t>
            </a:r>
            <a:r>
              <a:rPr lang="en-GB"/>
              <a:t> </a:t>
            </a:r>
            <a:r>
              <a:rPr lang="en-GB" err="1"/>
              <a:t>bibendum</a:t>
            </a:r>
            <a:r>
              <a:rPr lang="en-GB"/>
              <a:t>, eros ex </a:t>
            </a:r>
            <a:r>
              <a:rPr lang="en-GB" err="1"/>
              <a:t>sollicitudin</a:t>
            </a:r>
            <a:r>
              <a:rPr lang="en-GB"/>
              <a:t> </a:t>
            </a:r>
            <a:r>
              <a:rPr lang="en-GB" err="1"/>
              <a:t>tellus</a:t>
            </a:r>
            <a:r>
              <a:rPr lang="en-GB"/>
              <a:t>, </a:t>
            </a:r>
            <a:r>
              <a:rPr lang="en-GB" err="1"/>
              <a:t>nec</a:t>
            </a:r>
            <a:r>
              <a:rPr lang="en-GB"/>
              <a:t> </a:t>
            </a:r>
            <a:r>
              <a:rPr lang="en-GB" err="1"/>
              <a:t>luctus</a:t>
            </a:r>
            <a:r>
              <a:rPr lang="en-GB"/>
              <a:t> </a:t>
            </a:r>
            <a:r>
              <a:rPr lang="en-GB" err="1"/>
              <a:t>turpis</a:t>
            </a:r>
            <a:r>
              <a:rPr lang="en-GB"/>
              <a:t> </a:t>
            </a:r>
            <a:r>
              <a:rPr lang="en-GB" err="1"/>
              <a:t>odio</a:t>
            </a:r>
            <a:r>
              <a:rPr lang="en-GB"/>
              <a:t> in </a:t>
            </a:r>
            <a:r>
              <a:rPr lang="en-GB" err="1"/>
              <a:t>orci</a:t>
            </a:r>
            <a:r>
              <a:rPr lang="en-GB"/>
              <a:t>. </a:t>
            </a:r>
            <a:r>
              <a:rPr lang="en-GB" err="1"/>
              <a:t>Nulla</a:t>
            </a:r>
            <a:r>
              <a:rPr lang="en-GB"/>
              <a:t> fermentum convallis lorem a </a:t>
            </a:r>
            <a:r>
              <a:rPr lang="en-GB" err="1"/>
              <a:t>consequat</a:t>
            </a:r>
            <a:r>
              <a:rPr lang="en-GB"/>
              <a:t>. Nam </a:t>
            </a:r>
            <a:r>
              <a:rPr lang="en-GB" err="1"/>
              <a:t>turpis</a:t>
            </a:r>
            <a:r>
              <a:rPr lang="en-GB"/>
              <a:t> </a:t>
            </a:r>
            <a:r>
              <a:rPr lang="en-GB" err="1"/>
              <a:t>orci</a:t>
            </a:r>
            <a:r>
              <a:rPr lang="en-GB"/>
              <a:t>, </a:t>
            </a:r>
            <a:r>
              <a:rPr lang="en-GB" err="1"/>
              <a:t>accumsan</a:t>
            </a:r>
            <a:r>
              <a:rPr lang="en-GB"/>
              <a:t> at </a:t>
            </a:r>
            <a:r>
              <a:rPr lang="en-GB" err="1"/>
              <a:t>leo</a:t>
            </a:r>
            <a:r>
              <a:rPr lang="en-GB"/>
              <a:t> a, </a:t>
            </a:r>
            <a:r>
              <a:rPr lang="en-GB" err="1"/>
              <a:t>venenatis</a:t>
            </a:r>
            <a:r>
              <a:rPr lang="en-GB"/>
              <a:t> </a:t>
            </a:r>
            <a:r>
              <a:rPr lang="en-GB" err="1"/>
              <a:t>sollicitudin</a:t>
            </a:r>
            <a:r>
              <a:rPr lang="en-GB"/>
              <a:t> mi.</a:t>
            </a:r>
          </a:p>
          <a:p>
            <a:pPr lvl="3"/>
            <a:r>
              <a:rPr lang="en-GB" err="1"/>
              <a:t>ondimentum</a:t>
            </a:r>
            <a:r>
              <a:rPr lang="en-GB"/>
              <a:t> a </a:t>
            </a:r>
            <a:r>
              <a:rPr lang="en-GB" err="1"/>
              <a:t>tortor</a:t>
            </a:r>
            <a:r>
              <a:rPr lang="en-GB"/>
              <a:t>. 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a:t>
            </a:r>
          </a:p>
          <a:p>
            <a:pPr lvl="3"/>
            <a:r>
              <a:rPr lang="en-GB"/>
              <a:t>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endParaRPr lang="en-GB"/>
          </a:p>
          <a:p>
            <a:pPr lvl="3"/>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a:t>
            </a:r>
          </a:p>
        </p:txBody>
      </p:sp>
      <p:sp>
        <p:nvSpPr>
          <p:cNvPr id="5" name="Subtitle 4">
            <a:extLst>
              <a:ext uri="{FF2B5EF4-FFF2-40B4-BE49-F238E27FC236}">
                <a16:creationId xmlns:a16="http://schemas.microsoft.com/office/drawing/2014/main" id="{A0F4E421-842A-1DA8-3AB3-8BB3B9CFEBDB}"/>
              </a:ext>
            </a:extLst>
          </p:cNvPr>
          <p:cNvSpPr>
            <a:spLocks noGrp="1"/>
          </p:cNvSpPr>
          <p:nvPr>
            <p:ph type="subTitle" idx="13"/>
          </p:nvPr>
        </p:nvSpPr>
        <p:spPr/>
        <p:txBody>
          <a:bodyPr/>
          <a:lstStyle/>
          <a:p>
            <a:r>
              <a:rPr lang="en-GB"/>
              <a:t>Subheading</a:t>
            </a:r>
          </a:p>
        </p:txBody>
      </p:sp>
      <p:sp>
        <p:nvSpPr>
          <p:cNvPr id="9" name="Text Placeholder 7">
            <a:extLst>
              <a:ext uri="{FF2B5EF4-FFF2-40B4-BE49-F238E27FC236}">
                <a16:creationId xmlns:a16="http://schemas.microsoft.com/office/drawing/2014/main" id="{8B52EDD9-8E81-6EE1-2099-E9BDDA196642}"/>
              </a:ext>
            </a:extLst>
          </p:cNvPr>
          <p:cNvSpPr txBox="1">
            <a:spLocks/>
          </p:cNvSpPr>
          <p:nvPr/>
        </p:nvSpPr>
        <p:spPr>
          <a:xfrm>
            <a:off x="1462136" y="5112625"/>
            <a:ext cx="2906665" cy="538609"/>
          </a:xfrm>
          <a:prstGeom prst="rect">
            <a:avLst/>
          </a:prstGeom>
        </p:spPr>
        <p:txBody>
          <a:bodyPr wrap="square" lIns="3600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Name Surname </a:t>
            </a:r>
          </a:p>
          <a:p>
            <a:pPr lvl="1"/>
            <a:r>
              <a:rPr lang="en-GB" sz="1400"/>
              <a:t>Role goes here </a:t>
            </a:r>
          </a:p>
        </p:txBody>
      </p:sp>
      <p:sp>
        <p:nvSpPr>
          <p:cNvPr id="10" name="Text Placeholder 7">
            <a:extLst>
              <a:ext uri="{FF2B5EF4-FFF2-40B4-BE49-F238E27FC236}">
                <a16:creationId xmlns:a16="http://schemas.microsoft.com/office/drawing/2014/main" id="{56346A10-7AD1-E56A-ACE5-D564DB3E4F80}"/>
              </a:ext>
            </a:extLst>
          </p:cNvPr>
          <p:cNvSpPr txBox="1">
            <a:spLocks/>
          </p:cNvSpPr>
          <p:nvPr/>
        </p:nvSpPr>
        <p:spPr>
          <a:xfrm>
            <a:off x="1462136" y="6034039"/>
            <a:ext cx="2906665" cy="538609"/>
          </a:xfrm>
          <a:prstGeom prst="rect">
            <a:avLst/>
          </a:prstGeom>
        </p:spPr>
        <p:txBody>
          <a:bodyPr wrap="square" lIns="3600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Name Surname </a:t>
            </a:r>
          </a:p>
          <a:p>
            <a:pPr lvl="1"/>
            <a:r>
              <a:rPr lang="en-GB" sz="1400"/>
              <a:t>Role goes here </a:t>
            </a:r>
          </a:p>
        </p:txBody>
      </p:sp>
      <p:pic>
        <p:nvPicPr>
          <p:cNvPr id="11" name="Picture Placeholder 25">
            <a:extLst>
              <a:ext uri="{FF2B5EF4-FFF2-40B4-BE49-F238E27FC236}">
                <a16:creationId xmlns:a16="http://schemas.microsoft.com/office/drawing/2014/main" id="{4AD3B8E5-441F-7BD5-B43D-3051DBC05060}"/>
              </a:ext>
            </a:extLst>
          </p:cNvPr>
          <p:cNvPicPr>
            <a:picLocks noChangeAspect="1"/>
          </p:cNvPicPr>
          <p:nvPr/>
        </p:nvPicPr>
        <p:blipFill>
          <a:blip r:embed="rId3"/>
          <a:srcRect l="431" r="431"/>
          <a:stretch/>
        </p:blipFill>
        <p:spPr>
          <a:xfrm>
            <a:off x="555741" y="5000929"/>
            <a:ext cx="762000" cy="762000"/>
          </a:xfrm>
          <a:prstGeom prst="ellipse">
            <a:avLst/>
          </a:prstGeom>
          <a:ln>
            <a:solidFill>
              <a:schemeClr val="bg2"/>
            </a:solidFill>
          </a:ln>
        </p:spPr>
      </p:pic>
      <p:pic>
        <p:nvPicPr>
          <p:cNvPr id="12" name="Picture Placeholder 25">
            <a:extLst>
              <a:ext uri="{FF2B5EF4-FFF2-40B4-BE49-F238E27FC236}">
                <a16:creationId xmlns:a16="http://schemas.microsoft.com/office/drawing/2014/main" id="{A4D6FB82-05ED-98C9-152A-C74B44B16153}"/>
              </a:ext>
            </a:extLst>
          </p:cNvPr>
          <p:cNvPicPr>
            <a:picLocks noChangeAspect="1"/>
          </p:cNvPicPr>
          <p:nvPr/>
        </p:nvPicPr>
        <p:blipFill>
          <a:blip r:embed="rId3"/>
          <a:srcRect l="431" r="431"/>
          <a:stretch/>
        </p:blipFill>
        <p:spPr>
          <a:xfrm>
            <a:off x="555741" y="5922343"/>
            <a:ext cx="762000" cy="762000"/>
          </a:xfrm>
          <a:prstGeom prst="ellipse">
            <a:avLst/>
          </a:prstGeom>
          <a:ln>
            <a:solidFill>
              <a:schemeClr val="bg2"/>
            </a:solidFill>
          </a:ln>
        </p:spPr>
      </p:pic>
      <p:grpSp>
        <p:nvGrpSpPr>
          <p:cNvPr id="3" name="Group 2">
            <a:extLst>
              <a:ext uri="{FF2B5EF4-FFF2-40B4-BE49-F238E27FC236}">
                <a16:creationId xmlns:a16="http://schemas.microsoft.com/office/drawing/2014/main" id="{25E47BA7-E0E8-BAA2-7596-B7A669E9BAEB}"/>
              </a:ext>
            </a:extLst>
          </p:cNvPr>
          <p:cNvGrpSpPr>
            <a:grpSpLocks noChangeAspect="1"/>
          </p:cNvGrpSpPr>
          <p:nvPr/>
        </p:nvGrpSpPr>
        <p:grpSpPr>
          <a:xfrm>
            <a:off x="535236" y="7137829"/>
            <a:ext cx="432000" cy="183624"/>
            <a:chOff x="5868144" y="2000579"/>
            <a:chExt cx="1381170" cy="574833"/>
          </a:xfrm>
          <a:solidFill>
            <a:srgbClr val="00BA8D"/>
          </a:solidFill>
        </p:grpSpPr>
        <p:sp>
          <p:nvSpPr>
            <p:cNvPr id="14" name="Freeform 16">
              <a:extLst>
                <a:ext uri="{FF2B5EF4-FFF2-40B4-BE49-F238E27FC236}">
                  <a16:creationId xmlns:a16="http://schemas.microsoft.com/office/drawing/2014/main" id="{A9306CEF-6BC2-ED48-0A96-8EE2344870E3}"/>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5" name="Freeform 17">
              <a:extLst>
                <a:ext uri="{FF2B5EF4-FFF2-40B4-BE49-F238E27FC236}">
                  <a16:creationId xmlns:a16="http://schemas.microsoft.com/office/drawing/2014/main" id="{6D8E7114-5CB5-9929-2E81-98D06A3C0C43}"/>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6" name="Freeform 18">
              <a:extLst>
                <a:ext uri="{FF2B5EF4-FFF2-40B4-BE49-F238E27FC236}">
                  <a16:creationId xmlns:a16="http://schemas.microsoft.com/office/drawing/2014/main" id="{665A191C-0814-6161-D45F-6D994F3F755C}"/>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7" name="Freeform 19">
              <a:extLst>
                <a:ext uri="{FF2B5EF4-FFF2-40B4-BE49-F238E27FC236}">
                  <a16:creationId xmlns:a16="http://schemas.microsoft.com/office/drawing/2014/main" id="{500C2080-E654-AC26-EFD6-6250D52DD50E}"/>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8" name="Freeform 20">
              <a:extLst>
                <a:ext uri="{FF2B5EF4-FFF2-40B4-BE49-F238E27FC236}">
                  <a16:creationId xmlns:a16="http://schemas.microsoft.com/office/drawing/2014/main" id="{6EEC833F-DD40-B522-777B-B2ADB648DA55}"/>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9" name="Freeform 21">
              <a:extLst>
                <a:ext uri="{FF2B5EF4-FFF2-40B4-BE49-F238E27FC236}">
                  <a16:creationId xmlns:a16="http://schemas.microsoft.com/office/drawing/2014/main" id="{BEEF7688-9C61-1B21-CA63-BC98EFA45DDE}"/>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0" name="Freeform 22">
              <a:extLst>
                <a:ext uri="{FF2B5EF4-FFF2-40B4-BE49-F238E27FC236}">
                  <a16:creationId xmlns:a16="http://schemas.microsoft.com/office/drawing/2014/main" id="{E62079FC-906D-B08C-DD20-A98A5A8B8B64}"/>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2259239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7C7365FB-C363-C277-1B66-152D99EDA66D}"/>
              </a:ext>
            </a:extLst>
          </p:cNvPr>
          <p:cNvSpPr>
            <a:spLocks noGrp="1"/>
          </p:cNvSpPr>
          <p:nvPr>
            <p:ph type="subTitle" idx="13"/>
          </p:nvPr>
        </p:nvSpPr>
        <p:spPr>
          <a:xfrm>
            <a:off x="539749" y="286056"/>
            <a:ext cx="12384088" cy="246221"/>
          </a:xfrm>
        </p:spPr>
        <p:txBody>
          <a:bodyPr/>
          <a:lstStyle/>
          <a:p>
            <a:r>
              <a:rPr lang="en-GB"/>
              <a:t>Subheading</a:t>
            </a:r>
          </a:p>
        </p:txBody>
      </p:sp>
      <p:sp>
        <p:nvSpPr>
          <p:cNvPr id="3" name="Title 2">
            <a:extLst>
              <a:ext uri="{FF2B5EF4-FFF2-40B4-BE49-F238E27FC236}">
                <a16:creationId xmlns:a16="http://schemas.microsoft.com/office/drawing/2014/main" id="{DD20F43D-8CB1-4535-A1B3-B439446B7F3A}"/>
              </a:ext>
            </a:extLst>
          </p:cNvPr>
          <p:cNvSpPr>
            <a:spLocks noGrp="1"/>
          </p:cNvSpPr>
          <p:nvPr>
            <p:ph type="title"/>
          </p:nvPr>
        </p:nvSpPr>
        <p:spPr>
          <a:xfrm>
            <a:off x="539750" y="539750"/>
            <a:ext cx="12384088" cy="544513"/>
          </a:xfrm>
        </p:spPr>
        <p:txBody>
          <a:bodyPr/>
          <a:lstStyle/>
          <a:p>
            <a:r>
              <a:rPr lang="en-GB"/>
              <a:t>Layout option</a:t>
            </a:r>
          </a:p>
        </p:txBody>
      </p:sp>
      <p:sp>
        <p:nvSpPr>
          <p:cNvPr id="10" name="Text Placeholder 2">
            <a:extLst>
              <a:ext uri="{FF2B5EF4-FFF2-40B4-BE49-F238E27FC236}">
                <a16:creationId xmlns:a16="http://schemas.microsoft.com/office/drawing/2014/main" id="{259F693E-86E2-161A-B3DF-39EBDEE8BEC1}"/>
              </a:ext>
            </a:extLst>
          </p:cNvPr>
          <p:cNvSpPr>
            <a:spLocks noGrp="1"/>
          </p:cNvSpPr>
          <p:nvPr>
            <p:ph type="body" sz="quarter" idx="4294967295"/>
          </p:nvPr>
        </p:nvSpPr>
        <p:spPr>
          <a:xfrm>
            <a:off x="539750" y="1800225"/>
            <a:ext cx="2894400" cy="5221288"/>
          </a:xfrm>
          <a:solidFill>
            <a:srgbClr val="ECF9F4"/>
          </a:solidFill>
        </p:spPr>
        <p:txBody>
          <a:bodyPr vert="horz" lIns="108000" tIns="108000" rIns="108000" bIns="108000" rtlCol="0">
            <a:noAutofit/>
          </a:bodyPr>
          <a:lstStyle/>
          <a:p>
            <a:r>
              <a:rPr lang="en-GB" sz="1400" err="1">
                <a:solidFill>
                  <a:schemeClr val="tx1"/>
                </a:solidFill>
              </a:rPr>
              <a:t>Pellentesque</a:t>
            </a:r>
            <a:r>
              <a:rPr lang="en-GB" sz="1400">
                <a:solidFill>
                  <a:schemeClr val="tx1"/>
                </a:solidFill>
              </a:rPr>
              <a:t> auctor </a:t>
            </a:r>
            <a:r>
              <a:rPr lang="en-GB" sz="1400" err="1">
                <a:solidFill>
                  <a:schemeClr val="tx1"/>
                </a:solidFill>
              </a:rPr>
              <a:t>pellentesque</a:t>
            </a:r>
            <a:r>
              <a:rPr lang="en-GB" sz="1400">
                <a:solidFill>
                  <a:schemeClr val="tx1"/>
                </a:solidFill>
              </a:rPr>
              <a:t> ligula, at pharetra </a:t>
            </a:r>
            <a:r>
              <a:rPr lang="en-GB" sz="1400" err="1">
                <a:solidFill>
                  <a:schemeClr val="tx1"/>
                </a:solidFill>
              </a:rPr>
              <a:t>felis</a:t>
            </a:r>
            <a:r>
              <a:rPr lang="en-GB" sz="1400">
                <a:solidFill>
                  <a:schemeClr val="tx1"/>
                </a:solidFill>
              </a:rPr>
              <a:t> dictum non. Duis convallis </a:t>
            </a:r>
            <a:r>
              <a:rPr lang="en-GB" sz="1400" err="1">
                <a:solidFill>
                  <a:schemeClr val="tx1"/>
                </a:solidFill>
              </a:rPr>
              <a:t>turpis</a:t>
            </a:r>
            <a:r>
              <a:rPr lang="en-GB" sz="1400">
                <a:solidFill>
                  <a:schemeClr val="tx1"/>
                </a:solidFill>
              </a:rPr>
              <a:t> non </a:t>
            </a:r>
            <a:r>
              <a:rPr lang="en-GB" sz="1400" err="1">
                <a:solidFill>
                  <a:schemeClr val="tx1"/>
                </a:solidFill>
              </a:rPr>
              <a:t>quam</a:t>
            </a:r>
            <a:r>
              <a:rPr lang="en-GB" sz="1400">
                <a:solidFill>
                  <a:schemeClr val="tx1"/>
                </a:solidFill>
              </a:rPr>
              <a:t> </a:t>
            </a:r>
            <a:r>
              <a:rPr lang="en-GB" sz="1400" err="1">
                <a:solidFill>
                  <a:schemeClr val="tx1"/>
                </a:solidFill>
              </a:rPr>
              <a:t>eleifend</a:t>
            </a:r>
            <a:r>
              <a:rPr lang="en-GB" sz="1400">
                <a:solidFill>
                  <a:schemeClr val="tx1"/>
                </a:solidFill>
              </a:rPr>
              <a:t> </a:t>
            </a:r>
            <a:r>
              <a:rPr lang="en-GB" sz="1400" err="1">
                <a:solidFill>
                  <a:schemeClr val="tx1"/>
                </a:solidFill>
              </a:rPr>
              <a:t>sodales</a:t>
            </a:r>
            <a:r>
              <a:rPr lang="en-GB" sz="1400">
                <a:solidFill>
                  <a:schemeClr val="tx1"/>
                </a:solidFill>
              </a:rPr>
              <a:t>. Vestibulum ante ipsum </a:t>
            </a:r>
            <a:r>
              <a:rPr lang="en-GB" sz="1400" err="1">
                <a:solidFill>
                  <a:schemeClr val="tx1"/>
                </a:solidFill>
              </a:rPr>
              <a:t>primis</a:t>
            </a:r>
            <a:r>
              <a:rPr lang="en-GB" sz="1400">
                <a:solidFill>
                  <a:schemeClr val="tx1"/>
                </a:solidFill>
              </a:rPr>
              <a:t> in </a:t>
            </a:r>
            <a:r>
              <a:rPr lang="en-GB" sz="1400" err="1">
                <a:solidFill>
                  <a:schemeClr val="tx1"/>
                </a:solidFill>
              </a:rPr>
              <a:t>faucibus</a:t>
            </a:r>
            <a:r>
              <a:rPr lang="en-GB" sz="1400">
                <a:solidFill>
                  <a:schemeClr val="tx1"/>
                </a:solidFill>
              </a:rPr>
              <a:t> </a:t>
            </a:r>
            <a:r>
              <a:rPr lang="en-GB" sz="1400" err="1">
                <a:solidFill>
                  <a:schemeClr val="tx1"/>
                </a:solidFill>
              </a:rPr>
              <a:t>orci</a:t>
            </a:r>
            <a:r>
              <a:rPr lang="en-GB" sz="1400">
                <a:solidFill>
                  <a:schemeClr val="tx1"/>
                </a:solidFill>
              </a:rPr>
              <a:t> </a:t>
            </a:r>
            <a:r>
              <a:rPr lang="en-GB" sz="1400" err="1">
                <a:solidFill>
                  <a:schemeClr val="tx1"/>
                </a:solidFill>
              </a:rPr>
              <a:t>luctus</a:t>
            </a:r>
            <a:r>
              <a:rPr lang="en-GB" sz="1400">
                <a:solidFill>
                  <a:schemeClr val="tx1"/>
                </a:solidFill>
              </a:rPr>
              <a:t> et </a:t>
            </a:r>
            <a:r>
              <a:rPr lang="en-GB" sz="1400" err="1">
                <a:solidFill>
                  <a:schemeClr val="tx1"/>
                </a:solidFill>
              </a:rPr>
              <a:t>ultrices</a:t>
            </a:r>
            <a:r>
              <a:rPr lang="en-GB" sz="1400">
                <a:solidFill>
                  <a:schemeClr val="tx1"/>
                </a:solidFill>
              </a:rPr>
              <a:t> </a:t>
            </a:r>
            <a:r>
              <a:rPr lang="en-GB" sz="1400" err="1">
                <a:solidFill>
                  <a:schemeClr val="tx1"/>
                </a:solidFill>
              </a:rPr>
              <a:t>posuere</a:t>
            </a:r>
            <a:r>
              <a:rPr lang="en-GB" sz="1400">
                <a:solidFill>
                  <a:schemeClr val="tx1"/>
                </a:solidFill>
              </a:rPr>
              <a:t> </a:t>
            </a:r>
            <a:r>
              <a:rPr lang="en-GB" sz="1400" err="1">
                <a:solidFill>
                  <a:schemeClr val="tx1"/>
                </a:solidFill>
              </a:rPr>
              <a:t>cubilia</a:t>
            </a:r>
            <a:r>
              <a:rPr lang="en-GB" sz="1400">
                <a:solidFill>
                  <a:schemeClr val="tx1"/>
                </a:solidFill>
              </a:rPr>
              <a:t> curae; Proin </a:t>
            </a:r>
            <a:r>
              <a:rPr lang="en-GB" sz="1400" err="1">
                <a:solidFill>
                  <a:schemeClr val="tx1"/>
                </a:solidFill>
              </a:rPr>
              <a:t>ut</a:t>
            </a:r>
            <a:r>
              <a:rPr lang="en-GB" sz="1400">
                <a:solidFill>
                  <a:schemeClr val="tx1"/>
                </a:solidFill>
              </a:rPr>
              <a:t> </a:t>
            </a:r>
            <a:r>
              <a:rPr lang="en-GB" sz="1400" err="1">
                <a:solidFill>
                  <a:schemeClr val="tx1"/>
                </a:solidFill>
              </a:rPr>
              <a:t>ultricies</a:t>
            </a:r>
            <a:r>
              <a:rPr lang="en-GB" sz="1400">
                <a:solidFill>
                  <a:schemeClr val="tx1"/>
                </a:solidFill>
              </a:rPr>
              <a:t> </a:t>
            </a:r>
            <a:r>
              <a:rPr lang="en-GB" sz="1400" err="1">
                <a:solidFill>
                  <a:schemeClr val="tx1"/>
                </a:solidFill>
              </a:rPr>
              <a:t>lectus</a:t>
            </a:r>
            <a:r>
              <a:rPr lang="en-GB" sz="1400">
                <a:solidFill>
                  <a:schemeClr val="tx1"/>
                </a:solidFill>
              </a:rPr>
              <a:t>, </a:t>
            </a:r>
            <a:r>
              <a:rPr lang="en-GB" sz="1400" err="1">
                <a:solidFill>
                  <a:schemeClr val="tx1"/>
                </a:solidFill>
              </a:rPr>
              <a:t>nec</a:t>
            </a:r>
            <a:r>
              <a:rPr lang="en-GB" sz="1400">
                <a:solidFill>
                  <a:schemeClr val="tx1"/>
                </a:solidFill>
              </a:rPr>
              <a:t> </a:t>
            </a:r>
            <a:r>
              <a:rPr lang="en-GB" sz="1400" err="1">
                <a:solidFill>
                  <a:schemeClr val="tx1"/>
                </a:solidFill>
              </a:rPr>
              <a:t>ullamcorper</a:t>
            </a:r>
            <a:r>
              <a:rPr lang="en-GB" sz="1400">
                <a:solidFill>
                  <a:schemeClr val="tx1"/>
                </a:solidFill>
              </a:rPr>
              <a:t> </a:t>
            </a:r>
            <a:r>
              <a:rPr lang="en-GB" sz="1400" err="1">
                <a:solidFill>
                  <a:schemeClr val="tx1"/>
                </a:solidFill>
              </a:rPr>
              <a:t>neque</a:t>
            </a:r>
            <a:r>
              <a:rPr lang="en-GB" sz="1400">
                <a:solidFill>
                  <a:schemeClr val="tx1"/>
                </a:solidFill>
              </a:rPr>
              <a:t>. Lorem ipsum </a:t>
            </a:r>
            <a:r>
              <a:rPr lang="en-GB" sz="1400" err="1">
                <a:solidFill>
                  <a:schemeClr val="tx1"/>
                </a:solidFill>
              </a:rPr>
              <a:t>dolor</a:t>
            </a:r>
            <a:r>
              <a:rPr lang="en-GB" sz="1400">
                <a:solidFill>
                  <a:schemeClr val="tx1"/>
                </a:solidFill>
              </a:rPr>
              <a:t> sit </a:t>
            </a:r>
            <a:r>
              <a:rPr lang="en-GB" sz="1400" err="1">
                <a:solidFill>
                  <a:schemeClr val="tx1"/>
                </a:solidFill>
              </a:rPr>
              <a:t>amet</a:t>
            </a:r>
            <a:r>
              <a:rPr lang="en-GB" sz="1400">
                <a:solidFill>
                  <a:schemeClr val="tx1"/>
                </a:solidFill>
              </a:rPr>
              <a:t>, </a:t>
            </a:r>
            <a:r>
              <a:rPr lang="en-GB" sz="1400" err="1">
                <a:solidFill>
                  <a:schemeClr val="tx1"/>
                </a:solidFill>
              </a:rPr>
              <a:t>consectetur</a:t>
            </a:r>
            <a:r>
              <a:rPr lang="en-GB" sz="1400">
                <a:solidFill>
                  <a:schemeClr val="tx1"/>
                </a:solidFill>
              </a:rPr>
              <a:t> </a:t>
            </a:r>
            <a:r>
              <a:rPr lang="en-GB" sz="1400" err="1">
                <a:solidFill>
                  <a:schemeClr val="tx1"/>
                </a:solidFill>
              </a:rPr>
              <a:t>adipiscing</a:t>
            </a:r>
            <a:r>
              <a:rPr lang="en-GB" sz="1400">
                <a:solidFill>
                  <a:schemeClr val="tx1"/>
                </a:solidFill>
              </a:rPr>
              <a:t> </a:t>
            </a:r>
            <a:r>
              <a:rPr lang="en-GB" sz="1400" err="1">
                <a:solidFill>
                  <a:schemeClr val="tx1"/>
                </a:solidFill>
              </a:rPr>
              <a:t>elit</a:t>
            </a:r>
            <a:r>
              <a:rPr lang="en-GB" sz="1400">
                <a:solidFill>
                  <a:schemeClr val="tx1"/>
                </a:solidFill>
              </a:rPr>
              <a:t>. Sed </a:t>
            </a:r>
            <a:r>
              <a:rPr lang="en-GB" sz="1400" err="1">
                <a:solidFill>
                  <a:schemeClr val="tx1"/>
                </a:solidFill>
              </a:rPr>
              <a:t>eu</a:t>
            </a:r>
            <a:r>
              <a:rPr lang="en-GB" sz="1400">
                <a:solidFill>
                  <a:schemeClr val="tx1"/>
                </a:solidFill>
              </a:rPr>
              <a:t> </a:t>
            </a:r>
            <a:r>
              <a:rPr lang="en-GB" sz="1400" err="1">
                <a:solidFill>
                  <a:schemeClr val="tx1"/>
                </a:solidFill>
              </a:rPr>
              <a:t>lacus</a:t>
            </a:r>
            <a:r>
              <a:rPr lang="en-GB" sz="1400">
                <a:solidFill>
                  <a:schemeClr val="tx1"/>
                </a:solidFill>
              </a:rPr>
              <a:t> </a:t>
            </a:r>
            <a:r>
              <a:rPr lang="en-GB" sz="1400" err="1">
                <a:solidFill>
                  <a:schemeClr val="tx1"/>
                </a:solidFill>
              </a:rPr>
              <a:t>vel</a:t>
            </a:r>
            <a:r>
              <a:rPr lang="en-GB" sz="1400">
                <a:solidFill>
                  <a:schemeClr val="tx1"/>
                </a:solidFill>
              </a:rPr>
              <a:t> </a:t>
            </a:r>
            <a:r>
              <a:rPr lang="en-GB" sz="1400" err="1">
                <a:solidFill>
                  <a:schemeClr val="tx1"/>
                </a:solidFill>
              </a:rPr>
              <a:t>tellus</a:t>
            </a:r>
            <a:r>
              <a:rPr lang="en-GB" sz="1400">
                <a:solidFill>
                  <a:schemeClr val="tx1"/>
                </a:solidFill>
              </a:rPr>
              <a:t> lacinia </a:t>
            </a:r>
            <a:r>
              <a:rPr lang="en-GB" sz="1400" err="1">
                <a:solidFill>
                  <a:schemeClr val="tx1"/>
                </a:solidFill>
              </a:rPr>
              <a:t>imperdiet</a:t>
            </a:r>
            <a:r>
              <a:rPr lang="en-GB" sz="1400">
                <a:solidFill>
                  <a:schemeClr val="tx1"/>
                </a:solidFill>
              </a:rPr>
              <a:t> </a:t>
            </a:r>
            <a:r>
              <a:rPr lang="en-GB" sz="1400" err="1">
                <a:solidFill>
                  <a:schemeClr val="tx1"/>
                </a:solidFill>
              </a:rPr>
              <a:t>ut</a:t>
            </a:r>
            <a:r>
              <a:rPr lang="en-GB" sz="1400">
                <a:solidFill>
                  <a:schemeClr val="tx1"/>
                </a:solidFill>
              </a:rPr>
              <a:t> </a:t>
            </a:r>
            <a:r>
              <a:rPr lang="en-GB" sz="1400" err="1">
                <a:solidFill>
                  <a:schemeClr val="tx1"/>
                </a:solidFill>
              </a:rPr>
              <a:t>vel</a:t>
            </a:r>
            <a:r>
              <a:rPr lang="en-GB" sz="1400">
                <a:solidFill>
                  <a:schemeClr val="tx1"/>
                </a:solidFill>
              </a:rPr>
              <a:t> </a:t>
            </a:r>
            <a:r>
              <a:rPr lang="en-GB" sz="1400" err="1">
                <a:solidFill>
                  <a:schemeClr val="tx1"/>
                </a:solidFill>
              </a:rPr>
              <a:t>quam</a:t>
            </a:r>
            <a:r>
              <a:rPr lang="en-GB" sz="1400">
                <a:solidFill>
                  <a:schemeClr val="tx1"/>
                </a:solidFill>
              </a:rPr>
              <a:t>. Integer </a:t>
            </a:r>
            <a:r>
              <a:rPr lang="en-GB" sz="1400" err="1">
                <a:solidFill>
                  <a:schemeClr val="tx1"/>
                </a:solidFill>
              </a:rPr>
              <a:t>pellentesque</a:t>
            </a:r>
            <a:r>
              <a:rPr lang="en-GB" sz="1400">
                <a:solidFill>
                  <a:schemeClr val="tx1"/>
                </a:solidFill>
              </a:rPr>
              <a:t>, </a:t>
            </a:r>
            <a:r>
              <a:rPr lang="en-GB" sz="1400" err="1">
                <a:solidFill>
                  <a:schemeClr val="tx1"/>
                </a:solidFill>
              </a:rPr>
              <a:t>justo</a:t>
            </a:r>
            <a:r>
              <a:rPr lang="en-GB" sz="1400">
                <a:solidFill>
                  <a:schemeClr val="tx1"/>
                </a:solidFill>
              </a:rPr>
              <a:t> a </a:t>
            </a:r>
            <a:r>
              <a:rPr lang="en-GB" sz="1400" err="1">
                <a:solidFill>
                  <a:schemeClr val="tx1"/>
                </a:solidFill>
              </a:rPr>
              <a:t>condimentum</a:t>
            </a:r>
            <a:r>
              <a:rPr lang="en-GB" sz="1400">
                <a:solidFill>
                  <a:schemeClr val="tx1"/>
                </a:solidFill>
              </a:rPr>
              <a:t> </a:t>
            </a:r>
            <a:r>
              <a:rPr lang="en-GB" sz="1400" err="1">
                <a:solidFill>
                  <a:schemeClr val="tx1"/>
                </a:solidFill>
              </a:rPr>
              <a:t>posuere</a:t>
            </a:r>
            <a:r>
              <a:rPr lang="en-GB" sz="1400">
                <a:solidFill>
                  <a:schemeClr val="tx1"/>
                </a:solidFill>
              </a:rPr>
              <a:t>, </a:t>
            </a:r>
            <a:r>
              <a:rPr lang="en-GB" sz="1400" err="1">
                <a:solidFill>
                  <a:schemeClr val="tx1"/>
                </a:solidFill>
              </a:rPr>
              <a:t>augue</a:t>
            </a:r>
            <a:r>
              <a:rPr lang="en-GB" sz="1400">
                <a:solidFill>
                  <a:schemeClr val="tx1"/>
                </a:solidFill>
              </a:rPr>
              <a:t> </a:t>
            </a:r>
            <a:r>
              <a:rPr lang="en-GB" sz="1400" err="1">
                <a:solidFill>
                  <a:schemeClr val="tx1"/>
                </a:solidFill>
              </a:rPr>
              <a:t>turpis</a:t>
            </a:r>
            <a:r>
              <a:rPr lang="en-GB" sz="1400">
                <a:solidFill>
                  <a:schemeClr val="tx1"/>
                </a:solidFill>
              </a:rPr>
              <a:t> </a:t>
            </a:r>
            <a:r>
              <a:rPr lang="en-GB" sz="1400" err="1">
                <a:solidFill>
                  <a:schemeClr val="tx1"/>
                </a:solidFill>
              </a:rPr>
              <a:t>sollicitudin</a:t>
            </a:r>
            <a:r>
              <a:rPr lang="en-GB" sz="1400">
                <a:solidFill>
                  <a:schemeClr val="tx1"/>
                </a:solidFill>
              </a:rPr>
              <a:t> dui, in </a:t>
            </a:r>
            <a:r>
              <a:rPr lang="en-GB" sz="1400" err="1">
                <a:solidFill>
                  <a:schemeClr val="tx1"/>
                </a:solidFill>
              </a:rPr>
              <a:t>placerat</a:t>
            </a:r>
            <a:r>
              <a:rPr lang="en-GB" sz="1400">
                <a:solidFill>
                  <a:schemeClr val="tx1"/>
                </a:solidFill>
              </a:rPr>
              <a:t> </a:t>
            </a:r>
            <a:r>
              <a:rPr lang="en-GB" sz="1400" err="1">
                <a:solidFill>
                  <a:schemeClr val="tx1"/>
                </a:solidFill>
              </a:rPr>
              <a:t>quam</a:t>
            </a:r>
            <a:r>
              <a:rPr lang="en-GB" sz="1400">
                <a:solidFill>
                  <a:schemeClr val="tx1"/>
                </a:solidFill>
              </a:rPr>
              <a:t> </a:t>
            </a:r>
            <a:r>
              <a:rPr lang="en-GB" sz="1400" err="1">
                <a:solidFill>
                  <a:schemeClr val="tx1"/>
                </a:solidFill>
              </a:rPr>
              <a:t>nisl</a:t>
            </a:r>
            <a:r>
              <a:rPr lang="en-GB" sz="1400">
                <a:solidFill>
                  <a:schemeClr val="tx1"/>
                </a:solidFill>
              </a:rPr>
              <a:t> vel. </a:t>
            </a:r>
          </a:p>
        </p:txBody>
      </p:sp>
      <p:pic>
        <p:nvPicPr>
          <p:cNvPr id="13" name="Picture Placeholder 4">
            <a:extLst>
              <a:ext uri="{FF2B5EF4-FFF2-40B4-BE49-F238E27FC236}">
                <a16:creationId xmlns:a16="http://schemas.microsoft.com/office/drawing/2014/main" id="{09FED04F-7F30-F625-7CE1-3994370D7852}"/>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28403" r="33589" b="21897"/>
          <a:stretch/>
        </p:blipFill>
        <p:spPr>
          <a:xfrm>
            <a:off x="10029438" y="1800225"/>
            <a:ext cx="3434150" cy="5221288"/>
          </a:xfrm>
          <a:prstGeom prst="rect">
            <a:avLst/>
          </a:prstGeom>
        </p:spPr>
      </p:pic>
      <p:sp>
        <p:nvSpPr>
          <p:cNvPr id="6" name="Text Placeholder 2">
            <a:extLst>
              <a:ext uri="{FF2B5EF4-FFF2-40B4-BE49-F238E27FC236}">
                <a16:creationId xmlns:a16="http://schemas.microsoft.com/office/drawing/2014/main" id="{F98F60D2-0982-61E7-E54D-1A1281B374B1}"/>
              </a:ext>
            </a:extLst>
          </p:cNvPr>
          <p:cNvSpPr txBox="1">
            <a:spLocks/>
          </p:cNvSpPr>
          <p:nvPr/>
        </p:nvSpPr>
        <p:spPr>
          <a:xfrm>
            <a:off x="3702979" y="1800226"/>
            <a:ext cx="2894400" cy="5221289"/>
          </a:xfrm>
          <a:prstGeom prst="rect">
            <a:avLst/>
          </a:prstGeom>
        </p:spPr>
        <p:txBody>
          <a:bodyPr vert="horz" lIns="0" tIns="0" rIns="0" bIns="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7" name="Text Placeholder 2">
            <a:extLst>
              <a:ext uri="{FF2B5EF4-FFF2-40B4-BE49-F238E27FC236}">
                <a16:creationId xmlns:a16="http://schemas.microsoft.com/office/drawing/2014/main" id="{3C7FC01A-8DE5-87EE-F259-4FB2C5C72ACB}"/>
              </a:ext>
            </a:extLst>
          </p:cNvPr>
          <p:cNvSpPr txBox="1">
            <a:spLocks/>
          </p:cNvSpPr>
          <p:nvPr/>
        </p:nvSpPr>
        <p:spPr>
          <a:xfrm>
            <a:off x="6866208" y="1800226"/>
            <a:ext cx="2894400" cy="5221289"/>
          </a:xfrm>
          <a:prstGeom prst="rect">
            <a:avLst/>
          </a:prstGeom>
        </p:spPr>
        <p:txBody>
          <a:bodyPr vert="horz" lIns="0" tIns="0" rIns="0" bIns="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2" name="Text Placeholder 7">
            <a:extLst>
              <a:ext uri="{FF2B5EF4-FFF2-40B4-BE49-F238E27FC236}">
                <a16:creationId xmlns:a16="http://schemas.microsoft.com/office/drawing/2014/main" id="{35FA71CE-D274-9934-0349-EB33EA555007}"/>
              </a:ext>
            </a:extLst>
          </p:cNvPr>
          <p:cNvSpPr txBox="1">
            <a:spLocks/>
          </p:cNvSpPr>
          <p:nvPr/>
        </p:nvSpPr>
        <p:spPr>
          <a:xfrm>
            <a:off x="7769158" y="5449795"/>
            <a:ext cx="2906665" cy="538609"/>
          </a:xfrm>
          <a:prstGeom prst="rect">
            <a:avLst/>
          </a:prstGeom>
        </p:spPr>
        <p:txBody>
          <a:bodyPr wrap="square" lIns="3600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Name Surname </a:t>
            </a:r>
          </a:p>
          <a:p>
            <a:pPr lvl="1"/>
            <a:r>
              <a:rPr lang="en-GB" sz="1400"/>
              <a:t>Role goes here </a:t>
            </a:r>
          </a:p>
        </p:txBody>
      </p:sp>
      <p:sp>
        <p:nvSpPr>
          <p:cNvPr id="5" name="Text Placeholder 7">
            <a:extLst>
              <a:ext uri="{FF2B5EF4-FFF2-40B4-BE49-F238E27FC236}">
                <a16:creationId xmlns:a16="http://schemas.microsoft.com/office/drawing/2014/main" id="{7C89EDC1-7CE1-D312-CF08-6436C7AE841C}"/>
              </a:ext>
            </a:extLst>
          </p:cNvPr>
          <p:cNvSpPr txBox="1">
            <a:spLocks/>
          </p:cNvSpPr>
          <p:nvPr/>
        </p:nvSpPr>
        <p:spPr>
          <a:xfrm>
            <a:off x="7769158" y="6371209"/>
            <a:ext cx="2906665" cy="538609"/>
          </a:xfrm>
          <a:prstGeom prst="rect">
            <a:avLst/>
          </a:prstGeom>
        </p:spPr>
        <p:txBody>
          <a:bodyPr wrap="square" lIns="36000" tIns="0" rIns="0" bIns="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Name Surname </a:t>
            </a:r>
          </a:p>
          <a:p>
            <a:pPr lvl="1"/>
            <a:r>
              <a:rPr lang="en-GB" sz="1400"/>
              <a:t>Role goes here </a:t>
            </a:r>
          </a:p>
        </p:txBody>
      </p:sp>
      <p:pic>
        <p:nvPicPr>
          <p:cNvPr id="8" name="Picture Placeholder 25">
            <a:extLst>
              <a:ext uri="{FF2B5EF4-FFF2-40B4-BE49-F238E27FC236}">
                <a16:creationId xmlns:a16="http://schemas.microsoft.com/office/drawing/2014/main" id="{40F8CC0C-DFEF-D702-21E4-6E2B141140E0}"/>
              </a:ext>
            </a:extLst>
          </p:cNvPr>
          <p:cNvPicPr>
            <a:picLocks noChangeAspect="1"/>
          </p:cNvPicPr>
          <p:nvPr/>
        </p:nvPicPr>
        <p:blipFill>
          <a:blip r:embed="rId3"/>
          <a:srcRect l="431" r="431"/>
          <a:stretch/>
        </p:blipFill>
        <p:spPr>
          <a:xfrm>
            <a:off x="6862763" y="5338099"/>
            <a:ext cx="762000" cy="762000"/>
          </a:xfrm>
          <a:prstGeom prst="ellipse">
            <a:avLst/>
          </a:prstGeom>
          <a:ln>
            <a:solidFill>
              <a:schemeClr val="bg2"/>
            </a:solidFill>
          </a:ln>
        </p:spPr>
      </p:pic>
      <p:pic>
        <p:nvPicPr>
          <p:cNvPr id="9" name="Picture Placeholder 25">
            <a:extLst>
              <a:ext uri="{FF2B5EF4-FFF2-40B4-BE49-F238E27FC236}">
                <a16:creationId xmlns:a16="http://schemas.microsoft.com/office/drawing/2014/main" id="{792C8649-9B09-A276-0768-DD738645B9B4}"/>
              </a:ext>
            </a:extLst>
          </p:cNvPr>
          <p:cNvPicPr>
            <a:picLocks noChangeAspect="1"/>
          </p:cNvPicPr>
          <p:nvPr/>
        </p:nvPicPr>
        <p:blipFill>
          <a:blip r:embed="rId3"/>
          <a:srcRect l="431" r="431"/>
          <a:stretch/>
        </p:blipFill>
        <p:spPr>
          <a:xfrm>
            <a:off x="6862763" y="6259513"/>
            <a:ext cx="762000" cy="762000"/>
          </a:xfrm>
          <a:prstGeom prst="ellipse">
            <a:avLst/>
          </a:prstGeom>
          <a:ln>
            <a:solidFill>
              <a:schemeClr val="bg2"/>
            </a:solidFill>
          </a:ln>
        </p:spPr>
      </p:pic>
    </p:spTree>
    <p:extLst>
      <p:ext uri="{BB962C8B-B14F-4D97-AF65-F5344CB8AC3E}">
        <p14:creationId xmlns:p14="http://schemas.microsoft.com/office/powerpoint/2010/main" val="3922457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FBE882-006B-36E8-C065-1A6FD4FDA67A}"/>
              </a:ext>
            </a:extLst>
          </p:cNvPr>
          <p:cNvSpPr>
            <a:spLocks noGrp="1"/>
          </p:cNvSpPr>
          <p:nvPr>
            <p:ph type="subTitle" idx="13"/>
          </p:nvPr>
        </p:nvSpPr>
        <p:spPr/>
        <p:txBody>
          <a:bodyPr/>
          <a:lstStyle/>
          <a:p>
            <a:r>
              <a:rPr lang="en-GB"/>
              <a:t>2</a:t>
            </a:r>
          </a:p>
        </p:txBody>
      </p:sp>
      <p:sp>
        <p:nvSpPr>
          <p:cNvPr id="3" name="Text Placeholder 2">
            <a:extLst>
              <a:ext uri="{FF2B5EF4-FFF2-40B4-BE49-F238E27FC236}">
                <a16:creationId xmlns:a16="http://schemas.microsoft.com/office/drawing/2014/main" id="{BA06374A-27A1-82E3-2FB0-8C2F226F6BA3}"/>
              </a:ext>
            </a:extLst>
          </p:cNvPr>
          <p:cNvSpPr>
            <a:spLocks noGrp="1"/>
          </p:cNvSpPr>
          <p:nvPr>
            <p:ph type="body" sz="quarter" idx="18"/>
          </p:nvPr>
        </p:nvSpPr>
        <p:spPr/>
        <p:txBody>
          <a:bodyPr/>
          <a:lstStyle/>
          <a:p>
            <a:r>
              <a:rPr lang="en-GB"/>
              <a:t>Case </a:t>
            </a:r>
            <a:br>
              <a:rPr lang="en-GB"/>
            </a:br>
            <a:r>
              <a:rPr lang="en-GB"/>
              <a:t>studies</a:t>
            </a:r>
          </a:p>
        </p:txBody>
      </p:sp>
    </p:spTree>
    <p:extLst>
      <p:ext uri="{BB962C8B-B14F-4D97-AF65-F5344CB8AC3E}">
        <p14:creationId xmlns:p14="http://schemas.microsoft.com/office/powerpoint/2010/main" val="1697821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00314C-8DC6-6E21-9130-694F184B16A4}"/>
              </a:ext>
            </a:extLst>
          </p:cNvPr>
          <p:cNvSpPr>
            <a:spLocks noGrp="1"/>
          </p:cNvSpPr>
          <p:nvPr>
            <p:ph type="title"/>
          </p:nvPr>
        </p:nvSpPr>
        <p:spPr/>
        <p:txBody>
          <a:bodyPr/>
          <a:lstStyle/>
          <a:p>
            <a:r>
              <a:rPr lang="en-GB"/>
              <a:t>Case study</a:t>
            </a:r>
          </a:p>
        </p:txBody>
      </p:sp>
      <p:sp>
        <p:nvSpPr>
          <p:cNvPr id="8" name="Text Placeholder 7">
            <a:extLst>
              <a:ext uri="{FF2B5EF4-FFF2-40B4-BE49-F238E27FC236}">
                <a16:creationId xmlns:a16="http://schemas.microsoft.com/office/drawing/2014/main" id="{1FC03DD3-8456-AF2D-8EAA-9FCF7FA28BA4}"/>
              </a:ext>
            </a:extLst>
          </p:cNvPr>
          <p:cNvSpPr>
            <a:spLocks noGrp="1"/>
          </p:cNvSpPr>
          <p:nvPr>
            <p:ph type="body" sz="quarter" idx="19"/>
          </p:nvPr>
        </p:nvSpPr>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9" name="Text Placeholder 8">
            <a:extLst>
              <a:ext uri="{FF2B5EF4-FFF2-40B4-BE49-F238E27FC236}">
                <a16:creationId xmlns:a16="http://schemas.microsoft.com/office/drawing/2014/main" id="{07BC1F76-94CC-EDD1-94D8-248BF0459616}"/>
              </a:ext>
            </a:extLst>
          </p:cNvPr>
          <p:cNvSpPr>
            <a:spLocks noGrp="1"/>
          </p:cNvSpPr>
          <p:nvPr>
            <p:ph type="body" sz="quarter" idx="20"/>
          </p:nvPr>
        </p:nvSpPr>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7" name="Subtitle 6">
            <a:extLst>
              <a:ext uri="{FF2B5EF4-FFF2-40B4-BE49-F238E27FC236}">
                <a16:creationId xmlns:a16="http://schemas.microsoft.com/office/drawing/2014/main" id="{C858F06C-39BB-599C-563D-91E10C903882}"/>
              </a:ext>
            </a:extLst>
          </p:cNvPr>
          <p:cNvSpPr>
            <a:spLocks noGrp="1"/>
          </p:cNvSpPr>
          <p:nvPr>
            <p:ph type="subTitle" idx="13"/>
          </p:nvPr>
        </p:nvSpPr>
        <p:spPr/>
        <p:txBody>
          <a:bodyPr/>
          <a:lstStyle/>
          <a:p>
            <a:r>
              <a:rPr lang="en-GB"/>
              <a:t>Subheading</a:t>
            </a:r>
          </a:p>
        </p:txBody>
      </p:sp>
      <p:sp>
        <p:nvSpPr>
          <p:cNvPr id="12" name="Rectangle 11">
            <a:extLst>
              <a:ext uri="{FF2B5EF4-FFF2-40B4-BE49-F238E27FC236}">
                <a16:creationId xmlns:a16="http://schemas.microsoft.com/office/drawing/2014/main" id="{B50389C3-8526-2DFE-7F6A-F5F702AF1719}"/>
              </a:ext>
            </a:extLst>
          </p:cNvPr>
          <p:cNvSpPr/>
          <p:nvPr>
            <p:custDataLst>
              <p:tags r:id="rId1"/>
            </p:custDataLst>
          </p:nvPr>
        </p:nvSpPr>
        <p:spPr>
          <a:xfrm>
            <a:off x="6864393" y="1800226"/>
            <a:ext cx="6599195" cy="5221038"/>
          </a:xfrm>
          <a:prstGeom prst="rect">
            <a:avLst/>
          </a:prstGeom>
          <a:solidFill>
            <a:srgbClr val="FFF6EB"/>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540000" tIns="576000" rIns="252000" bIns="540000" rtlCol="0" anchor="t"/>
          <a:lstStyle/>
          <a:p>
            <a:pPr>
              <a:lnSpc>
                <a:spcPct val="90000"/>
              </a:lnSpc>
              <a:spcBef>
                <a:spcPts val="750"/>
              </a:spcBef>
            </a:pPr>
            <a:endParaRPr lang="en-GB" sz="1400" b="1">
              <a:solidFill>
                <a:schemeClr val="tx1"/>
              </a:solidFill>
              <a:latin typeface="+mj-lt"/>
            </a:endParaRPr>
          </a:p>
        </p:txBody>
      </p:sp>
      <p:sp>
        <p:nvSpPr>
          <p:cNvPr id="13" name="Content Placeholder 5">
            <a:extLst>
              <a:ext uri="{FF2B5EF4-FFF2-40B4-BE49-F238E27FC236}">
                <a16:creationId xmlns:a16="http://schemas.microsoft.com/office/drawing/2014/main" id="{364CD06C-555B-66C2-8C39-4A8C3BAA3804}"/>
              </a:ext>
            </a:extLst>
          </p:cNvPr>
          <p:cNvSpPr txBox="1">
            <a:spLocks/>
          </p:cNvSpPr>
          <p:nvPr/>
        </p:nvSpPr>
        <p:spPr>
          <a:xfrm>
            <a:off x="7130333" y="2978150"/>
            <a:ext cx="5793505" cy="2598792"/>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a:solidFill>
                  <a:srgbClr val="FF9F00"/>
                </a:solidFill>
              </a:rPr>
              <a:t>Case Study</a:t>
            </a:r>
          </a:p>
          <a:p>
            <a:pPr lvl="1"/>
            <a:r>
              <a:rPr lang="en-GB" sz="1400"/>
              <a:t>Cras </a:t>
            </a:r>
            <a:r>
              <a:rPr lang="en-GB" sz="1400" err="1"/>
              <a:t>dolor</a:t>
            </a:r>
            <a:r>
              <a:rPr lang="en-GB" sz="1400"/>
              <a:t> ex, pharetra </a:t>
            </a:r>
            <a:r>
              <a:rPr lang="en-GB" sz="1400" err="1"/>
              <a:t>nec</a:t>
            </a:r>
            <a:r>
              <a:rPr lang="en-GB" sz="1400"/>
              <a:t> pharetra at, </a:t>
            </a:r>
            <a:r>
              <a:rPr lang="en-GB" sz="1400" err="1"/>
              <a:t>condimentum</a:t>
            </a:r>
            <a:r>
              <a:rPr lang="en-GB" sz="1400"/>
              <a:t> a </a:t>
            </a:r>
            <a:r>
              <a:rPr lang="en-GB" sz="1400" err="1"/>
              <a:t>tortor</a:t>
            </a:r>
            <a:r>
              <a:rPr lang="en-GB" sz="1400"/>
              <a:t>. </a:t>
            </a:r>
          </a:p>
          <a:p>
            <a:pPr lvl="2"/>
            <a:r>
              <a:rPr lang="en-GB" sz="1400"/>
              <a:t>Cras vitae </a:t>
            </a:r>
            <a:r>
              <a:rPr lang="en-GB" sz="1400" err="1"/>
              <a:t>pretium</a:t>
            </a:r>
            <a:r>
              <a:rPr lang="en-GB" sz="1400"/>
              <a:t> </a:t>
            </a:r>
            <a:r>
              <a:rPr lang="en-GB" sz="1400" err="1"/>
              <a:t>nisl</a:t>
            </a:r>
            <a:r>
              <a:rPr lang="en-GB" sz="1400"/>
              <a:t>. </a:t>
            </a:r>
            <a:r>
              <a:rPr lang="en-GB" sz="1400" err="1"/>
              <a:t>Suspendisse</a:t>
            </a:r>
            <a:r>
              <a:rPr lang="en-GB" sz="1400"/>
              <a:t> at magna </a:t>
            </a:r>
            <a:r>
              <a:rPr lang="en-GB" sz="1400" err="1"/>
              <a:t>sed</a:t>
            </a:r>
            <a:r>
              <a:rPr lang="en-GB" sz="1400"/>
              <a:t> </a:t>
            </a:r>
            <a:r>
              <a:rPr lang="en-GB" sz="1400" err="1"/>
              <a:t>lectus</a:t>
            </a:r>
            <a:r>
              <a:rPr lang="en-GB" sz="1400"/>
              <a:t> </a:t>
            </a:r>
            <a:r>
              <a:rPr lang="en-GB" sz="1400" err="1"/>
              <a:t>consequat</a:t>
            </a:r>
            <a:r>
              <a:rPr lang="en-GB" sz="1400"/>
              <a:t> </a:t>
            </a:r>
            <a:r>
              <a:rPr lang="en-GB" sz="1400" err="1"/>
              <a:t>rutrum</a:t>
            </a:r>
            <a:r>
              <a:rPr lang="en-GB" sz="1400"/>
              <a:t>. Proin id </a:t>
            </a:r>
            <a:r>
              <a:rPr lang="en-GB" sz="1400" err="1"/>
              <a:t>nibh</a:t>
            </a:r>
            <a:r>
              <a:rPr lang="en-GB" sz="1400"/>
              <a:t> at nisi </a:t>
            </a:r>
            <a:r>
              <a:rPr lang="en-GB" sz="1400" err="1"/>
              <a:t>molestie</a:t>
            </a:r>
            <a:r>
              <a:rPr lang="en-GB" sz="1400"/>
              <a:t> </a:t>
            </a:r>
            <a:r>
              <a:rPr lang="en-GB" sz="1400" err="1"/>
              <a:t>ullamcorper</a:t>
            </a:r>
            <a:r>
              <a:rPr lang="en-GB" sz="1400"/>
              <a:t>. Cras tempus </a:t>
            </a:r>
            <a:r>
              <a:rPr lang="en-GB" sz="1400" err="1"/>
              <a:t>urna</a:t>
            </a:r>
            <a:r>
              <a:rPr lang="en-GB" sz="1400"/>
              <a:t> </a:t>
            </a:r>
            <a:r>
              <a:rPr lang="en-GB" sz="1400" err="1"/>
              <a:t>augue</a:t>
            </a:r>
            <a:r>
              <a:rPr lang="en-GB" sz="1400"/>
              <a:t>, ac tempus </a:t>
            </a:r>
            <a:r>
              <a:rPr lang="en-GB" sz="1400" err="1"/>
              <a:t>mauris</a:t>
            </a:r>
            <a:r>
              <a:rPr lang="en-GB" sz="1400"/>
              <a:t> </a:t>
            </a:r>
            <a:r>
              <a:rPr lang="en-GB" sz="1400" err="1"/>
              <a:t>ullamcorper</a:t>
            </a:r>
            <a:r>
              <a:rPr lang="en-GB" sz="1400"/>
              <a:t> id. </a:t>
            </a:r>
          </a:p>
          <a:p>
            <a:pPr lvl="2"/>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r>
              <a:rPr lang="en-GB" sz="1400" err="1"/>
              <a:t>Phasellus</a:t>
            </a:r>
            <a:r>
              <a:rPr lang="en-GB" sz="1400"/>
              <a:t> </a:t>
            </a:r>
            <a:r>
              <a:rPr lang="en-GB" sz="1400" err="1"/>
              <a:t>accumsan</a:t>
            </a:r>
            <a:r>
              <a:rPr lang="en-GB" sz="1400"/>
              <a:t> ligula at </a:t>
            </a:r>
            <a:r>
              <a:rPr lang="en-GB" sz="1400" err="1"/>
              <a:t>tincidunt</a:t>
            </a:r>
            <a:r>
              <a:rPr lang="en-GB" sz="1400"/>
              <a:t> </a:t>
            </a:r>
            <a:r>
              <a:rPr lang="en-GB" sz="1400" err="1"/>
              <a:t>pellentesque</a:t>
            </a:r>
            <a:r>
              <a:rPr lang="en-GB" sz="1400"/>
              <a:t>.</a:t>
            </a:r>
          </a:p>
          <a:p>
            <a:pPr lvl="3"/>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p>
          <a:p>
            <a:pPr lvl="4"/>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p>
          <a:p>
            <a:pPr lvl="5"/>
            <a:r>
              <a:rPr lang="en-GB" sz="1400" err="1"/>
              <a:t>Phasellus</a:t>
            </a:r>
            <a:r>
              <a:rPr lang="en-GB" sz="1400"/>
              <a:t> </a:t>
            </a:r>
            <a:r>
              <a:rPr lang="en-GB" sz="1400" err="1"/>
              <a:t>accumsan</a:t>
            </a:r>
            <a:r>
              <a:rPr lang="en-GB" sz="1400"/>
              <a:t> ligula at </a:t>
            </a:r>
            <a:r>
              <a:rPr lang="en-GB" sz="1400" err="1"/>
              <a:t>tincidunt</a:t>
            </a:r>
            <a:r>
              <a:rPr lang="en-GB" sz="1400"/>
              <a:t> </a:t>
            </a:r>
            <a:r>
              <a:rPr lang="en-GB" sz="1400" err="1"/>
              <a:t>pellentesque</a:t>
            </a:r>
            <a:r>
              <a:rPr lang="en-GB" sz="1400"/>
              <a:t>.</a:t>
            </a:r>
          </a:p>
          <a:p>
            <a:pPr lvl="5">
              <a:buClrTx/>
            </a:pPr>
            <a:endParaRPr lang="en-GB" sz="1400"/>
          </a:p>
        </p:txBody>
      </p:sp>
      <p:grpSp>
        <p:nvGrpSpPr>
          <p:cNvPr id="14" name="Group 13">
            <a:extLst>
              <a:ext uri="{FF2B5EF4-FFF2-40B4-BE49-F238E27FC236}">
                <a16:creationId xmlns:a16="http://schemas.microsoft.com/office/drawing/2014/main" id="{93BA088A-0AF7-FF32-DBD9-7D137F6BE63A}"/>
              </a:ext>
            </a:extLst>
          </p:cNvPr>
          <p:cNvGrpSpPr/>
          <p:nvPr/>
        </p:nvGrpSpPr>
        <p:grpSpPr>
          <a:xfrm>
            <a:off x="7130333" y="1983565"/>
            <a:ext cx="854835" cy="854835"/>
            <a:chOff x="551332" y="2634499"/>
            <a:chExt cx="736600" cy="736600"/>
          </a:xfrm>
        </p:grpSpPr>
        <p:sp>
          <p:nvSpPr>
            <p:cNvPr id="15" name="Oval 14">
              <a:extLst>
                <a:ext uri="{FF2B5EF4-FFF2-40B4-BE49-F238E27FC236}">
                  <a16:creationId xmlns:a16="http://schemas.microsoft.com/office/drawing/2014/main" id="{08F10E40-869E-2C5E-6BD4-D1A5C1172C58}"/>
                </a:ext>
              </a:extLst>
            </p:cNvPr>
            <p:cNvSpPr/>
            <p:nvPr/>
          </p:nvSpPr>
          <p:spPr>
            <a:xfrm>
              <a:off x="551332" y="2634499"/>
              <a:ext cx="736600" cy="736600"/>
            </a:xfrm>
            <a:prstGeom prst="ellipse">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a:solidFill>
                  <a:schemeClr val="tx1"/>
                </a:solidFill>
              </a:endParaRPr>
            </a:p>
          </p:txBody>
        </p:sp>
        <p:pic>
          <p:nvPicPr>
            <p:cNvPr id="16" name="Graphic 15">
              <a:extLst>
                <a:ext uri="{FF2B5EF4-FFF2-40B4-BE49-F238E27FC236}">
                  <a16:creationId xmlns:a16="http://schemas.microsoft.com/office/drawing/2014/main" id="{A1629F8A-702B-1086-D2E7-FD4F41555C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7205" y="2790395"/>
              <a:ext cx="424855" cy="424808"/>
            </a:xfrm>
            <a:prstGeom prst="rect">
              <a:avLst/>
            </a:prstGeom>
          </p:spPr>
        </p:pic>
      </p:grpSp>
    </p:spTree>
    <p:extLst>
      <p:ext uri="{BB962C8B-B14F-4D97-AF65-F5344CB8AC3E}">
        <p14:creationId xmlns:p14="http://schemas.microsoft.com/office/powerpoint/2010/main" val="3634878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7EF6409-2492-ECD7-C69E-2D10363DF59E}"/>
              </a:ext>
            </a:extLst>
          </p:cNvPr>
          <p:cNvSpPr/>
          <p:nvPr>
            <p:custDataLst>
              <p:tags r:id="rId1"/>
            </p:custDataLst>
          </p:nvPr>
        </p:nvSpPr>
        <p:spPr>
          <a:xfrm>
            <a:off x="-1" y="1"/>
            <a:ext cx="6594476" cy="7561262"/>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32000" tIns="0" rIns="684000" bIns="540000" rtlCol="0" anchor="t"/>
          <a:lstStyle/>
          <a:p>
            <a:pPr>
              <a:lnSpc>
                <a:spcPct val="90000"/>
              </a:lnSpc>
              <a:spcBef>
                <a:spcPts val="750"/>
              </a:spcBef>
            </a:pPr>
            <a:endParaRPr lang="en-GB" sz="1400" b="1">
              <a:solidFill>
                <a:schemeClr val="tx1"/>
              </a:solidFill>
              <a:latin typeface="+mj-lt"/>
            </a:endParaRPr>
          </a:p>
        </p:txBody>
      </p:sp>
      <p:sp>
        <p:nvSpPr>
          <p:cNvPr id="9" name="Subtitle 8">
            <a:extLst>
              <a:ext uri="{FF2B5EF4-FFF2-40B4-BE49-F238E27FC236}">
                <a16:creationId xmlns:a16="http://schemas.microsoft.com/office/drawing/2014/main" id="{AEBFBDB3-685A-999E-E62A-C7817A009885}"/>
              </a:ext>
            </a:extLst>
          </p:cNvPr>
          <p:cNvSpPr>
            <a:spLocks noGrp="1"/>
          </p:cNvSpPr>
          <p:nvPr>
            <p:ph type="subTitle" idx="13"/>
          </p:nvPr>
        </p:nvSpPr>
        <p:spPr/>
        <p:txBody>
          <a:bodyPr/>
          <a:lstStyle/>
          <a:p>
            <a:r>
              <a:rPr lang="en-GB"/>
              <a:t>Subheading</a:t>
            </a:r>
          </a:p>
        </p:txBody>
      </p:sp>
      <p:sp>
        <p:nvSpPr>
          <p:cNvPr id="8" name="Title 7">
            <a:extLst>
              <a:ext uri="{FF2B5EF4-FFF2-40B4-BE49-F238E27FC236}">
                <a16:creationId xmlns:a16="http://schemas.microsoft.com/office/drawing/2014/main" id="{3BBDACA5-33E7-7EF8-2910-D1BD89ABB396}"/>
              </a:ext>
            </a:extLst>
          </p:cNvPr>
          <p:cNvSpPr>
            <a:spLocks noGrp="1"/>
          </p:cNvSpPr>
          <p:nvPr>
            <p:ph type="title"/>
          </p:nvPr>
        </p:nvSpPr>
        <p:spPr>
          <a:xfrm>
            <a:off x="539750" y="540000"/>
            <a:ext cx="12384088" cy="543914"/>
          </a:xfrm>
        </p:spPr>
        <p:txBody>
          <a:bodyPr/>
          <a:lstStyle/>
          <a:p>
            <a:r>
              <a:rPr lang="en-GB">
                <a:solidFill>
                  <a:schemeClr val="accent3"/>
                </a:solidFill>
              </a:rPr>
              <a:t>Case study</a:t>
            </a:r>
          </a:p>
        </p:txBody>
      </p:sp>
      <p:grpSp>
        <p:nvGrpSpPr>
          <p:cNvPr id="11" name="Group 10">
            <a:extLst>
              <a:ext uri="{FF2B5EF4-FFF2-40B4-BE49-F238E27FC236}">
                <a16:creationId xmlns:a16="http://schemas.microsoft.com/office/drawing/2014/main" id="{D0B58F40-2068-5448-8F16-09576BF6EE6A}"/>
              </a:ext>
            </a:extLst>
          </p:cNvPr>
          <p:cNvGrpSpPr>
            <a:grpSpLocks noGrp="1" noUngrp="1" noRot="1" noChangeAspect="1" noMove="1" noResize="1"/>
          </p:cNvGrpSpPr>
          <p:nvPr/>
        </p:nvGrpSpPr>
        <p:grpSpPr>
          <a:xfrm>
            <a:off x="535236" y="7137829"/>
            <a:ext cx="432000" cy="183624"/>
            <a:chOff x="5868144" y="2000579"/>
            <a:chExt cx="1381170" cy="574833"/>
          </a:xfrm>
          <a:solidFill>
            <a:srgbClr val="00BA8D"/>
          </a:solidFill>
        </p:grpSpPr>
        <p:sp>
          <p:nvSpPr>
            <p:cNvPr id="12" name="Freeform 16">
              <a:extLst>
                <a:ext uri="{FF2B5EF4-FFF2-40B4-BE49-F238E27FC236}">
                  <a16:creationId xmlns:a16="http://schemas.microsoft.com/office/drawing/2014/main" id="{7590FE49-8EA6-1BD2-90BD-0A2DE6ABCA90}"/>
                </a:ext>
              </a:extLst>
            </p:cNvPr>
            <p:cNvSpPr>
              <a:spLocks noGrp="1" noRot="1" noMove="1" noResize="1" noEditPoints="1" noAdjustHandles="1" noChangeArrowheads="1" noChangeShapeType="1"/>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3" name="Freeform 17">
              <a:extLst>
                <a:ext uri="{FF2B5EF4-FFF2-40B4-BE49-F238E27FC236}">
                  <a16:creationId xmlns:a16="http://schemas.microsoft.com/office/drawing/2014/main" id="{C743DEE7-193F-86A7-EA59-4F95EF9F7D0B}"/>
                </a:ext>
              </a:extLst>
            </p:cNvPr>
            <p:cNvSpPr>
              <a:spLocks noGrp="1" noRot="1" noMove="1" noResize="1" noEditPoints="1" noAdjustHandles="1" noChangeArrowheads="1" noChangeShapeType="1"/>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4" name="Freeform 18">
              <a:extLst>
                <a:ext uri="{FF2B5EF4-FFF2-40B4-BE49-F238E27FC236}">
                  <a16:creationId xmlns:a16="http://schemas.microsoft.com/office/drawing/2014/main" id="{45D3C833-DB01-09A4-9AB4-753E73D8D4B0}"/>
                </a:ext>
              </a:extLst>
            </p:cNvPr>
            <p:cNvSpPr>
              <a:spLocks noGrp="1" noRot="1" noMove="1" noResize="1" noEditPoints="1" noAdjustHandles="1" noChangeArrowheads="1" noChangeShapeType="1"/>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5" name="Freeform 19">
              <a:extLst>
                <a:ext uri="{FF2B5EF4-FFF2-40B4-BE49-F238E27FC236}">
                  <a16:creationId xmlns:a16="http://schemas.microsoft.com/office/drawing/2014/main" id="{85BD129B-77E2-9548-8983-BE88A673EEDC}"/>
                </a:ext>
              </a:extLst>
            </p:cNvPr>
            <p:cNvSpPr>
              <a:spLocks noGrp="1" noRot="1" noMove="1" noResize="1" noEditPoints="1" noAdjustHandles="1" noChangeArrowheads="1" noChangeShapeType="1"/>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6" name="Freeform 20">
              <a:extLst>
                <a:ext uri="{FF2B5EF4-FFF2-40B4-BE49-F238E27FC236}">
                  <a16:creationId xmlns:a16="http://schemas.microsoft.com/office/drawing/2014/main" id="{66576A58-9E17-AE07-89C9-6BB63957A6A0}"/>
                </a:ext>
              </a:extLst>
            </p:cNvPr>
            <p:cNvSpPr>
              <a:spLocks noGrp="1" noRot="1" noMove="1" noResize="1" noEditPoints="1" noAdjustHandles="1" noChangeArrowheads="1" noChangeShapeType="1"/>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7" name="Freeform 21">
              <a:extLst>
                <a:ext uri="{FF2B5EF4-FFF2-40B4-BE49-F238E27FC236}">
                  <a16:creationId xmlns:a16="http://schemas.microsoft.com/office/drawing/2014/main" id="{76AB0A70-F74B-1100-6EC6-CC10F58658CF}"/>
                </a:ext>
              </a:extLst>
            </p:cNvPr>
            <p:cNvSpPr>
              <a:spLocks noGrp="1" noRot="1" noMove="1" noResize="1" noEditPoints="1" noAdjustHandles="1" noChangeArrowheads="1" noChangeShapeType="1"/>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8" name="Freeform 22">
              <a:extLst>
                <a:ext uri="{FF2B5EF4-FFF2-40B4-BE49-F238E27FC236}">
                  <a16:creationId xmlns:a16="http://schemas.microsoft.com/office/drawing/2014/main" id="{895B1E6A-ED73-9FB0-1054-52F5CBF6595A}"/>
                </a:ext>
              </a:extLst>
            </p:cNvPr>
            <p:cNvSpPr>
              <a:spLocks noGrp="1" noRot="1" noMove="1" noResize="1" noEditPoints="1" noAdjustHandles="1" noChangeArrowheads="1" noChangeShapeType="1"/>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
        <p:nvSpPr>
          <p:cNvPr id="19" name="TextBox 18">
            <a:extLst>
              <a:ext uri="{FF2B5EF4-FFF2-40B4-BE49-F238E27FC236}">
                <a16:creationId xmlns:a16="http://schemas.microsoft.com/office/drawing/2014/main" id="{46AD67ED-1FA4-8E69-4C6B-AEE106809DC4}"/>
              </a:ext>
            </a:extLst>
          </p:cNvPr>
          <p:cNvSpPr txBox="1"/>
          <p:nvPr/>
        </p:nvSpPr>
        <p:spPr>
          <a:xfrm>
            <a:off x="538162" y="1811242"/>
            <a:ext cx="2561917" cy="3583172"/>
          </a:xfrm>
          <a:prstGeom prst="rect">
            <a:avLst/>
          </a:prstGeom>
          <a:noFill/>
        </p:spPr>
        <p:txBody>
          <a:bodyPr wrap="square" lIns="0" tIns="0" rIns="0" bIns="0" rtlCol="0">
            <a:noAutofit/>
          </a:bodyPr>
          <a:lstStyle/>
          <a:p>
            <a:pPr marL="0" algn="l">
              <a:spcAft>
                <a:spcPts val="600"/>
              </a:spcAft>
            </a:pPr>
            <a:r>
              <a:rPr lang="en-GB" sz="1600">
                <a:solidFill>
                  <a:schemeClr val="accent3"/>
                </a:solidFill>
                <a:latin typeface="+mj-lt"/>
              </a:rPr>
              <a:t>Case study text to be entered here.</a:t>
            </a:r>
          </a:p>
          <a:p>
            <a:pPr marL="0" algn="l">
              <a:spcAft>
                <a:spcPts val="600"/>
              </a:spcAft>
            </a:pPr>
            <a:r>
              <a:rPr lang="en-GB" sz="1400"/>
              <a:t>Lorem ipsum </a:t>
            </a:r>
            <a:r>
              <a:rPr lang="en-GB" sz="1400" err="1"/>
              <a:t>dolor</a:t>
            </a:r>
            <a:r>
              <a:rPr lang="en-GB" sz="1400"/>
              <a:t> sit </a:t>
            </a:r>
            <a:r>
              <a:rPr lang="en-GB" sz="1400" err="1"/>
              <a:t>amet</a:t>
            </a:r>
            <a:r>
              <a:rPr lang="en-GB" sz="1400"/>
              <a:t>, </a:t>
            </a:r>
            <a:r>
              <a:rPr lang="en-GB" sz="1400" err="1"/>
              <a:t>consectetur</a:t>
            </a:r>
            <a:r>
              <a:rPr lang="en-GB" sz="1400"/>
              <a:t> </a:t>
            </a:r>
            <a:r>
              <a:rPr lang="en-GB" sz="1400" err="1"/>
              <a:t>adipiscing</a:t>
            </a:r>
            <a:r>
              <a:rPr lang="en-GB" sz="1400"/>
              <a:t> </a:t>
            </a:r>
            <a:r>
              <a:rPr lang="en-GB" sz="1400" err="1"/>
              <a:t>elit</a:t>
            </a:r>
            <a:r>
              <a:rPr lang="en-GB" sz="1400"/>
              <a:t>. Morbi </a:t>
            </a:r>
            <a:r>
              <a:rPr lang="en-GB" sz="1400" err="1"/>
              <a:t>posuere</a:t>
            </a:r>
            <a:r>
              <a:rPr lang="en-GB" sz="1400"/>
              <a:t> et </a:t>
            </a:r>
            <a:r>
              <a:rPr lang="en-GB" sz="1400" err="1"/>
              <a:t>sem</a:t>
            </a:r>
            <a:r>
              <a:rPr lang="en-GB" sz="1400"/>
              <a:t> a </a:t>
            </a:r>
            <a:r>
              <a:rPr lang="en-GB" sz="1400" err="1"/>
              <a:t>efficitur</a:t>
            </a:r>
            <a:r>
              <a:rPr lang="en-GB" sz="1400"/>
              <a:t>. Nam sit </a:t>
            </a:r>
            <a:r>
              <a:rPr lang="en-GB" sz="1400" err="1"/>
              <a:t>amet</a:t>
            </a:r>
            <a:r>
              <a:rPr lang="en-GB" sz="1400"/>
              <a:t> </a:t>
            </a:r>
            <a:r>
              <a:rPr lang="en-GB" sz="1400" err="1"/>
              <a:t>tellus</a:t>
            </a:r>
            <a:r>
              <a:rPr lang="en-GB" sz="1400"/>
              <a:t> </a:t>
            </a:r>
            <a:r>
              <a:rPr lang="en-GB" sz="1400" err="1"/>
              <a:t>sed</a:t>
            </a:r>
            <a:r>
              <a:rPr lang="en-GB" sz="1400"/>
              <a:t> </a:t>
            </a:r>
            <a:r>
              <a:rPr lang="en-GB" sz="1400" err="1"/>
              <a:t>tortor</a:t>
            </a:r>
            <a:r>
              <a:rPr lang="en-GB" sz="1400"/>
              <a:t> </a:t>
            </a:r>
            <a:r>
              <a:rPr lang="en-GB" sz="1400" err="1"/>
              <a:t>euismod</a:t>
            </a:r>
            <a:r>
              <a:rPr lang="en-GB" sz="1400"/>
              <a:t> </a:t>
            </a:r>
            <a:r>
              <a:rPr lang="en-GB" sz="1400" err="1"/>
              <a:t>finibus</a:t>
            </a:r>
            <a:r>
              <a:rPr lang="en-GB" sz="1400"/>
              <a:t> vitae sit </a:t>
            </a:r>
            <a:r>
              <a:rPr lang="en-GB" sz="1400" err="1"/>
              <a:t>amet</a:t>
            </a:r>
            <a:r>
              <a:rPr lang="en-GB" sz="1400"/>
              <a:t> nisi. </a:t>
            </a:r>
            <a:r>
              <a:rPr lang="en-GB" sz="1400" err="1"/>
              <a:t>Pellentesque</a:t>
            </a:r>
            <a:r>
              <a:rPr lang="en-GB" sz="1400"/>
              <a:t> auctor </a:t>
            </a:r>
            <a:r>
              <a:rPr lang="en-GB" sz="1400" err="1"/>
              <a:t>pellentesque</a:t>
            </a:r>
            <a:r>
              <a:rPr lang="en-GB" sz="1400"/>
              <a:t> ligula.</a:t>
            </a:r>
          </a:p>
          <a:p>
            <a:pPr marL="0" algn="l">
              <a:spcAft>
                <a:spcPts val="600"/>
              </a:spcAft>
            </a:pPr>
            <a:r>
              <a:rPr lang="en-GB" sz="1400"/>
              <a:t>Lorem ipsum </a:t>
            </a:r>
            <a:r>
              <a:rPr lang="en-GB" sz="1400" err="1"/>
              <a:t>dolor</a:t>
            </a:r>
            <a:r>
              <a:rPr lang="en-GB" sz="1400"/>
              <a:t> sit </a:t>
            </a:r>
            <a:r>
              <a:rPr lang="en-GB" sz="1400" err="1"/>
              <a:t>amet</a:t>
            </a:r>
            <a:r>
              <a:rPr lang="en-GB" sz="1400"/>
              <a:t>, </a:t>
            </a:r>
            <a:r>
              <a:rPr lang="en-GB" sz="1400" err="1"/>
              <a:t>consectetur</a:t>
            </a:r>
            <a:r>
              <a:rPr lang="en-GB" sz="1400"/>
              <a:t> </a:t>
            </a:r>
            <a:r>
              <a:rPr lang="en-GB" sz="1400" err="1"/>
              <a:t>adipiscing</a:t>
            </a:r>
            <a:r>
              <a:rPr lang="en-GB" sz="1400"/>
              <a:t> </a:t>
            </a:r>
            <a:r>
              <a:rPr lang="en-GB" sz="1400" err="1"/>
              <a:t>elit</a:t>
            </a:r>
            <a:r>
              <a:rPr lang="en-GB" sz="1400"/>
              <a:t>. Morbi </a:t>
            </a:r>
            <a:r>
              <a:rPr lang="en-GB" sz="1400" err="1"/>
              <a:t>posuere</a:t>
            </a:r>
            <a:r>
              <a:rPr lang="en-GB" sz="1400"/>
              <a:t> et </a:t>
            </a:r>
            <a:r>
              <a:rPr lang="en-GB" sz="1400" err="1"/>
              <a:t>sem</a:t>
            </a:r>
            <a:r>
              <a:rPr lang="en-GB" sz="1400"/>
              <a:t> a </a:t>
            </a:r>
            <a:r>
              <a:rPr lang="en-GB" sz="1400" err="1"/>
              <a:t>efficitur</a:t>
            </a:r>
            <a:r>
              <a:rPr lang="en-GB" sz="1400"/>
              <a:t>. Nam sit </a:t>
            </a:r>
            <a:r>
              <a:rPr lang="en-GB" sz="1400" err="1"/>
              <a:t>amet</a:t>
            </a:r>
            <a:r>
              <a:rPr lang="en-GB" sz="1400"/>
              <a:t> </a:t>
            </a:r>
            <a:r>
              <a:rPr lang="en-GB" sz="1400" err="1"/>
              <a:t>tellus</a:t>
            </a:r>
            <a:r>
              <a:rPr lang="en-GB" sz="1400"/>
              <a:t> </a:t>
            </a:r>
            <a:r>
              <a:rPr lang="en-GB" sz="1400" err="1"/>
              <a:t>sed</a:t>
            </a:r>
            <a:r>
              <a:rPr lang="en-GB" sz="1400"/>
              <a:t> </a:t>
            </a:r>
            <a:r>
              <a:rPr lang="en-GB" sz="1400" err="1"/>
              <a:t>tortor</a:t>
            </a:r>
            <a:r>
              <a:rPr lang="en-GB" sz="1400"/>
              <a:t> </a:t>
            </a:r>
            <a:r>
              <a:rPr lang="en-GB" sz="1400" err="1"/>
              <a:t>euismod</a:t>
            </a:r>
            <a:r>
              <a:rPr lang="en-GB" sz="1400"/>
              <a:t> </a:t>
            </a:r>
            <a:r>
              <a:rPr lang="en-GB" sz="1400" err="1"/>
              <a:t>finibus</a:t>
            </a:r>
            <a:r>
              <a:rPr lang="en-GB" sz="1400"/>
              <a:t> vitae sit </a:t>
            </a:r>
            <a:r>
              <a:rPr lang="en-GB" sz="1400" err="1"/>
              <a:t>amet</a:t>
            </a:r>
            <a:r>
              <a:rPr lang="en-GB" sz="1400"/>
              <a:t> nisi. </a:t>
            </a:r>
            <a:r>
              <a:rPr lang="en-GB" sz="1400" err="1"/>
              <a:t>Pellentesque</a:t>
            </a:r>
            <a:r>
              <a:rPr lang="en-GB" sz="1400"/>
              <a:t> auctor </a:t>
            </a:r>
            <a:r>
              <a:rPr lang="en-GB" sz="1400" err="1"/>
              <a:t>pellentesque</a:t>
            </a:r>
            <a:r>
              <a:rPr lang="en-GB" sz="1400"/>
              <a:t> ligula.</a:t>
            </a:r>
          </a:p>
        </p:txBody>
      </p:sp>
      <p:grpSp>
        <p:nvGrpSpPr>
          <p:cNvPr id="20" name="Group 19">
            <a:extLst>
              <a:ext uri="{FF2B5EF4-FFF2-40B4-BE49-F238E27FC236}">
                <a16:creationId xmlns:a16="http://schemas.microsoft.com/office/drawing/2014/main" id="{EBB809DD-EF0B-574D-F8D5-0F4EDDAB1F35}"/>
              </a:ext>
            </a:extLst>
          </p:cNvPr>
          <p:cNvGrpSpPr/>
          <p:nvPr/>
        </p:nvGrpSpPr>
        <p:grpSpPr>
          <a:xfrm>
            <a:off x="3369582" y="1811242"/>
            <a:ext cx="2955391" cy="3826852"/>
            <a:chOff x="2522554" y="2625530"/>
            <a:chExt cx="2955391" cy="3826852"/>
          </a:xfrm>
        </p:grpSpPr>
        <p:grpSp>
          <p:nvGrpSpPr>
            <p:cNvPr id="21" name="Group 20">
              <a:extLst>
                <a:ext uri="{FF2B5EF4-FFF2-40B4-BE49-F238E27FC236}">
                  <a16:creationId xmlns:a16="http://schemas.microsoft.com/office/drawing/2014/main" id="{502EB490-1810-9BF8-6277-C749A2DC53AF}"/>
                </a:ext>
              </a:extLst>
            </p:cNvPr>
            <p:cNvGrpSpPr/>
            <p:nvPr/>
          </p:nvGrpSpPr>
          <p:grpSpPr>
            <a:xfrm>
              <a:off x="2522554" y="2625530"/>
              <a:ext cx="2955391" cy="1075836"/>
              <a:chOff x="2522554" y="1800226"/>
              <a:chExt cx="2955391" cy="1075836"/>
            </a:xfrm>
          </p:grpSpPr>
          <p:grpSp>
            <p:nvGrpSpPr>
              <p:cNvPr id="32" name="Group 31">
                <a:extLst>
                  <a:ext uri="{FF2B5EF4-FFF2-40B4-BE49-F238E27FC236}">
                    <a16:creationId xmlns:a16="http://schemas.microsoft.com/office/drawing/2014/main" id="{D559AF97-E0FD-9F98-8934-6C71F31A2EFB}"/>
                  </a:ext>
                </a:extLst>
              </p:cNvPr>
              <p:cNvGrpSpPr/>
              <p:nvPr/>
            </p:nvGrpSpPr>
            <p:grpSpPr>
              <a:xfrm>
                <a:off x="2522554" y="1800226"/>
                <a:ext cx="815006" cy="815406"/>
                <a:chOff x="1557354" y="3303544"/>
                <a:chExt cx="1325602" cy="1326253"/>
              </a:xfrm>
            </p:grpSpPr>
            <p:sp>
              <p:nvSpPr>
                <p:cNvPr id="34" name="Oval 33">
                  <a:extLst>
                    <a:ext uri="{FF2B5EF4-FFF2-40B4-BE49-F238E27FC236}">
                      <a16:creationId xmlns:a16="http://schemas.microsoft.com/office/drawing/2014/main" id="{D1D28AAF-E2A1-0A24-2026-48303D32BBF7}"/>
                    </a:ext>
                  </a:extLst>
                </p:cNvPr>
                <p:cNvSpPr/>
                <p:nvPr/>
              </p:nvSpPr>
              <p:spPr>
                <a:xfrm>
                  <a:off x="1557354" y="3303544"/>
                  <a:ext cx="1325602" cy="1326253"/>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5" name="Graphic 34">
                  <a:extLst>
                    <a:ext uri="{FF2B5EF4-FFF2-40B4-BE49-F238E27FC236}">
                      <a16:creationId xmlns:a16="http://schemas.microsoft.com/office/drawing/2014/main" id="{5B174E36-7273-941A-958F-6AADA988F0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27925" y="3652935"/>
                  <a:ext cx="584462" cy="627472"/>
                </a:xfrm>
                <a:prstGeom prst="rect">
                  <a:avLst/>
                </a:prstGeom>
              </p:spPr>
            </p:pic>
          </p:grpSp>
          <p:sp>
            <p:nvSpPr>
              <p:cNvPr id="33" name="TextBox 32">
                <a:extLst>
                  <a:ext uri="{FF2B5EF4-FFF2-40B4-BE49-F238E27FC236}">
                    <a16:creationId xmlns:a16="http://schemas.microsoft.com/office/drawing/2014/main" id="{859AB3EC-33C9-76F5-CC3A-A9231EDA9E89}"/>
                  </a:ext>
                </a:extLst>
              </p:cNvPr>
              <p:cNvSpPr txBox="1"/>
              <p:nvPr/>
            </p:nvSpPr>
            <p:spPr>
              <a:xfrm>
                <a:off x="3469323" y="1811242"/>
                <a:ext cx="2008622" cy="1064820"/>
              </a:xfrm>
              <a:prstGeom prst="rect">
                <a:avLst/>
              </a:prstGeom>
              <a:noFill/>
            </p:spPr>
            <p:txBody>
              <a:bodyPr wrap="square" lIns="0" tIns="0" rIns="0" bIns="0" rtlCol="0">
                <a:noAutofit/>
              </a:bodyPr>
              <a:lstStyle/>
              <a:p>
                <a:pPr marL="0" algn="l">
                  <a:spcAft>
                    <a:spcPts val="600"/>
                  </a:spcAft>
                </a:pPr>
                <a:r>
                  <a:rPr lang="en-GB" sz="1400">
                    <a:solidFill>
                      <a:srgbClr val="3B3482"/>
                    </a:solidFill>
                    <a:latin typeface="+mj-lt"/>
                  </a:rPr>
                  <a:t>Text here.</a:t>
                </a:r>
              </a:p>
              <a:p>
                <a:pPr marL="0" algn="l">
                  <a:spcAft>
                    <a:spcPts val="600"/>
                  </a:spcAft>
                </a:pPr>
                <a:r>
                  <a:rPr lang="en-GB" sz="1200">
                    <a:solidFill>
                      <a:schemeClr val="tx2"/>
                    </a:solidFill>
                  </a:rPr>
                  <a:t>Lorem ipsum </a:t>
                </a:r>
                <a:r>
                  <a:rPr lang="en-GB" sz="1200" err="1">
                    <a:solidFill>
                      <a:schemeClr val="tx2"/>
                    </a:solidFill>
                  </a:rPr>
                  <a:t>dolor</a:t>
                </a:r>
                <a:r>
                  <a:rPr lang="en-GB" sz="1200">
                    <a:solidFill>
                      <a:schemeClr val="tx2"/>
                    </a:solidFill>
                  </a:rPr>
                  <a:t> sit </a:t>
                </a:r>
                <a:r>
                  <a:rPr lang="en-GB" sz="1200" err="1">
                    <a:solidFill>
                      <a:schemeClr val="tx2"/>
                    </a:solidFill>
                  </a:rPr>
                  <a:t>amet</a:t>
                </a:r>
                <a:r>
                  <a:rPr lang="en-GB" sz="1200">
                    <a:solidFill>
                      <a:schemeClr val="tx2"/>
                    </a:solidFill>
                  </a:rPr>
                  <a:t>, </a:t>
                </a:r>
                <a:r>
                  <a:rPr lang="en-GB" sz="1200" err="1">
                    <a:solidFill>
                      <a:schemeClr val="tx2"/>
                    </a:solidFill>
                  </a:rPr>
                  <a:t>consectetur</a:t>
                </a:r>
                <a:r>
                  <a:rPr lang="en-GB" sz="1200">
                    <a:solidFill>
                      <a:schemeClr val="tx2"/>
                    </a:solidFill>
                  </a:rPr>
                  <a:t> </a:t>
                </a:r>
                <a:r>
                  <a:rPr lang="en-GB" sz="1200" err="1">
                    <a:solidFill>
                      <a:schemeClr val="tx2"/>
                    </a:solidFill>
                  </a:rPr>
                  <a:t>adipiscing</a:t>
                </a:r>
                <a:r>
                  <a:rPr lang="en-GB" sz="1200">
                    <a:solidFill>
                      <a:schemeClr val="tx2"/>
                    </a:solidFill>
                  </a:rPr>
                  <a:t> </a:t>
                </a:r>
                <a:r>
                  <a:rPr lang="en-GB" sz="1200" err="1">
                    <a:solidFill>
                      <a:schemeClr val="tx2"/>
                    </a:solidFill>
                  </a:rPr>
                  <a:t>elit</a:t>
                </a:r>
                <a:r>
                  <a:rPr lang="en-GB" sz="1200">
                    <a:solidFill>
                      <a:schemeClr val="tx2"/>
                    </a:solidFill>
                  </a:rPr>
                  <a:t>. Morbi </a:t>
                </a:r>
                <a:r>
                  <a:rPr lang="en-GB" sz="1200" err="1">
                    <a:solidFill>
                      <a:schemeClr val="tx2"/>
                    </a:solidFill>
                  </a:rPr>
                  <a:t>posuere</a:t>
                </a:r>
                <a:r>
                  <a:rPr lang="en-GB" sz="1200">
                    <a:solidFill>
                      <a:schemeClr val="tx2"/>
                    </a:solidFill>
                  </a:rPr>
                  <a:t> et </a:t>
                </a:r>
                <a:r>
                  <a:rPr lang="en-GB" sz="1200" err="1">
                    <a:solidFill>
                      <a:schemeClr val="tx2"/>
                    </a:solidFill>
                  </a:rPr>
                  <a:t>sem</a:t>
                </a:r>
                <a:r>
                  <a:rPr lang="en-GB" sz="1200">
                    <a:solidFill>
                      <a:schemeClr val="tx2"/>
                    </a:solidFill>
                  </a:rPr>
                  <a:t> a </a:t>
                </a:r>
                <a:r>
                  <a:rPr lang="en-GB" sz="1200" err="1">
                    <a:solidFill>
                      <a:schemeClr val="tx2"/>
                    </a:solidFill>
                  </a:rPr>
                  <a:t>efficitur</a:t>
                </a:r>
                <a:r>
                  <a:rPr lang="en-GB" sz="1200">
                    <a:solidFill>
                      <a:schemeClr val="tx2"/>
                    </a:solidFill>
                  </a:rPr>
                  <a:t>. Nam</a:t>
                </a:r>
              </a:p>
            </p:txBody>
          </p:sp>
        </p:grpSp>
        <p:grpSp>
          <p:nvGrpSpPr>
            <p:cNvPr id="22" name="Group 21">
              <a:extLst>
                <a:ext uri="{FF2B5EF4-FFF2-40B4-BE49-F238E27FC236}">
                  <a16:creationId xmlns:a16="http://schemas.microsoft.com/office/drawing/2014/main" id="{0CB56645-0E25-FE1E-468E-269FE18AD6BD}"/>
                </a:ext>
              </a:extLst>
            </p:cNvPr>
            <p:cNvGrpSpPr/>
            <p:nvPr/>
          </p:nvGrpSpPr>
          <p:grpSpPr>
            <a:xfrm>
              <a:off x="2522554" y="4001038"/>
              <a:ext cx="2955391" cy="1075836"/>
              <a:chOff x="2522554" y="3608706"/>
              <a:chExt cx="2955391" cy="1075836"/>
            </a:xfrm>
          </p:grpSpPr>
          <p:grpSp>
            <p:nvGrpSpPr>
              <p:cNvPr id="28" name="Group 27">
                <a:extLst>
                  <a:ext uri="{FF2B5EF4-FFF2-40B4-BE49-F238E27FC236}">
                    <a16:creationId xmlns:a16="http://schemas.microsoft.com/office/drawing/2014/main" id="{B72DD511-DBB2-E33F-61DD-239B6D810FE6}"/>
                  </a:ext>
                </a:extLst>
              </p:cNvPr>
              <p:cNvGrpSpPr/>
              <p:nvPr/>
            </p:nvGrpSpPr>
            <p:grpSpPr>
              <a:xfrm>
                <a:off x="2522554" y="3608706"/>
                <a:ext cx="815006" cy="815406"/>
                <a:chOff x="1557354" y="3303544"/>
                <a:chExt cx="1325602" cy="1326253"/>
              </a:xfrm>
            </p:grpSpPr>
            <p:sp>
              <p:nvSpPr>
                <p:cNvPr id="30" name="Oval 29">
                  <a:extLst>
                    <a:ext uri="{FF2B5EF4-FFF2-40B4-BE49-F238E27FC236}">
                      <a16:creationId xmlns:a16="http://schemas.microsoft.com/office/drawing/2014/main" id="{840F5C7F-920D-7886-E49C-970A40E047E4}"/>
                    </a:ext>
                  </a:extLst>
                </p:cNvPr>
                <p:cNvSpPr/>
                <p:nvPr/>
              </p:nvSpPr>
              <p:spPr>
                <a:xfrm>
                  <a:off x="1557354" y="3303544"/>
                  <a:ext cx="1325602" cy="1326253"/>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1" name="Graphic 30">
                  <a:extLst>
                    <a:ext uri="{FF2B5EF4-FFF2-40B4-BE49-F238E27FC236}">
                      <a16:creationId xmlns:a16="http://schemas.microsoft.com/office/drawing/2014/main" id="{5977EE5E-EE4C-2C83-2707-678216CC16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27925" y="3652935"/>
                  <a:ext cx="584462" cy="627472"/>
                </a:xfrm>
                <a:prstGeom prst="rect">
                  <a:avLst/>
                </a:prstGeom>
              </p:spPr>
            </p:pic>
          </p:grpSp>
          <p:sp>
            <p:nvSpPr>
              <p:cNvPr id="29" name="TextBox 28">
                <a:extLst>
                  <a:ext uri="{FF2B5EF4-FFF2-40B4-BE49-F238E27FC236}">
                    <a16:creationId xmlns:a16="http://schemas.microsoft.com/office/drawing/2014/main" id="{28D79BDE-BF83-385D-E0CF-6C4224B49AC7}"/>
                  </a:ext>
                </a:extLst>
              </p:cNvPr>
              <p:cNvSpPr txBox="1"/>
              <p:nvPr/>
            </p:nvSpPr>
            <p:spPr>
              <a:xfrm>
                <a:off x="3469323" y="3619722"/>
                <a:ext cx="2008622" cy="1064820"/>
              </a:xfrm>
              <a:prstGeom prst="rect">
                <a:avLst/>
              </a:prstGeom>
              <a:noFill/>
            </p:spPr>
            <p:txBody>
              <a:bodyPr wrap="square" lIns="0" tIns="0" rIns="0" bIns="0" rtlCol="0">
                <a:noAutofit/>
              </a:bodyPr>
              <a:lstStyle/>
              <a:p>
                <a:pPr marL="0" algn="l">
                  <a:spcAft>
                    <a:spcPts val="600"/>
                  </a:spcAft>
                </a:pPr>
                <a:r>
                  <a:rPr lang="en-GB" sz="1400">
                    <a:solidFill>
                      <a:srgbClr val="3B3482"/>
                    </a:solidFill>
                    <a:latin typeface="+mj-lt"/>
                  </a:rPr>
                  <a:t>Text here.</a:t>
                </a:r>
              </a:p>
              <a:p>
                <a:pPr marL="0" algn="l">
                  <a:spcAft>
                    <a:spcPts val="600"/>
                  </a:spcAft>
                </a:pPr>
                <a:r>
                  <a:rPr lang="en-GB" sz="1200">
                    <a:solidFill>
                      <a:schemeClr val="tx2"/>
                    </a:solidFill>
                  </a:rPr>
                  <a:t>Lorem ipsum </a:t>
                </a:r>
                <a:r>
                  <a:rPr lang="en-GB" sz="1200" err="1">
                    <a:solidFill>
                      <a:schemeClr val="tx2"/>
                    </a:solidFill>
                  </a:rPr>
                  <a:t>dolor</a:t>
                </a:r>
                <a:r>
                  <a:rPr lang="en-GB" sz="1200">
                    <a:solidFill>
                      <a:schemeClr val="tx2"/>
                    </a:solidFill>
                  </a:rPr>
                  <a:t> sit </a:t>
                </a:r>
                <a:r>
                  <a:rPr lang="en-GB" sz="1200" err="1">
                    <a:solidFill>
                      <a:schemeClr val="tx2"/>
                    </a:solidFill>
                  </a:rPr>
                  <a:t>amet</a:t>
                </a:r>
                <a:r>
                  <a:rPr lang="en-GB" sz="1200">
                    <a:solidFill>
                      <a:schemeClr val="tx2"/>
                    </a:solidFill>
                  </a:rPr>
                  <a:t>, </a:t>
                </a:r>
                <a:r>
                  <a:rPr lang="en-GB" sz="1200" err="1">
                    <a:solidFill>
                      <a:schemeClr val="tx2"/>
                    </a:solidFill>
                  </a:rPr>
                  <a:t>consectetur</a:t>
                </a:r>
                <a:r>
                  <a:rPr lang="en-GB" sz="1200">
                    <a:solidFill>
                      <a:schemeClr val="tx2"/>
                    </a:solidFill>
                  </a:rPr>
                  <a:t> </a:t>
                </a:r>
                <a:r>
                  <a:rPr lang="en-GB" sz="1200" err="1">
                    <a:solidFill>
                      <a:schemeClr val="tx2"/>
                    </a:solidFill>
                  </a:rPr>
                  <a:t>adipiscing</a:t>
                </a:r>
                <a:r>
                  <a:rPr lang="en-GB" sz="1200">
                    <a:solidFill>
                      <a:schemeClr val="tx2"/>
                    </a:solidFill>
                  </a:rPr>
                  <a:t> </a:t>
                </a:r>
                <a:r>
                  <a:rPr lang="en-GB" sz="1200" err="1">
                    <a:solidFill>
                      <a:schemeClr val="tx2"/>
                    </a:solidFill>
                  </a:rPr>
                  <a:t>elit</a:t>
                </a:r>
                <a:r>
                  <a:rPr lang="en-GB" sz="1200">
                    <a:solidFill>
                      <a:schemeClr val="tx2"/>
                    </a:solidFill>
                  </a:rPr>
                  <a:t>. Morbi </a:t>
                </a:r>
                <a:r>
                  <a:rPr lang="en-GB" sz="1200" err="1">
                    <a:solidFill>
                      <a:schemeClr val="tx2"/>
                    </a:solidFill>
                  </a:rPr>
                  <a:t>posuere</a:t>
                </a:r>
                <a:r>
                  <a:rPr lang="en-GB" sz="1200">
                    <a:solidFill>
                      <a:schemeClr val="tx2"/>
                    </a:solidFill>
                  </a:rPr>
                  <a:t> et </a:t>
                </a:r>
                <a:r>
                  <a:rPr lang="en-GB" sz="1200" err="1">
                    <a:solidFill>
                      <a:schemeClr val="tx2"/>
                    </a:solidFill>
                  </a:rPr>
                  <a:t>sem</a:t>
                </a:r>
                <a:r>
                  <a:rPr lang="en-GB" sz="1200">
                    <a:solidFill>
                      <a:schemeClr val="tx2"/>
                    </a:solidFill>
                  </a:rPr>
                  <a:t> a </a:t>
                </a:r>
                <a:r>
                  <a:rPr lang="en-GB" sz="1200" err="1">
                    <a:solidFill>
                      <a:schemeClr val="tx2"/>
                    </a:solidFill>
                  </a:rPr>
                  <a:t>efficitur</a:t>
                </a:r>
                <a:r>
                  <a:rPr lang="en-GB" sz="1200">
                    <a:solidFill>
                      <a:schemeClr val="tx2"/>
                    </a:solidFill>
                  </a:rPr>
                  <a:t>. Nam</a:t>
                </a:r>
              </a:p>
            </p:txBody>
          </p:sp>
        </p:grpSp>
        <p:grpSp>
          <p:nvGrpSpPr>
            <p:cNvPr id="23" name="Group 22">
              <a:extLst>
                <a:ext uri="{FF2B5EF4-FFF2-40B4-BE49-F238E27FC236}">
                  <a16:creationId xmlns:a16="http://schemas.microsoft.com/office/drawing/2014/main" id="{8930ABA7-B18B-4E7E-063C-4942FC2D947A}"/>
                </a:ext>
              </a:extLst>
            </p:cNvPr>
            <p:cNvGrpSpPr/>
            <p:nvPr/>
          </p:nvGrpSpPr>
          <p:grpSpPr>
            <a:xfrm>
              <a:off x="2522554" y="5376546"/>
              <a:ext cx="2955391" cy="1075836"/>
              <a:chOff x="2522554" y="5376546"/>
              <a:chExt cx="2955391" cy="1075836"/>
            </a:xfrm>
          </p:grpSpPr>
          <p:grpSp>
            <p:nvGrpSpPr>
              <p:cNvPr id="24" name="Group 23">
                <a:extLst>
                  <a:ext uri="{FF2B5EF4-FFF2-40B4-BE49-F238E27FC236}">
                    <a16:creationId xmlns:a16="http://schemas.microsoft.com/office/drawing/2014/main" id="{E910618F-D0FE-677E-DAC6-FBD800F85BD0}"/>
                  </a:ext>
                </a:extLst>
              </p:cNvPr>
              <p:cNvGrpSpPr/>
              <p:nvPr/>
            </p:nvGrpSpPr>
            <p:grpSpPr>
              <a:xfrm>
                <a:off x="2522554" y="5376546"/>
                <a:ext cx="815006" cy="815406"/>
                <a:chOff x="1557354" y="3303544"/>
                <a:chExt cx="1325602" cy="1326253"/>
              </a:xfrm>
            </p:grpSpPr>
            <p:sp>
              <p:nvSpPr>
                <p:cNvPr id="26" name="Oval 25">
                  <a:extLst>
                    <a:ext uri="{FF2B5EF4-FFF2-40B4-BE49-F238E27FC236}">
                      <a16:creationId xmlns:a16="http://schemas.microsoft.com/office/drawing/2014/main" id="{FB877DB8-AFFD-8332-B01A-1D2DFD6F89CA}"/>
                    </a:ext>
                  </a:extLst>
                </p:cNvPr>
                <p:cNvSpPr/>
                <p:nvPr/>
              </p:nvSpPr>
              <p:spPr>
                <a:xfrm>
                  <a:off x="1557354" y="3303544"/>
                  <a:ext cx="1325602" cy="1326253"/>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7" name="Graphic 26">
                  <a:extLst>
                    <a:ext uri="{FF2B5EF4-FFF2-40B4-BE49-F238E27FC236}">
                      <a16:creationId xmlns:a16="http://schemas.microsoft.com/office/drawing/2014/main" id="{0C0AAF14-245F-FA88-6EA9-10868029F7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27925" y="3652935"/>
                  <a:ext cx="584462" cy="627472"/>
                </a:xfrm>
                <a:prstGeom prst="rect">
                  <a:avLst/>
                </a:prstGeom>
              </p:spPr>
            </p:pic>
          </p:grpSp>
          <p:sp>
            <p:nvSpPr>
              <p:cNvPr id="25" name="TextBox 24">
                <a:extLst>
                  <a:ext uri="{FF2B5EF4-FFF2-40B4-BE49-F238E27FC236}">
                    <a16:creationId xmlns:a16="http://schemas.microsoft.com/office/drawing/2014/main" id="{7A2AD57A-126A-DDF7-70EF-E217C14B7A3E}"/>
                  </a:ext>
                </a:extLst>
              </p:cNvPr>
              <p:cNvSpPr txBox="1"/>
              <p:nvPr/>
            </p:nvSpPr>
            <p:spPr>
              <a:xfrm>
                <a:off x="3469323" y="5387562"/>
                <a:ext cx="2008622" cy="1064820"/>
              </a:xfrm>
              <a:prstGeom prst="rect">
                <a:avLst/>
              </a:prstGeom>
              <a:noFill/>
            </p:spPr>
            <p:txBody>
              <a:bodyPr wrap="square" lIns="0" tIns="0" rIns="0" bIns="0" rtlCol="0">
                <a:noAutofit/>
              </a:bodyPr>
              <a:lstStyle/>
              <a:p>
                <a:pPr marL="0" algn="l">
                  <a:spcAft>
                    <a:spcPts val="600"/>
                  </a:spcAft>
                </a:pPr>
                <a:r>
                  <a:rPr lang="en-GB" sz="1400">
                    <a:solidFill>
                      <a:srgbClr val="3B3482"/>
                    </a:solidFill>
                    <a:latin typeface="+mj-lt"/>
                  </a:rPr>
                  <a:t>Text here.</a:t>
                </a:r>
              </a:p>
              <a:p>
                <a:pPr marL="0" algn="l">
                  <a:spcAft>
                    <a:spcPts val="600"/>
                  </a:spcAft>
                </a:pPr>
                <a:r>
                  <a:rPr lang="en-GB" sz="1200">
                    <a:solidFill>
                      <a:schemeClr val="tx2"/>
                    </a:solidFill>
                  </a:rPr>
                  <a:t>Lorem ipsum </a:t>
                </a:r>
                <a:r>
                  <a:rPr lang="en-GB" sz="1200" err="1">
                    <a:solidFill>
                      <a:schemeClr val="tx2"/>
                    </a:solidFill>
                  </a:rPr>
                  <a:t>dolor</a:t>
                </a:r>
                <a:r>
                  <a:rPr lang="en-GB" sz="1200">
                    <a:solidFill>
                      <a:schemeClr val="tx2"/>
                    </a:solidFill>
                  </a:rPr>
                  <a:t> sit </a:t>
                </a:r>
                <a:r>
                  <a:rPr lang="en-GB" sz="1200" err="1">
                    <a:solidFill>
                      <a:schemeClr val="tx2"/>
                    </a:solidFill>
                  </a:rPr>
                  <a:t>amet</a:t>
                </a:r>
                <a:r>
                  <a:rPr lang="en-GB" sz="1200">
                    <a:solidFill>
                      <a:schemeClr val="tx2"/>
                    </a:solidFill>
                  </a:rPr>
                  <a:t>, </a:t>
                </a:r>
                <a:r>
                  <a:rPr lang="en-GB" sz="1200" err="1">
                    <a:solidFill>
                      <a:schemeClr val="tx2"/>
                    </a:solidFill>
                  </a:rPr>
                  <a:t>consectetur</a:t>
                </a:r>
                <a:r>
                  <a:rPr lang="en-GB" sz="1200">
                    <a:solidFill>
                      <a:schemeClr val="tx2"/>
                    </a:solidFill>
                  </a:rPr>
                  <a:t> </a:t>
                </a:r>
                <a:r>
                  <a:rPr lang="en-GB" sz="1200" err="1">
                    <a:solidFill>
                      <a:schemeClr val="tx2"/>
                    </a:solidFill>
                  </a:rPr>
                  <a:t>adipiscing</a:t>
                </a:r>
                <a:r>
                  <a:rPr lang="en-GB" sz="1200">
                    <a:solidFill>
                      <a:schemeClr val="tx2"/>
                    </a:solidFill>
                  </a:rPr>
                  <a:t> </a:t>
                </a:r>
                <a:r>
                  <a:rPr lang="en-GB" sz="1200" err="1">
                    <a:solidFill>
                      <a:schemeClr val="tx2"/>
                    </a:solidFill>
                  </a:rPr>
                  <a:t>elit</a:t>
                </a:r>
                <a:r>
                  <a:rPr lang="en-GB" sz="1200">
                    <a:solidFill>
                      <a:schemeClr val="tx2"/>
                    </a:solidFill>
                  </a:rPr>
                  <a:t>. Morbi </a:t>
                </a:r>
                <a:r>
                  <a:rPr lang="en-GB" sz="1200" err="1">
                    <a:solidFill>
                      <a:schemeClr val="tx2"/>
                    </a:solidFill>
                  </a:rPr>
                  <a:t>posuere</a:t>
                </a:r>
                <a:r>
                  <a:rPr lang="en-GB" sz="1200">
                    <a:solidFill>
                      <a:schemeClr val="tx2"/>
                    </a:solidFill>
                  </a:rPr>
                  <a:t> et </a:t>
                </a:r>
                <a:r>
                  <a:rPr lang="en-GB" sz="1200" err="1">
                    <a:solidFill>
                      <a:schemeClr val="tx2"/>
                    </a:solidFill>
                  </a:rPr>
                  <a:t>sem</a:t>
                </a:r>
                <a:r>
                  <a:rPr lang="en-GB" sz="1200">
                    <a:solidFill>
                      <a:schemeClr val="tx2"/>
                    </a:solidFill>
                  </a:rPr>
                  <a:t> a </a:t>
                </a:r>
                <a:r>
                  <a:rPr lang="en-GB" sz="1200" err="1">
                    <a:solidFill>
                      <a:schemeClr val="tx2"/>
                    </a:solidFill>
                  </a:rPr>
                  <a:t>efficitur</a:t>
                </a:r>
                <a:r>
                  <a:rPr lang="en-GB" sz="1200">
                    <a:solidFill>
                      <a:schemeClr val="tx2"/>
                    </a:solidFill>
                  </a:rPr>
                  <a:t>. Nam</a:t>
                </a:r>
              </a:p>
            </p:txBody>
          </p:sp>
        </p:grpSp>
      </p:grpSp>
      <p:sp>
        <p:nvSpPr>
          <p:cNvPr id="36" name="Text Placeholder 6">
            <a:extLst>
              <a:ext uri="{FF2B5EF4-FFF2-40B4-BE49-F238E27FC236}">
                <a16:creationId xmlns:a16="http://schemas.microsoft.com/office/drawing/2014/main" id="{7EFCE28C-C508-647E-9D72-7664250D636D}"/>
              </a:ext>
            </a:extLst>
          </p:cNvPr>
          <p:cNvSpPr txBox="1">
            <a:spLocks/>
          </p:cNvSpPr>
          <p:nvPr/>
        </p:nvSpPr>
        <p:spPr>
          <a:xfrm>
            <a:off x="6877032" y="2550160"/>
            <a:ext cx="2894400" cy="4482120"/>
          </a:xfrm>
          <a:prstGeom prst="rect">
            <a:avLst/>
          </a:prstGeom>
        </p:spPr>
        <p:txBody>
          <a:bodyPr lIns="0" tIns="0" rIns="0" bIns="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Lorem ipsum </a:t>
            </a:r>
            <a:r>
              <a:rPr lang="en-GB" sz="1600" err="1"/>
              <a:t>dolor</a:t>
            </a:r>
            <a:r>
              <a:rPr lang="en-GB" sz="1600"/>
              <a:t> sit </a:t>
            </a:r>
            <a:r>
              <a:rPr lang="en-GB" sz="1600" err="1"/>
              <a:t>amet</a:t>
            </a:r>
            <a:r>
              <a:rPr lang="en-GB" sz="1600"/>
              <a:t>, </a:t>
            </a:r>
            <a:r>
              <a:rPr lang="en-GB" sz="1600" err="1"/>
              <a:t>consectetur</a:t>
            </a:r>
            <a:endParaRPr lang="en-GB" sz="1600"/>
          </a:p>
          <a:p>
            <a:pPr lvl="1"/>
            <a:r>
              <a:rPr lang="en-GB" sz="1400"/>
              <a:t>Cras </a:t>
            </a:r>
            <a:r>
              <a:rPr lang="en-GB" sz="1400" err="1"/>
              <a:t>dolor</a:t>
            </a:r>
            <a:r>
              <a:rPr lang="en-GB" sz="1400"/>
              <a:t> ex, pharetra </a:t>
            </a:r>
            <a:r>
              <a:rPr lang="en-GB" sz="1400" err="1"/>
              <a:t>nec</a:t>
            </a:r>
            <a:r>
              <a:rPr lang="en-GB" sz="1400"/>
              <a:t> pharetra at, </a:t>
            </a:r>
            <a:r>
              <a:rPr lang="en-GB" sz="1400" err="1"/>
              <a:t>condimentum</a:t>
            </a:r>
            <a:r>
              <a:rPr lang="en-GB" sz="1400"/>
              <a:t> a </a:t>
            </a:r>
            <a:r>
              <a:rPr lang="en-GB" sz="1400" err="1"/>
              <a:t>tortor</a:t>
            </a:r>
            <a:r>
              <a:rPr lang="en-GB" sz="1400"/>
              <a:t>. </a:t>
            </a:r>
          </a:p>
          <a:p>
            <a:pPr lvl="2"/>
            <a:r>
              <a:rPr lang="en-GB" sz="1400"/>
              <a:t>Cras vitae </a:t>
            </a:r>
            <a:r>
              <a:rPr lang="en-GB" sz="1400" err="1"/>
              <a:t>pretium</a:t>
            </a:r>
            <a:r>
              <a:rPr lang="en-GB" sz="1400"/>
              <a:t> </a:t>
            </a:r>
            <a:r>
              <a:rPr lang="en-GB" sz="1400" err="1"/>
              <a:t>nisl</a:t>
            </a:r>
            <a:r>
              <a:rPr lang="en-GB" sz="1400"/>
              <a:t>. </a:t>
            </a:r>
            <a:r>
              <a:rPr lang="en-GB" sz="1400" err="1"/>
              <a:t>Suspendisse</a:t>
            </a:r>
            <a:r>
              <a:rPr lang="en-GB" sz="1400"/>
              <a:t> at magna </a:t>
            </a:r>
            <a:r>
              <a:rPr lang="en-GB" sz="1400" err="1"/>
              <a:t>sed</a:t>
            </a:r>
            <a:r>
              <a:rPr lang="en-GB" sz="1400"/>
              <a:t> </a:t>
            </a:r>
            <a:r>
              <a:rPr lang="en-GB" sz="1400" err="1"/>
              <a:t>lectus</a:t>
            </a:r>
            <a:r>
              <a:rPr lang="en-GB" sz="1400"/>
              <a:t> </a:t>
            </a:r>
            <a:r>
              <a:rPr lang="en-GB" sz="1400" err="1"/>
              <a:t>consequat</a:t>
            </a:r>
            <a:r>
              <a:rPr lang="en-GB" sz="1400"/>
              <a:t> </a:t>
            </a:r>
            <a:r>
              <a:rPr lang="en-GB" sz="1400" err="1"/>
              <a:t>rutrum</a:t>
            </a:r>
            <a:r>
              <a:rPr lang="en-GB" sz="1400"/>
              <a:t>. Proin id </a:t>
            </a:r>
            <a:r>
              <a:rPr lang="en-GB" sz="1400" err="1"/>
              <a:t>nibh</a:t>
            </a:r>
            <a:r>
              <a:rPr lang="en-GB" sz="1400"/>
              <a:t> at nisi </a:t>
            </a:r>
            <a:r>
              <a:rPr lang="en-GB" sz="1400" err="1"/>
              <a:t>molestie</a:t>
            </a:r>
            <a:r>
              <a:rPr lang="en-GB" sz="1400"/>
              <a:t> </a:t>
            </a:r>
            <a:r>
              <a:rPr lang="en-GB" sz="1400" err="1"/>
              <a:t>ullamcorper</a:t>
            </a:r>
            <a:r>
              <a:rPr lang="en-GB" sz="1400"/>
              <a:t>. Cras tempus </a:t>
            </a:r>
            <a:r>
              <a:rPr lang="en-GB" sz="1400" err="1"/>
              <a:t>urna</a:t>
            </a:r>
            <a:r>
              <a:rPr lang="en-GB" sz="1400"/>
              <a:t> </a:t>
            </a:r>
            <a:r>
              <a:rPr lang="en-GB" sz="1400" err="1"/>
              <a:t>augue</a:t>
            </a:r>
            <a:r>
              <a:rPr lang="en-GB" sz="1400"/>
              <a:t>, ac tempus </a:t>
            </a:r>
            <a:r>
              <a:rPr lang="en-GB" sz="1400" err="1"/>
              <a:t>mauris</a:t>
            </a:r>
            <a:r>
              <a:rPr lang="en-GB" sz="1400"/>
              <a:t> </a:t>
            </a:r>
            <a:r>
              <a:rPr lang="en-GB" sz="1400" err="1"/>
              <a:t>ullamcorper</a:t>
            </a:r>
            <a:r>
              <a:rPr lang="en-GB" sz="1400"/>
              <a:t> id. </a:t>
            </a:r>
          </a:p>
          <a:p>
            <a:pPr lvl="3"/>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p>
          <a:p>
            <a:pPr lvl="4"/>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p>
          <a:p>
            <a:pPr lvl="5"/>
            <a:r>
              <a:rPr lang="en-GB" sz="1400" err="1"/>
              <a:t>Phasellus</a:t>
            </a:r>
            <a:r>
              <a:rPr lang="en-GB" sz="1400"/>
              <a:t> </a:t>
            </a:r>
            <a:r>
              <a:rPr lang="en-GB" sz="1400" err="1"/>
              <a:t>accumsan</a:t>
            </a:r>
            <a:r>
              <a:rPr lang="en-GB" sz="1400"/>
              <a:t> ligula at </a:t>
            </a:r>
            <a:r>
              <a:rPr lang="en-GB" sz="1400" err="1"/>
              <a:t>tincidunt</a:t>
            </a:r>
            <a:r>
              <a:rPr lang="en-GB" sz="1400"/>
              <a:t> </a:t>
            </a:r>
            <a:r>
              <a:rPr lang="en-GB" sz="1400" err="1"/>
              <a:t>pellentesque</a:t>
            </a:r>
            <a:r>
              <a:rPr lang="en-GB" sz="1400"/>
              <a:t>.</a:t>
            </a:r>
          </a:p>
        </p:txBody>
      </p:sp>
      <p:sp>
        <p:nvSpPr>
          <p:cNvPr id="37" name="Text Placeholder 11">
            <a:extLst>
              <a:ext uri="{FF2B5EF4-FFF2-40B4-BE49-F238E27FC236}">
                <a16:creationId xmlns:a16="http://schemas.microsoft.com/office/drawing/2014/main" id="{E6DEC2E6-6574-7614-9FF3-6383E5BF9294}"/>
              </a:ext>
            </a:extLst>
          </p:cNvPr>
          <p:cNvSpPr txBox="1">
            <a:spLocks/>
          </p:cNvSpPr>
          <p:nvPr/>
        </p:nvSpPr>
        <p:spPr>
          <a:xfrm>
            <a:off x="10029438" y="2550160"/>
            <a:ext cx="2894400" cy="4482120"/>
          </a:xfrm>
          <a:prstGeom prst="rect">
            <a:avLst/>
          </a:prstGeom>
        </p:spPr>
        <p:txBody>
          <a:bodyPr lIns="0" tIns="0" rIns="0" bIns="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t>Lorem ipsum </a:t>
            </a:r>
            <a:r>
              <a:rPr lang="en-GB" sz="1600" err="1"/>
              <a:t>dolor</a:t>
            </a:r>
            <a:r>
              <a:rPr lang="en-GB" sz="1600"/>
              <a:t> sit </a:t>
            </a:r>
            <a:r>
              <a:rPr lang="en-GB" sz="1600" err="1"/>
              <a:t>amet</a:t>
            </a:r>
            <a:r>
              <a:rPr lang="en-GB" sz="1600"/>
              <a:t>, </a:t>
            </a:r>
            <a:r>
              <a:rPr lang="en-GB" sz="1600" err="1"/>
              <a:t>consectetur</a:t>
            </a:r>
            <a:endParaRPr lang="en-GB" sz="1600"/>
          </a:p>
          <a:p>
            <a:pPr lvl="1"/>
            <a:r>
              <a:rPr lang="en-GB" sz="1400"/>
              <a:t>Cras </a:t>
            </a:r>
            <a:r>
              <a:rPr lang="en-GB" sz="1400" err="1"/>
              <a:t>dolor</a:t>
            </a:r>
            <a:r>
              <a:rPr lang="en-GB" sz="1400"/>
              <a:t> ex, pharetra </a:t>
            </a:r>
            <a:r>
              <a:rPr lang="en-GB" sz="1400" err="1"/>
              <a:t>nec</a:t>
            </a:r>
            <a:r>
              <a:rPr lang="en-GB" sz="1400"/>
              <a:t> pharetra at, </a:t>
            </a:r>
            <a:r>
              <a:rPr lang="en-GB" sz="1400" err="1"/>
              <a:t>condimentum</a:t>
            </a:r>
            <a:r>
              <a:rPr lang="en-GB" sz="1400"/>
              <a:t> a </a:t>
            </a:r>
            <a:r>
              <a:rPr lang="en-GB" sz="1400" err="1"/>
              <a:t>tortor</a:t>
            </a:r>
            <a:r>
              <a:rPr lang="en-GB" sz="1400"/>
              <a:t>. </a:t>
            </a:r>
          </a:p>
          <a:p>
            <a:pPr lvl="2"/>
            <a:r>
              <a:rPr lang="en-GB" sz="1400"/>
              <a:t>Cras vitae </a:t>
            </a:r>
            <a:r>
              <a:rPr lang="en-GB" sz="1400" err="1"/>
              <a:t>pretium</a:t>
            </a:r>
            <a:r>
              <a:rPr lang="en-GB" sz="1400"/>
              <a:t> </a:t>
            </a:r>
            <a:r>
              <a:rPr lang="en-GB" sz="1400" err="1"/>
              <a:t>nisl</a:t>
            </a:r>
            <a:r>
              <a:rPr lang="en-GB" sz="1400"/>
              <a:t>. </a:t>
            </a:r>
            <a:r>
              <a:rPr lang="en-GB" sz="1400" err="1"/>
              <a:t>Suspendisse</a:t>
            </a:r>
            <a:r>
              <a:rPr lang="en-GB" sz="1400"/>
              <a:t> at magna </a:t>
            </a:r>
            <a:r>
              <a:rPr lang="en-GB" sz="1400" err="1"/>
              <a:t>sed</a:t>
            </a:r>
            <a:r>
              <a:rPr lang="en-GB" sz="1400"/>
              <a:t> </a:t>
            </a:r>
            <a:r>
              <a:rPr lang="en-GB" sz="1400" err="1"/>
              <a:t>lectus</a:t>
            </a:r>
            <a:r>
              <a:rPr lang="en-GB" sz="1400"/>
              <a:t> </a:t>
            </a:r>
            <a:r>
              <a:rPr lang="en-GB" sz="1400" err="1"/>
              <a:t>consequat</a:t>
            </a:r>
            <a:r>
              <a:rPr lang="en-GB" sz="1400"/>
              <a:t> </a:t>
            </a:r>
            <a:r>
              <a:rPr lang="en-GB" sz="1400" err="1"/>
              <a:t>rutrum</a:t>
            </a:r>
            <a:r>
              <a:rPr lang="en-GB" sz="1400"/>
              <a:t>. Proin id </a:t>
            </a:r>
            <a:r>
              <a:rPr lang="en-GB" sz="1400" err="1"/>
              <a:t>nibh</a:t>
            </a:r>
            <a:r>
              <a:rPr lang="en-GB" sz="1400"/>
              <a:t> at nisi </a:t>
            </a:r>
            <a:r>
              <a:rPr lang="en-GB" sz="1400" err="1"/>
              <a:t>molestie</a:t>
            </a:r>
            <a:r>
              <a:rPr lang="en-GB" sz="1400"/>
              <a:t> </a:t>
            </a:r>
            <a:r>
              <a:rPr lang="en-GB" sz="1400" err="1"/>
              <a:t>ullamcorper</a:t>
            </a:r>
            <a:r>
              <a:rPr lang="en-GB" sz="1400"/>
              <a:t>. Cras tempus </a:t>
            </a:r>
            <a:r>
              <a:rPr lang="en-GB" sz="1400" err="1"/>
              <a:t>urna</a:t>
            </a:r>
            <a:r>
              <a:rPr lang="en-GB" sz="1400"/>
              <a:t> </a:t>
            </a:r>
            <a:r>
              <a:rPr lang="en-GB" sz="1400" err="1"/>
              <a:t>augue</a:t>
            </a:r>
            <a:r>
              <a:rPr lang="en-GB" sz="1400"/>
              <a:t>, ac tempus </a:t>
            </a:r>
            <a:r>
              <a:rPr lang="en-GB" sz="1400" err="1"/>
              <a:t>mauris</a:t>
            </a:r>
            <a:r>
              <a:rPr lang="en-GB" sz="1400"/>
              <a:t> </a:t>
            </a:r>
            <a:r>
              <a:rPr lang="en-GB" sz="1400" err="1"/>
              <a:t>ullamcorper</a:t>
            </a:r>
            <a:r>
              <a:rPr lang="en-GB" sz="1400"/>
              <a:t> id. </a:t>
            </a:r>
          </a:p>
          <a:p>
            <a:pPr lvl="3"/>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p>
          <a:p>
            <a:pPr lvl="4"/>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p>
          <a:p>
            <a:pPr lvl="5"/>
            <a:r>
              <a:rPr lang="en-GB" sz="1400" err="1"/>
              <a:t>Phasellus</a:t>
            </a:r>
            <a:r>
              <a:rPr lang="en-GB" sz="1400"/>
              <a:t> </a:t>
            </a:r>
            <a:r>
              <a:rPr lang="en-GB" sz="1400" err="1"/>
              <a:t>accumsan</a:t>
            </a:r>
            <a:r>
              <a:rPr lang="en-GB" sz="1400"/>
              <a:t> ligula at </a:t>
            </a:r>
            <a:r>
              <a:rPr lang="en-GB" sz="1400" err="1"/>
              <a:t>tincidunt</a:t>
            </a:r>
            <a:r>
              <a:rPr lang="en-GB" sz="1400"/>
              <a:t> </a:t>
            </a:r>
            <a:r>
              <a:rPr lang="en-GB" sz="1400" err="1"/>
              <a:t>pellentesque</a:t>
            </a:r>
            <a:r>
              <a:rPr lang="en-GB" sz="1400"/>
              <a:t>.</a:t>
            </a:r>
          </a:p>
        </p:txBody>
      </p:sp>
      <p:sp>
        <p:nvSpPr>
          <p:cNvPr id="38" name="Text Placeholder 6">
            <a:extLst>
              <a:ext uri="{FF2B5EF4-FFF2-40B4-BE49-F238E27FC236}">
                <a16:creationId xmlns:a16="http://schemas.microsoft.com/office/drawing/2014/main" id="{185CFE65-A3FA-09E5-0C83-393696168A34}"/>
              </a:ext>
            </a:extLst>
          </p:cNvPr>
          <p:cNvSpPr txBox="1">
            <a:spLocks/>
          </p:cNvSpPr>
          <p:nvPr/>
        </p:nvSpPr>
        <p:spPr>
          <a:xfrm>
            <a:off x="6877032" y="1783080"/>
            <a:ext cx="2894400" cy="675640"/>
          </a:xfrm>
          <a:prstGeom prst="rect">
            <a:avLst/>
          </a:prstGeom>
        </p:spPr>
        <p:txBody>
          <a:bodyPr lIns="0" tIns="0" rIns="0" bIns="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4800"/>
              <a:t>1.</a:t>
            </a:r>
          </a:p>
        </p:txBody>
      </p:sp>
      <p:sp>
        <p:nvSpPr>
          <p:cNvPr id="39" name="Text Placeholder 11">
            <a:extLst>
              <a:ext uri="{FF2B5EF4-FFF2-40B4-BE49-F238E27FC236}">
                <a16:creationId xmlns:a16="http://schemas.microsoft.com/office/drawing/2014/main" id="{0CAEE946-B90E-8F28-987D-F18A9A6E551C}"/>
              </a:ext>
            </a:extLst>
          </p:cNvPr>
          <p:cNvSpPr txBox="1">
            <a:spLocks/>
          </p:cNvSpPr>
          <p:nvPr/>
        </p:nvSpPr>
        <p:spPr>
          <a:xfrm>
            <a:off x="10029438" y="1783080"/>
            <a:ext cx="2894400" cy="675640"/>
          </a:xfrm>
          <a:prstGeom prst="rect">
            <a:avLst/>
          </a:prstGeom>
        </p:spPr>
        <p:txBody>
          <a:bodyPr lIns="0" tIns="0" rIns="0" bIns="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4800"/>
              <a:t>2.</a:t>
            </a:r>
          </a:p>
        </p:txBody>
      </p:sp>
    </p:spTree>
    <p:extLst>
      <p:ext uri="{BB962C8B-B14F-4D97-AF65-F5344CB8AC3E}">
        <p14:creationId xmlns:p14="http://schemas.microsoft.com/office/powerpoint/2010/main" val="2455870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4">
            <a:extLst>
              <a:ext uri="{FF2B5EF4-FFF2-40B4-BE49-F238E27FC236}">
                <a16:creationId xmlns:a16="http://schemas.microsoft.com/office/drawing/2014/main" id="{8F41F08C-0EA9-9CC9-115C-B8B1454C3939}"/>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28403" r="33589" b="21897"/>
          <a:stretch/>
        </p:blipFill>
        <p:spPr>
          <a:xfrm>
            <a:off x="10029438" y="1800225"/>
            <a:ext cx="3434150" cy="5221288"/>
          </a:xfrm>
          <a:prstGeom prst="rect">
            <a:avLst/>
          </a:prstGeom>
        </p:spPr>
      </p:pic>
      <p:sp>
        <p:nvSpPr>
          <p:cNvPr id="2" name="Subtitle 1">
            <a:extLst>
              <a:ext uri="{FF2B5EF4-FFF2-40B4-BE49-F238E27FC236}">
                <a16:creationId xmlns:a16="http://schemas.microsoft.com/office/drawing/2014/main" id="{819A887D-E69E-BD84-C0BE-5D0D71EDE7BF}"/>
              </a:ext>
            </a:extLst>
          </p:cNvPr>
          <p:cNvSpPr>
            <a:spLocks noGrp="1"/>
          </p:cNvSpPr>
          <p:nvPr>
            <p:ph type="subTitle" idx="13"/>
          </p:nvPr>
        </p:nvSpPr>
        <p:spPr>
          <a:xfrm>
            <a:off x="539749" y="286056"/>
            <a:ext cx="12384088" cy="246221"/>
          </a:xfrm>
        </p:spPr>
        <p:txBody>
          <a:bodyPr/>
          <a:lstStyle/>
          <a:p>
            <a:r>
              <a:rPr lang="en-GB"/>
              <a:t>Subheading</a:t>
            </a:r>
          </a:p>
        </p:txBody>
      </p:sp>
      <p:sp>
        <p:nvSpPr>
          <p:cNvPr id="3" name="Title 2">
            <a:extLst>
              <a:ext uri="{FF2B5EF4-FFF2-40B4-BE49-F238E27FC236}">
                <a16:creationId xmlns:a16="http://schemas.microsoft.com/office/drawing/2014/main" id="{3AE8C030-4E1A-0E8C-8582-845A0F295B75}"/>
              </a:ext>
            </a:extLst>
          </p:cNvPr>
          <p:cNvSpPr>
            <a:spLocks noGrp="1"/>
          </p:cNvSpPr>
          <p:nvPr>
            <p:ph type="title"/>
          </p:nvPr>
        </p:nvSpPr>
        <p:spPr/>
        <p:txBody>
          <a:bodyPr/>
          <a:lstStyle/>
          <a:p>
            <a:r>
              <a:rPr lang="en-GB"/>
              <a:t>Case study</a:t>
            </a:r>
          </a:p>
        </p:txBody>
      </p:sp>
      <p:sp>
        <p:nvSpPr>
          <p:cNvPr id="4" name="Rectangle 3">
            <a:extLst>
              <a:ext uri="{FF2B5EF4-FFF2-40B4-BE49-F238E27FC236}">
                <a16:creationId xmlns:a16="http://schemas.microsoft.com/office/drawing/2014/main" id="{27286CC1-BE08-BA00-C268-DA6BA4ECC318}"/>
              </a:ext>
            </a:extLst>
          </p:cNvPr>
          <p:cNvSpPr/>
          <p:nvPr/>
        </p:nvSpPr>
        <p:spPr>
          <a:xfrm>
            <a:off x="0" y="1799456"/>
            <a:ext cx="10029438" cy="5221288"/>
          </a:xfrm>
          <a:prstGeom prst="rect">
            <a:avLst/>
          </a:prstGeom>
          <a:solidFill>
            <a:srgbClr val="FDEFED"/>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5" name="Text Placeholder 7">
            <a:extLst>
              <a:ext uri="{FF2B5EF4-FFF2-40B4-BE49-F238E27FC236}">
                <a16:creationId xmlns:a16="http://schemas.microsoft.com/office/drawing/2014/main" id="{6A1DA33C-0EEC-2974-AAF5-7FA210799D07}"/>
              </a:ext>
            </a:extLst>
          </p:cNvPr>
          <p:cNvSpPr txBox="1">
            <a:spLocks/>
          </p:cNvSpPr>
          <p:nvPr/>
        </p:nvSpPr>
        <p:spPr>
          <a:xfrm>
            <a:off x="538164" y="2862849"/>
            <a:ext cx="3152244" cy="4008121"/>
          </a:xfrm>
          <a:prstGeom prst="rect">
            <a:avLst/>
          </a:prstGeom>
        </p:spPr>
        <p:txBody>
          <a:bodyPr lIns="0" tIns="0" rIns="0" bIns="0"/>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accent1"/>
                </a:solidFill>
              </a:rPr>
              <a:t>Lorem ipsum </a:t>
            </a:r>
            <a:r>
              <a:rPr lang="en-GB" err="1">
                <a:solidFill>
                  <a:schemeClr val="accent1"/>
                </a:solidFill>
              </a:rPr>
              <a:t>dolor</a:t>
            </a:r>
            <a:r>
              <a:rPr lang="en-GB">
                <a:solidFill>
                  <a:schemeClr val="accent1"/>
                </a:solidFill>
              </a:rPr>
              <a:t> sit </a:t>
            </a:r>
            <a:r>
              <a:rPr lang="en-GB" err="1">
                <a:solidFill>
                  <a:schemeClr val="accent1"/>
                </a:solidFill>
              </a:rPr>
              <a:t>amet</a:t>
            </a:r>
            <a:r>
              <a:rPr lang="en-GB">
                <a:solidFill>
                  <a:schemeClr val="accent1"/>
                </a:solidFill>
              </a:rPr>
              <a:t>, </a:t>
            </a:r>
            <a:r>
              <a:rPr lang="en-GB" err="1">
                <a:solidFill>
                  <a:schemeClr val="accent1"/>
                </a:solidFill>
              </a:rPr>
              <a:t>consectetur</a:t>
            </a:r>
            <a:r>
              <a:rPr lang="en-GB">
                <a:solidFill>
                  <a:schemeClr val="accent1"/>
                </a:solidFill>
              </a:rPr>
              <a:t> </a:t>
            </a:r>
            <a:r>
              <a:rPr lang="en-GB" err="1">
                <a:solidFill>
                  <a:schemeClr val="accent1"/>
                </a:solidFill>
              </a:rPr>
              <a:t>adipiscing</a:t>
            </a:r>
            <a:r>
              <a:rPr lang="en-GB">
                <a:solidFill>
                  <a:schemeClr val="accent1"/>
                </a:solidFill>
              </a:rPr>
              <a:t> </a:t>
            </a:r>
            <a:r>
              <a:rPr lang="en-GB" err="1">
                <a:solidFill>
                  <a:schemeClr val="accent1"/>
                </a:solidFill>
              </a:rPr>
              <a:t>elit</a:t>
            </a:r>
            <a:r>
              <a:rPr lang="en-GB">
                <a:solidFill>
                  <a:schemeClr val="accent1"/>
                </a:solidFill>
              </a:rPr>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6" name="Text Placeholder 2">
            <a:extLst>
              <a:ext uri="{FF2B5EF4-FFF2-40B4-BE49-F238E27FC236}">
                <a16:creationId xmlns:a16="http://schemas.microsoft.com/office/drawing/2014/main" id="{36AB82AB-98D5-F4BA-6B06-A0AEB66EEA85}"/>
              </a:ext>
            </a:extLst>
          </p:cNvPr>
          <p:cNvSpPr txBox="1">
            <a:spLocks/>
          </p:cNvSpPr>
          <p:nvPr/>
        </p:nvSpPr>
        <p:spPr>
          <a:xfrm>
            <a:off x="2828260" y="1800225"/>
            <a:ext cx="2268000" cy="5221038"/>
          </a:xfrm>
          <a:prstGeom prst="rect">
            <a:avLst/>
          </a:prstGeom>
        </p:spPr>
        <p:txBody>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endParaRPr lang="en-GB"/>
          </a:p>
        </p:txBody>
      </p:sp>
      <p:graphicFrame>
        <p:nvGraphicFramePr>
          <p:cNvPr id="8" name="Table 7">
            <a:extLst>
              <a:ext uri="{FF2B5EF4-FFF2-40B4-BE49-F238E27FC236}">
                <a16:creationId xmlns:a16="http://schemas.microsoft.com/office/drawing/2014/main" id="{803A4CD4-D9A2-F81C-7E00-6E2EB3DA6A4C}"/>
              </a:ext>
            </a:extLst>
          </p:cNvPr>
          <p:cNvGraphicFramePr>
            <a:graphicFrameLocks noGrp="1"/>
          </p:cNvGraphicFramePr>
          <p:nvPr>
            <p:extLst>
              <p:ext uri="{D42A27DB-BD31-4B8C-83A1-F6EECF244321}">
                <p14:modId xmlns:p14="http://schemas.microsoft.com/office/powerpoint/2010/main" val="2202731193"/>
              </p:ext>
            </p:extLst>
          </p:nvPr>
        </p:nvGraphicFramePr>
        <p:xfrm>
          <a:off x="538163" y="1951856"/>
          <a:ext cx="9258980" cy="761220"/>
        </p:xfrm>
        <a:graphic>
          <a:graphicData uri="http://schemas.openxmlformats.org/drawingml/2006/table">
            <a:tbl>
              <a:tblPr firstRow="1" bandRow="1">
                <a:tableStyleId>{5C22544A-7EE6-4342-B048-85BDC9FD1C3A}</a:tableStyleId>
              </a:tblPr>
              <a:tblGrid>
                <a:gridCol w="9258980">
                  <a:extLst>
                    <a:ext uri="{9D8B030D-6E8A-4147-A177-3AD203B41FA5}">
                      <a16:colId xmlns:a16="http://schemas.microsoft.com/office/drawing/2014/main" val="1722468457"/>
                    </a:ext>
                  </a:extLst>
                </a:gridCol>
              </a:tblGrid>
              <a:tr h="0">
                <a:tc>
                  <a:txBody>
                    <a:bodyPr/>
                    <a:lstStyle/>
                    <a:p>
                      <a:pPr marL="0" marR="0" lvl="1" indent="0" algn="l" defTabSz="876134" rtl="0" eaLnBrk="1" fontAlgn="auto" latinLnBrk="0" hangingPunct="1">
                        <a:lnSpc>
                          <a:spcPct val="100000"/>
                        </a:lnSpc>
                        <a:spcBef>
                          <a:spcPts val="0"/>
                        </a:spcBef>
                        <a:spcAft>
                          <a:spcPts val="300"/>
                        </a:spcAft>
                        <a:buClrTx/>
                        <a:buSzTx/>
                        <a:buFontTx/>
                        <a:buNone/>
                        <a:tabLst/>
                        <a:defRPr/>
                      </a:pPr>
                      <a:r>
                        <a:rPr kumimoji="0" lang="en-GB" sz="1400" b="0" i="0" u="none" strike="noStrike" kern="1200" cap="none" spc="0" normalizeH="0" baseline="0" noProof="0">
                          <a:ln>
                            <a:noFill/>
                          </a:ln>
                          <a:solidFill>
                            <a:schemeClr val="accent1"/>
                          </a:solidFill>
                          <a:effectLst/>
                          <a:uLnTx/>
                          <a:uFillTx/>
                          <a:latin typeface="TT Hoves DemiBold"/>
                          <a:ea typeface="+mn-ea"/>
                          <a:cs typeface="+mn-cs"/>
                        </a:rPr>
                        <a:t>Project name</a:t>
                      </a:r>
                    </a:p>
                    <a:p>
                      <a:pPr marL="0" marR="0" lvl="1" indent="0" algn="l" defTabSz="876134" rtl="0" eaLnBrk="1" fontAlgn="auto" latinLnBrk="0" hangingPunct="1">
                        <a:lnSpc>
                          <a:spcPct val="100000"/>
                        </a:lnSpc>
                        <a:spcBef>
                          <a:spcPts val="0"/>
                        </a:spcBef>
                        <a:spcAft>
                          <a:spcPts val="300"/>
                        </a:spcAft>
                        <a:buClrTx/>
                        <a:buSzTx/>
                        <a:buFontTx/>
                        <a:buNone/>
                        <a:tabLst/>
                        <a:defRPr/>
                      </a:pPr>
                      <a:r>
                        <a:rPr kumimoji="0" lang="en-GB" sz="1200" b="0" i="0" u="none" strike="noStrike" kern="1200" cap="none" spc="0" normalizeH="0" baseline="0" noProof="0">
                          <a:ln>
                            <a:noFill/>
                          </a:ln>
                          <a:solidFill>
                            <a:srgbClr val="4F5353"/>
                          </a:solidFill>
                          <a:effectLst/>
                          <a:uLnTx/>
                          <a:uFillTx/>
                          <a:latin typeface="+mn-lt"/>
                          <a:ea typeface="+mn-ea"/>
                          <a:cs typeface="+mn-cs"/>
                        </a:rPr>
                        <a:t>Lorem ipsum </a:t>
                      </a:r>
                      <a:r>
                        <a:rPr kumimoji="0" lang="en-GB" sz="1200" b="0" i="0" u="none" strike="noStrike" kern="1200" cap="none" spc="0" normalizeH="0" baseline="0" noProof="0" err="1">
                          <a:ln>
                            <a:noFill/>
                          </a:ln>
                          <a:solidFill>
                            <a:srgbClr val="4F5353"/>
                          </a:solidFill>
                          <a:effectLst/>
                          <a:uLnTx/>
                          <a:uFillTx/>
                          <a:latin typeface="+mn-lt"/>
                          <a:ea typeface="+mn-ea"/>
                          <a:cs typeface="+mn-cs"/>
                        </a:rPr>
                        <a:t>dolor</a:t>
                      </a:r>
                      <a:r>
                        <a:rPr kumimoji="0" lang="en-GB" sz="1200" b="0" i="0" u="none" strike="noStrike" kern="1200" cap="none" spc="0" normalizeH="0" baseline="0" noProof="0">
                          <a:ln>
                            <a:noFill/>
                          </a:ln>
                          <a:solidFill>
                            <a:srgbClr val="4F5353"/>
                          </a:solidFill>
                          <a:effectLst/>
                          <a:uLnTx/>
                          <a:uFillTx/>
                          <a:latin typeface="+mn-lt"/>
                          <a:ea typeface="+mn-ea"/>
                          <a:cs typeface="+mn-cs"/>
                        </a:rPr>
                        <a:t> sit </a:t>
                      </a:r>
                      <a:r>
                        <a:rPr kumimoji="0" lang="en-GB" sz="1200" b="0" i="0" u="none" strike="noStrike" kern="1200" cap="none" spc="0" normalizeH="0" baseline="0" noProof="0" err="1">
                          <a:ln>
                            <a:noFill/>
                          </a:ln>
                          <a:solidFill>
                            <a:srgbClr val="4F5353"/>
                          </a:solidFill>
                          <a:effectLst/>
                          <a:uLnTx/>
                          <a:uFillTx/>
                          <a:latin typeface="+mn-lt"/>
                          <a:ea typeface="+mn-ea"/>
                          <a:cs typeface="+mn-cs"/>
                        </a:rPr>
                        <a:t>amet</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consectetur</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adipiscing</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elit</a:t>
                      </a:r>
                      <a:r>
                        <a:rPr kumimoji="0" lang="en-GB" sz="1200" b="0" i="0" u="none" strike="noStrike" kern="1200" cap="none" spc="0" normalizeH="0" baseline="0" noProof="0">
                          <a:ln>
                            <a:noFill/>
                          </a:ln>
                          <a:solidFill>
                            <a:srgbClr val="4F5353"/>
                          </a:solidFill>
                          <a:effectLst/>
                          <a:uLnTx/>
                          <a:uFillTx/>
                          <a:latin typeface="+mn-lt"/>
                          <a:ea typeface="+mn-ea"/>
                          <a:cs typeface="+mn-cs"/>
                        </a:rPr>
                        <a:t>. Morbi </a:t>
                      </a:r>
                      <a:r>
                        <a:rPr kumimoji="0" lang="en-GB" sz="1200" b="0" i="0" u="none" strike="noStrike" kern="1200" cap="none" spc="0" normalizeH="0" baseline="0" noProof="0" err="1">
                          <a:ln>
                            <a:noFill/>
                          </a:ln>
                          <a:solidFill>
                            <a:srgbClr val="4F5353"/>
                          </a:solidFill>
                          <a:effectLst/>
                          <a:uLnTx/>
                          <a:uFillTx/>
                          <a:latin typeface="+mn-lt"/>
                          <a:ea typeface="+mn-ea"/>
                          <a:cs typeface="+mn-cs"/>
                        </a:rPr>
                        <a:t>posuere</a:t>
                      </a:r>
                      <a:r>
                        <a:rPr kumimoji="0" lang="en-GB" sz="1200" b="0" i="0" u="none" strike="noStrike" kern="1200" cap="none" spc="0" normalizeH="0" baseline="0" noProof="0">
                          <a:ln>
                            <a:noFill/>
                          </a:ln>
                          <a:solidFill>
                            <a:srgbClr val="4F5353"/>
                          </a:solidFill>
                          <a:effectLst/>
                          <a:uLnTx/>
                          <a:uFillTx/>
                          <a:latin typeface="+mn-lt"/>
                          <a:ea typeface="+mn-ea"/>
                          <a:cs typeface="+mn-cs"/>
                        </a:rPr>
                        <a:t> et </a:t>
                      </a:r>
                      <a:r>
                        <a:rPr kumimoji="0" lang="en-GB" sz="1200" b="0" i="0" u="none" strike="noStrike" kern="1200" cap="none" spc="0" normalizeH="0" baseline="0" noProof="0" err="1">
                          <a:ln>
                            <a:noFill/>
                          </a:ln>
                          <a:solidFill>
                            <a:srgbClr val="4F5353"/>
                          </a:solidFill>
                          <a:effectLst/>
                          <a:uLnTx/>
                          <a:uFillTx/>
                          <a:latin typeface="+mn-lt"/>
                          <a:ea typeface="+mn-ea"/>
                          <a:cs typeface="+mn-cs"/>
                        </a:rPr>
                        <a:t>sem</a:t>
                      </a:r>
                      <a:r>
                        <a:rPr kumimoji="0" lang="en-GB" sz="1200" b="0" i="0" u="none" strike="noStrike" kern="1200" cap="none" spc="0" normalizeH="0" baseline="0" noProof="0">
                          <a:ln>
                            <a:noFill/>
                          </a:ln>
                          <a:solidFill>
                            <a:srgbClr val="4F5353"/>
                          </a:solidFill>
                          <a:effectLst/>
                          <a:uLnTx/>
                          <a:uFillTx/>
                          <a:latin typeface="+mn-lt"/>
                          <a:ea typeface="+mn-ea"/>
                          <a:cs typeface="+mn-cs"/>
                        </a:rPr>
                        <a:t> a </a:t>
                      </a:r>
                      <a:r>
                        <a:rPr kumimoji="0" lang="en-GB" sz="1200" b="0" i="0" u="none" strike="noStrike" kern="1200" cap="none" spc="0" normalizeH="0" baseline="0" noProof="0" err="1">
                          <a:ln>
                            <a:noFill/>
                          </a:ln>
                          <a:solidFill>
                            <a:srgbClr val="4F5353"/>
                          </a:solidFill>
                          <a:effectLst/>
                          <a:uLnTx/>
                          <a:uFillTx/>
                          <a:latin typeface="+mn-lt"/>
                          <a:ea typeface="+mn-ea"/>
                          <a:cs typeface="+mn-cs"/>
                        </a:rPr>
                        <a:t>efficitur</a:t>
                      </a:r>
                      <a:r>
                        <a:rPr kumimoji="0" lang="en-GB" sz="1200" b="0" i="0" u="none" strike="noStrike" kern="1200" cap="none" spc="0" normalizeH="0" baseline="0" noProof="0">
                          <a:ln>
                            <a:noFill/>
                          </a:ln>
                          <a:solidFill>
                            <a:srgbClr val="4F5353"/>
                          </a:solidFill>
                          <a:effectLst/>
                          <a:uLnTx/>
                          <a:uFillTx/>
                          <a:latin typeface="+mn-lt"/>
                          <a:ea typeface="+mn-ea"/>
                          <a:cs typeface="+mn-cs"/>
                        </a:rPr>
                        <a:t>. Nam sit </a:t>
                      </a:r>
                      <a:r>
                        <a:rPr kumimoji="0" lang="en-GB" sz="1200" b="0" i="0" u="none" strike="noStrike" kern="1200" cap="none" spc="0" normalizeH="0" baseline="0" noProof="0" err="1">
                          <a:ln>
                            <a:noFill/>
                          </a:ln>
                          <a:solidFill>
                            <a:srgbClr val="4F5353"/>
                          </a:solidFill>
                          <a:effectLst/>
                          <a:uLnTx/>
                          <a:uFillTx/>
                          <a:latin typeface="+mn-lt"/>
                          <a:ea typeface="+mn-ea"/>
                          <a:cs typeface="+mn-cs"/>
                        </a:rPr>
                        <a:t>amet</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tellus</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sed</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tortor</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euismod</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finibus</a:t>
                      </a:r>
                      <a:r>
                        <a:rPr kumimoji="0" lang="en-GB" sz="1200" b="0" i="0" u="none" strike="noStrike" kern="1200" cap="none" spc="0" normalizeH="0" baseline="0" noProof="0">
                          <a:ln>
                            <a:noFill/>
                          </a:ln>
                          <a:solidFill>
                            <a:srgbClr val="4F5353"/>
                          </a:solidFill>
                          <a:effectLst/>
                          <a:uLnTx/>
                          <a:uFillTx/>
                          <a:latin typeface="+mn-lt"/>
                          <a:ea typeface="+mn-ea"/>
                          <a:cs typeface="+mn-cs"/>
                        </a:rPr>
                        <a:t> vitae sit </a:t>
                      </a:r>
                      <a:r>
                        <a:rPr kumimoji="0" lang="en-GB" sz="1200" b="0" i="0" u="none" strike="noStrike" kern="1200" cap="none" spc="0" normalizeH="0" baseline="0" noProof="0" err="1">
                          <a:ln>
                            <a:noFill/>
                          </a:ln>
                          <a:solidFill>
                            <a:srgbClr val="4F5353"/>
                          </a:solidFill>
                          <a:effectLst/>
                          <a:uLnTx/>
                          <a:uFillTx/>
                          <a:latin typeface="+mn-lt"/>
                          <a:ea typeface="+mn-ea"/>
                          <a:cs typeface="+mn-cs"/>
                        </a:rPr>
                        <a:t>amet</a:t>
                      </a:r>
                      <a:r>
                        <a:rPr kumimoji="0" lang="en-GB" sz="1200" b="0" i="0" u="none" strike="noStrike" kern="1200" cap="none" spc="0" normalizeH="0" baseline="0" noProof="0">
                          <a:ln>
                            <a:noFill/>
                          </a:ln>
                          <a:solidFill>
                            <a:srgbClr val="4F5353"/>
                          </a:solidFill>
                          <a:effectLst/>
                          <a:uLnTx/>
                          <a:uFillTx/>
                          <a:latin typeface="+mn-lt"/>
                          <a:ea typeface="+mn-ea"/>
                          <a:cs typeface="+mn-cs"/>
                        </a:rPr>
                        <a:t> nisi?</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4F5353"/>
                      </a:solidFill>
                      <a:prstDash val="solid"/>
                      <a:round/>
                      <a:headEnd type="none" w="med" len="med"/>
                      <a:tailEnd type="none" w="med" len="med"/>
                    </a:lnT>
                    <a:lnB w="3175" cap="flat" cmpd="sng" algn="ctr">
                      <a:solidFill>
                        <a:srgbClr val="4F5353"/>
                      </a:solidFill>
                      <a:prstDash val="solid"/>
                      <a:round/>
                      <a:headEnd type="none" w="med" len="med"/>
                      <a:tailEnd type="none" w="med" len="med"/>
                    </a:lnB>
                    <a:noFill/>
                  </a:tcPr>
                </a:tc>
                <a:extLst>
                  <a:ext uri="{0D108BD9-81ED-4DB2-BD59-A6C34878D82A}">
                    <a16:rowId xmlns:a16="http://schemas.microsoft.com/office/drawing/2014/main" val="514822412"/>
                  </a:ext>
                </a:extLst>
              </a:tr>
            </a:tbl>
          </a:graphicData>
        </a:graphic>
      </p:graphicFrame>
      <p:sp>
        <p:nvSpPr>
          <p:cNvPr id="9" name="Text Placeholder 9">
            <a:extLst>
              <a:ext uri="{FF2B5EF4-FFF2-40B4-BE49-F238E27FC236}">
                <a16:creationId xmlns:a16="http://schemas.microsoft.com/office/drawing/2014/main" id="{86F3CAB6-4900-A781-EFBC-DC32228F3382}"/>
              </a:ext>
            </a:extLst>
          </p:cNvPr>
          <p:cNvSpPr txBox="1">
            <a:spLocks/>
          </p:cNvSpPr>
          <p:nvPr/>
        </p:nvSpPr>
        <p:spPr>
          <a:xfrm>
            <a:off x="4054718" y="2862849"/>
            <a:ext cx="3152244" cy="4008121"/>
          </a:xfrm>
          <a:prstGeom prst="rect">
            <a:avLst/>
          </a:prstGeom>
        </p:spPr>
        <p:txBody>
          <a:bodyPr lIns="0" tIns="0" rIns="0" bIns="0"/>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accent1"/>
                </a:solidFill>
              </a:rPr>
              <a:t>Lorem ipsum </a:t>
            </a:r>
            <a:r>
              <a:rPr lang="en-GB" err="1">
                <a:solidFill>
                  <a:schemeClr val="accent1"/>
                </a:solidFill>
              </a:rPr>
              <a:t>dolor</a:t>
            </a:r>
            <a:r>
              <a:rPr lang="en-GB">
                <a:solidFill>
                  <a:schemeClr val="accent1"/>
                </a:solidFill>
              </a:rPr>
              <a:t> sit </a:t>
            </a:r>
            <a:r>
              <a:rPr lang="en-GB" err="1">
                <a:solidFill>
                  <a:schemeClr val="accent1"/>
                </a:solidFill>
              </a:rPr>
              <a:t>amet</a:t>
            </a:r>
            <a:r>
              <a:rPr lang="en-GB">
                <a:solidFill>
                  <a:schemeClr val="accent1"/>
                </a:solidFill>
              </a:rPr>
              <a:t>, </a:t>
            </a:r>
            <a:r>
              <a:rPr lang="en-GB" err="1">
                <a:solidFill>
                  <a:schemeClr val="accent1"/>
                </a:solidFill>
              </a:rPr>
              <a:t>consectetur</a:t>
            </a:r>
            <a:r>
              <a:rPr lang="en-GB">
                <a:solidFill>
                  <a:schemeClr val="accent1"/>
                </a:solidFill>
              </a:rPr>
              <a:t> </a:t>
            </a:r>
            <a:r>
              <a:rPr lang="en-GB" err="1">
                <a:solidFill>
                  <a:schemeClr val="accent1"/>
                </a:solidFill>
              </a:rPr>
              <a:t>adipiscing</a:t>
            </a:r>
            <a:r>
              <a:rPr lang="en-GB">
                <a:solidFill>
                  <a:schemeClr val="accent1"/>
                </a:solidFill>
              </a:rPr>
              <a:t> </a:t>
            </a:r>
            <a:r>
              <a:rPr lang="en-GB" err="1">
                <a:solidFill>
                  <a:schemeClr val="accent1"/>
                </a:solidFill>
              </a:rPr>
              <a:t>elit</a:t>
            </a:r>
            <a:r>
              <a:rPr lang="en-GB">
                <a:solidFill>
                  <a:schemeClr val="accent1"/>
                </a:solidFill>
              </a:rPr>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grpSp>
        <p:nvGrpSpPr>
          <p:cNvPr id="10" name="Group 9">
            <a:extLst>
              <a:ext uri="{FF2B5EF4-FFF2-40B4-BE49-F238E27FC236}">
                <a16:creationId xmlns:a16="http://schemas.microsoft.com/office/drawing/2014/main" id="{DBE9A0C6-062E-14B8-7D54-38CF53697261}"/>
              </a:ext>
            </a:extLst>
          </p:cNvPr>
          <p:cNvGrpSpPr/>
          <p:nvPr/>
        </p:nvGrpSpPr>
        <p:grpSpPr>
          <a:xfrm>
            <a:off x="7495014" y="2882872"/>
            <a:ext cx="2877195" cy="1210798"/>
            <a:chOff x="5483034" y="3523762"/>
            <a:chExt cx="2877195" cy="1210798"/>
          </a:xfrm>
        </p:grpSpPr>
        <p:sp>
          <p:nvSpPr>
            <p:cNvPr id="11" name="Text Placeholder 28">
              <a:extLst>
                <a:ext uri="{FF2B5EF4-FFF2-40B4-BE49-F238E27FC236}">
                  <a16:creationId xmlns:a16="http://schemas.microsoft.com/office/drawing/2014/main" id="{13391343-2443-E35D-C6CD-3BA13F21E478}"/>
                </a:ext>
              </a:extLst>
            </p:cNvPr>
            <p:cNvSpPr txBox="1">
              <a:spLocks/>
            </p:cNvSpPr>
            <p:nvPr/>
          </p:nvSpPr>
          <p:spPr>
            <a:xfrm>
              <a:off x="5620417" y="3689923"/>
              <a:ext cx="1820814" cy="869303"/>
            </a:xfrm>
            <a:prstGeom prst="rect">
              <a:avLst/>
            </a:prstGeom>
          </p:spPr>
          <p:txBody>
            <a:bodyPr vert="horz" wrap="none" lIns="0" tIns="0" rIns="0" bIns="0" rtlCol="0" anchor="t">
              <a:noAutofit/>
            </a:bodyPr>
            <a:lstStyle>
              <a:lvl1pPr indent="0" defTabSz="802072">
                <a:lnSpc>
                  <a:spcPct val="100000"/>
                </a:lnSpc>
                <a:spcBef>
                  <a:spcPts val="600"/>
                </a:spcBef>
                <a:spcAft>
                  <a:spcPts val="0"/>
                </a:spcAft>
                <a:buFont typeface="Arial" panose="020B0604020202020204" pitchFamily="34" charset="0"/>
                <a:buNone/>
                <a:tabLst/>
                <a:defRPr sz="5200" b="0" i="0" spc="-439" baseline="0">
                  <a:solidFill>
                    <a:schemeClr val="accent4"/>
                  </a:solidFill>
                  <a:latin typeface="Helvetica Now Text Light" panose="020B04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a:solidFill>
                    <a:schemeClr val="accent1"/>
                  </a:solidFill>
                  <a:latin typeface="+mn-lt"/>
                </a:rPr>
                <a:t>00</a:t>
              </a:r>
            </a:p>
          </p:txBody>
        </p:sp>
        <p:sp>
          <p:nvSpPr>
            <p:cNvPr id="12" name="Text Placeholder 29">
              <a:extLst>
                <a:ext uri="{FF2B5EF4-FFF2-40B4-BE49-F238E27FC236}">
                  <a16:creationId xmlns:a16="http://schemas.microsoft.com/office/drawing/2014/main" id="{5505387C-C219-18CE-CF72-A1F933A2E09A}"/>
                </a:ext>
              </a:extLst>
            </p:cNvPr>
            <p:cNvSpPr txBox="1">
              <a:spLocks/>
            </p:cNvSpPr>
            <p:nvPr/>
          </p:nvSpPr>
          <p:spPr>
            <a:xfrm>
              <a:off x="5620417" y="4406896"/>
              <a:ext cx="2739812" cy="228460"/>
            </a:xfrm>
            <a:prstGeom prst="rect">
              <a:avLst/>
            </a:prstGeom>
          </p:spPr>
          <p:txBody>
            <a:bodyPr vert="horz" wrap="square" lIns="0" tIns="0" rIns="0" bIns="0" rtlCol="0" anchor="t">
              <a:spAutoFit/>
            </a:bodyPr>
            <a:lstStyle>
              <a:lvl1pPr indent="0" defTabSz="802072">
                <a:lnSpc>
                  <a:spcPct val="117000"/>
                </a:lnSpc>
                <a:spcBef>
                  <a:spcPts val="600"/>
                </a:spcBef>
                <a:spcAft>
                  <a:spcPts val="0"/>
                </a:spcAft>
                <a:buFont typeface="Arial" panose="020B0604020202020204" pitchFamily="34" charset="0"/>
                <a:buNone/>
                <a:tabLst/>
                <a:defRPr sz="900" b="0" i="0">
                  <a:latin typeface="Helvetica Now Text" panose="020B05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sz="1400">
                  <a:solidFill>
                    <a:schemeClr val="tx2"/>
                  </a:solidFill>
                  <a:latin typeface="+mn-lt"/>
                </a:rPr>
                <a:t>Lorem ipsum </a:t>
              </a:r>
              <a:r>
                <a:rPr lang="en-GB" sz="1400" err="1">
                  <a:solidFill>
                    <a:schemeClr val="tx2"/>
                  </a:solidFill>
                  <a:latin typeface="+mn-lt"/>
                </a:rPr>
                <a:t>dolor</a:t>
              </a:r>
              <a:r>
                <a:rPr lang="en-GB" sz="1400">
                  <a:solidFill>
                    <a:schemeClr val="tx2"/>
                  </a:solidFill>
                  <a:latin typeface="+mn-lt"/>
                </a:rPr>
                <a:t> sit </a:t>
              </a:r>
              <a:r>
                <a:rPr lang="en-GB" sz="1400" err="1">
                  <a:solidFill>
                    <a:schemeClr val="tx2"/>
                  </a:solidFill>
                  <a:latin typeface="+mn-lt"/>
                </a:rPr>
                <a:t>amet</a:t>
              </a:r>
              <a:r>
                <a:rPr lang="en-GB" sz="1400">
                  <a:solidFill>
                    <a:schemeClr val="tx2"/>
                  </a:solidFill>
                  <a:latin typeface="+mn-lt"/>
                </a:rPr>
                <a:t> </a:t>
              </a:r>
            </a:p>
          </p:txBody>
        </p:sp>
        <p:sp>
          <p:nvSpPr>
            <p:cNvPr id="13" name="Text Placeholder 27">
              <a:extLst>
                <a:ext uri="{FF2B5EF4-FFF2-40B4-BE49-F238E27FC236}">
                  <a16:creationId xmlns:a16="http://schemas.microsoft.com/office/drawing/2014/main" id="{C6391A83-8046-766F-C100-CBCB739C2987}"/>
                </a:ext>
              </a:extLst>
            </p:cNvPr>
            <p:cNvSpPr txBox="1">
              <a:spLocks/>
            </p:cNvSpPr>
            <p:nvPr/>
          </p:nvSpPr>
          <p:spPr>
            <a:xfrm>
              <a:off x="5620417" y="3523762"/>
              <a:ext cx="1780293" cy="246221"/>
            </a:xfrm>
            <a:prstGeom prst="rect">
              <a:avLst/>
            </a:prstGeom>
          </p:spPr>
          <p:txBody>
            <a:bodyPr vert="horz" wrap="square" lIns="0" tIns="0" rIns="0" bIns="0" rtlCol="0" anchor="b">
              <a:spAutoFit/>
            </a:bodyPr>
            <a:lstStyle>
              <a:lvl1pPr indent="0" defTabSz="802072">
                <a:lnSpc>
                  <a:spcPct val="100000"/>
                </a:lnSpc>
                <a:spcBef>
                  <a:spcPts val="600"/>
                </a:spcBef>
                <a:spcAft>
                  <a:spcPts val="0"/>
                </a:spcAft>
                <a:buFont typeface="Arial" panose="020B0604020202020204" pitchFamily="34" charset="0"/>
                <a:buNone/>
                <a:tabLst/>
                <a:defRPr sz="1800" b="1" i="0">
                  <a:latin typeface="Helvetica Now Text" panose="020B05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sz="1600">
                  <a:latin typeface="+mj-lt"/>
                </a:rPr>
                <a:t>Lorem ipsum</a:t>
              </a:r>
            </a:p>
          </p:txBody>
        </p:sp>
        <p:cxnSp>
          <p:nvCxnSpPr>
            <p:cNvPr id="14" name="Straight Connector 13">
              <a:extLst>
                <a:ext uri="{FF2B5EF4-FFF2-40B4-BE49-F238E27FC236}">
                  <a16:creationId xmlns:a16="http://schemas.microsoft.com/office/drawing/2014/main" id="{FB156D67-5250-EF62-E4FF-47C43E14E74F}"/>
                </a:ext>
              </a:extLst>
            </p:cNvPr>
            <p:cNvCxnSpPr>
              <a:cxnSpLocks/>
            </p:cNvCxnSpPr>
            <p:nvPr/>
          </p:nvCxnSpPr>
          <p:spPr>
            <a:xfrm flipV="1">
              <a:off x="5483034" y="3527427"/>
              <a:ext cx="0" cy="120713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15" name="Straight Connector 14">
            <a:extLst>
              <a:ext uri="{FF2B5EF4-FFF2-40B4-BE49-F238E27FC236}">
                <a16:creationId xmlns:a16="http://schemas.microsoft.com/office/drawing/2014/main" id="{A9D2299D-07D1-F6EA-3616-F6A583765ED0}"/>
              </a:ext>
            </a:extLst>
          </p:cNvPr>
          <p:cNvCxnSpPr>
            <a:cxnSpLocks/>
          </p:cNvCxnSpPr>
          <p:nvPr/>
        </p:nvCxnSpPr>
        <p:spPr>
          <a:xfrm>
            <a:off x="7980980" y="4719515"/>
            <a:ext cx="1495425" cy="0"/>
          </a:xfrm>
          <a:prstGeom prst="line">
            <a:avLst/>
          </a:prstGeom>
          <a:ln w="9525">
            <a:solidFill>
              <a:srgbClr val="E76151"/>
            </a:solidFill>
            <a:tailEnd type="none" w="lg"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7D21E35-F191-B1A5-D48D-D0C6D14EA7E5}"/>
              </a:ext>
            </a:extLst>
          </p:cNvPr>
          <p:cNvSpPr txBox="1"/>
          <p:nvPr/>
        </p:nvSpPr>
        <p:spPr>
          <a:xfrm>
            <a:off x="7498928" y="4738716"/>
            <a:ext cx="2031452" cy="1010533"/>
          </a:xfrm>
          <a:prstGeom prst="rect">
            <a:avLst/>
          </a:prstGeom>
          <a:noFill/>
        </p:spPr>
        <p:txBody>
          <a:bodyPr wrap="square" lIns="0" rIns="0" rtlCol="0">
            <a:spAutoFit/>
          </a:bodyPr>
          <a:lstStyle/>
          <a:p>
            <a:pPr>
              <a:spcAft>
                <a:spcPts val="800"/>
              </a:spcAft>
            </a:pPr>
            <a:r>
              <a:rPr lang="en-GB" sz="1400"/>
              <a:t>Quote </a:t>
            </a:r>
            <a:r>
              <a:rPr lang="en-GB" sz="1400" err="1"/>
              <a:t>Quote</a:t>
            </a:r>
            <a:r>
              <a:rPr lang="en-GB" sz="1400"/>
              <a:t> </a:t>
            </a:r>
            <a:r>
              <a:rPr lang="en-GB" sz="1400" err="1"/>
              <a:t>Quote</a:t>
            </a:r>
            <a:r>
              <a:rPr lang="en-GB" sz="1400"/>
              <a:t> </a:t>
            </a:r>
            <a:r>
              <a:rPr lang="en-GB" sz="1400" err="1"/>
              <a:t>Quote</a:t>
            </a:r>
            <a:r>
              <a:rPr lang="en-GB" sz="1400"/>
              <a:t> </a:t>
            </a:r>
            <a:r>
              <a:rPr lang="en-GB" sz="1400" err="1"/>
              <a:t>Quote</a:t>
            </a:r>
            <a:r>
              <a:rPr lang="en-GB" sz="1400"/>
              <a:t> </a:t>
            </a:r>
            <a:r>
              <a:rPr lang="en-GB" sz="1400" err="1"/>
              <a:t>Quote</a:t>
            </a:r>
            <a:r>
              <a:rPr lang="en-GB" sz="1400"/>
              <a:t> </a:t>
            </a:r>
            <a:r>
              <a:rPr lang="en-GB" sz="1400" err="1"/>
              <a:t>Quote</a:t>
            </a:r>
            <a:r>
              <a:rPr lang="en-GB" sz="1400"/>
              <a:t> </a:t>
            </a:r>
            <a:r>
              <a:rPr lang="en-GB" sz="1400" err="1"/>
              <a:t>Quote</a:t>
            </a:r>
            <a:r>
              <a:rPr lang="en-GB" sz="1400"/>
              <a:t>.”</a:t>
            </a:r>
          </a:p>
          <a:p>
            <a:pPr>
              <a:spcAft>
                <a:spcPts val="600"/>
              </a:spcAft>
            </a:pPr>
            <a:r>
              <a:rPr lang="en-GB" sz="1100" b="1">
                <a:solidFill>
                  <a:schemeClr val="accent1"/>
                </a:solidFill>
                <a:latin typeface="+mj-lt"/>
              </a:rPr>
              <a:t>Quote source (date)</a:t>
            </a:r>
            <a:endParaRPr lang="en-GB" sz="2000">
              <a:solidFill>
                <a:schemeClr val="accent1"/>
              </a:solidFill>
              <a:latin typeface="+mj-lt"/>
            </a:endParaRPr>
          </a:p>
        </p:txBody>
      </p:sp>
      <p:cxnSp>
        <p:nvCxnSpPr>
          <p:cNvPr id="17" name="Straight Connector 16">
            <a:extLst>
              <a:ext uri="{FF2B5EF4-FFF2-40B4-BE49-F238E27FC236}">
                <a16:creationId xmlns:a16="http://schemas.microsoft.com/office/drawing/2014/main" id="{AE0E246D-3B12-C245-0280-FD750CC82D3C}"/>
              </a:ext>
            </a:extLst>
          </p:cNvPr>
          <p:cNvCxnSpPr>
            <a:cxnSpLocks/>
          </p:cNvCxnSpPr>
          <p:nvPr/>
        </p:nvCxnSpPr>
        <p:spPr>
          <a:xfrm>
            <a:off x="7495014" y="5504535"/>
            <a:ext cx="1968691" cy="0"/>
          </a:xfrm>
          <a:prstGeom prst="line">
            <a:avLst/>
          </a:prstGeom>
          <a:ln w="9525">
            <a:solidFill>
              <a:srgbClr val="E76151"/>
            </a:solidFill>
            <a:tailEnd type="none" w="lg" len="lg"/>
          </a:ln>
        </p:spPr>
        <p:style>
          <a:lnRef idx="1">
            <a:schemeClr val="accent1"/>
          </a:lnRef>
          <a:fillRef idx="0">
            <a:schemeClr val="accent1"/>
          </a:fillRef>
          <a:effectRef idx="0">
            <a:schemeClr val="accent1"/>
          </a:effectRef>
          <a:fontRef idx="minor">
            <a:schemeClr val="tx1"/>
          </a:fontRef>
        </p:style>
      </p:cxnSp>
      <p:sp>
        <p:nvSpPr>
          <p:cNvPr id="18" name="Graphic 74">
            <a:extLst>
              <a:ext uri="{FF2B5EF4-FFF2-40B4-BE49-F238E27FC236}">
                <a16:creationId xmlns:a16="http://schemas.microsoft.com/office/drawing/2014/main" id="{CB8FD86C-97A8-8657-F926-3FB503A0FB2B}"/>
              </a:ext>
            </a:extLst>
          </p:cNvPr>
          <p:cNvSpPr/>
          <p:nvPr/>
        </p:nvSpPr>
        <p:spPr>
          <a:xfrm>
            <a:off x="7495014" y="4404631"/>
            <a:ext cx="423722" cy="312103"/>
          </a:xfrm>
          <a:custGeom>
            <a:avLst/>
            <a:gdLst>
              <a:gd name="connsiteX0" fmla="*/ 21241 w 111728"/>
              <a:gd name="connsiteY0" fmla="*/ 0 h 82296"/>
              <a:gd name="connsiteX1" fmla="*/ 47816 w 111728"/>
              <a:gd name="connsiteY1" fmla="*/ 0 h 82296"/>
              <a:gd name="connsiteX2" fmla="*/ 37148 w 111728"/>
              <a:gd name="connsiteY2" fmla="*/ 82296 h 82296"/>
              <a:gd name="connsiteX3" fmla="*/ 0 w 111728"/>
              <a:gd name="connsiteY3" fmla="*/ 82296 h 82296"/>
              <a:gd name="connsiteX4" fmla="*/ 21241 w 111728"/>
              <a:gd name="connsiteY4" fmla="*/ 0 h 82296"/>
              <a:gd name="connsiteX5" fmla="*/ 85153 w 111728"/>
              <a:gd name="connsiteY5" fmla="*/ 0 h 82296"/>
              <a:gd name="connsiteX6" fmla="*/ 111728 w 111728"/>
              <a:gd name="connsiteY6" fmla="*/ 0 h 82296"/>
              <a:gd name="connsiteX7" fmla="*/ 101060 w 111728"/>
              <a:gd name="connsiteY7" fmla="*/ 82296 h 82296"/>
              <a:gd name="connsiteX8" fmla="*/ 63818 w 111728"/>
              <a:gd name="connsiteY8" fmla="*/ 82296 h 82296"/>
              <a:gd name="connsiteX9" fmla="*/ 85153 w 111728"/>
              <a:gd name="connsiteY9" fmla="*/ 0 h 8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728" h="82296">
                <a:moveTo>
                  <a:pt x="21241" y="0"/>
                </a:moveTo>
                <a:lnTo>
                  <a:pt x="47816" y="0"/>
                </a:lnTo>
                <a:lnTo>
                  <a:pt x="37148" y="82296"/>
                </a:lnTo>
                <a:lnTo>
                  <a:pt x="0" y="82296"/>
                </a:lnTo>
                <a:lnTo>
                  <a:pt x="21241" y="0"/>
                </a:lnTo>
                <a:close/>
                <a:moveTo>
                  <a:pt x="85153" y="0"/>
                </a:moveTo>
                <a:lnTo>
                  <a:pt x="111728" y="0"/>
                </a:lnTo>
                <a:lnTo>
                  <a:pt x="101060" y="82296"/>
                </a:lnTo>
                <a:lnTo>
                  <a:pt x="63818" y="82296"/>
                </a:lnTo>
                <a:lnTo>
                  <a:pt x="85153" y="0"/>
                </a:lnTo>
                <a:close/>
              </a:path>
            </a:pathLst>
          </a:custGeom>
          <a:solidFill>
            <a:srgbClr val="E76151"/>
          </a:soli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1521352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FBE882-006B-36E8-C065-1A6FD4FDA67A}"/>
              </a:ext>
            </a:extLst>
          </p:cNvPr>
          <p:cNvSpPr>
            <a:spLocks noGrp="1"/>
          </p:cNvSpPr>
          <p:nvPr>
            <p:ph type="subTitle" idx="13"/>
          </p:nvPr>
        </p:nvSpPr>
        <p:spPr/>
        <p:txBody>
          <a:bodyPr/>
          <a:lstStyle/>
          <a:p>
            <a:r>
              <a:rPr lang="en-GB"/>
              <a:t>3</a:t>
            </a:r>
          </a:p>
        </p:txBody>
      </p:sp>
      <p:sp>
        <p:nvSpPr>
          <p:cNvPr id="3" name="Text Placeholder 2">
            <a:extLst>
              <a:ext uri="{FF2B5EF4-FFF2-40B4-BE49-F238E27FC236}">
                <a16:creationId xmlns:a16="http://schemas.microsoft.com/office/drawing/2014/main" id="{BA06374A-27A1-82E3-2FB0-8C2F226F6BA3}"/>
              </a:ext>
            </a:extLst>
          </p:cNvPr>
          <p:cNvSpPr>
            <a:spLocks noGrp="1"/>
          </p:cNvSpPr>
          <p:nvPr>
            <p:ph type="body" sz="quarter" idx="18"/>
          </p:nvPr>
        </p:nvSpPr>
        <p:spPr/>
        <p:txBody>
          <a:bodyPr/>
          <a:lstStyle/>
          <a:p>
            <a:r>
              <a:rPr lang="en-GB"/>
              <a:t>Question </a:t>
            </a:r>
            <a:br>
              <a:rPr lang="en-GB"/>
            </a:br>
            <a:r>
              <a:rPr lang="en-GB"/>
              <a:t>options</a:t>
            </a:r>
          </a:p>
        </p:txBody>
      </p:sp>
    </p:spTree>
    <p:extLst>
      <p:ext uri="{BB962C8B-B14F-4D97-AF65-F5344CB8AC3E}">
        <p14:creationId xmlns:p14="http://schemas.microsoft.com/office/powerpoint/2010/main" val="2764421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662406-0ABA-D6B0-5B0E-BA450B153413}"/>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1" t="79574" r="1" b="4418"/>
          <a:stretch/>
        </p:blipFill>
        <p:spPr>
          <a:xfrm>
            <a:off x="2" y="1"/>
            <a:ext cx="13463586" cy="1523999"/>
          </a:xfrm>
          <a:prstGeom prst="rect">
            <a:avLst/>
          </a:prstGeom>
        </p:spPr>
      </p:pic>
      <p:grpSp>
        <p:nvGrpSpPr>
          <p:cNvPr id="13" name="Group 12">
            <a:extLst>
              <a:ext uri="{FF2B5EF4-FFF2-40B4-BE49-F238E27FC236}">
                <a16:creationId xmlns:a16="http://schemas.microsoft.com/office/drawing/2014/main" id="{FEBE639C-FA8D-FA19-074F-E3A28ABA348A}"/>
              </a:ext>
            </a:extLst>
          </p:cNvPr>
          <p:cNvGrpSpPr/>
          <p:nvPr/>
        </p:nvGrpSpPr>
        <p:grpSpPr>
          <a:xfrm>
            <a:off x="4752975" y="0"/>
            <a:ext cx="8170862" cy="1174750"/>
            <a:chOff x="6116637" y="0"/>
            <a:chExt cx="6807200" cy="1174750"/>
          </a:xfrm>
        </p:grpSpPr>
        <p:sp>
          <p:nvSpPr>
            <p:cNvPr id="11" name="Rectangle: Top Corners Rounded 10">
              <a:extLst>
                <a:ext uri="{FF2B5EF4-FFF2-40B4-BE49-F238E27FC236}">
                  <a16:creationId xmlns:a16="http://schemas.microsoft.com/office/drawing/2014/main" id="{87209340-B0A8-EAC7-515D-AB1D998C5428}"/>
                </a:ext>
              </a:extLst>
            </p:cNvPr>
            <p:cNvSpPr/>
            <p:nvPr>
              <p:custDataLst>
                <p:tags r:id="rId1"/>
              </p:custDataLst>
            </p:nvPr>
          </p:nvSpPr>
          <p:spPr>
            <a:xfrm rot="10800000">
              <a:off x="6116637" y="0"/>
              <a:ext cx="6807200" cy="1174750"/>
            </a:xfrm>
            <a:prstGeom prst="round2SameRect">
              <a:avLst>
                <a:gd name="adj1" fmla="val 22449"/>
                <a:gd name="adj2" fmla="val 0"/>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0000"/>
                </a:lnSpc>
                <a:spcBef>
                  <a:spcPts val="750"/>
                </a:spcBef>
              </a:pPr>
              <a:endParaRPr lang="en-GB" sz="900" b="1">
                <a:solidFill>
                  <a:srgbClr val="3B3482"/>
                </a:solidFill>
                <a:latin typeface="+mj-lt"/>
              </a:endParaRPr>
            </a:p>
          </p:txBody>
        </p:sp>
        <p:sp>
          <p:nvSpPr>
            <p:cNvPr id="12" name="Text Placeholder 2">
              <a:extLst>
                <a:ext uri="{FF2B5EF4-FFF2-40B4-BE49-F238E27FC236}">
                  <a16:creationId xmlns:a16="http://schemas.microsoft.com/office/drawing/2014/main" id="{91F0E2C8-6AA1-63E0-A967-4C1582A2F46B}"/>
                </a:ext>
              </a:extLst>
            </p:cNvPr>
            <p:cNvSpPr txBox="1">
              <a:spLocks/>
            </p:cNvSpPr>
            <p:nvPr>
              <p:custDataLst>
                <p:tags r:id="rId2"/>
              </p:custDataLst>
            </p:nvPr>
          </p:nvSpPr>
          <p:spPr>
            <a:xfrm>
              <a:off x="6207963" y="227946"/>
              <a:ext cx="6557124" cy="914060"/>
            </a:xfrm>
            <a:prstGeom prst="rect">
              <a:avLst/>
            </a:prstGeom>
            <a:noFill/>
          </p:spPr>
          <p:txBody>
            <a:bodyPr vert="horz" wrap="square" lIns="144000" tIns="144000" rIns="144000" bIns="144000" rtlCol="0">
              <a:spAutoFit/>
            </a:bodyPr>
            <a:lstStyle>
              <a:lvl1pPr marL="0" indent="0" algn="l" defTabSz="740134"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j-lt"/>
                  <a:ea typeface="+mn-ea"/>
                  <a:cs typeface="+mn-cs"/>
                </a:defRPr>
              </a:lvl1pPr>
              <a:lvl2pPr marL="0" indent="0" algn="l" defTabSz="740134" rtl="0" eaLnBrk="1" latinLnBrk="0" hangingPunct="1">
                <a:lnSpc>
                  <a:spcPct val="100000"/>
                </a:lnSpc>
                <a:spcBef>
                  <a:spcPts val="0"/>
                </a:spcBef>
                <a:spcAft>
                  <a:spcPts val="600"/>
                </a:spcAft>
                <a:buFont typeface="Arial" panose="020B0604020202020204" pitchFamily="34" charset="0"/>
                <a:buNone/>
                <a:defRPr sz="1100" kern="1200">
                  <a:solidFill>
                    <a:schemeClr val="tx1"/>
                  </a:solidFill>
                  <a:latin typeface="+mn-lt"/>
                  <a:ea typeface="+mn-ea"/>
                  <a:cs typeface="+mn-cs"/>
                </a:defRPr>
              </a:lvl2pPr>
              <a:lvl3pPr marL="18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3pPr>
              <a:lvl4pPr marL="36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4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035370"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6pPr>
              <a:lvl7pPr marL="2405437"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7pPr>
              <a:lvl8pPr marL="2775504"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8pPr>
              <a:lvl9pPr marL="3145571"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9pPr>
            </a:lstStyle>
            <a:p>
              <a:pPr lvl="1">
                <a:spcAft>
                  <a:spcPts val="300"/>
                </a:spcAft>
              </a:pPr>
              <a:r>
                <a:rPr lang="en-GB" sz="1400">
                  <a:latin typeface="+mj-lt"/>
                </a:rPr>
                <a:t>Lorem ipsum </a:t>
              </a:r>
              <a:r>
                <a:rPr lang="en-GB" sz="1400" err="1">
                  <a:latin typeface="+mj-lt"/>
                </a:rPr>
                <a:t>dolor</a:t>
              </a:r>
              <a:r>
                <a:rPr lang="en-GB" sz="1400">
                  <a:latin typeface="+mj-lt"/>
                </a:rPr>
                <a:t> sit </a:t>
              </a:r>
              <a:r>
                <a:rPr lang="en-GB" sz="1400" err="1">
                  <a:latin typeface="+mj-lt"/>
                </a:rPr>
                <a:t>amet</a:t>
              </a:r>
              <a:r>
                <a:rPr lang="en-GB" sz="1400">
                  <a:latin typeface="+mj-lt"/>
                </a:rPr>
                <a:t>, </a:t>
              </a:r>
              <a:r>
                <a:rPr lang="en-GB" sz="1400" err="1">
                  <a:latin typeface="+mj-lt"/>
                </a:rPr>
                <a:t>consectetur</a:t>
              </a:r>
              <a:r>
                <a:rPr lang="en-GB" sz="1400">
                  <a:latin typeface="+mj-lt"/>
                </a:rPr>
                <a:t> </a:t>
              </a:r>
              <a:r>
                <a:rPr lang="en-GB" sz="1400" err="1">
                  <a:latin typeface="+mj-lt"/>
                </a:rPr>
                <a:t>adipiscing</a:t>
              </a:r>
              <a:r>
                <a:rPr lang="en-GB" sz="1400">
                  <a:latin typeface="+mj-lt"/>
                </a:rPr>
                <a:t> </a:t>
              </a:r>
              <a:r>
                <a:rPr lang="en-GB" sz="1400" err="1">
                  <a:latin typeface="+mj-lt"/>
                </a:rPr>
                <a:t>elit</a:t>
              </a:r>
              <a:r>
                <a:rPr lang="en-GB" sz="1400">
                  <a:latin typeface="+mj-lt"/>
                </a:rPr>
                <a:t>. </a:t>
              </a:r>
            </a:p>
            <a:p>
              <a:pPr lvl="1">
                <a:spcAft>
                  <a:spcPts val="300"/>
                </a:spcAft>
              </a:pPr>
              <a:r>
                <a:rPr lang="en-GB" sz="1200">
                  <a:solidFill>
                    <a:schemeClr val="tx2"/>
                  </a:solidFill>
                </a:rPr>
                <a:t>Lorem ipsum </a:t>
              </a:r>
              <a:r>
                <a:rPr lang="en-GB" sz="1200" err="1">
                  <a:solidFill>
                    <a:schemeClr val="tx2"/>
                  </a:solidFill>
                </a:rPr>
                <a:t>dolor</a:t>
              </a:r>
              <a:r>
                <a:rPr lang="en-GB" sz="1200">
                  <a:solidFill>
                    <a:schemeClr val="tx2"/>
                  </a:solidFill>
                </a:rPr>
                <a:t> sit </a:t>
              </a:r>
              <a:r>
                <a:rPr lang="en-GB" sz="1200" err="1">
                  <a:solidFill>
                    <a:schemeClr val="tx2"/>
                  </a:solidFill>
                </a:rPr>
                <a:t>amet</a:t>
              </a:r>
              <a:r>
                <a:rPr lang="en-GB" sz="1200">
                  <a:solidFill>
                    <a:schemeClr val="tx2"/>
                  </a:solidFill>
                </a:rPr>
                <a:t>, </a:t>
              </a:r>
              <a:r>
                <a:rPr lang="en-GB" sz="1200" err="1">
                  <a:solidFill>
                    <a:schemeClr val="tx2"/>
                  </a:solidFill>
                </a:rPr>
                <a:t>consectetur</a:t>
              </a:r>
              <a:r>
                <a:rPr lang="en-GB" sz="1200">
                  <a:solidFill>
                    <a:schemeClr val="tx2"/>
                  </a:solidFill>
                </a:rPr>
                <a:t> </a:t>
              </a:r>
              <a:r>
                <a:rPr lang="en-GB" sz="1200" err="1">
                  <a:solidFill>
                    <a:schemeClr val="tx2"/>
                  </a:solidFill>
                </a:rPr>
                <a:t>adipiscing</a:t>
              </a:r>
              <a:r>
                <a:rPr lang="en-GB" sz="1200">
                  <a:solidFill>
                    <a:schemeClr val="tx2"/>
                  </a:solidFill>
                </a:rPr>
                <a:t> </a:t>
              </a:r>
              <a:r>
                <a:rPr lang="en-GB" sz="1200" err="1">
                  <a:solidFill>
                    <a:schemeClr val="tx2"/>
                  </a:solidFill>
                </a:rPr>
                <a:t>elit</a:t>
              </a:r>
              <a:r>
                <a:rPr lang="en-GB" sz="1200">
                  <a:solidFill>
                    <a:schemeClr val="tx2"/>
                  </a:solidFill>
                </a:rPr>
                <a:t>. Morbi </a:t>
              </a:r>
              <a:r>
                <a:rPr lang="en-GB" sz="1200" err="1">
                  <a:solidFill>
                    <a:schemeClr val="tx2"/>
                  </a:solidFill>
                </a:rPr>
                <a:t>posuere</a:t>
              </a:r>
              <a:r>
                <a:rPr lang="en-GB" sz="1200">
                  <a:solidFill>
                    <a:schemeClr val="tx2"/>
                  </a:solidFill>
                </a:rPr>
                <a:t> et </a:t>
              </a:r>
              <a:r>
                <a:rPr lang="en-GB" sz="1200" err="1">
                  <a:solidFill>
                    <a:schemeClr val="tx2"/>
                  </a:solidFill>
                </a:rPr>
                <a:t>sem</a:t>
              </a:r>
              <a:r>
                <a:rPr lang="en-GB" sz="1200">
                  <a:solidFill>
                    <a:schemeClr val="tx2"/>
                  </a:solidFill>
                </a:rPr>
                <a:t> a </a:t>
              </a:r>
              <a:r>
                <a:rPr lang="en-GB" sz="1200" err="1">
                  <a:solidFill>
                    <a:schemeClr val="tx2"/>
                  </a:solidFill>
                </a:rPr>
                <a:t>efficitur</a:t>
              </a:r>
              <a:r>
                <a:rPr lang="en-GB" sz="1200">
                  <a:solidFill>
                    <a:schemeClr val="tx2"/>
                  </a:solidFill>
                </a:rPr>
                <a:t>. Nam sit </a:t>
              </a:r>
              <a:r>
                <a:rPr lang="en-GB" sz="1200" err="1">
                  <a:solidFill>
                    <a:schemeClr val="tx2"/>
                  </a:solidFill>
                </a:rPr>
                <a:t>amet</a:t>
              </a:r>
              <a:r>
                <a:rPr lang="en-GB" sz="1200">
                  <a:solidFill>
                    <a:schemeClr val="tx2"/>
                  </a:solidFill>
                </a:rPr>
                <a:t> </a:t>
              </a:r>
              <a:r>
                <a:rPr lang="en-GB" sz="1200" err="1">
                  <a:solidFill>
                    <a:schemeClr val="tx2"/>
                  </a:solidFill>
                </a:rPr>
                <a:t>tellus</a:t>
              </a:r>
              <a:r>
                <a:rPr lang="en-GB" sz="1200">
                  <a:solidFill>
                    <a:schemeClr val="tx2"/>
                  </a:solidFill>
                </a:rPr>
                <a:t> </a:t>
              </a:r>
              <a:r>
                <a:rPr lang="en-GB" sz="1200" err="1">
                  <a:solidFill>
                    <a:schemeClr val="tx2"/>
                  </a:solidFill>
                </a:rPr>
                <a:t>sed</a:t>
              </a:r>
              <a:r>
                <a:rPr lang="en-GB" sz="1200">
                  <a:solidFill>
                    <a:schemeClr val="tx2"/>
                  </a:solidFill>
                </a:rPr>
                <a:t> </a:t>
              </a:r>
              <a:r>
                <a:rPr lang="en-GB" sz="1200" err="1">
                  <a:solidFill>
                    <a:schemeClr val="tx2"/>
                  </a:solidFill>
                </a:rPr>
                <a:t>tortor</a:t>
              </a:r>
              <a:r>
                <a:rPr lang="en-GB" sz="1200">
                  <a:solidFill>
                    <a:schemeClr val="tx2"/>
                  </a:solidFill>
                </a:rPr>
                <a:t> </a:t>
              </a:r>
              <a:r>
                <a:rPr lang="en-GB" sz="1200" err="1">
                  <a:solidFill>
                    <a:schemeClr val="tx2"/>
                  </a:solidFill>
                </a:rPr>
                <a:t>euismod</a:t>
              </a:r>
              <a:r>
                <a:rPr lang="en-GB" sz="1200">
                  <a:solidFill>
                    <a:schemeClr val="tx2"/>
                  </a:solidFill>
                </a:rPr>
                <a:t> </a:t>
              </a:r>
              <a:r>
                <a:rPr lang="en-GB" sz="1200" err="1">
                  <a:solidFill>
                    <a:schemeClr val="tx2"/>
                  </a:solidFill>
                </a:rPr>
                <a:t>finibus</a:t>
              </a:r>
              <a:r>
                <a:rPr lang="en-GB" sz="1200">
                  <a:solidFill>
                    <a:schemeClr val="tx2"/>
                  </a:solidFill>
                </a:rPr>
                <a:t> vitae sit </a:t>
              </a:r>
              <a:r>
                <a:rPr lang="en-GB" sz="1200" err="1">
                  <a:solidFill>
                    <a:schemeClr val="tx2"/>
                  </a:solidFill>
                </a:rPr>
                <a:t>amet</a:t>
              </a:r>
              <a:r>
                <a:rPr lang="en-GB" sz="1200">
                  <a:solidFill>
                    <a:schemeClr val="tx2"/>
                  </a:solidFill>
                </a:rPr>
                <a:t> nisi?</a:t>
              </a:r>
            </a:p>
          </p:txBody>
        </p:sp>
      </p:grpSp>
      <p:sp>
        <p:nvSpPr>
          <p:cNvPr id="4" name="Title 3">
            <a:extLst>
              <a:ext uri="{FF2B5EF4-FFF2-40B4-BE49-F238E27FC236}">
                <a16:creationId xmlns:a16="http://schemas.microsoft.com/office/drawing/2014/main" id="{B34EBC73-B20D-68E2-873E-F1D52F3B8C64}"/>
              </a:ext>
            </a:extLst>
          </p:cNvPr>
          <p:cNvSpPr>
            <a:spLocks noGrp="1"/>
          </p:cNvSpPr>
          <p:nvPr>
            <p:ph type="title"/>
          </p:nvPr>
        </p:nvSpPr>
        <p:spPr>
          <a:xfrm>
            <a:off x="539750" y="540000"/>
            <a:ext cx="3944938" cy="543914"/>
          </a:xfrm>
        </p:spPr>
        <p:txBody>
          <a:bodyPr/>
          <a:lstStyle/>
          <a:p>
            <a:r>
              <a:rPr lang="en-GB" dirty="0">
                <a:solidFill>
                  <a:schemeClr val="bg1"/>
                </a:solidFill>
              </a:rPr>
              <a:t>Question</a:t>
            </a:r>
          </a:p>
        </p:txBody>
      </p:sp>
      <p:sp>
        <p:nvSpPr>
          <p:cNvPr id="6" name="Text Placeholder 5">
            <a:extLst>
              <a:ext uri="{FF2B5EF4-FFF2-40B4-BE49-F238E27FC236}">
                <a16:creationId xmlns:a16="http://schemas.microsoft.com/office/drawing/2014/main" id="{DA2FCAC2-F9B1-C53C-7CB4-6845E8226D76}"/>
              </a:ext>
            </a:extLst>
          </p:cNvPr>
          <p:cNvSpPr>
            <a:spLocks noGrp="1"/>
          </p:cNvSpPr>
          <p:nvPr>
            <p:ph type="body" sz="quarter" idx="19"/>
          </p:nvPr>
        </p:nvSpPr>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7" name="Text Placeholder 6">
            <a:extLst>
              <a:ext uri="{FF2B5EF4-FFF2-40B4-BE49-F238E27FC236}">
                <a16:creationId xmlns:a16="http://schemas.microsoft.com/office/drawing/2014/main" id="{278FD9AD-0B98-FA4F-0C06-D172E36F8F80}"/>
              </a:ext>
            </a:extLst>
          </p:cNvPr>
          <p:cNvSpPr>
            <a:spLocks noGrp="1"/>
          </p:cNvSpPr>
          <p:nvPr>
            <p:ph type="body" sz="quarter" idx="20"/>
          </p:nvPr>
        </p:nvSpPr>
        <p:spPr>
          <a:xfrm>
            <a:off x="3699815" y="1800225"/>
            <a:ext cx="2894866" cy="3394523"/>
          </a:xfrm>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8" name="Text Placeholder 7">
            <a:extLst>
              <a:ext uri="{FF2B5EF4-FFF2-40B4-BE49-F238E27FC236}">
                <a16:creationId xmlns:a16="http://schemas.microsoft.com/office/drawing/2014/main" id="{638E5687-B3E7-1E4E-8CB7-2755BF190880}"/>
              </a:ext>
            </a:extLst>
          </p:cNvPr>
          <p:cNvSpPr>
            <a:spLocks noGrp="1"/>
          </p:cNvSpPr>
          <p:nvPr>
            <p:ph type="body" sz="quarter" idx="21"/>
          </p:nvPr>
        </p:nvSpPr>
        <p:spPr>
          <a:xfrm>
            <a:off x="6864394" y="1800225"/>
            <a:ext cx="2894866" cy="3394523"/>
          </a:xfrm>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9" name="Text Placeholder 8">
            <a:extLst>
              <a:ext uri="{FF2B5EF4-FFF2-40B4-BE49-F238E27FC236}">
                <a16:creationId xmlns:a16="http://schemas.microsoft.com/office/drawing/2014/main" id="{305CB7F5-7710-F9EF-DD50-39F7E5D674DE}"/>
              </a:ext>
            </a:extLst>
          </p:cNvPr>
          <p:cNvSpPr>
            <a:spLocks noGrp="1"/>
          </p:cNvSpPr>
          <p:nvPr>
            <p:ph type="body" sz="quarter" idx="22"/>
          </p:nvPr>
        </p:nvSpPr>
        <p:spPr/>
        <p:txBody>
          <a:bodyPr/>
          <a:lstStyle/>
          <a:p>
            <a:endParaRPr lang="en-GB"/>
          </a:p>
        </p:txBody>
      </p:sp>
      <p:sp>
        <p:nvSpPr>
          <p:cNvPr id="5" name="Subtitle 4">
            <a:extLst>
              <a:ext uri="{FF2B5EF4-FFF2-40B4-BE49-F238E27FC236}">
                <a16:creationId xmlns:a16="http://schemas.microsoft.com/office/drawing/2014/main" id="{67A11541-19A9-FFD7-18F3-6393DD98ECCE}"/>
              </a:ext>
            </a:extLst>
          </p:cNvPr>
          <p:cNvSpPr>
            <a:spLocks noGrp="1"/>
          </p:cNvSpPr>
          <p:nvPr>
            <p:ph type="subTitle" idx="13"/>
          </p:nvPr>
        </p:nvSpPr>
        <p:spPr>
          <a:xfrm>
            <a:off x="539749" y="286056"/>
            <a:ext cx="3944938" cy="246221"/>
          </a:xfrm>
        </p:spPr>
        <p:txBody>
          <a:bodyPr/>
          <a:lstStyle/>
          <a:p>
            <a:r>
              <a:rPr lang="en-GB" dirty="0">
                <a:solidFill>
                  <a:schemeClr val="bg1"/>
                </a:solidFill>
              </a:rPr>
              <a:t>Subheading</a:t>
            </a:r>
          </a:p>
        </p:txBody>
      </p:sp>
      <p:grpSp>
        <p:nvGrpSpPr>
          <p:cNvPr id="14" name="Group 13">
            <a:extLst>
              <a:ext uri="{FF2B5EF4-FFF2-40B4-BE49-F238E27FC236}">
                <a16:creationId xmlns:a16="http://schemas.microsoft.com/office/drawing/2014/main" id="{7729E17E-89E3-CC36-2757-98C248EEEFF7}"/>
              </a:ext>
            </a:extLst>
          </p:cNvPr>
          <p:cNvGrpSpPr/>
          <p:nvPr/>
        </p:nvGrpSpPr>
        <p:grpSpPr>
          <a:xfrm>
            <a:off x="3699815" y="5357347"/>
            <a:ext cx="6059444" cy="1221492"/>
            <a:chOff x="2977699" y="3527427"/>
            <a:chExt cx="6059444" cy="1221492"/>
          </a:xfrm>
        </p:grpSpPr>
        <p:sp>
          <p:nvSpPr>
            <p:cNvPr id="15" name="Rectangle 14">
              <a:extLst>
                <a:ext uri="{FF2B5EF4-FFF2-40B4-BE49-F238E27FC236}">
                  <a16:creationId xmlns:a16="http://schemas.microsoft.com/office/drawing/2014/main" id="{84FD2037-6C62-E954-5C08-C62F4156882A}"/>
                </a:ext>
              </a:extLst>
            </p:cNvPr>
            <p:cNvSpPr/>
            <p:nvPr/>
          </p:nvSpPr>
          <p:spPr>
            <a:xfrm>
              <a:off x="2977699" y="3527427"/>
              <a:ext cx="6059444" cy="1221492"/>
            </a:xfrm>
            <a:prstGeom prst="rect">
              <a:avLst/>
            </a:prstGeom>
            <a:solidFill>
              <a:srgbClr val="F9EBF2"/>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16" name="Text Placeholder 32">
              <a:extLst>
                <a:ext uri="{FF2B5EF4-FFF2-40B4-BE49-F238E27FC236}">
                  <a16:creationId xmlns:a16="http://schemas.microsoft.com/office/drawing/2014/main" id="{3A595157-58F7-5DF2-CCE8-0F74228B3AAE}"/>
                </a:ext>
              </a:extLst>
            </p:cNvPr>
            <p:cNvSpPr txBox="1">
              <a:spLocks/>
            </p:cNvSpPr>
            <p:nvPr/>
          </p:nvSpPr>
          <p:spPr>
            <a:xfrm>
              <a:off x="3125381" y="3958328"/>
              <a:ext cx="5744738" cy="627992"/>
            </a:xfrm>
            <a:prstGeom prst="rect">
              <a:avLst/>
            </a:prstGeom>
          </p:spPr>
          <p:txBody>
            <a:bodyPr vert="horz" wrap="square" lIns="0" tIns="0" rIns="0" bIns="0" rtlCol="0" anchor="t">
              <a:spAutoFit/>
            </a:bodyPr>
            <a:lstStyle>
              <a:defPPr>
                <a:defRPr lang="en-US"/>
              </a:defPPr>
              <a:lvl1pPr indent="0" defTabSz="802072">
                <a:lnSpc>
                  <a:spcPct val="117000"/>
                </a:lnSpc>
                <a:spcBef>
                  <a:spcPts val="600"/>
                </a:spcBef>
                <a:spcAft>
                  <a:spcPts val="0"/>
                </a:spcAft>
                <a:buFont typeface="Arial" panose="020B0604020202020204" pitchFamily="34" charset="0"/>
                <a:buNone/>
                <a:tabLst/>
                <a:defRPr sz="900" b="0" i="0">
                  <a:latin typeface="Helvetica Now Text" panose="020B05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sz="1200" dirty="0" err="1">
                  <a:solidFill>
                    <a:schemeClr val="tx2"/>
                  </a:solidFill>
                  <a:latin typeface="+mn-lt"/>
                </a:rPr>
                <a:t>Quisque</a:t>
              </a:r>
              <a:r>
                <a:rPr lang="en-GB" sz="1200" dirty="0">
                  <a:solidFill>
                    <a:schemeClr val="tx2"/>
                  </a:solidFill>
                  <a:latin typeface="+mn-lt"/>
                </a:rPr>
                <a:t> </a:t>
              </a:r>
              <a:r>
                <a:rPr lang="en-GB" sz="1200" dirty="0" err="1">
                  <a:solidFill>
                    <a:schemeClr val="tx2"/>
                  </a:solidFill>
                  <a:latin typeface="+mn-lt"/>
                </a:rPr>
                <a:t>vel</a:t>
              </a:r>
              <a:r>
                <a:rPr lang="en-GB" sz="1200" dirty="0">
                  <a:solidFill>
                    <a:schemeClr val="tx2"/>
                  </a:solidFill>
                  <a:latin typeface="+mn-lt"/>
                </a:rPr>
                <a:t> </a:t>
              </a:r>
              <a:r>
                <a:rPr lang="en-GB" sz="1200" dirty="0" err="1">
                  <a:solidFill>
                    <a:schemeClr val="tx2"/>
                  </a:solidFill>
                  <a:latin typeface="+mn-lt"/>
                </a:rPr>
                <a:t>tincidunt</a:t>
              </a:r>
              <a:r>
                <a:rPr lang="en-GB" sz="1200" dirty="0">
                  <a:solidFill>
                    <a:schemeClr val="tx2"/>
                  </a:solidFill>
                  <a:latin typeface="+mn-lt"/>
                </a:rPr>
                <a:t> mi. Sed </a:t>
              </a:r>
              <a:r>
                <a:rPr lang="en-GB" sz="1200" dirty="0" err="1">
                  <a:solidFill>
                    <a:schemeClr val="tx2"/>
                  </a:solidFill>
                  <a:latin typeface="+mn-lt"/>
                </a:rPr>
                <a:t>tempor</a:t>
              </a:r>
              <a:r>
                <a:rPr lang="en-GB" sz="1200" dirty="0">
                  <a:solidFill>
                    <a:schemeClr val="tx2"/>
                  </a:solidFill>
                  <a:latin typeface="+mn-lt"/>
                </a:rPr>
                <a:t> </a:t>
              </a:r>
              <a:r>
                <a:rPr lang="en-GB" sz="1200" dirty="0" err="1">
                  <a:solidFill>
                    <a:schemeClr val="tx2"/>
                  </a:solidFill>
                  <a:latin typeface="+mn-lt"/>
                </a:rPr>
                <a:t>rutrum</a:t>
              </a:r>
              <a:r>
                <a:rPr lang="en-GB" sz="1200" dirty="0">
                  <a:solidFill>
                    <a:schemeClr val="tx2"/>
                  </a:solidFill>
                  <a:latin typeface="+mn-lt"/>
                </a:rPr>
                <a:t> </a:t>
              </a:r>
              <a:r>
                <a:rPr lang="en-GB" sz="1200" dirty="0" err="1">
                  <a:solidFill>
                    <a:schemeClr val="tx2"/>
                  </a:solidFill>
                  <a:latin typeface="+mn-lt"/>
                </a:rPr>
                <a:t>lectus</a:t>
              </a:r>
              <a:r>
                <a:rPr lang="en-GB" sz="1200" dirty="0">
                  <a:solidFill>
                    <a:schemeClr val="tx2"/>
                  </a:solidFill>
                  <a:latin typeface="+mn-lt"/>
                </a:rPr>
                <a:t>. </a:t>
              </a:r>
              <a:r>
                <a:rPr lang="en-GB" sz="1200" dirty="0" err="1">
                  <a:solidFill>
                    <a:schemeClr val="tx2"/>
                  </a:solidFill>
                  <a:latin typeface="+mn-lt"/>
                </a:rPr>
                <a:t>Mauris</a:t>
              </a:r>
              <a:r>
                <a:rPr lang="en-GB" sz="1200" dirty="0">
                  <a:solidFill>
                    <a:schemeClr val="tx2"/>
                  </a:solidFill>
                  <a:latin typeface="+mn-lt"/>
                </a:rPr>
                <a:t> a </a:t>
              </a:r>
              <a:r>
                <a:rPr lang="en-GB" sz="1200" dirty="0" err="1">
                  <a:solidFill>
                    <a:schemeClr val="tx2"/>
                  </a:solidFill>
                  <a:latin typeface="+mn-lt"/>
                </a:rPr>
                <a:t>diam</a:t>
              </a:r>
              <a:r>
                <a:rPr lang="en-GB" sz="1200" dirty="0">
                  <a:solidFill>
                    <a:schemeClr val="tx2"/>
                  </a:solidFill>
                  <a:latin typeface="+mn-lt"/>
                </a:rPr>
                <a:t> ex. </a:t>
              </a:r>
              <a:r>
                <a:rPr lang="en-GB" sz="1200" dirty="0" err="1">
                  <a:solidFill>
                    <a:schemeClr val="tx2"/>
                  </a:solidFill>
                  <a:latin typeface="+mn-lt"/>
                </a:rPr>
                <a:t>Phasellus</a:t>
              </a:r>
              <a:r>
                <a:rPr lang="en-GB" sz="1200" dirty="0">
                  <a:solidFill>
                    <a:schemeClr val="tx2"/>
                  </a:solidFill>
                  <a:latin typeface="+mn-lt"/>
                </a:rPr>
                <a:t> </a:t>
              </a:r>
              <a:r>
                <a:rPr lang="en-GB" sz="1200" dirty="0" err="1">
                  <a:solidFill>
                    <a:schemeClr val="tx2"/>
                  </a:solidFill>
                  <a:latin typeface="+mn-lt"/>
                </a:rPr>
                <a:t>accumsan</a:t>
              </a:r>
              <a:r>
                <a:rPr lang="en-GB" sz="1200" dirty="0">
                  <a:solidFill>
                    <a:schemeClr val="tx2"/>
                  </a:solidFill>
                  <a:latin typeface="+mn-lt"/>
                </a:rPr>
                <a:t> ligula at </a:t>
              </a:r>
              <a:r>
                <a:rPr lang="en-GB" sz="1200" dirty="0" err="1">
                  <a:solidFill>
                    <a:schemeClr val="tx2"/>
                  </a:solidFill>
                  <a:latin typeface="+mn-lt"/>
                </a:rPr>
                <a:t>tincidunt</a:t>
              </a:r>
              <a:r>
                <a:rPr lang="en-GB" sz="1200" dirty="0">
                  <a:solidFill>
                    <a:schemeClr val="tx2"/>
                  </a:solidFill>
                  <a:latin typeface="+mn-lt"/>
                </a:rPr>
                <a:t> </a:t>
              </a:r>
              <a:r>
                <a:rPr lang="en-GB" sz="1200" dirty="0" err="1">
                  <a:solidFill>
                    <a:schemeClr val="tx2"/>
                  </a:solidFill>
                  <a:latin typeface="+mn-lt"/>
                </a:rPr>
                <a:t>pellentesque</a:t>
              </a:r>
              <a:r>
                <a:rPr lang="en-GB" sz="1200" dirty="0">
                  <a:solidFill>
                    <a:schemeClr val="tx2"/>
                  </a:solidFill>
                  <a:latin typeface="+mn-lt"/>
                </a:rPr>
                <a:t>. </a:t>
              </a:r>
              <a:r>
                <a:rPr lang="en-GB" sz="1200" dirty="0" err="1">
                  <a:solidFill>
                    <a:schemeClr val="tx2"/>
                  </a:solidFill>
                  <a:latin typeface="+mn-lt"/>
                </a:rPr>
                <a:t>Quisque</a:t>
              </a:r>
              <a:r>
                <a:rPr lang="en-GB" sz="1200" dirty="0">
                  <a:solidFill>
                    <a:schemeClr val="tx2"/>
                  </a:solidFill>
                  <a:latin typeface="+mn-lt"/>
                </a:rPr>
                <a:t> </a:t>
              </a:r>
              <a:r>
                <a:rPr lang="en-GB" sz="1200" dirty="0" err="1">
                  <a:solidFill>
                    <a:schemeClr val="tx2"/>
                  </a:solidFill>
                  <a:latin typeface="+mn-lt"/>
                </a:rPr>
                <a:t>vel</a:t>
              </a:r>
              <a:r>
                <a:rPr lang="en-GB" sz="1200" dirty="0">
                  <a:solidFill>
                    <a:schemeClr val="tx2"/>
                  </a:solidFill>
                  <a:latin typeface="+mn-lt"/>
                </a:rPr>
                <a:t> </a:t>
              </a:r>
              <a:r>
                <a:rPr lang="en-GB" sz="1200" dirty="0" err="1">
                  <a:solidFill>
                    <a:schemeClr val="tx2"/>
                  </a:solidFill>
                  <a:latin typeface="+mn-lt"/>
                </a:rPr>
                <a:t>tincidunt</a:t>
              </a:r>
              <a:r>
                <a:rPr lang="en-GB" sz="1200" dirty="0">
                  <a:solidFill>
                    <a:schemeClr val="tx2"/>
                  </a:solidFill>
                  <a:latin typeface="+mn-lt"/>
                </a:rPr>
                <a:t> mi. Sed </a:t>
              </a:r>
              <a:r>
                <a:rPr lang="en-GB" sz="1200" dirty="0" err="1">
                  <a:solidFill>
                    <a:schemeClr val="tx2"/>
                  </a:solidFill>
                  <a:latin typeface="+mn-lt"/>
                </a:rPr>
                <a:t>tempor</a:t>
              </a:r>
              <a:r>
                <a:rPr lang="en-GB" sz="1200" dirty="0">
                  <a:solidFill>
                    <a:schemeClr val="tx2"/>
                  </a:solidFill>
                  <a:latin typeface="+mn-lt"/>
                </a:rPr>
                <a:t> </a:t>
              </a:r>
              <a:r>
                <a:rPr lang="en-GB" sz="1200" dirty="0" err="1">
                  <a:solidFill>
                    <a:schemeClr val="tx2"/>
                  </a:solidFill>
                  <a:latin typeface="+mn-lt"/>
                </a:rPr>
                <a:t>rutrum</a:t>
              </a:r>
              <a:r>
                <a:rPr lang="en-GB" sz="1200" dirty="0">
                  <a:solidFill>
                    <a:schemeClr val="tx2"/>
                  </a:solidFill>
                  <a:latin typeface="+mn-lt"/>
                </a:rPr>
                <a:t> </a:t>
              </a:r>
              <a:r>
                <a:rPr lang="en-GB" sz="1200" dirty="0" err="1">
                  <a:solidFill>
                    <a:schemeClr val="tx2"/>
                  </a:solidFill>
                  <a:latin typeface="+mn-lt"/>
                </a:rPr>
                <a:t>lectus</a:t>
              </a:r>
              <a:r>
                <a:rPr lang="en-GB" sz="1200" dirty="0">
                  <a:solidFill>
                    <a:schemeClr val="tx2"/>
                  </a:solidFill>
                  <a:latin typeface="+mn-lt"/>
                </a:rPr>
                <a:t>. </a:t>
              </a:r>
              <a:r>
                <a:rPr lang="en-GB" sz="1200" dirty="0" err="1">
                  <a:solidFill>
                    <a:schemeClr val="tx2"/>
                  </a:solidFill>
                  <a:latin typeface="+mn-lt"/>
                </a:rPr>
                <a:t>Mauris</a:t>
              </a:r>
              <a:r>
                <a:rPr lang="en-GB" sz="1200" dirty="0">
                  <a:solidFill>
                    <a:schemeClr val="tx2"/>
                  </a:solidFill>
                  <a:latin typeface="+mn-lt"/>
                </a:rPr>
                <a:t> a </a:t>
              </a:r>
              <a:r>
                <a:rPr lang="en-GB" sz="1200" dirty="0" err="1">
                  <a:solidFill>
                    <a:schemeClr val="tx2"/>
                  </a:solidFill>
                  <a:latin typeface="+mn-lt"/>
                </a:rPr>
                <a:t>diam</a:t>
              </a:r>
              <a:r>
                <a:rPr lang="en-GB" sz="1200" dirty="0">
                  <a:solidFill>
                    <a:schemeClr val="tx2"/>
                  </a:solidFill>
                  <a:latin typeface="+mn-lt"/>
                </a:rPr>
                <a:t> ex. </a:t>
              </a:r>
              <a:r>
                <a:rPr lang="en-GB" sz="1200" dirty="0" err="1">
                  <a:solidFill>
                    <a:schemeClr val="tx2"/>
                  </a:solidFill>
                  <a:latin typeface="+mn-lt"/>
                </a:rPr>
                <a:t>Phasellus</a:t>
              </a:r>
              <a:r>
                <a:rPr lang="en-GB" sz="1200" dirty="0">
                  <a:solidFill>
                    <a:schemeClr val="tx2"/>
                  </a:solidFill>
                  <a:latin typeface="+mn-lt"/>
                </a:rPr>
                <a:t> </a:t>
              </a:r>
              <a:r>
                <a:rPr lang="en-GB" sz="1200" dirty="0" err="1">
                  <a:solidFill>
                    <a:schemeClr val="tx2"/>
                  </a:solidFill>
                  <a:latin typeface="+mn-lt"/>
                </a:rPr>
                <a:t>accumsan</a:t>
              </a:r>
              <a:r>
                <a:rPr lang="en-GB" sz="1200" dirty="0">
                  <a:solidFill>
                    <a:schemeClr val="tx2"/>
                  </a:solidFill>
                  <a:latin typeface="+mn-lt"/>
                </a:rPr>
                <a:t> ligula at </a:t>
              </a:r>
              <a:r>
                <a:rPr lang="en-GB" sz="1200" dirty="0" err="1">
                  <a:solidFill>
                    <a:schemeClr val="tx2"/>
                  </a:solidFill>
                  <a:latin typeface="+mn-lt"/>
                </a:rPr>
                <a:t>tincidunt</a:t>
              </a:r>
              <a:r>
                <a:rPr lang="en-GB" sz="1200" dirty="0">
                  <a:solidFill>
                    <a:schemeClr val="tx2"/>
                  </a:solidFill>
                  <a:latin typeface="+mn-lt"/>
                </a:rPr>
                <a:t> </a:t>
              </a:r>
              <a:r>
                <a:rPr lang="en-GB" sz="1200" dirty="0" err="1">
                  <a:solidFill>
                    <a:schemeClr val="tx2"/>
                  </a:solidFill>
                  <a:latin typeface="+mn-lt"/>
                </a:rPr>
                <a:t>pellentesque</a:t>
              </a:r>
              <a:r>
                <a:rPr lang="en-GB" sz="1200" dirty="0">
                  <a:solidFill>
                    <a:schemeClr val="tx2"/>
                  </a:solidFill>
                  <a:latin typeface="+mn-lt"/>
                </a:rPr>
                <a:t>.</a:t>
              </a:r>
            </a:p>
          </p:txBody>
        </p:sp>
        <p:sp>
          <p:nvSpPr>
            <p:cNvPr id="17" name="Text Placeholder 30">
              <a:extLst>
                <a:ext uri="{FF2B5EF4-FFF2-40B4-BE49-F238E27FC236}">
                  <a16:creationId xmlns:a16="http://schemas.microsoft.com/office/drawing/2014/main" id="{754A3B4C-6EC6-B891-1AA0-E6FC6BCE8505}"/>
                </a:ext>
              </a:extLst>
            </p:cNvPr>
            <p:cNvSpPr txBox="1">
              <a:spLocks/>
            </p:cNvSpPr>
            <p:nvPr/>
          </p:nvSpPr>
          <p:spPr>
            <a:xfrm>
              <a:off x="3509047" y="3629028"/>
              <a:ext cx="1780293" cy="246221"/>
            </a:xfrm>
            <a:prstGeom prst="rect">
              <a:avLst/>
            </a:prstGeom>
          </p:spPr>
          <p:txBody>
            <a:bodyPr vert="horz" wrap="square" lIns="0" tIns="0" rIns="0" bIns="0" rtlCol="0" anchor="b">
              <a:spAutoFit/>
            </a:bodyPr>
            <a:lstStyle>
              <a:defPPr>
                <a:defRPr lang="en-US"/>
              </a:defPPr>
              <a:lvl1pPr indent="0" defTabSz="802072">
                <a:lnSpc>
                  <a:spcPct val="100000"/>
                </a:lnSpc>
                <a:spcBef>
                  <a:spcPts val="600"/>
                </a:spcBef>
                <a:spcAft>
                  <a:spcPts val="0"/>
                </a:spcAft>
                <a:buFont typeface="Arial" panose="020B0604020202020204" pitchFamily="34" charset="0"/>
                <a:buNone/>
                <a:tabLst/>
                <a:defRPr sz="1800" b="1" i="0">
                  <a:latin typeface="Helvetica Now Text" panose="020B05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sz="1600" dirty="0">
                  <a:latin typeface="+mj-lt"/>
                </a:rPr>
                <a:t>Lorem ipsum</a:t>
              </a:r>
            </a:p>
          </p:txBody>
        </p:sp>
        <p:cxnSp>
          <p:nvCxnSpPr>
            <p:cNvPr id="18" name="Straight Connector 17">
              <a:extLst>
                <a:ext uri="{FF2B5EF4-FFF2-40B4-BE49-F238E27FC236}">
                  <a16:creationId xmlns:a16="http://schemas.microsoft.com/office/drawing/2014/main" id="{602F5D75-D1A0-3EE8-E964-2CA396ED0189}"/>
                </a:ext>
              </a:extLst>
            </p:cNvPr>
            <p:cNvCxnSpPr>
              <a:cxnSpLocks/>
            </p:cNvCxnSpPr>
            <p:nvPr/>
          </p:nvCxnSpPr>
          <p:spPr>
            <a:xfrm flipV="1">
              <a:off x="2977700" y="3527427"/>
              <a:ext cx="0" cy="1207133"/>
            </a:xfrm>
            <a:prstGeom prst="line">
              <a:avLst/>
            </a:prstGeom>
            <a:ln w="9525">
              <a:solidFill>
                <a:srgbClr val="B22470"/>
              </a:solidFill>
              <a:tailEnd type="none" w="lg" len="lg"/>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8693D4DF-6F79-8DA5-ADBE-78FE25C51D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25382" y="3608813"/>
              <a:ext cx="280587" cy="280556"/>
            </a:xfrm>
            <a:prstGeom prst="rect">
              <a:avLst/>
            </a:prstGeom>
          </p:spPr>
        </p:pic>
      </p:grpSp>
      <p:pic>
        <p:nvPicPr>
          <p:cNvPr id="20" name="Picture Placeholder 4">
            <a:extLst>
              <a:ext uri="{FF2B5EF4-FFF2-40B4-BE49-F238E27FC236}">
                <a16:creationId xmlns:a16="http://schemas.microsoft.com/office/drawing/2014/main" id="{C66CD092-B14C-3827-B194-85D507B57D38}"/>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l="28403" r="33589" b="21897"/>
          <a:stretch/>
        </p:blipFill>
        <p:spPr>
          <a:xfrm>
            <a:off x="10029438" y="1800225"/>
            <a:ext cx="3434150" cy="5221288"/>
          </a:xfrm>
          <a:prstGeom prst="rect">
            <a:avLst/>
          </a:prstGeom>
        </p:spPr>
      </p:pic>
    </p:spTree>
    <p:extLst>
      <p:ext uri="{BB962C8B-B14F-4D97-AF65-F5344CB8AC3E}">
        <p14:creationId xmlns:p14="http://schemas.microsoft.com/office/powerpoint/2010/main" val="3562380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925248E7-6E99-A8B7-0D45-A5D3B5FDEEB7}"/>
              </a:ext>
            </a:extLst>
          </p:cNvPr>
          <p:cNvGrpSpPr/>
          <p:nvPr/>
        </p:nvGrpSpPr>
        <p:grpSpPr>
          <a:xfrm>
            <a:off x="10028972" y="1800226"/>
            <a:ext cx="2888334" cy="5221036"/>
            <a:chOff x="10722336" y="1800227"/>
            <a:chExt cx="2194970" cy="4578978"/>
          </a:xfrm>
        </p:grpSpPr>
        <p:sp>
          <p:nvSpPr>
            <p:cNvPr id="4" name="Rectangle 3">
              <a:extLst>
                <a:ext uri="{FF2B5EF4-FFF2-40B4-BE49-F238E27FC236}">
                  <a16:creationId xmlns:a16="http://schemas.microsoft.com/office/drawing/2014/main" id="{64635C41-AE5E-192C-E18D-86461078C461}"/>
                </a:ext>
              </a:extLst>
            </p:cNvPr>
            <p:cNvSpPr/>
            <p:nvPr/>
          </p:nvSpPr>
          <p:spPr>
            <a:xfrm>
              <a:off x="10722336" y="1800227"/>
              <a:ext cx="2194970" cy="4578978"/>
            </a:xfrm>
            <a:prstGeom prst="rect">
              <a:avLst/>
            </a:prstGeom>
            <a:solidFill>
              <a:srgbClr val="F9EBF2"/>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400" err="1">
                <a:solidFill>
                  <a:schemeClr val="tx1"/>
                </a:solidFill>
              </a:endParaRPr>
            </a:p>
          </p:txBody>
        </p:sp>
        <p:grpSp>
          <p:nvGrpSpPr>
            <p:cNvPr id="5" name="Group 4">
              <a:extLst>
                <a:ext uri="{FF2B5EF4-FFF2-40B4-BE49-F238E27FC236}">
                  <a16:creationId xmlns:a16="http://schemas.microsoft.com/office/drawing/2014/main" id="{AA4A6FB9-03CD-821E-9ACE-EB9799D30B98}"/>
                </a:ext>
              </a:extLst>
            </p:cNvPr>
            <p:cNvGrpSpPr/>
            <p:nvPr/>
          </p:nvGrpSpPr>
          <p:grpSpPr>
            <a:xfrm>
              <a:off x="10890114" y="2037763"/>
              <a:ext cx="1855935" cy="605971"/>
              <a:chOff x="7919405" y="5144589"/>
              <a:chExt cx="1855935" cy="605971"/>
            </a:xfrm>
          </p:grpSpPr>
          <p:sp>
            <p:nvSpPr>
              <p:cNvPr id="6" name="Text Placeholder 8">
                <a:extLst>
                  <a:ext uri="{FF2B5EF4-FFF2-40B4-BE49-F238E27FC236}">
                    <a16:creationId xmlns:a16="http://schemas.microsoft.com/office/drawing/2014/main" id="{C054B5B8-70E7-928F-45B2-ED7F4DE88553}"/>
                  </a:ext>
                </a:extLst>
              </p:cNvPr>
              <p:cNvSpPr txBox="1">
                <a:spLocks/>
              </p:cNvSpPr>
              <p:nvPr/>
            </p:nvSpPr>
            <p:spPr>
              <a:xfrm>
                <a:off x="8047590" y="5144589"/>
                <a:ext cx="1727750" cy="330521"/>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3200" dirty="0">
                    <a:solidFill>
                      <a:srgbClr val="B22470"/>
                    </a:solidFill>
                    <a:latin typeface="+mn-lt"/>
                  </a:rPr>
                  <a:t>+0%</a:t>
                </a:r>
              </a:p>
            </p:txBody>
          </p:sp>
          <p:sp>
            <p:nvSpPr>
              <p:cNvPr id="12" name="Text Placeholder 8">
                <a:extLst>
                  <a:ext uri="{FF2B5EF4-FFF2-40B4-BE49-F238E27FC236}">
                    <a16:creationId xmlns:a16="http://schemas.microsoft.com/office/drawing/2014/main" id="{AC618275-7FB4-8BE6-C54A-FBE44A601885}"/>
                  </a:ext>
                </a:extLst>
              </p:cNvPr>
              <p:cNvSpPr txBox="1">
                <a:spLocks/>
              </p:cNvSpPr>
              <p:nvPr/>
            </p:nvSpPr>
            <p:spPr>
              <a:xfrm>
                <a:off x="8039990" y="5555521"/>
                <a:ext cx="1733982" cy="134306"/>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200" b="0" i="0" u="none" strike="noStrike" baseline="0" dirty="0" err="1">
                    <a:solidFill>
                      <a:schemeClr val="tx2"/>
                    </a:solidFill>
                    <a:latin typeface="+mn-lt"/>
                  </a:rPr>
                  <a:t>Faucibus</a:t>
                </a:r>
                <a:r>
                  <a:rPr lang="en-GB" sz="1200" b="0" i="0" u="none" strike="noStrike" baseline="0" dirty="0">
                    <a:solidFill>
                      <a:schemeClr val="tx2"/>
                    </a:solidFill>
                    <a:latin typeface="+mn-lt"/>
                  </a:rPr>
                  <a:t> a </a:t>
                </a:r>
                <a:r>
                  <a:rPr lang="en-GB" sz="1200" b="0" i="0" u="none" strike="noStrike" baseline="0" dirty="0" err="1">
                    <a:solidFill>
                      <a:schemeClr val="tx2"/>
                    </a:solidFill>
                    <a:latin typeface="+mn-lt"/>
                  </a:rPr>
                  <a:t>pelle</a:t>
                </a:r>
                <a:r>
                  <a:rPr lang="en-GB" sz="1200" b="0" i="0" u="none" strike="noStrike" baseline="0" dirty="0">
                    <a:solidFill>
                      <a:schemeClr val="tx2"/>
                    </a:solidFill>
                    <a:latin typeface="+mn-lt"/>
                  </a:rPr>
                  <a:t> </a:t>
                </a:r>
                <a:r>
                  <a:rPr lang="en-GB" sz="1200" b="0" i="0" u="none" strike="noStrike" baseline="0" dirty="0" err="1">
                    <a:solidFill>
                      <a:schemeClr val="tx2"/>
                    </a:solidFill>
                    <a:latin typeface="+mn-lt"/>
                  </a:rPr>
                  <a:t>ntesque</a:t>
                </a:r>
                <a:endParaRPr lang="en-GB" sz="1200" dirty="0">
                  <a:solidFill>
                    <a:schemeClr val="tx2"/>
                  </a:solidFill>
                  <a:latin typeface="+mn-lt"/>
                </a:endParaRPr>
              </a:p>
            </p:txBody>
          </p:sp>
          <p:cxnSp>
            <p:nvCxnSpPr>
              <p:cNvPr id="13" name="Straight Connector 12">
                <a:extLst>
                  <a:ext uri="{FF2B5EF4-FFF2-40B4-BE49-F238E27FC236}">
                    <a16:creationId xmlns:a16="http://schemas.microsoft.com/office/drawing/2014/main" id="{8A2FB258-A787-0A0C-3199-2FD602A7B2C9}"/>
                  </a:ext>
                </a:extLst>
              </p:cNvPr>
              <p:cNvCxnSpPr>
                <a:cxnSpLocks/>
              </p:cNvCxnSpPr>
              <p:nvPr/>
            </p:nvCxnSpPr>
            <p:spPr>
              <a:xfrm flipV="1">
                <a:off x="7919405" y="5178427"/>
                <a:ext cx="0" cy="57213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064DF3A6-29AD-A230-84FD-89C13D29EAF5}"/>
                </a:ext>
              </a:extLst>
            </p:cNvPr>
            <p:cNvGrpSpPr/>
            <p:nvPr/>
          </p:nvGrpSpPr>
          <p:grpSpPr>
            <a:xfrm>
              <a:off x="10890114" y="2859030"/>
              <a:ext cx="1855935" cy="605971"/>
              <a:chOff x="7919405" y="5144589"/>
              <a:chExt cx="1855935" cy="605971"/>
            </a:xfrm>
          </p:grpSpPr>
          <p:sp>
            <p:nvSpPr>
              <p:cNvPr id="15" name="Text Placeholder 8">
                <a:extLst>
                  <a:ext uri="{FF2B5EF4-FFF2-40B4-BE49-F238E27FC236}">
                    <a16:creationId xmlns:a16="http://schemas.microsoft.com/office/drawing/2014/main" id="{F1A31524-F916-C1E1-4BA8-D94DFCCAB28E}"/>
                  </a:ext>
                </a:extLst>
              </p:cNvPr>
              <p:cNvSpPr txBox="1">
                <a:spLocks/>
              </p:cNvSpPr>
              <p:nvPr/>
            </p:nvSpPr>
            <p:spPr>
              <a:xfrm>
                <a:off x="8047590" y="5144589"/>
                <a:ext cx="1727750" cy="330521"/>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3200">
                    <a:solidFill>
                      <a:srgbClr val="B22470"/>
                    </a:solidFill>
                    <a:latin typeface="+mn-lt"/>
                  </a:rPr>
                  <a:t>+0%</a:t>
                </a:r>
              </a:p>
            </p:txBody>
          </p:sp>
          <p:sp>
            <p:nvSpPr>
              <p:cNvPr id="16" name="Text Placeholder 8">
                <a:extLst>
                  <a:ext uri="{FF2B5EF4-FFF2-40B4-BE49-F238E27FC236}">
                    <a16:creationId xmlns:a16="http://schemas.microsoft.com/office/drawing/2014/main" id="{DC82B2EA-CB2A-77C7-D4D6-0005CF96FE00}"/>
                  </a:ext>
                </a:extLst>
              </p:cNvPr>
              <p:cNvSpPr txBox="1">
                <a:spLocks/>
              </p:cNvSpPr>
              <p:nvPr/>
            </p:nvSpPr>
            <p:spPr>
              <a:xfrm>
                <a:off x="8039992" y="5555521"/>
                <a:ext cx="1733982" cy="134306"/>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200" b="0" i="0" u="none" strike="noStrike" baseline="0" err="1">
                    <a:solidFill>
                      <a:schemeClr val="tx2"/>
                    </a:solidFill>
                    <a:latin typeface="+mn-lt"/>
                  </a:rPr>
                  <a:t>Faucibus</a:t>
                </a:r>
                <a:r>
                  <a:rPr lang="en-GB" sz="1200" b="0" i="0" u="none" strike="noStrike" baseline="0">
                    <a:solidFill>
                      <a:schemeClr val="tx2"/>
                    </a:solidFill>
                    <a:latin typeface="+mn-lt"/>
                  </a:rPr>
                  <a:t> a </a:t>
                </a:r>
                <a:r>
                  <a:rPr lang="en-GB" sz="1200" b="0" i="0" u="none" strike="noStrike" baseline="0" err="1">
                    <a:solidFill>
                      <a:schemeClr val="tx2"/>
                    </a:solidFill>
                    <a:latin typeface="+mn-lt"/>
                  </a:rPr>
                  <a:t>pelle</a:t>
                </a:r>
                <a:r>
                  <a:rPr lang="en-GB" sz="1200" b="0" i="0" u="none" strike="noStrike" baseline="0">
                    <a:solidFill>
                      <a:schemeClr val="tx2"/>
                    </a:solidFill>
                    <a:latin typeface="+mn-lt"/>
                  </a:rPr>
                  <a:t> </a:t>
                </a:r>
                <a:r>
                  <a:rPr lang="en-GB" sz="1200" b="0" i="0" u="none" strike="noStrike" baseline="0" err="1">
                    <a:solidFill>
                      <a:schemeClr val="tx2"/>
                    </a:solidFill>
                    <a:latin typeface="+mn-lt"/>
                  </a:rPr>
                  <a:t>ntesque</a:t>
                </a:r>
                <a:endParaRPr lang="en-GB" sz="1200">
                  <a:solidFill>
                    <a:schemeClr val="tx2"/>
                  </a:solidFill>
                  <a:latin typeface="+mn-lt"/>
                </a:endParaRPr>
              </a:p>
            </p:txBody>
          </p:sp>
          <p:cxnSp>
            <p:nvCxnSpPr>
              <p:cNvPr id="17" name="Straight Connector 16">
                <a:extLst>
                  <a:ext uri="{FF2B5EF4-FFF2-40B4-BE49-F238E27FC236}">
                    <a16:creationId xmlns:a16="http://schemas.microsoft.com/office/drawing/2014/main" id="{8811A882-E201-DA58-C94B-D788BD78BF96}"/>
                  </a:ext>
                </a:extLst>
              </p:cNvPr>
              <p:cNvCxnSpPr>
                <a:cxnSpLocks/>
              </p:cNvCxnSpPr>
              <p:nvPr/>
            </p:nvCxnSpPr>
            <p:spPr>
              <a:xfrm flipV="1">
                <a:off x="7919405" y="5178427"/>
                <a:ext cx="0" cy="57213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D213F261-A643-B4D4-C7F0-3F497CEB1EB6}"/>
                </a:ext>
              </a:extLst>
            </p:cNvPr>
            <p:cNvGrpSpPr/>
            <p:nvPr/>
          </p:nvGrpSpPr>
          <p:grpSpPr>
            <a:xfrm>
              <a:off x="10890114" y="3680297"/>
              <a:ext cx="1855935" cy="605971"/>
              <a:chOff x="7919405" y="5144589"/>
              <a:chExt cx="1855935" cy="605971"/>
            </a:xfrm>
          </p:grpSpPr>
          <p:sp>
            <p:nvSpPr>
              <p:cNvPr id="19" name="Text Placeholder 8">
                <a:extLst>
                  <a:ext uri="{FF2B5EF4-FFF2-40B4-BE49-F238E27FC236}">
                    <a16:creationId xmlns:a16="http://schemas.microsoft.com/office/drawing/2014/main" id="{58AD75DB-3562-6B54-C485-1490EB723A04}"/>
                  </a:ext>
                </a:extLst>
              </p:cNvPr>
              <p:cNvSpPr txBox="1">
                <a:spLocks/>
              </p:cNvSpPr>
              <p:nvPr/>
            </p:nvSpPr>
            <p:spPr>
              <a:xfrm>
                <a:off x="8047590" y="5144589"/>
                <a:ext cx="1727750" cy="330521"/>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3200">
                    <a:solidFill>
                      <a:srgbClr val="B22470"/>
                    </a:solidFill>
                    <a:latin typeface="+mn-lt"/>
                  </a:rPr>
                  <a:t>+0%</a:t>
                </a:r>
              </a:p>
            </p:txBody>
          </p:sp>
          <p:sp>
            <p:nvSpPr>
              <p:cNvPr id="20" name="Text Placeholder 8">
                <a:extLst>
                  <a:ext uri="{FF2B5EF4-FFF2-40B4-BE49-F238E27FC236}">
                    <a16:creationId xmlns:a16="http://schemas.microsoft.com/office/drawing/2014/main" id="{EF7CBD90-EDF2-AF48-A64F-0BB66E21AB06}"/>
                  </a:ext>
                </a:extLst>
              </p:cNvPr>
              <p:cNvSpPr txBox="1">
                <a:spLocks/>
              </p:cNvSpPr>
              <p:nvPr/>
            </p:nvSpPr>
            <p:spPr>
              <a:xfrm>
                <a:off x="8039992" y="5555521"/>
                <a:ext cx="1733982" cy="134306"/>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200" b="0" i="0" u="none" strike="noStrike" baseline="0" err="1">
                    <a:solidFill>
                      <a:schemeClr val="tx2"/>
                    </a:solidFill>
                    <a:latin typeface="+mn-lt"/>
                  </a:rPr>
                  <a:t>Faucibus</a:t>
                </a:r>
                <a:r>
                  <a:rPr lang="en-GB" sz="1200" b="0" i="0" u="none" strike="noStrike" baseline="0">
                    <a:solidFill>
                      <a:schemeClr val="tx2"/>
                    </a:solidFill>
                    <a:latin typeface="+mn-lt"/>
                  </a:rPr>
                  <a:t> a </a:t>
                </a:r>
                <a:r>
                  <a:rPr lang="en-GB" sz="1200" b="0" i="0" u="none" strike="noStrike" baseline="0" err="1">
                    <a:solidFill>
                      <a:schemeClr val="tx2"/>
                    </a:solidFill>
                    <a:latin typeface="+mn-lt"/>
                  </a:rPr>
                  <a:t>pelle</a:t>
                </a:r>
                <a:r>
                  <a:rPr lang="en-GB" sz="1200" b="0" i="0" u="none" strike="noStrike" baseline="0">
                    <a:solidFill>
                      <a:schemeClr val="tx2"/>
                    </a:solidFill>
                    <a:latin typeface="+mn-lt"/>
                  </a:rPr>
                  <a:t> </a:t>
                </a:r>
                <a:r>
                  <a:rPr lang="en-GB" sz="1200" b="0" i="0" u="none" strike="noStrike" baseline="0" err="1">
                    <a:solidFill>
                      <a:schemeClr val="tx2"/>
                    </a:solidFill>
                    <a:latin typeface="+mn-lt"/>
                  </a:rPr>
                  <a:t>ntesque</a:t>
                </a:r>
                <a:endParaRPr lang="en-GB" sz="1200">
                  <a:solidFill>
                    <a:schemeClr val="tx2"/>
                  </a:solidFill>
                  <a:latin typeface="+mn-lt"/>
                </a:endParaRPr>
              </a:p>
            </p:txBody>
          </p:sp>
          <p:cxnSp>
            <p:nvCxnSpPr>
              <p:cNvPr id="21" name="Straight Connector 20">
                <a:extLst>
                  <a:ext uri="{FF2B5EF4-FFF2-40B4-BE49-F238E27FC236}">
                    <a16:creationId xmlns:a16="http://schemas.microsoft.com/office/drawing/2014/main" id="{8F561D36-3372-7263-EFFF-9C09ACBBA2E9}"/>
                  </a:ext>
                </a:extLst>
              </p:cNvPr>
              <p:cNvCxnSpPr>
                <a:cxnSpLocks/>
              </p:cNvCxnSpPr>
              <p:nvPr/>
            </p:nvCxnSpPr>
            <p:spPr>
              <a:xfrm flipV="1">
                <a:off x="7919405" y="5178427"/>
                <a:ext cx="0" cy="57213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F42CDB4E-61EA-B709-37B7-3DEED1F5B7B9}"/>
                </a:ext>
              </a:extLst>
            </p:cNvPr>
            <p:cNvGrpSpPr/>
            <p:nvPr/>
          </p:nvGrpSpPr>
          <p:grpSpPr>
            <a:xfrm>
              <a:off x="10890114" y="4501563"/>
              <a:ext cx="1855935" cy="605971"/>
              <a:chOff x="7919405" y="5144589"/>
              <a:chExt cx="1855935" cy="605971"/>
            </a:xfrm>
          </p:grpSpPr>
          <p:sp>
            <p:nvSpPr>
              <p:cNvPr id="23" name="Text Placeholder 8">
                <a:extLst>
                  <a:ext uri="{FF2B5EF4-FFF2-40B4-BE49-F238E27FC236}">
                    <a16:creationId xmlns:a16="http://schemas.microsoft.com/office/drawing/2014/main" id="{9255BF21-D850-2837-BD0D-E84EA9C6F430}"/>
                  </a:ext>
                </a:extLst>
              </p:cNvPr>
              <p:cNvSpPr txBox="1">
                <a:spLocks/>
              </p:cNvSpPr>
              <p:nvPr/>
            </p:nvSpPr>
            <p:spPr>
              <a:xfrm>
                <a:off x="8047590" y="5144589"/>
                <a:ext cx="1727750" cy="330521"/>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3200">
                    <a:solidFill>
                      <a:srgbClr val="B22470"/>
                    </a:solidFill>
                    <a:latin typeface="+mn-lt"/>
                  </a:rPr>
                  <a:t>+0%</a:t>
                </a:r>
              </a:p>
            </p:txBody>
          </p:sp>
          <p:sp>
            <p:nvSpPr>
              <p:cNvPr id="24" name="Text Placeholder 8">
                <a:extLst>
                  <a:ext uri="{FF2B5EF4-FFF2-40B4-BE49-F238E27FC236}">
                    <a16:creationId xmlns:a16="http://schemas.microsoft.com/office/drawing/2014/main" id="{AA97DC03-EBAD-4CF9-E4E2-51F728C8460B}"/>
                  </a:ext>
                </a:extLst>
              </p:cNvPr>
              <p:cNvSpPr txBox="1">
                <a:spLocks/>
              </p:cNvSpPr>
              <p:nvPr/>
            </p:nvSpPr>
            <p:spPr>
              <a:xfrm>
                <a:off x="8039992" y="5555521"/>
                <a:ext cx="1733982" cy="134306"/>
              </a:xfrm>
              <a:prstGeom prst="rect">
                <a:avLst/>
              </a:prstGeom>
            </p:spPr>
            <p:txBody>
              <a:bodyPr vert="horz" lIns="0" tIns="0" rIns="0" bIns="0" rtlCol="0">
                <a:noAutofit/>
              </a:bodyPr>
              <a:lstStyle>
                <a:lvl1pPr marL="0" indent="0" algn="l" defTabSz="802072" rtl="0" eaLnBrk="1" latinLnBrk="0" hangingPunct="1">
                  <a:lnSpc>
                    <a:spcPct val="100000"/>
                  </a:lnSpc>
                  <a:spcBef>
                    <a:spcPts val="0"/>
                  </a:spcBef>
                  <a:spcAft>
                    <a:spcPts val="789"/>
                  </a:spcAft>
                  <a:buFont typeface="Arial" panose="020B0604020202020204" pitchFamily="34" charset="0"/>
                  <a:buNone/>
                  <a:tabLst/>
                  <a:defRPr sz="2200" b="0"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2pPr>
                <a:lvl3pPr marL="111404" indent="-111404" algn="l" defTabSz="802072" rtl="0" eaLnBrk="1" latinLnBrk="0" hangingPunct="1">
                  <a:lnSpc>
                    <a:spcPct val="100000"/>
                  </a:lnSpc>
                  <a:spcBef>
                    <a:spcPts val="0"/>
                  </a:spcBef>
                  <a:spcAft>
                    <a:spcPts val="600"/>
                  </a:spcAft>
                  <a:buClr>
                    <a:schemeClr val="tx1"/>
                  </a:buClr>
                  <a:buFont typeface="Helvetica Neue Condensed Bold" panose="02000503000000020004" pitchFamily="2" charset="0"/>
                  <a:buChar char="•"/>
                  <a:tabLst/>
                  <a:defRPr sz="1100" b="0" i="0" kern="1200">
                    <a:solidFill>
                      <a:schemeClr val="tx1"/>
                    </a:solidFill>
                    <a:latin typeface="Helvetica Now Text" panose="020B0504030202020204" pitchFamily="34" charset="77"/>
                    <a:ea typeface="+mn-ea"/>
                    <a:cs typeface="+mn-cs"/>
                  </a:defRPr>
                </a:lvl3pPr>
                <a:lvl4pPr marL="228602" indent="-111404"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401056" indent="-167107"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200" b="0" i="0" u="none" strike="noStrike" baseline="0" err="1">
                    <a:solidFill>
                      <a:schemeClr val="tx2"/>
                    </a:solidFill>
                    <a:latin typeface="+mn-lt"/>
                  </a:rPr>
                  <a:t>Faucibus</a:t>
                </a:r>
                <a:r>
                  <a:rPr lang="en-GB" sz="1200" b="0" i="0" u="none" strike="noStrike" baseline="0">
                    <a:solidFill>
                      <a:schemeClr val="tx2"/>
                    </a:solidFill>
                    <a:latin typeface="+mn-lt"/>
                  </a:rPr>
                  <a:t> a </a:t>
                </a:r>
                <a:r>
                  <a:rPr lang="en-GB" sz="1200" b="0" i="0" u="none" strike="noStrike" baseline="0" err="1">
                    <a:solidFill>
                      <a:schemeClr val="tx2"/>
                    </a:solidFill>
                    <a:latin typeface="+mn-lt"/>
                  </a:rPr>
                  <a:t>pelle</a:t>
                </a:r>
                <a:r>
                  <a:rPr lang="en-GB" sz="1200" b="0" i="0" u="none" strike="noStrike" baseline="0">
                    <a:solidFill>
                      <a:schemeClr val="tx2"/>
                    </a:solidFill>
                    <a:latin typeface="+mn-lt"/>
                  </a:rPr>
                  <a:t> </a:t>
                </a:r>
                <a:r>
                  <a:rPr lang="en-GB" sz="1200" b="0" i="0" u="none" strike="noStrike" baseline="0" err="1">
                    <a:solidFill>
                      <a:schemeClr val="tx2"/>
                    </a:solidFill>
                    <a:latin typeface="+mn-lt"/>
                  </a:rPr>
                  <a:t>ntesque</a:t>
                </a:r>
                <a:endParaRPr lang="en-GB" sz="1200">
                  <a:solidFill>
                    <a:schemeClr val="tx2"/>
                  </a:solidFill>
                  <a:latin typeface="+mn-lt"/>
                </a:endParaRPr>
              </a:p>
            </p:txBody>
          </p:sp>
          <p:cxnSp>
            <p:nvCxnSpPr>
              <p:cNvPr id="25" name="Straight Connector 24">
                <a:extLst>
                  <a:ext uri="{FF2B5EF4-FFF2-40B4-BE49-F238E27FC236}">
                    <a16:creationId xmlns:a16="http://schemas.microsoft.com/office/drawing/2014/main" id="{9D6DF49A-04B9-F5CD-CEC4-6CC403A99B62}"/>
                  </a:ext>
                </a:extLst>
              </p:cNvPr>
              <p:cNvCxnSpPr>
                <a:cxnSpLocks/>
              </p:cNvCxnSpPr>
              <p:nvPr/>
            </p:nvCxnSpPr>
            <p:spPr>
              <a:xfrm flipV="1">
                <a:off x="7919405" y="5178427"/>
                <a:ext cx="0" cy="57213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grpSp>
      </p:grpSp>
      <p:sp>
        <p:nvSpPr>
          <p:cNvPr id="2" name="Subtitle 1">
            <a:extLst>
              <a:ext uri="{FF2B5EF4-FFF2-40B4-BE49-F238E27FC236}">
                <a16:creationId xmlns:a16="http://schemas.microsoft.com/office/drawing/2014/main" id="{830558AC-D9C1-78B2-A6FF-FBB5F5E024FA}"/>
              </a:ext>
            </a:extLst>
          </p:cNvPr>
          <p:cNvSpPr>
            <a:spLocks noGrp="1"/>
          </p:cNvSpPr>
          <p:nvPr>
            <p:ph type="subTitle" idx="13"/>
          </p:nvPr>
        </p:nvSpPr>
        <p:spPr>
          <a:xfrm>
            <a:off x="539749" y="286056"/>
            <a:ext cx="12384088" cy="246221"/>
          </a:xfrm>
        </p:spPr>
        <p:txBody>
          <a:bodyPr/>
          <a:lstStyle/>
          <a:p>
            <a:r>
              <a:rPr lang="en-GB"/>
              <a:t>Subheading</a:t>
            </a:r>
          </a:p>
        </p:txBody>
      </p:sp>
      <p:sp>
        <p:nvSpPr>
          <p:cNvPr id="3" name="Title 2">
            <a:extLst>
              <a:ext uri="{FF2B5EF4-FFF2-40B4-BE49-F238E27FC236}">
                <a16:creationId xmlns:a16="http://schemas.microsoft.com/office/drawing/2014/main" id="{73C3CFD4-D10A-164C-D41F-4D5807E0DEF4}"/>
              </a:ext>
            </a:extLst>
          </p:cNvPr>
          <p:cNvSpPr>
            <a:spLocks noGrp="1"/>
          </p:cNvSpPr>
          <p:nvPr>
            <p:ph type="title"/>
          </p:nvPr>
        </p:nvSpPr>
        <p:spPr>
          <a:xfrm>
            <a:off x="539750" y="539750"/>
            <a:ext cx="12384088" cy="544513"/>
          </a:xfrm>
        </p:spPr>
        <p:txBody>
          <a:bodyPr/>
          <a:lstStyle/>
          <a:p>
            <a:r>
              <a:rPr lang="en-GB"/>
              <a:t>Questions</a:t>
            </a:r>
          </a:p>
        </p:txBody>
      </p:sp>
      <p:sp>
        <p:nvSpPr>
          <p:cNvPr id="7" name="Text Placeholder 6">
            <a:extLst>
              <a:ext uri="{FF2B5EF4-FFF2-40B4-BE49-F238E27FC236}">
                <a16:creationId xmlns:a16="http://schemas.microsoft.com/office/drawing/2014/main" id="{F558C3C5-BEAC-94C0-92F3-90A99F512F39}"/>
              </a:ext>
            </a:extLst>
          </p:cNvPr>
          <p:cNvSpPr txBox="1">
            <a:spLocks/>
          </p:cNvSpPr>
          <p:nvPr/>
        </p:nvSpPr>
        <p:spPr>
          <a:xfrm>
            <a:off x="3699816" y="1800225"/>
            <a:ext cx="2894866" cy="5221288"/>
          </a:xfrm>
          <a:prstGeom prst="rect">
            <a:avLst/>
          </a:prstGeom>
        </p:spPr>
        <p:txBody>
          <a:bodyPr lIns="0" tIns="0" rIns="0" bIns="0"/>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8" name="Text Placeholder 7">
            <a:extLst>
              <a:ext uri="{FF2B5EF4-FFF2-40B4-BE49-F238E27FC236}">
                <a16:creationId xmlns:a16="http://schemas.microsoft.com/office/drawing/2014/main" id="{A112FF2D-2F46-9F23-97FC-91A33C136359}"/>
              </a:ext>
            </a:extLst>
          </p:cNvPr>
          <p:cNvSpPr txBox="1">
            <a:spLocks/>
          </p:cNvSpPr>
          <p:nvPr/>
        </p:nvSpPr>
        <p:spPr>
          <a:xfrm>
            <a:off x="6864394" y="1800225"/>
            <a:ext cx="2894866" cy="5221288"/>
          </a:xfrm>
          <a:prstGeom prst="rect">
            <a:avLst/>
          </a:prstGeom>
        </p:spPr>
        <p:txBody>
          <a:bodyPr lIns="0" tIns="0" rIns="0" bIns="0"/>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10" name="Freeform 8">
            <a:extLst>
              <a:ext uri="{FF2B5EF4-FFF2-40B4-BE49-F238E27FC236}">
                <a16:creationId xmlns:a16="http://schemas.microsoft.com/office/drawing/2014/main" id="{4C73ECA3-685A-8B84-2965-93D1FEA162B8}"/>
              </a:ext>
            </a:extLst>
          </p:cNvPr>
          <p:cNvSpPr/>
          <p:nvPr/>
        </p:nvSpPr>
        <p:spPr>
          <a:xfrm>
            <a:off x="0" y="1800225"/>
            <a:ext cx="3430104" cy="5221038"/>
          </a:xfrm>
          <a:custGeom>
            <a:avLst/>
            <a:gdLst>
              <a:gd name="connsiteX0" fmla="*/ 0 w 2293257"/>
              <a:gd name="connsiteY0" fmla="*/ 0 h 5221038"/>
              <a:gd name="connsiteX1" fmla="*/ 2096295 w 2293257"/>
              <a:gd name="connsiteY1" fmla="*/ 0 h 5221038"/>
              <a:gd name="connsiteX2" fmla="*/ 2172206 w 2293257"/>
              <a:gd name="connsiteY2" fmla="*/ 15326 h 5221038"/>
              <a:gd name="connsiteX3" fmla="*/ 2293257 w 2293257"/>
              <a:gd name="connsiteY3" fmla="*/ 197950 h 5221038"/>
              <a:gd name="connsiteX4" fmla="*/ 2293257 w 2293257"/>
              <a:gd name="connsiteY4" fmla="*/ 5022838 h 5221038"/>
              <a:gd name="connsiteX5" fmla="*/ 2095057 w 2293257"/>
              <a:gd name="connsiteY5" fmla="*/ 5221038 h 5221038"/>
              <a:gd name="connsiteX6" fmla="*/ 0 w 2293257"/>
              <a:gd name="connsiteY6" fmla="*/ 5221038 h 5221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3257" h="5221038">
                <a:moveTo>
                  <a:pt x="0" y="0"/>
                </a:moveTo>
                <a:lnTo>
                  <a:pt x="2096295" y="0"/>
                </a:lnTo>
                <a:lnTo>
                  <a:pt x="2172206" y="15326"/>
                </a:lnTo>
                <a:cubicBezTo>
                  <a:pt x="2243343" y="45414"/>
                  <a:pt x="2293257" y="115853"/>
                  <a:pt x="2293257" y="197950"/>
                </a:cubicBezTo>
                <a:lnTo>
                  <a:pt x="2293257" y="5022838"/>
                </a:lnTo>
                <a:cubicBezTo>
                  <a:pt x="2293257" y="5132301"/>
                  <a:pt x="2204520" y="5221038"/>
                  <a:pt x="2095057" y="5221038"/>
                </a:cubicBezTo>
                <a:lnTo>
                  <a:pt x="0" y="5221038"/>
                </a:lnTo>
                <a:close/>
              </a:path>
            </a:pathLst>
          </a:custGeom>
          <a:solidFill>
            <a:srgbClr val="F9EB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0000" tIns="828000" rIns="108000" bIns="72000" rtlCol="0" anchor="t">
            <a:noAutofit/>
          </a:bodyPr>
          <a:lstStyle/>
          <a:p>
            <a:pPr marL="0" lvl="1">
              <a:spcAft>
                <a:spcPts val="300"/>
              </a:spcAft>
            </a:pPr>
            <a:r>
              <a:rPr lang="en-GB" sz="1600">
                <a:solidFill>
                  <a:schemeClr val="accent2"/>
                </a:solidFill>
                <a:latin typeface="+mj-lt"/>
              </a:rPr>
              <a:t>Question 1</a:t>
            </a:r>
          </a:p>
          <a:p>
            <a:pPr marL="0" lvl="2" defTabSz="802072">
              <a:spcAft>
                <a:spcPts val="600"/>
              </a:spcAft>
            </a:pPr>
            <a:r>
              <a:rPr lang="en-GB" sz="1400">
                <a:solidFill>
                  <a:schemeClr val="tx1"/>
                </a:solidFill>
              </a:rPr>
              <a:t>Question to be inserted here </a:t>
            </a:r>
            <a:r>
              <a:rPr lang="en-GB" sz="1400" err="1">
                <a:solidFill>
                  <a:schemeClr val="tx1"/>
                </a:solidFill>
              </a:rPr>
              <a:t>xxxx</a:t>
            </a:r>
            <a:r>
              <a:rPr lang="en-GB" sz="1400">
                <a:solidFill>
                  <a:schemeClr val="tx1"/>
                </a:solidFill>
              </a:rPr>
              <a:t> </a:t>
            </a:r>
            <a:r>
              <a:rPr lang="en-GB" sz="1400" err="1">
                <a:solidFill>
                  <a:schemeClr val="tx1"/>
                </a:solidFill>
              </a:rPr>
              <a:t>orem</a:t>
            </a:r>
            <a:r>
              <a:rPr lang="en-GB" sz="1400">
                <a:solidFill>
                  <a:schemeClr val="tx1"/>
                </a:solidFill>
              </a:rPr>
              <a:t> ipsum </a:t>
            </a:r>
            <a:r>
              <a:rPr lang="en-GB" sz="1400" err="1">
                <a:solidFill>
                  <a:schemeClr val="tx1"/>
                </a:solidFill>
              </a:rPr>
              <a:t>dolor</a:t>
            </a:r>
            <a:r>
              <a:rPr lang="en-GB" sz="1400">
                <a:solidFill>
                  <a:schemeClr val="tx1"/>
                </a:solidFill>
              </a:rPr>
              <a:t> sit </a:t>
            </a:r>
            <a:r>
              <a:rPr lang="en-GB" sz="1400" err="1">
                <a:solidFill>
                  <a:schemeClr val="tx1"/>
                </a:solidFill>
              </a:rPr>
              <a:t>amet</a:t>
            </a:r>
            <a:r>
              <a:rPr lang="en-GB" sz="1400">
                <a:solidFill>
                  <a:schemeClr val="tx1"/>
                </a:solidFill>
              </a:rPr>
              <a:t>, </a:t>
            </a:r>
            <a:r>
              <a:rPr lang="en-GB" sz="1400" err="1">
                <a:solidFill>
                  <a:schemeClr val="tx1"/>
                </a:solidFill>
              </a:rPr>
              <a:t>consectetur</a:t>
            </a:r>
            <a:r>
              <a:rPr lang="en-GB" sz="1400">
                <a:solidFill>
                  <a:schemeClr val="tx1"/>
                </a:solidFill>
              </a:rPr>
              <a:t> </a:t>
            </a:r>
            <a:r>
              <a:rPr lang="en-GB" sz="1400" err="1">
                <a:solidFill>
                  <a:schemeClr val="tx1"/>
                </a:solidFill>
              </a:rPr>
              <a:t>adipiscing</a:t>
            </a:r>
            <a:r>
              <a:rPr lang="en-GB" sz="1400">
                <a:solidFill>
                  <a:schemeClr val="tx1"/>
                </a:solidFill>
              </a:rPr>
              <a:t> </a:t>
            </a:r>
            <a:r>
              <a:rPr lang="en-GB" sz="1400" err="1">
                <a:solidFill>
                  <a:schemeClr val="tx1"/>
                </a:solidFill>
              </a:rPr>
              <a:t>elit</a:t>
            </a:r>
            <a:r>
              <a:rPr lang="en-GB" sz="1400">
                <a:solidFill>
                  <a:schemeClr val="tx1"/>
                </a:solidFill>
              </a:rPr>
              <a:t>. Morbi </a:t>
            </a:r>
            <a:r>
              <a:rPr lang="en-GB" sz="1400" err="1">
                <a:solidFill>
                  <a:schemeClr val="tx1"/>
                </a:solidFill>
              </a:rPr>
              <a:t>posuere</a:t>
            </a:r>
            <a:r>
              <a:rPr lang="en-GB" sz="1400">
                <a:solidFill>
                  <a:schemeClr val="tx1"/>
                </a:solidFill>
              </a:rPr>
              <a:t> et </a:t>
            </a:r>
            <a:r>
              <a:rPr lang="en-GB" sz="1400" err="1">
                <a:solidFill>
                  <a:schemeClr val="tx1"/>
                </a:solidFill>
              </a:rPr>
              <a:t>sem</a:t>
            </a:r>
            <a:r>
              <a:rPr lang="en-GB" sz="1400">
                <a:solidFill>
                  <a:schemeClr val="tx1"/>
                </a:solidFill>
              </a:rPr>
              <a:t> a </a:t>
            </a:r>
            <a:r>
              <a:rPr lang="en-GB" sz="1400" err="1">
                <a:solidFill>
                  <a:schemeClr val="tx1"/>
                </a:solidFill>
              </a:rPr>
              <a:t>efficitur</a:t>
            </a:r>
            <a:r>
              <a:rPr lang="en-GB" sz="1400">
                <a:solidFill>
                  <a:schemeClr val="tx1"/>
                </a:solidFill>
              </a:rPr>
              <a:t>. Nam sit </a:t>
            </a:r>
            <a:r>
              <a:rPr lang="en-GB" sz="1400" err="1">
                <a:solidFill>
                  <a:schemeClr val="tx1"/>
                </a:solidFill>
              </a:rPr>
              <a:t>amet</a:t>
            </a:r>
            <a:r>
              <a:rPr lang="en-GB" sz="1400">
                <a:solidFill>
                  <a:schemeClr val="tx1"/>
                </a:solidFill>
              </a:rPr>
              <a:t> </a:t>
            </a:r>
            <a:r>
              <a:rPr lang="en-GB" sz="1400" err="1">
                <a:solidFill>
                  <a:schemeClr val="tx1"/>
                </a:solidFill>
              </a:rPr>
              <a:t>tellus</a:t>
            </a:r>
            <a:r>
              <a:rPr lang="en-GB" sz="1400">
                <a:solidFill>
                  <a:schemeClr val="tx1"/>
                </a:solidFill>
              </a:rPr>
              <a:t> </a:t>
            </a:r>
            <a:r>
              <a:rPr lang="en-GB" sz="1400" err="1">
                <a:solidFill>
                  <a:schemeClr val="tx1"/>
                </a:solidFill>
              </a:rPr>
              <a:t>sed</a:t>
            </a:r>
            <a:r>
              <a:rPr lang="en-GB" sz="1400">
                <a:solidFill>
                  <a:schemeClr val="tx1"/>
                </a:solidFill>
              </a:rPr>
              <a:t> </a:t>
            </a:r>
            <a:r>
              <a:rPr lang="en-GB" sz="1400" err="1">
                <a:solidFill>
                  <a:schemeClr val="tx1"/>
                </a:solidFill>
              </a:rPr>
              <a:t>tortor</a:t>
            </a:r>
            <a:r>
              <a:rPr lang="en-GB" sz="1400">
                <a:solidFill>
                  <a:schemeClr val="tx1"/>
                </a:solidFill>
              </a:rPr>
              <a:t> </a:t>
            </a:r>
            <a:r>
              <a:rPr lang="en-GB" sz="1400" err="1">
                <a:solidFill>
                  <a:schemeClr val="tx1"/>
                </a:solidFill>
              </a:rPr>
              <a:t>euismod</a:t>
            </a:r>
            <a:r>
              <a:rPr lang="en-GB" sz="1400">
                <a:solidFill>
                  <a:schemeClr val="tx1"/>
                </a:solidFill>
              </a:rPr>
              <a:t> </a:t>
            </a:r>
            <a:r>
              <a:rPr lang="en-GB" sz="1400" err="1">
                <a:solidFill>
                  <a:schemeClr val="tx1"/>
                </a:solidFill>
              </a:rPr>
              <a:t>finibus</a:t>
            </a:r>
            <a:r>
              <a:rPr lang="en-GB" sz="1400">
                <a:solidFill>
                  <a:schemeClr val="tx1"/>
                </a:solidFill>
              </a:rPr>
              <a:t> vitae sit </a:t>
            </a:r>
            <a:r>
              <a:rPr lang="en-GB" sz="1400" err="1">
                <a:solidFill>
                  <a:schemeClr val="tx1"/>
                </a:solidFill>
              </a:rPr>
              <a:t>amet</a:t>
            </a:r>
            <a:r>
              <a:rPr lang="en-GB" sz="1400">
                <a:solidFill>
                  <a:schemeClr val="tx1"/>
                </a:solidFill>
              </a:rPr>
              <a:t> nisi?</a:t>
            </a:r>
          </a:p>
        </p:txBody>
      </p:sp>
      <p:pic>
        <p:nvPicPr>
          <p:cNvPr id="11" name="Graphic 10">
            <a:extLst>
              <a:ext uri="{FF2B5EF4-FFF2-40B4-BE49-F238E27FC236}">
                <a16:creationId xmlns:a16="http://schemas.microsoft.com/office/drawing/2014/main" id="{06397D06-1930-A545-95BF-D3D78E4DBB84}"/>
              </a:ext>
            </a:extLst>
          </p:cNvPr>
          <p:cNvPicPr>
            <a:picLocks noChangeAspect="1"/>
          </p:cNvPicPr>
          <p:nvPr/>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6282" y="1934115"/>
            <a:ext cx="557771" cy="557771"/>
          </a:xfrm>
          <a:prstGeom prst="rect">
            <a:avLst/>
          </a:prstGeom>
        </p:spPr>
      </p:pic>
    </p:spTree>
    <p:extLst>
      <p:ext uri="{BB962C8B-B14F-4D97-AF65-F5344CB8AC3E}">
        <p14:creationId xmlns:p14="http://schemas.microsoft.com/office/powerpoint/2010/main" val="1144940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BE1DB8-DB1F-C1A2-95BA-F293519284CC}"/>
              </a:ext>
            </a:extLst>
          </p:cNvPr>
          <p:cNvSpPr>
            <a:spLocks noGrp="1"/>
          </p:cNvSpPr>
          <p:nvPr>
            <p:ph type="title"/>
          </p:nvPr>
        </p:nvSpPr>
        <p:spPr>
          <a:xfrm>
            <a:off x="539750" y="540000"/>
            <a:ext cx="5771403" cy="543914"/>
          </a:xfrm>
        </p:spPr>
        <p:txBody>
          <a:bodyPr/>
          <a:lstStyle/>
          <a:p>
            <a:r>
              <a:rPr lang="en-GB"/>
              <a:t>Questions</a:t>
            </a:r>
          </a:p>
        </p:txBody>
      </p:sp>
      <p:sp>
        <p:nvSpPr>
          <p:cNvPr id="6" name="Text Placeholder 5">
            <a:extLst>
              <a:ext uri="{FF2B5EF4-FFF2-40B4-BE49-F238E27FC236}">
                <a16:creationId xmlns:a16="http://schemas.microsoft.com/office/drawing/2014/main" id="{62B518C4-935E-7CD4-BA59-1F61DA373DF7}"/>
              </a:ext>
            </a:extLst>
          </p:cNvPr>
          <p:cNvSpPr>
            <a:spLocks noGrp="1"/>
          </p:cNvSpPr>
          <p:nvPr>
            <p:ph type="body" sz="quarter" idx="17"/>
          </p:nvPr>
        </p:nvSpPr>
        <p:spPr/>
        <p:txBody>
          <a:bodyPr/>
          <a:lstStyle/>
          <a:p>
            <a:endParaRPr lang="en-GB"/>
          </a:p>
        </p:txBody>
      </p:sp>
      <p:sp>
        <p:nvSpPr>
          <p:cNvPr id="7" name="Text Placeholder 6">
            <a:extLst>
              <a:ext uri="{FF2B5EF4-FFF2-40B4-BE49-F238E27FC236}">
                <a16:creationId xmlns:a16="http://schemas.microsoft.com/office/drawing/2014/main" id="{A25EB3C3-4517-6191-2F5D-699CC51027B9}"/>
              </a:ext>
            </a:extLst>
          </p:cNvPr>
          <p:cNvSpPr>
            <a:spLocks noGrp="1"/>
          </p:cNvSpPr>
          <p:nvPr>
            <p:ph type="body" sz="quarter" idx="18"/>
          </p:nvPr>
        </p:nvSpPr>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8" name="Text Placeholder 7">
            <a:extLst>
              <a:ext uri="{FF2B5EF4-FFF2-40B4-BE49-F238E27FC236}">
                <a16:creationId xmlns:a16="http://schemas.microsoft.com/office/drawing/2014/main" id="{4267BC05-62E3-4C0A-349E-9642F794C3EA}"/>
              </a:ext>
            </a:extLst>
          </p:cNvPr>
          <p:cNvSpPr>
            <a:spLocks noGrp="1"/>
          </p:cNvSpPr>
          <p:nvPr>
            <p:ph type="body" sz="quarter" idx="19"/>
          </p:nvPr>
        </p:nvSpPr>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5" name="Subtitle 4">
            <a:extLst>
              <a:ext uri="{FF2B5EF4-FFF2-40B4-BE49-F238E27FC236}">
                <a16:creationId xmlns:a16="http://schemas.microsoft.com/office/drawing/2014/main" id="{C6192B4A-4F88-38D1-99A2-4733F195C647}"/>
              </a:ext>
            </a:extLst>
          </p:cNvPr>
          <p:cNvSpPr>
            <a:spLocks noGrp="1"/>
          </p:cNvSpPr>
          <p:nvPr>
            <p:ph type="subTitle" idx="13"/>
          </p:nvPr>
        </p:nvSpPr>
        <p:spPr>
          <a:xfrm>
            <a:off x="539749" y="286056"/>
            <a:ext cx="5771403" cy="246221"/>
          </a:xfrm>
        </p:spPr>
        <p:txBody>
          <a:bodyPr/>
          <a:lstStyle/>
          <a:p>
            <a:r>
              <a:rPr lang="en-GB"/>
              <a:t>Subheading</a:t>
            </a:r>
          </a:p>
        </p:txBody>
      </p:sp>
      <p:sp>
        <p:nvSpPr>
          <p:cNvPr id="9" name="Round Same-side Corner of Rectangle 6">
            <a:extLst>
              <a:ext uri="{FF2B5EF4-FFF2-40B4-BE49-F238E27FC236}">
                <a16:creationId xmlns:a16="http://schemas.microsoft.com/office/drawing/2014/main" id="{ECBD69D0-7013-9227-4023-599C9A0FCAF8}"/>
              </a:ext>
            </a:extLst>
          </p:cNvPr>
          <p:cNvSpPr/>
          <p:nvPr>
            <p:custDataLst>
              <p:tags r:id="rId1"/>
            </p:custDataLst>
          </p:nvPr>
        </p:nvSpPr>
        <p:spPr>
          <a:xfrm rot="10800000">
            <a:off x="6594475" y="0"/>
            <a:ext cx="6313372" cy="1112520"/>
          </a:xfrm>
          <a:prstGeom prst="round2SameRect">
            <a:avLst>
              <a:gd name="adj1" fmla="val 22147"/>
              <a:gd name="adj2" fmla="val 0"/>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0000"/>
              </a:lnSpc>
              <a:spcBef>
                <a:spcPts val="750"/>
              </a:spcBef>
            </a:pPr>
            <a:endParaRPr lang="en-GB" sz="900" b="1">
              <a:solidFill>
                <a:srgbClr val="3B3482"/>
              </a:solidFill>
              <a:latin typeface="+mj-lt"/>
            </a:endParaRPr>
          </a:p>
        </p:txBody>
      </p:sp>
      <p:pic>
        <p:nvPicPr>
          <p:cNvPr id="10" name="Graphic 9">
            <a:extLst>
              <a:ext uri="{FF2B5EF4-FFF2-40B4-BE49-F238E27FC236}">
                <a16:creationId xmlns:a16="http://schemas.microsoft.com/office/drawing/2014/main" id="{25543102-32BE-24BB-BC6D-DE31A31BA53F}"/>
              </a:ext>
            </a:extLst>
          </p:cNvPr>
          <p:cNvPicPr>
            <a:picLocks noChangeAspect="1"/>
          </p:cNvPicPr>
          <p:nvPr/>
        </p:nvPicPr>
        <p:blipFill>
          <a:blip r:embed="rId5"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32637" y="234359"/>
            <a:ext cx="513505" cy="513505"/>
          </a:xfrm>
          <a:prstGeom prst="rect">
            <a:avLst/>
          </a:prstGeom>
        </p:spPr>
      </p:pic>
      <p:sp>
        <p:nvSpPr>
          <p:cNvPr id="11" name="Text Placeholder 2">
            <a:extLst>
              <a:ext uri="{FF2B5EF4-FFF2-40B4-BE49-F238E27FC236}">
                <a16:creationId xmlns:a16="http://schemas.microsoft.com/office/drawing/2014/main" id="{14AB936E-9882-9DFE-5C9F-54E5E6C75985}"/>
              </a:ext>
            </a:extLst>
          </p:cNvPr>
          <p:cNvSpPr txBox="1">
            <a:spLocks/>
          </p:cNvSpPr>
          <p:nvPr>
            <p:custDataLst>
              <p:tags r:id="rId2"/>
            </p:custDataLst>
          </p:nvPr>
        </p:nvSpPr>
        <p:spPr>
          <a:xfrm>
            <a:off x="7460864" y="14541"/>
            <a:ext cx="5446983" cy="1098726"/>
          </a:xfrm>
          <a:prstGeom prst="rect">
            <a:avLst/>
          </a:prstGeom>
          <a:noFill/>
        </p:spPr>
        <p:txBody>
          <a:bodyPr vert="horz" wrap="square" lIns="144000" tIns="144000" rIns="144000" bIns="144000" rtlCol="0">
            <a:spAutoFit/>
          </a:bodyPr>
          <a:lstStyle>
            <a:lvl1pPr marL="0" indent="0" algn="l" defTabSz="740134"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j-lt"/>
                <a:ea typeface="+mn-ea"/>
                <a:cs typeface="+mn-cs"/>
              </a:defRPr>
            </a:lvl1pPr>
            <a:lvl2pPr marL="0" indent="0" algn="l" defTabSz="740134" rtl="0" eaLnBrk="1" latinLnBrk="0" hangingPunct="1">
              <a:lnSpc>
                <a:spcPct val="100000"/>
              </a:lnSpc>
              <a:spcBef>
                <a:spcPts val="0"/>
              </a:spcBef>
              <a:spcAft>
                <a:spcPts val="600"/>
              </a:spcAft>
              <a:buFont typeface="Arial" panose="020B0604020202020204" pitchFamily="34" charset="0"/>
              <a:buNone/>
              <a:defRPr sz="1100" kern="1200">
                <a:solidFill>
                  <a:schemeClr val="tx1"/>
                </a:solidFill>
                <a:latin typeface="+mn-lt"/>
                <a:ea typeface="+mn-ea"/>
                <a:cs typeface="+mn-cs"/>
              </a:defRPr>
            </a:lvl2pPr>
            <a:lvl3pPr marL="18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3pPr>
            <a:lvl4pPr marL="36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4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035370"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6pPr>
            <a:lvl7pPr marL="2405437"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7pPr>
            <a:lvl8pPr marL="2775504"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8pPr>
            <a:lvl9pPr marL="3145571"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9pPr>
          </a:lstStyle>
          <a:p>
            <a:pPr lvl="1">
              <a:spcAft>
                <a:spcPts val="300"/>
              </a:spcAft>
            </a:pPr>
            <a:r>
              <a:rPr lang="en-GB" sz="1400">
                <a:solidFill>
                  <a:srgbClr val="3B3482"/>
                </a:solidFill>
                <a:latin typeface="+mj-lt"/>
              </a:rPr>
              <a:t>Question 1</a:t>
            </a:r>
          </a:p>
          <a:p>
            <a:pPr lvl="1">
              <a:spcAft>
                <a:spcPts val="300"/>
              </a:spcAft>
            </a:pPr>
            <a:r>
              <a:rPr lang="en-GB" sz="1200"/>
              <a:t>Question to be inserted here </a:t>
            </a:r>
            <a:r>
              <a:rPr lang="en-GB" sz="1200" err="1"/>
              <a:t>xxxx</a:t>
            </a:r>
            <a:r>
              <a:rPr lang="en-GB" sz="1200"/>
              <a:t> </a:t>
            </a:r>
            <a:r>
              <a:rPr lang="en-GB" sz="1200" err="1"/>
              <a:t>orem</a:t>
            </a:r>
            <a:r>
              <a:rPr lang="en-GB" sz="1200"/>
              <a:t>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Morbi </a:t>
            </a:r>
            <a:r>
              <a:rPr lang="en-GB" sz="1200" err="1"/>
              <a:t>posuere</a:t>
            </a:r>
            <a:r>
              <a:rPr lang="en-GB" sz="1200"/>
              <a:t> et </a:t>
            </a:r>
            <a:r>
              <a:rPr lang="en-GB" sz="1200" err="1"/>
              <a:t>sem</a:t>
            </a:r>
            <a:r>
              <a:rPr lang="en-GB" sz="1200"/>
              <a:t> a </a:t>
            </a:r>
            <a:r>
              <a:rPr lang="en-GB" sz="1200" err="1"/>
              <a:t>efficitur</a:t>
            </a:r>
            <a:r>
              <a:rPr lang="en-GB" sz="1200"/>
              <a:t>. Nam sit </a:t>
            </a:r>
            <a:r>
              <a:rPr lang="en-GB" sz="1200" err="1"/>
              <a:t>amet</a:t>
            </a:r>
            <a:r>
              <a:rPr lang="en-GB" sz="1200"/>
              <a:t> </a:t>
            </a:r>
            <a:r>
              <a:rPr lang="en-GB" sz="1200" err="1"/>
              <a:t>tellus</a:t>
            </a:r>
            <a:r>
              <a:rPr lang="en-GB" sz="1200"/>
              <a:t> </a:t>
            </a:r>
            <a:r>
              <a:rPr lang="en-GB" sz="1200" err="1"/>
              <a:t>sed</a:t>
            </a:r>
            <a:r>
              <a:rPr lang="en-GB" sz="1200"/>
              <a:t> </a:t>
            </a:r>
            <a:r>
              <a:rPr lang="en-GB" sz="1200" err="1"/>
              <a:t>tortor</a:t>
            </a:r>
            <a:r>
              <a:rPr lang="en-GB" sz="1200"/>
              <a:t> </a:t>
            </a:r>
            <a:r>
              <a:rPr lang="en-GB" sz="1200" err="1"/>
              <a:t>euismod</a:t>
            </a:r>
            <a:r>
              <a:rPr lang="en-GB" sz="1200"/>
              <a:t> </a:t>
            </a:r>
            <a:r>
              <a:rPr lang="en-GB" sz="1200" err="1"/>
              <a:t>finibus</a:t>
            </a:r>
            <a:r>
              <a:rPr lang="en-GB" sz="1200"/>
              <a:t> vitae sit </a:t>
            </a:r>
            <a:r>
              <a:rPr lang="en-GB" sz="1200" err="1"/>
              <a:t>amet</a:t>
            </a:r>
            <a:r>
              <a:rPr lang="en-GB" sz="1200"/>
              <a:t> nisi?</a:t>
            </a:r>
          </a:p>
        </p:txBody>
      </p:sp>
      <p:sp>
        <p:nvSpPr>
          <p:cNvPr id="12" name="Rectangle 11">
            <a:extLst>
              <a:ext uri="{FF2B5EF4-FFF2-40B4-BE49-F238E27FC236}">
                <a16:creationId xmlns:a16="http://schemas.microsoft.com/office/drawing/2014/main" id="{C12096ED-D015-3CE5-EAEF-DBEAA6E6C183}"/>
              </a:ext>
            </a:extLst>
          </p:cNvPr>
          <p:cNvSpPr/>
          <p:nvPr>
            <p:custDataLst>
              <p:tags r:id="rId3"/>
            </p:custDataLst>
          </p:nvPr>
        </p:nvSpPr>
        <p:spPr>
          <a:xfrm>
            <a:off x="-1" y="1800221"/>
            <a:ext cx="4481202" cy="5221039"/>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32000" tIns="0" rIns="684000" bIns="540000" rtlCol="0" anchor="t"/>
          <a:lstStyle/>
          <a:p>
            <a:pPr>
              <a:lnSpc>
                <a:spcPct val="90000"/>
              </a:lnSpc>
              <a:spcBef>
                <a:spcPts val="750"/>
              </a:spcBef>
            </a:pPr>
            <a:endParaRPr lang="en-GB" sz="1400" b="1">
              <a:solidFill>
                <a:schemeClr val="tx1"/>
              </a:solidFill>
              <a:latin typeface="+mj-lt"/>
            </a:endParaRPr>
          </a:p>
        </p:txBody>
      </p:sp>
      <p:grpSp>
        <p:nvGrpSpPr>
          <p:cNvPr id="14" name="Group 13">
            <a:extLst>
              <a:ext uri="{FF2B5EF4-FFF2-40B4-BE49-F238E27FC236}">
                <a16:creationId xmlns:a16="http://schemas.microsoft.com/office/drawing/2014/main" id="{007D6A7A-4BBC-442F-098B-7F7E423E3B7C}"/>
              </a:ext>
            </a:extLst>
          </p:cNvPr>
          <p:cNvGrpSpPr/>
          <p:nvPr/>
        </p:nvGrpSpPr>
        <p:grpSpPr>
          <a:xfrm>
            <a:off x="542925" y="2066926"/>
            <a:ext cx="815006" cy="815406"/>
            <a:chOff x="1557354" y="3303544"/>
            <a:chExt cx="1325602" cy="1326253"/>
          </a:xfrm>
        </p:grpSpPr>
        <p:sp>
          <p:nvSpPr>
            <p:cNvPr id="16" name="Oval 15">
              <a:extLst>
                <a:ext uri="{FF2B5EF4-FFF2-40B4-BE49-F238E27FC236}">
                  <a16:creationId xmlns:a16="http://schemas.microsoft.com/office/drawing/2014/main" id="{F52A1039-ED7C-7D5A-4FD9-3F8AD263139D}"/>
                </a:ext>
              </a:extLst>
            </p:cNvPr>
            <p:cNvSpPr/>
            <p:nvPr/>
          </p:nvSpPr>
          <p:spPr>
            <a:xfrm>
              <a:off x="1557354" y="3303544"/>
              <a:ext cx="1325602" cy="1326253"/>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7" name="Graphic 16">
              <a:extLst>
                <a:ext uri="{FF2B5EF4-FFF2-40B4-BE49-F238E27FC236}">
                  <a16:creationId xmlns:a16="http://schemas.microsoft.com/office/drawing/2014/main" id="{CA7861C6-CFDD-C436-1050-BA54BE8F001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27925" y="3652935"/>
              <a:ext cx="584462" cy="627472"/>
            </a:xfrm>
            <a:prstGeom prst="rect">
              <a:avLst/>
            </a:prstGeom>
          </p:spPr>
        </p:pic>
      </p:grpSp>
      <p:sp>
        <p:nvSpPr>
          <p:cNvPr id="15" name="TextBox 14">
            <a:extLst>
              <a:ext uri="{FF2B5EF4-FFF2-40B4-BE49-F238E27FC236}">
                <a16:creationId xmlns:a16="http://schemas.microsoft.com/office/drawing/2014/main" id="{A151748E-D3C6-76B6-FB9E-4BC6BA4C951E}"/>
              </a:ext>
            </a:extLst>
          </p:cNvPr>
          <p:cNvSpPr txBox="1"/>
          <p:nvPr/>
        </p:nvSpPr>
        <p:spPr>
          <a:xfrm>
            <a:off x="1489694" y="2077942"/>
            <a:ext cx="2813365" cy="1282478"/>
          </a:xfrm>
          <a:prstGeom prst="rect">
            <a:avLst/>
          </a:prstGeom>
          <a:noFill/>
        </p:spPr>
        <p:txBody>
          <a:bodyPr wrap="square" lIns="0" tIns="0" rIns="0" bIns="0" rtlCol="0">
            <a:noAutofit/>
          </a:bodyPr>
          <a:lstStyle/>
          <a:p>
            <a:pPr marL="0" algn="l">
              <a:spcAft>
                <a:spcPts val="600"/>
              </a:spcAft>
            </a:pPr>
            <a:r>
              <a:rPr lang="en-GB" sz="1600">
                <a:solidFill>
                  <a:srgbClr val="3B3482"/>
                </a:solidFill>
                <a:latin typeface="+mj-lt"/>
              </a:rPr>
              <a:t>Text to be entered here.</a:t>
            </a:r>
          </a:p>
          <a:p>
            <a:pPr marL="0" algn="l">
              <a:spcAft>
                <a:spcPts val="600"/>
              </a:spcAft>
            </a:pPr>
            <a:r>
              <a:rPr lang="en-GB" sz="1400">
                <a:solidFill>
                  <a:schemeClr val="tx2"/>
                </a:solidFill>
              </a:rPr>
              <a:t>Lorem ipsum </a:t>
            </a:r>
            <a:r>
              <a:rPr lang="en-GB" sz="1400" err="1">
                <a:solidFill>
                  <a:schemeClr val="tx2"/>
                </a:solidFill>
              </a:rPr>
              <a:t>dolor</a:t>
            </a:r>
            <a:r>
              <a:rPr lang="en-GB" sz="1400">
                <a:solidFill>
                  <a:schemeClr val="tx2"/>
                </a:solidFill>
              </a:rPr>
              <a:t> sit </a:t>
            </a:r>
            <a:r>
              <a:rPr lang="en-GB" sz="1400" err="1">
                <a:solidFill>
                  <a:schemeClr val="tx2"/>
                </a:solidFill>
              </a:rPr>
              <a:t>amet</a:t>
            </a:r>
            <a:r>
              <a:rPr lang="en-GB" sz="1400">
                <a:solidFill>
                  <a:schemeClr val="tx2"/>
                </a:solidFill>
              </a:rPr>
              <a:t>, </a:t>
            </a:r>
            <a:r>
              <a:rPr lang="en-GB" sz="1400" err="1">
                <a:solidFill>
                  <a:schemeClr val="tx2"/>
                </a:solidFill>
              </a:rPr>
              <a:t>consectetur</a:t>
            </a:r>
            <a:r>
              <a:rPr lang="en-GB" sz="1400">
                <a:solidFill>
                  <a:schemeClr val="tx2"/>
                </a:solidFill>
              </a:rPr>
              <a:t> </a:t>
            </a:r>
            <a:r>
              <a:rPr lang="en-GB" sz="1400" err="1">
                <a:solidFill>
                  <a:schemeClr val="tx2"/>
                </a:solidFill>
              </a:rPr>
              <a:t>adipiscing</a:t>
            </a:r>
            <a:r>
              <a:rPr lang="en-GB" sz="1400">
                <a:solidFill>
                  <a:schemeClr val="tx2"/>
                </a:solidFill>
              </a:rPr>
              <a:t> </a:t>
            </a:r>
            <a:r>
              <a:rPr lang="en-GB" sz="1400" err="1">
                <a:solidFill>
                  <a:schemeClr val="tx2"/>
                </a:solidFill>
              </a:rPr>
              <a:t>elit</a:t>
            </a:r>
            <a:r>
              <a:rPr lang="en-GB" sz="1400">
                <a:solidFill>
                  <a:schemeClr val="tx2"/>
                </a:solidFill>
              </a:rPr>
              <a:t>. Morbi </a:t>
            </a:r>
            <a:r>
              <a:rPr lang="en-GB" sz="1400" err="1">
                <a:solidFill>
                  <a:schemeClr val="tx2"/>
                </a:solidFill>
              </a:rPr>
              <a:t>posuere</a:t>
            </a:r>
            <a:r>
              <a:rPr lang="en-GB" sz="1400">
                <a:solidFill>
                  <a:schemeClr val="tx2"/>
                </a:solidFill>
              </a:rPr>
              <a:t> et </a:t>
            </a:r>
            <a:r>
              <a:rPr lang="en-GB" sz="1400" err="1">
                <a:solidFill>
                  <a:schemeClr val="tx2"/>
                </a:solidFill>
              </a:rPr>
              <a:t>sem</a:t>
            </a:r>
            <a:r>
              <a:rPr lang="en-GB" sz="1400">
                <a:solidFill>
                  <a:schemeClr val="tx2"/>
                </a:solidFill>
              </a:rPr>
              <a:t> a </a:t>
            </a:r>
            <a:r>
              <a:rPr lang="en-GB" sz="1400" err="1">
                <a:solidFill>
                  <a:schemeClr val="tx2"/>
                </a:solidFill>
              </a:rPr>
              <a:t>efficitur</a:t>
            </a:r>
            <a:r>
              <a:rPr lang="en-GB" sz="1400">
                <a:solidFill>
                  <a:schemeClr val="tx2"/>
                </a:solidFill>
              </a:rPr>
              <a:t>. Nam</a:t>
            </a:r>
          </a:p>
        </p:txBody>
      </p:sp>
      <p:grpSp>
        <p:nvGrpSpPr>
          <p:cNvPr id="19" name="Group 18">
            <a:extLst>
              <a:ext uri="{FF2B5EF4-FFF2-40B4-BE49-F238E27FC236}">
                <a16:creationId xmlns:a16="http://schemas.microsoft.com/office/drawing/2014/main" id="{87AD6E59-5A5B-5751-F8A6-AE9D465FF070}"/>
              </a:ext>
            </a:extLst>
          </p:cNvPr>
          <p:cNvGrpSpPr/>
          <p:nvPr/>
        </p:nvGrpSpPr>
        <p:grpSpPr>
          <a:xfrm>
            <a:off x="542925" y="3645536"/>
            <a:ext cx="815006" cy="815406"/>
            <a:chOff x="1557354" y="3303544"/>
            <a:chExt cx="1325602" cy="1326253"/>
          </a:xfrm>
        </p:grpSpPr>
        <p:sp>
          <p:nvSpPr>
            <p:cNvPr id="21" name="Oval 20">
              <a:extLst>
                <a:ext uri="{FF2B5EF4-FFF2-40B4-BE49-F238E27FC236}">
                  <a16:creationId xmlns:a16="http://schemas.microsoft.com/office/drawing/2014/main" id="{0B44E362-B5E4-A689-119D-CCF0CF2CCEAC}"/>
                </a:ext>
              </a:extLst>
            </p:cNvPr>
            <p:cNvSpPr/>
            <p:nvPr/>
          </p:nvSpPr>
          <p:spPr>
            <a:xfrm>
              <a:off x="1557354" y="3303544"/>
              <a:ext cx="1325602" cy="1326253"/>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2" name="Graphic 21">
              <a:extLst>
                <a:ext uri="{FF2B5EF4-FFF2-40B4-BE49-F238E27FC236}">
                  <a16:creationId xmlns:a16="http://schemas.microsoft.com/office/drawing/2014/main" id="{7B25AF07-D86B-F1E9-D340-857EBA730CE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27925" y="3652935"/>
              <a:ext cx="584462" cy="627472"/>
            </a:xfrm>
            <a:prstGeom prst="rect">
              <a:avLst/>
            </a:prstGeom>
          </p:spPr>
        </p:pic>
      </p:grpSp>
      <p:sp>
        <p:nvSpPr>
          <p:cNvPr id="20" name="TextBox 19">
            <a:extLst>
              <a:ext uri="{FF2B5EF4-FFF2-40B4-BE49-F238E27FC236}">
                <a16:creationId xmlns:a16="http://schemas.microsoft.com/office/drawing/2014/main" id="{C8DECBA3-EFAE-45C5-7E70-6FE326EB752A}"/>
              </a:ext>
            </a:extLst>
          </p:cNvPr>
          <p:cNvSpPr txBox="1"/>
          <p:nvPr/>
        </p:nvSpPr>
        <p:spPr>
          <a:xfrm>
            <a:off x="1489694" y="3656552"/>
            <a:ext cx="2813365" cy="1282478"/>
          </a:xfrm>
          <a:prstGeom prst="rect">
            <a:avLst/>
          </a:prstGeom>
          <a:noFill/>
        </p:spPr>
        <p:txBody>
          <a:bodyPr wrap="square" lIns="0" tIns="0" rIns="0" bIns="0" rtlCol="0">
            <a:noAutofit/>
          </a:bodyPr>
          <a:lstStyle/>
          <a:p>
            <a:pPr marL="0" algn="l">
              <a:spcAft>
                <a:spcPts val="600"/>
              </a:spcAft>
            </a:pPr>
            <a:r>
              <a:rPr lang="en-GB" sz="1600">
                <a:solidFill>
                  <a:srgbClr val="3B3482"/>
                </a:solidFill>
                <a:latin typeface="+mj-lt"/>
              </a:rPr>
              <a:t>Text to be entered here.</a:t>
            </a:r>
          </a:p>
          <a:p>
            <a:pPr marL="0" algn="l">
              <a:spcAft>
                <a:spcPts val="600"/>
              </a:spcAft>
            </a:pPr>
            <a:r>
              <a:rPr lang="en-GB" sz="1400">
                <a:solidFill>
                  <a:schemeClr val="tx2"/>
                </a:solidFill>
              </a:rPr>
              <a:t>Lorem ipsum </a:t>
            </a:r>
            <a:r>
              <a:rPr lang="en-GB" sz="1400" err="1">
                <a:solidFill>
                  <a:schemeClr val="tx2"/>
                </a:solidFill>
              </a:rPr>
              <a:t>dolor</a:t>
            </a:r>
            <a:r>
              <a:rPr lang="en-GB" sz="1400">
                <a:solidFill>
                  <a:schemeClr val="tx2"/>
                </a:solidFill>
              </a:rPr>
              <a:t> sit </a:t>
            </a:r>
            <a:r>
              <a:rPr lang="en-GB" sz="1400" err="1">
                <a:solidFill>
                  <a:schemeClr val="tx2"/>
                </a:solidFill>
              </a:rPr>
              <a:t>amet</a:t>
            </a:r>
            <a:r>
              <a:rPr lang="en-GB" sz="1400">
                <a:solidFill>
                  <a:schemeClr val="tx2"/>
                </a:solidFill>
              </a:rPr>
              <a:t>, </a:t>
            </a:r>
            <a:r>
              <a:rPr lang="en-GB" sz="1400" err="1">
                <a:solidFill>
                  <a:schemeClr val="tx2"/>
                </a:solidFill>
              </a:rPr>
              <a:t>consectetur</a:t>
            </a:r>
            <a:r>
              <a:rPr lang="en-GB" sz="1400">
                <a:solidFill>
                  <a:schemeClr val="tx2"/>
                </a:solidFill>
              </a:rPr>
              <a:t> </a:t>
            </a:r>
            <a:r>
              <a:rPr lang="en-GB" sz="1400" err="1">
                <a:solidFill>
                  <a:schemeClr val="tx2"/>
                </a:solidFill>
              </a:rPr>
              <a:t>adipiscing</a:t>
            </a:r>
            <a:r>
              <a:rPr lang="en-GB" sz="1400">
                <a:solidFill>
                  <a:schemeClr val="tx2"/>
                </a:solidFill>
              </a:rPr>
              <a:t> </a:t>
            </a:r>
            <a:r>
              <a:rPr lang="en-GB" sz="1400" err="1">
                <a:solidFill>
                  <a:schemeClr val="tx2"/>
                </a:solidFill>
              </a:rPr>
              <a:t>elit</a:t>
            </a:r>
            <a:r>
              <a:rPr lang="en-GB" sz="1400">
                <a:solidFill>
                  <a:schemeClr val="tx2"/>
                </a:solidFill>
              </a:rPr>
              <a:t>. Morbi </a:t>
            </a:r>
            <a:r>
              <a:rPr lang="en-GB" sz="1400" err="1">
                <a:solidFill>
                  <a:schemeClr val="tx2"/>
                </a:solidFill>
              </a:rPr>
              <a:t>posuere</a:t>
            </a:r>
            <a:r>
              <a:rPr lang="en-GB" sz="1400">
                <a:solidFill>
                  <a:schemeClr val="tx2"/>
                </a:solidFill>
              </a:rPr>
              <a:t> et </a:t>
            </a:r>
            <a:r>
              <a:rPr lang="en-GB" sz="1400" err="1">
                <a:solidFill>
                  <a:schemeClr val="tx2"/>
                </a:solidFill>
              </a:rPr>
              <a:t>sem</a:t>
            </a:r>
            <a:r>
              <a:rPr lang="en-GB" sz="1400">
                <a:solidFill>
                  <a:schemeClr val="tx2"/>
                </a:solidFill>
              </a:rPr>
              <a:t> a </a:t>
            </a:r>
            <a:r>
              <a:rPr lang="en-GB" sz="1400" err="1">
                <a:solidFill>
                  <a:schemeClr val="tx2"/>
                </a:solidFill>
              </a:rPr>
              <a:t>efficitur</a:t>
            </a:r>
            <a:r>
              <a:rPr lang="en-GB" sz="1400">
                <a:solidFill>
                  <a:schemeClr val="tx2"/>
                </a:solidFill>
              </a:rPr>
              <a:t>. Nam</a:t>
            </a:r>
          </a:p>
        </p:txBody>
      </p:sp>
      <p:grpSp>
        <p:nvGrpSpPr>
          <p:cNvPr id="24" name="Group 23">
            <a:extLst>
              <a:ext uri="{FF2B5EF4-FFF2-40B4-BE49-F238E27FC236}">
                <a16:creationId xmlns:a16="http://schemas.microsoft.com/office/drawing/2014/main" id="{9FBCC884-2A15-5F21-1B1F-BBD3590F2576}"/>
              </a:ext>
            </a:extLst>
          </p:cNvPr>
          <p:cNvGrpSpPr/>
          <p:nvPr/>
        </p:nvGrpSpPr>
        <p:grpSpPr>
          <a:xfrm>
            <a:off x="542925" y="5224146"/>
            <a:ext cx="815006" cy="815406"/>
            <a:chOff x="1557354" y="3303544"/>
            <a:chExt cx="1325602" cy="1326253"/>
          </a:xfrm>
        </p:grpSpPr>
        <p:sp>
          <p:nvSpPr>
            <p:cNvPr id="26" name="Oval 25">
              <a:extLst>
                <a:ext uri="{FF2B5EF4-FFF2-40B4-BE49-F238E27FC236}">
                  <a16:creationId xmlns:a16="http://schemas.microsoft.com/office/drawing/2014/main" id="{AC106296-8901-E86F-1587-33B61919D080}"/>
                </a:ext>
              </a:extLst>
            </p:cNvPr>
            <p:cNvSpPr/>
            <p:nvPr/>
          </p:nvSpPr>
          <p:spPr>
            <a:xfrm>
              <a:off x="1557354" y="3303544"/>
              <a:ext cx="1325602" cy="1326253"/>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7" name="Graphic 26">
              <a:extLst>
                <a:ext uri="{FF2B5EF4-FFF2-40B4-BE49-F238E27FC236}">
                  <a16:creationId xmlns:a16="http://schemas.microsoft.com/office/drawing/2014/main" id="{E22B8282-74BE-0821-663F-BD65591DFB5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27925" y="3652935"/>
              <a:ext cx="584462" cy="627472"/>
            </a:xfrm>
            <a:prstGeom prst="rect">
              <a:avLst/>
            </a:prstGeom>
          </p:spPr>
        </p:pic>
      </p:grpSp>
      <p:sp>
        <p:nvSpPr>
          <p:cNvPr id="25" name="TextBox 24">
            <a:extLst>
              <a:ext uri="{FF2B5EF4-FFF2-40B4-BE49-F238E27FC236}">
                <a16:creationId xmlns:a16="http://schemas.microsoft.com/office/drawing/2014/main" id="{A4716337-5FCE-FD96-30F2-FE6020001480}"/>
              </a:ext>
            </a:extLst>
          </p:cNvPr>
          <p:cNvSpPr txBox="1"/>
          <p:nvPr/>
        </p:nvSpPr>
        <p:spPr>
          <a:xfrm>
            <a:off x="1489694" y="5235162"/>
            <a:ext cx="2813365" cy="1282478"/>
          </a:xfrm>
          <a:prstGeom prst="rect">
            <a:avLst/>
          </a:prstGeom>
          <a:noFill/>
        </p:spPr>
        <p:txBody>
          <a:bodyPr wrap="square" lIns="0" tIns="0" rIns="0" bIns="0" rtlCol="0">
            <a:noAutofit/>
          </a:bodyPr>
          <a:lstStyle/>
          <a:p>
            <a:pPr marL="0" algn="l">
              <a:spcAft>
                <a:spcPts val="600"/>
              </a:spcAft>
            </a:pPr>
            <a:r>
              <a:rPr lang="en-GB" sz="1600">
                <a:solidFill>
                  <a:srgbClr val="3B3482"/>
                </a:solidFill>
                <a:latin typeface="+mj-lt"/>
              </a:rPr>
              <a:t>Text to be entered here.</a:t>
            </a:r>
          </a:p>
          <a:p>
            <a:pPr marL="0" algn="l">
              <a:spcAft>
                <a:spcPts val="600"/>
              </a:spcAft>
            </a:pPr>
            <a:r>
              <a:rPr lang="en-GB" sz="1400">
                <a:solidFill>
                  <a:schemeClr val="tx2"/>
                </a:solidFill>
              </a:rPr>
              <a:t>Lorem ipsum </a:t>
            </a:r>
            <a:r>
              <a:rPr lang="en-GB" sz="1400" err="1">
                <a:solidFill>
                  <a:schemeClr val="tx2"/>
                </a:solidFill>
              </a:rPr>
              <a:t>dolor</a:t>
            </a:r>
            <a:r>
              <a:rPr lang="en-GB" sz="1400">
                <a:solidFill>
                  <a:schemeClr val="tx2"/>
                </a:solidFill>
              </a:rPr>
              <a:t> sit </a:t>
            </a:r>
            <a:r>
              <a:rPr lang="en-GB" sz="1400" err="1">
                <a:solidFill>
                  <a:schemeClr val="tx2"/>
                </a:solidFill>
              </a:rPr>
              <a:t>amet</a:t>
            </a:r>
            <a:r>
              <a:rPr lang="en-GB" sz="1400">
                <a:solidFill>
                  <a:schemeClr val="tx2"/>
                </a:solidFill>
              </a:rPr>
              <a:t>, </a:t>
            </a:r>
            <a:r>
              <a:rPr lang="en-GB" sz="1400" err="1">
                <a:solidFill>
                  <a:schemeClr val="tx2"/>
                </a:solidFill>
              </a:rPr>
              <a:t>consectetur</a:t>
            </a:r>
            <a:r>
              <a:rPr lang="en-GB" sz="1400">
                <a:solidFill>
                  <a:schemeClr val="tx2"/>
                </a:solidFill>
              </a:rPr>
              <a:t> </a:t>
            </a:r>
            <a:r>
              <a:rPr lang="en-GB" sz="1400" err="1">
                <a:solidFill>
                  <a:schemeClr val="tx2"/>
                </a:solidFill>
              </a:rPr>
              <a:t>adipiscing</a:t>
            </a:r>
            <a:r>
              <a:rPr lang="en-GB" sz="1400">
                <a:solidFill>
                  <a:schemeClr val="tx2"/>
                </a:solidFill>
              </a:rPr>
              <a:t> </a:t>
            </a:r>
            <a:r>
              <a:rPr lang="en-GB" sz="1400" err="1">
                <a:solidFill>
                  <a:schemeClr val="tx2"/>
                </a:solidFill>
              </a:rPr>
              <a:t>elit</a:t>
            </a:r>
            <a:r>
              <a:rPr lang="en-GB" sz="1400">
                <a:solidFill>
                  <a:schemeClr val="tx2"/>
                </a:solidFill>
              </a:rPr>
              <a:t>. Morbi </a:t>
            </a:r>
            <a:r>
              <a:rPr lang="en-GB" sz="1400" err="1">
                <a:solidFill>
                  <a:schemeClr val="tx2"/>
                </a:solidFill>
              </a:rPr>
              <a:t>posuere</a:t>
            </a:r>
            <a:r>
              <a:rPr lang="en-GB" sz="1400">
                <a:solidFill>
                  <a:schemeClr val="tx2"/>
                </a:solidFill>
              </a:rPr>
              <a:t> et </a:t>
            </a:r>
            <a:r>
              <a:rPr lang="en-GB" sz="1400" err="1">
                <a:solidFill>
                  <a:schemeClr val="tx2"/>
                </a:solidFill>
              </a:rPr>
              <a:t>sem</a:t>
            </a:r>
            <a:r>
              <a:rPr lang="en-GB" sz="1400">
                <a:solidFill>
                  <a:schemeClr val="tx2"/>
                </a:solidFill>
              </a:rPr>
              <a:t> a </a:t>
            </a:r>
            <a:r>
              <a:rPr lang="en-GB" sz="1400" err="1">
                <a:solidFill>
                  <a:schemeClr val="tx2"/>
                </a:solidFill>
              </a:rPr>
              <a:t>efficitur</a:t>
            </a:r>
            <a:r>
              <a:rPr lang="en-GB" sz="1400">
                <a:solidFill>
                  <a:schemeClr val="tx2"/>
                </a:solidFill>
              </a:rPr>
              <a:t>. Nam</a:t>
            </a:r>
          </a:p>
        </p:txBody>
      </p:sp>
    </p:spTree>
    <p:extLst>
      <p:ext uri="{BB962C8B-B14F-4D97-AF65-F5344CB8AC3E}">
        <p14:creationId xmlns:p14="http://schemas.microsoft.com/office/powerpoint/2010/main" val="2172427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D704B59-C892-D1B9-39D6-6B806781F7C9}"/>
              </a:ext>
            </a:extLst>
          </p:cNvPr>
          <p:cNvSpPr/>
          <p:nvPr/>
        </p:nvSpPr>
        <p:spPr>
          <a:xfrm>
            <a:off x="8970963" y="0"/>
            <a:ext cx="4492625" cy="6578600"/>
          </a:xfrm>
          <a:prstGeom prst="rect">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9" name="TextBox 8">
            <a:extLst>
              <a:ext uri="{FF2B5EF4-FFF2-40B4-BE49-F238E27FC236}">
                <a16:creationId xmlns:a16="http://schemas.microsoft.com/office/drawing/2014/main" id="{636F4585-BF58-C063-BCDB-4CBBDCD2FBCA}"/>
              </a:ext>
            </a:extLst>
          </p:cNvPr>
          <p:cNvSpPr txBox="1"/>
          <p:nvPr/>
        </p:nvSpPr>
        <p:spPr>
          <a:xfrm>
            <a:off x="9310147" y="3491306"/>
            <a:ext cx="3613689" cy="2816156"/>
          </a:xfrm>
          <a:prstGeom prst="rect">
            <a:avLst/>
          </a:prstGeom>
          <a:noFill/>
        </p:spPr>
        <p:txBody>
          <a:bodyPr wrap="square" lIns="0" rIns="0" rtlCol="0">
            <a:spAutoFit/>
          </a:bodyPr>
          <a:lstStyle/>
          <a:p>
            <a:pPr>
              <a:spcAft>
                <a:spcPts val="600"/>
              </a:spcAft>
            </a:pPr>
            <a:r>
              <a:rPr lang="en-GB" sz="1600" dirty="0"/>
              <a:t>Cras vitae </a:t>
            </a:r>
            <a:r>
              <a:rPr lang="en-GB" sz="1600" dirty="0" err="1"/>
              <a:t>pretium</a:t>
            </a:r>
            <a:r>
              <a:rPr lang="en-GB" sz="1600" dirty="0"/>
              <a:t> </a:t>
            </a:r>
            <a:r>
              <a:rPr lang="en-GB" sz="1600" dirty="0" err="1"/>
              <a:t>nisl</a:t>
            </a:r>
            <a:r>
              <a:rPr lang="en-GB" sz="1600" dirty="0"/>
              <a:t>. </a:t>
            </a:r>
            <a:r>
              <a:rPr lang="en-GB" sz="1600" dirty="0" err="1"/>
              <a:t>Suspendisse</a:t>
            </a:r>
            <a:r>
              <a:rPr lang="en-GB" sz="1600" dirty="0"/>
              <a:t> at magna </a:t>
            </a:r>
            <a:r>
              <a:rPr lang="en-GB" sz="1600" dirty="0" err="1"/>
              <a:t>sed</a:t>
            </a:r>
            <a:r>
              <a:rPr lang="en-GB" sz="1600" dirty="0"/>
              <a:t> </a:t>
            </a:r>
            <a:r>
              <a:rPr lang="en-GB" sz="1600" dirty="0" err="1"/>
              <a:t>lectus</a:t>
            </a:r>
            <a:r>
              <a:rPr lang="en-GB" sz="1600" dirty="0"/>
              <a:t> </a:t>
            </a:r>
            <a:r>
              <a:rPr lang="en-GB" sz="1600" dirty="0" err="1"/>
              <a:t>consequat</a:t>
            </a:r>
            <a:r>
              <a:rPr lang="en-GB" sz="1600" dirty="0"/>
              <a:t> </a:t>
            </a:r>
            <a:r>
              <a:rPr lang="en-GB" sz="1600" dirty="0" err="1"/>
              <a:t>rutrum</a:t>
            </a:r>
            <a:r>
              <a:rPr lang="en-GB" sz="1600" dirty="0"/>
              <a:t>. Proin id </a:t>
            </a:r>
            <a:r>
              <a:rPr lang="en-GB" sz="1600" dirty="0" err="1"/>
              <a:t>nibh</a:t>
            </a:r>
            <a:r>
              <a:rPr lang="en-GB" sz="1600" dirty="0"/>
              <a:t> at nisi </a:t>
            </a:r>
            <a:r>
              <a:rPr lang="en-GB" sz="1600" dirty="0" err="1"/>
              <a:t>molestie</a:t>
            </a:r>
            <a:r>
              <a:rPr lang="en-GB" sz="1600" dirty="0"/>
              <a:t> </a:t>
            </a:r>
            <a:r>
              <a:rPr lang="en-GB" sz="1600" dirty="0" err="1"/>
              <a:t>ullamcorper</a:t>
            </a:r>
            <a:r>
              <a:rPr lang="en-GB" sz="1600" dirty="0"/>
              <a:t>. Cras tempus </a:t>
            </a:r>
            <a:r>
              <a:rPr lang="en-GB" sz="1600" dirty="0" err="1"/>
              <a:t>urna</a:t>
            </a:r>
            <a:r>
              <a:rPr lang="en-GB" sz="1600" dirty="0"/>
              <a:t> </a:t>
            </a:r>
            <a:r>
              <a:rPr lang="en-GB" sz="1600" dirty="0" err="1"/>
              <a:t>augue</a:t>
            </a:r>
            <a:r>
              <a:rPr lang="en-GB" sz="1600" dirty="0"/>
              <a:t>, ac tempus </a:t>
            </a:r>
            <a:r>
              <a:rPr lang="en-GB" sz="1600" dirty="0" err="1"/>
              <a:t>mauris</a:t>
            </a:r>
            <a:r>
              <a:rPr lang="en-GB" sz="1600" dirty="0"/>
              <a:t> </a:t>
            </a:r>
            <a:r>
              <a:rPr lang="en-GB" sz="1600" dirty="0" err="1"/>
              <a:t>ullamcorper</a:t>
            </a:r>
            <a:r>
              <a:rPr lang="en-GB" sz="1600" dirty="0"/>
              <a:t> id. </a:t>
            </a:r>
            <a:r>
              <a:rPr lang="en-GB" sz="1600" dirty="0" err="1"/>
              <a:t>Quisque</a:t>
            </a:r>
            <a:r>
              <a:rPr lang="en-GB" sz="1600" dirty="0"/>
              <a:t> </a:t>
            </a:r>
            <a:r>
              <a:rPr lang="en-GB" sz="1600" dirty="0" err="1"/>
              <a:t>nunc</a:t>
            </a:r>
            <a:r>
              <a:rPr lang="en-GB" sz="1600" dirty="0"/>
              <a:t> </a:t>
            </a:r>
            <a:r>
              <a:rPr lang="en-GB" sz="1600" dirty="0" err="1"/>
              <a:t>nisl</a:t>
            </a:r>
            <a:r>
              <a:rPr lang="en-GB" sz="1600" dirty="0"/>
              <a:t>, lacinia a </a:t>
            </a:r>
            <a:r>
              <a:rPr lang="en-GB" sz="1600" dirty="0" err="1"/>
              <a:t>condimentum</a:t>
            </a:r>
            <a:r>
              <a:rPr lang="en-GB" sz="1600" dirty="0"/>
              <a:t> id, </a:t>
            </a:r>
            <a:r>
              <a:rPr lang="en-GB" sz="1600" dirty="0" err="1"/>
              <a:t>molestie</a:t>
            </a:r>
            <a:r>
              <a:rPr lang="en-GB" sz="1600" dirty="0"/>
              <a:t> in </a:t>
            </a:r>
            <a:r>
              <a:rPr lang="en-GB" sz="1600" dirty="0" err="1"/>
              <a:t>nulla</a:t>
            </a:r>
            <a:r>
              <a:rPr lang="en-GB" sz="1600" dirty="0"/>
              <a:t>. Ut </a:t>
            </a:r>
            <a:r>
              <a:rPr lang="en-GB" sz="1600" dirty="0" err="1"/>
              <a:t>eget</a:t>
            </a:r>
            <a:r>
              <a:rPr lang="en-GB" sz="1600" dirty="0"/>
              <a:t> </a:t>
            </a:r>
            <a:r>
              <a:rPr lang="en-GB" sz="1600" dirty="0" err="1"/>
              <a:t>erat</a:t>
            </a:r>
            <a:r>
              <a:rPr lang="en-GB" sz="1600" dirty="0"/>
              <a:t> </a:t>
            </a:r>
            <a:r>
              <a:rPr lang="en-GB" sz="1600" dirty="0" err="1"/>
              <a:t>pretium</a:t>
            </a:r>
            <a:r>
              <a:rPr lang="en-GB" sz="1600" dirty="0"/>
              <a:t> </a:t>
            </a:r>
            <a:r>
              <a:rPr lang="en-GB" sz="1600" dirty="0" err="1"/>
              <a:t>odio</a:t>
            </a:r>
            <a:r>
              <a:rPr lang="en-GB" sz="1600" dirty="0"/>
              <a:t> </a:t>
            </a:r>
            <a:r>
              <a:rPr lang="en-GB" sz="1600" dirty="0" err="1"/>
              <a:t>pretium</a:t>
            </a:r>
            <a:r>
              <a:rPr lang="en-GB" sz="1600" dirty="0"/>
              <a:t> </a:t>
            </a:r>
            <a:r>
              <a:rPr lang="en-GB" sz="1600" dirty="0" err="1"/>
              <a:t>eleifend</a:t>
            </a:r>
            <a:r>
              <a:rPr lang="en-GB" sz="1600" dirty="0"/>
              <a:t> ac </a:t>
            </a:r>
            <a:r>
              <a:rPr lang="en-GB" sz="1600" dirty="0" err="1"/>
              <a:t>vel</a:t>
            </a:r>
            <a:r>
              <a:rPr lang="en-GB" sz="1600" dirty="0"/>
              <a:t> </a:t>
            </a:r>
            <a:r>
              <a:rPr lang="en-GB" sz="1600" dirty="0" err="1"/>
              <a:t>mauris</a:t>
            </a:r>
            <a:r>
              <a:rPr lang="en-GB" sz="1600" dirty="0"/>
              <a:t>. </a:t>
            </a:r>
            <a:r>
              <a:rPr lang="en-GB" sz="1600" dirty="0" err="1"/>
              <a:t>Quisque</a:t>
            </a:r>
            <a:r>
              <a:rPr lang="en-GB" sz="1600" dirty="0"/>
              <a:t> </a:t>
            </a:r>
            <a:r>
              <a:rPr lang="en-GB" sz="1600" dirty="0" err="1"/>
              <a:t>aliquet</a:t>
            </a:r>
            <a:r>
              <a:rPr lang="en-GB" sz="1600" dirty="0"/>
              <a:t> tempus </a:t>
            </a:r>
            <a:r>
              <a:rPr lang="en-GB" sz="1600" dirty="0" err="1"/>
              <a:t>diam</a:t>
            </a:r>
            <a:r>
              <a:rPr lang="en-GB" sz="1600" dirty="0"/>
              <a:t> sit </a:t>
            </a:r>
            <a:r>
              <a:rPr lang="en-GB" sz="1600" dirty="0" err="1"/>
              <a:t>amet</a:t>
            </a:r>
            <a:r>
              <a:rPr lang="en-GB" sz="1600" dirty="0"/>
              <a:t> tempus.</a:t>
            </a:r>
          </a:p>
          <a:p>
            <a:pPr>
              <a:spcAft>
                <a:spcPts val="600"/>
              </a:spcAft>
            </a:pPr>
            <a:r>
              <a:rPr lang="en-GB" sz="1200" b="1" dirty="0">
                <a:latin typeface="+mj-lt"/>
              </a:rPr>
              <a:t>Quote source (date)</a:t>
            </a:r>
            <a:endParaRPr lang="en-GB" sz="2400" dirty="0">
              <a:latin typeface="+mj-lt"/>
            </a:endParaRPr>
          </a:p>
        </p:txBody>
      </p:sp>
      <p:sp>
        <p:nvSpPr>
          <p:cNvPr id="10" name="Graphic 74">
            <a:extLst>
              <a:ext uri="{FF2B5EF4-FFF2-40B4-BE49-F238E27FC236}">
                <a16:creationId xmlns:a16="http://schemas.microsoft.com/office/drawing/2014/main" id="{98B2DE0D-2BAA-DBDD-8002-8A9075498D1A}"/>
              </a:ext>
            </a:extLst>
          </p:cNvPr>
          <p:cNvSpPr/>
          <p:nvPr/>
        </p:nvSpPr>
        <p:spPr>
          <a:xfrm>
            <a:off x="9310147" y="2833093"/>
            <a:ext cx="738437" cy="543914"/>
          </a:xfrm>
          <a:custGeom>
            <a:avLst/>
            <a:gdLst>
              <a:gd name="connsiteX0" fmla="*/ 21241 w 111728"/>
              <a:gd name="connsiteY0" fmla="*/ 0 h 82296"/>
              <a:gd name="connsiteX1" fmla="*/ 47816 w 111728"/>
              <a:gd name="connsiteY1" fmla="*/ 0 h 82296"/>
              <a:gd name="connsiteX2" fmla="*/ 37148 w 111728"/>
              <a:gd name="connsiteY2" fmla="*/ 82296 h 82296"/>
              <a:gd name="connsiteX3" fmla="*/ 0 w 111728"/>
              <a:gd name="connsiteY3" fmla="*/ 82296 h 82296"/>
              <a:gd name="connsiteX4" fmla="*/ 21241 w 111728"/>
              <a:gd name="connsiteY4" fmla="*/ 0 h 82296"/>
              <a:gd name="connsiteX5" fmla="*/ 85153 w 111728"/>
              <a:gd name="connsiteY5" fmla="*/ 0 h 82296"/>
              <a:gd name="connsiteX6" fmla="*/ 111728 w 111728"/>
              <a:gd name="connsiteY6" fmla="*/ 0 h 82296"/>
              <a:gd name="connsiteX7" fmla="*/ 101060 w 111728"/>
              <a:gd name="connsiteY7" fmla="*/ 82296 h 82296"/>
              <a:gd name="connsiteX8" fmla="*/ 63818 w 111728"/>
              <a:gd name="connsiteY8" fmla="*/ 82296 h 82296"/>
              <a:gd name="connsiteX9" fmla="*/ 85153 w 111728"/>
              <a:gd name="connsiteY9" fmla="*/ 0 h 8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728" h="82296">
                <a:moveTo>
                  <a:pt x="21241" y="0"/>
                </a:moveTo>
                <a:lnTo>
                  <a:pt x="47816" y="0"/>
                </a:lnTo>
                <a:lnTo>
                  <a:pt x="37148" y="82296"/>
                </a:lnTo>
                <a:lnTo>
                  <a:pt x="0" y="82296"/>
                </a:lnTo>
                <a:lnTo>
                  <a:pt x="21241" y="0"/>
                </a:lnTo>
                <a:close/>
                <a:moveTo>
                  <a:pt x="85153" y="0"/>
                </a:moveTo>
                <a:lnTo>
                  <a:pt x="111728" y="0"/>
                </a:lnTo>
                <a:lnTo>
                  <a:pt x="101060" y="82296"/>
                </a:lnTo>
                <a:lnTo>
                  <a:pt x="63818" y="82296"/>
                </a:lnTo>
                <a:lnTo>
                  <a:pt x="85153" y="0"/>
                </a:lnTo>
                <a:close/>
              </a:path>
            </a:pathLst>
          </a:custGeom>
          <a:solidFill>
            <a:schemeClr val="accent4"/>
          </a:solidFill>
          <a:ln w="9525" cap="flat">
            <a:noFill/>
            <a:prstDash val="solid"/>
            <a:miter/>
          </a:ln>
        </p:spPr>
        <p:txBody>
          <a:bodyPr rtlCol="0" anchor="ctr"/>
          <a:lstStyle/>
          <a:p>
            <a:endParaRPr lang="en-GB">
              <a:solidFill>
                <a:schemeClr val="bg1"/>
              </a:solidFill>
            </a:endParaRPr>
          </a:p>
        </p:txBody>
      </p:sp>
      <p:sp>
        <p:nvSpPr>
          <p:cNvPr id="2" name="Title 1">
            <a:extLst>
              <a:ext uri="{FF2B5EF4-FFF2-40B4-BE49-F238E27FC236}">
                <a16:creationId xmlns:a16="http://schemas.microsoft.com/office/drawing/2014/main" id="{B57918F4-992C-77FA-ADB2-1186D480F9F0}"/>
              </a:ext>
            </a:extLst>
          </p:cNvPr>
          <p:cNvSpPr>
            <a:spLocks noGrp="1"/>
          </p:cNvSpPr>
          <p:nvPr>
            <p:ph type="title"/>
          </p:nvPr>
        </p:nvSpPr>
        <p:spPr/>
        <p:txBody>
          <a:bodyPr/>
          <a:lstStyle/>
          <a:p>
            <a:r>
              <a:rPr lang="en-GB"/>
              <a:t>Questions</a:t>
            </a:r>
          </a:p>
        </p:txBody>
      </p:sp>
      <p:sp>
        <p:nvSpPr>
          <p:cNvPr id="3" name="Text Placeholder 2">
            <a:extLst>
              <a:ext uri="{FF2B5EF4-FFF2-40B4-BE49-F238E27FC236}">
                <a16:creationId xmlns:a16="http://schemas.microsoft.com/office/drawing/2014/main" id="{CF36CEAB-0A23-56D3-6804-48250F74A17F}"/>
              </a:ext>
            </a:extLst>
          </p:cNvPr>
          <p:cNvSpPr>
            <a:spLocks noGrp="1"/>
          </p:cNvSpPr>
          <p:nvPr>
            <p:ph type="body" sz="quarter" idx="17"/>
          </p:nvPr>
        </p:nvSpPr>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4" name="Text Placeholder 3">
            <a:extLst>
              <a:ext uri="{FF2B5EF4-FFF2-40B4-BE49-F238E27FC236}">
                <a16:creationId xmlns:a16="http://schemas.microsoft.com/office/drawing/2014/main" id="{5417F450-4B91-79A4-98FB-E44FFDE03B69}"/>
              </a:ext>
            </a:extLst>
          </p:cNvPr>
          <p:cNvSpPr>
            <a:spLocks noGrp="1"/>
          </p:cNvSpPr>
          <p:nvPr>
            <p:ph type="body" sz="quarter" idx="18"/>
          </p:nvPr>
        </p:nvSpPr>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endParaRPr lang="en-GB"/>
          </a:p>
        </p:txBody>
      </p:sp>
      <p:sp>
        <p:nvSpPr>
          <p:cNvPr id="6" name="Subtitle 5">
            <a:extLst>
              <a:ext uri="{FF2B5EF4-FFF2-40B4-BE49-F238E27FC236}">
                <a16:creationId xmlns:a16="http://schemas.microsoft.com/office/drawing/2014/main" id="{66D111B5-2B74-362F-5BB0-AC6B87151903}"/>
              </a:ext>
            </a:extLst>
          </p:cNvPr>
          <p:cNvSpPr>
            <a:spLocks noGrp="1"/>
          </p:cNvSpPr>
          <p:nvPr>
            <p:ph type="subTitle" idx="13"/>
          </p:nvPr>
        </p:nvSpPr>
        <p:spPr>
          <a:xfrm>
            <a:off x="539749" y="286056"/>
            <a:ext cx="12384088" cy="246221"/>
          </a:xfrm>
        </p:spPr>
        <p:txBody>
          <a:bodyPr/>
          <a:lstStyle/>
          <a:p>
            <a:r>
              <a:rPr lang="en-GB"/>
              <a:t>Subheading</a:t>
            </a:r>
          </a:p>
        </p:txBody>
      </p:sp>
      <p:sp>
        <p:nvSpPr>
          <p:cNvPr id="7" name="Picture Placeholder 37">
            <a:extLst>
              <a:ext uri="{FF2B5EF4-FFF2-40B4-BE49-F238E27FC236}">
                <a16:creationId xmlns:a16="http://schemas.microsoft.com/office/drawing/2014/main" id="{3FD2CA8A-C0EF-48CC-0497-27BD7F1F43F3}"/>
              </a:ext>
            </a:extLst>
          </p:cNvPr>
          <p:cNvSpPr txBox="1">
            <a:spLocks/>
          </p:cNvSpPr>
          <p:nvPr/>
        </p:nvSpPr>
        <p:spPr>
          <a:xfrm>
            <a:off x="8402920" y="3"/>
            <a:ext cx="5060889" cy="4141691"/>
          </a:xfrm>
          <a:custGeom>
            <a:avLst/>
            <a:gdLst>
              <a:gd name="connsiteX0" fmla="*/ 0 w 4800074"/>
              <a:gd name="connsiteY0" fmla="*/ 0 h 3849680"/>
              <a:gd name="connsiteX1" fmla="*/ 2635163 w 4800074"/>
              <a:gd name="connsiteY1" fmla="*/ 0 h 3849680"/>
              <a:gd name="connsiteX2" fmla="*/ 2669237 w 4800074"/>
              <a:gd name="connsiteY2" fmla="*/ 73602 h 3849680"/>
              <a:gd name="connsiteX3" fmla="*/ 4321037 w 4800074"/>
              <a:gd name="connsiteY3" fmla="*/ 933414 h 3849680"/>
              <a:gd name="connsiteX4" fmla="*/ 4588836 w 4800074"/>
              <a:gd name="connsiteY4" fmla="*/ 1020935 h 3849680"/>
              <a:gd name="connsiteX5" fmla="*/ 4800074 w 4800074"/>
              <a:gd name="connsiteY5" fmla="*/ 1092300 h 3849680"/>
              <a:gd name="connsiteX6" fmla="*/ 4800074 w 4800074"/>
              <a:gd name="connsiteY6" fmla="*/ 3849680 h 3849680"/>
              <a:gd name="connsiteX7" fmla="*/ 4772332 w 4800074"/>
              <a:gd name="connsiteY7" fmla="*/ 3849680 h 3849680"/>
              <a:gd name="connsiteX8" fmla="*/ 4733662 w 4800074"/>
              <a:gd name="connsiteY8" fmla="*/ 3760839 h 3849680"/>
              <a:gd name="connsiteX9" fmla="*/ 3027543 w 4800074"/>
              <a:gd name="connsiteY9" fmla="*/ 2807059 h 3849680"/>
              <a:gd name="connsiteX10" fmla="*/ 8941 w 4800074"/>
              <a:gd name="connsiteY10" fmla="*/ 112132 h 3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0074" h="3849680">
                <a:moveTo>
                  <a:pt x="0" y="0"/>
                </a:moveTo>
                <a:lnTo>
                  <a:pt x="2635163" y="0"/>
                </a:lnTo>
                <a:lnTo>
                  <a:pt x="2669237" y="73602"/>
                </a:lnTo>
                <a:cubicBezTo>
                  <a:pt x="2894609" y="470494"/>
                  <a:pt x="3566352" y="688059"/>
                  <a:pt x="4321037" y="933414"/>
                </a:cubicBezTo>
                <a:cubicBezTo>
                  <a:pt x="4409117" y="962032"/>
                  <a:pt x="4498555" y="991095"/>
                  <a:pt x="4588836" y="1020935"/>
                </a:cubicBezTo>
                <a:lnTo>
                  <a:pt x="4800074" y="1092300"/>
                </a:lnTo>
                <a:lnTo>
                  <a:pt x="4800074" y="3849680"/>
                </a:lnTo>
                <a:lnTo>
                  <a:pt x="4772332" y="3849680"/>
                </a:lnTo>
                <a:lnTo>
                  <a:pt x="4733662" y="3760839"/>
                </a:lnTo>
                <a:cubicBezTo>
                  <a:pt x="4495271" y="3313079"/>
                  <a:pt x="3788246" y="3058431"/>
                  <a:pt x="3027543" y="2807059"/>
                </a:cubicBezTo>
                <a:cubicBezTo>
                  <a:pt x="1759471" y="2387071"/>
                  <a:pt x="199041" y="1873537"/>
                  <a:pt x="8941" y="112132"/>
                </a:cubicBezTo>
                <a:close/>
              </a:path>
            </a:pathLst>
          </a:custGeom>
          <a:solidFill>
            <a:srgbClr val="FFF6EB"/>
          </a:solidFill>
        </p:spPr>
        <p:txBody>
          <a:bodyPr vert="horz" wrap="square" lIns="0" tIns="0" rIns="0" bIns="0" rtlCol="0" anchor="ctr">
            <a:noAutofit/>
          </a:bodyPr>
          <a:lstStyle>
            <a:lvl1pPr marL="0" indent="0" algn="ctr" defTabSz="802072" rtl="0" eaLnBrk="1" latinLnBrk="0" hangingPunct="1">
              <a:lnSpc>
                <a:spcPct val="100000"/>
              </a:lnSpc>
              <a:spcBef>
                <a:spcPts val="600"/>
              </a:spcBef>
              <a:spcAft>
                <a:spcPts val="600"/>
              </a:spcAft>
              <a:buFont typeface="Arial" panose="020B0604020202020204" pitchFamily="34" charset="0"/>
              <a:buNone/>
              <a:tabLst/>
              <a:defRPr sz="1511" b="0" i="0" kern="1200">
                <a:solidFill>
                  <a:schemeClr val="accent6"/>
                </a:solidFill>
                <a:latin typeface="TT Hoves Light" panose="02000503020000020004" pitchFamily="50" charset="0"/>
                <a:ea typeface="+mn-ea"/>
                <a:cs typeface="+mn-cs"/>
              </a:defRPr>
            </a:lvl1pPr>
            <a:lvl2pPr marL="401036" indent="0" algn="ctr" defTabSz="802072" rtl="0" eaLnBrk="1" latinLnBrk="0" hangingPunct="1">
              <a:lnSpc>
                <a:spcPct val="100000"/>
              </a:lnSpc>
              <a:spcBef>
                <a:spcPts val="0"/>
              </a:spcBef>
              <a:spcAft>
                <a:spcPts val="600"/>
              </a:spcAft>
              <a:buFont typeface="Arial" panose="020B0604020202020204" pitchFamily="34" charset="0"/>
              <a:buNone/>
              <a:tabLst/>
              <a:defRPr sz="1754" b="1" i="0" kern="1200">
                <a:solidFill>
                  <a:schemeClr val="tx1"/>
                </a:solidFill>
                <a:latin typeface="+mj-lt"/>
                <a:ea typeface="+mn-ea"/>
                <a:cs typeface="+mn-cs"/>
              </a:defRPr>
            </a:lvl2pPr>
            <a:lvl3pPr marL="802072" indent="0" algn="ctr" defTabSz="802072" rtl="0" eaLnBrk="1" latinLnBrk="0" hangingPunct="1">
              <a:lnSpc>
                <a:spcPct val="100000"/>
              </a:lnSpc>
              <a:spcBef>
                <a:spcPts val="0"/>
              </a:spcBef>
              <a:spcAft>
                <a:spcPts val="600"/>
              </a:spcAft>
              <a:buClrTx/>
              <a:buFont typeface="Arial" panose="020B0604020202020204" pitchFamily="34" charset="0"/>
              <a:buNone/>
              <a:tabLst/>
              <a:defRPr sz="1579" b="0" i="0" kern="1200">
                <a:solidFill>
                  <a:schemeClr val="tx1"/>
                </a:solidFill>
                <a:latin typeface="+mn-lt"/>
                <a:ea typeface="+mn-ea"/>
                <a:cs typeface="+mn-cs"/>
              </a:defRPr>
            </a:lvl3pPr>
            <a:lvl4pPr marL="1203107" indent="0" algn="ctr" defTabSz="802072" rtl="0" eaLnBrk="1" latinLnBrk="0" hangingPunct="1">
              <a:lnSpc>
                <a:spcPct val="100000"/>
              </a:lnSpc>
              <a:spcBef>
                <a:spcPts val="0"/>
              </a:spcBef>
              <a:spcAft>
                <a:spcPts val="600"/>
              </a:spcAft>
              <a:buClrTx/>
              <a:buSzPct val="100000"/>
              <a:buFont typeface="Arial" panose="020B0604020202020204" pitchFamily="34" charset="0"/>
              <a:buNone/>
              <a:tabLst/>
              <a:defRPr sz="1404" b="0" i="0" kern="1200">
                <a:solidFill>
                  <a:schemeClr val="tx1"/>
                </a:solidFill>
                <a:latin typeface="+mn-lt"/>
                <a:ea typeface="+mn-ea"/>
                <a:cs typeface="+mn-cs"/>
              </a:defRPr>
            </a:lvl4pPr>
            <a:lvl5pPr marL="1604143"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5pPr>
            <a:lvl6pPr marL="2005179"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6pPr>
            <a:lvl7pPr marL="2406215"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7pPr>
            <a:lvl8pPr marL="2807251"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8pPr>
            <a:lvl9pPr marL="3208286"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9pPr>
          </a:lstStyle>
          <a:p>
            <a:endParaRPr lang="en-GB">
              <a:solidFill>
                <a:schemeClr val="tx1"/>
              </a:solidFill>
            </a:endParaRPr>
          </a:p>
        </p:txBody>
      </p:sp>
      <p:sp>
        <p:nvSpPr>
          <p:cNvPr id="11" name="Text Placeholder 2">
            <a:extLst>
              <a:ext uri="{FF2B5EF4-FFF2-40B4-BE49-F238E27FC236}">
                <a16:creationId xmlns:a16="http://schemas.microsoft.com/office/drawing/2014/main" id="{483A1D51-A06E-F016-9B56-06D448A112ED}"/>
              </a:ext>
            </a:extLst>
          </p:cNvPr>
          <p:cNvSpPr txBox="1">
            <a:spLocks/>
          </p:cNvSpPr>
          <p:nvPr>
            <p:custDataLst>
              <p:tags r:id="rId1"/>
            </p:custDataLst>
          </p:nvPr>
        </p:nvSpPr>
        <p:spPr>
          <a:xfrm>
            <a:off x="9112980" y="359554"/>
            <a:ext cx="2720488" cy="1215717"/>
          </a:xfrm>
          <a:prstGeom prst="rect">
            <a:avLst/>
          </a:prstGeom>
          <a:noFill/>
        </p:spPr>
        <p:txBody>
          <a:bodyPr vert="horz" wrap="square" lIns="0" tIns="0" rIns="72000" bIns="0" rtlCol="0">
            <a:spAutoFit/>
          </a:bodyPr>
          <a:lstStyle>
            <a:lvl1pPr marL="0" indent="0" algn="l" defTabSz="740134"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j-lt"/>
                <a:ea typeface="+mn-ea"/>
                <a:cs typeface="+mn-cs"/>
              </a:defRPr>
            </a:lvl1pPr>
            <a:lvl2pPr marL="0" indent="0" algn="l" defTabSz="740134" rtl="0" eaLnBrk="1" latinLnBrk="0" hangingPunct="1">
              <a:lnSpc>
                <a:spcPct val="100000"/>
              </a:lnSpc>
              <a:spcBef>
                <a:spcPts val="0"/>
              </a:spcBef>
              <a:spcAft>
                <a:spcPts val="600"/>
              </a:spcAft>
              <a:buFont typeface="Arial" panose="020B0604020202020204" pitchFamily="34" charset="0"/>
              <a:buNone/>
              <a:defRPr sz="1100" kern="1200">
                <a:solidFill>
                  <a:schemeClr val="tx1"/>
                </a:solidFill>
                <a:latin typeface="+mn-lt"/>
                <a:ea typeface="+mn-ea"/>
                <a:cs typeface="+mn-cs"/>
              </a:defRPr>
            </a:lvl2pPr>
            <a:lvl3pPr marL="18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3pPr>
            <a:lvl4pPr marL="36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4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035370"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6pPr>
            <a:lvl7pPr marL="2405437"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7pPr>
            <a:lvl8pPr marL="2775504"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8pPr>
            <a:lvl9pPr marL="3145571"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9pPr>
          </a:lstStyle>
          <a:p>
            <a:pPr lvl="1"/>
            <a:r>
              <a:rPr lang="en-GB" sz="1400">
                <a:solidFill>
                  <a:srgbClr val="FF9F00"/>
                </a:solidFill>
                <a:latin typeface="+mj-lt"/>
              </a:rPr>
              <a:t>Question 1</a:t>
            </a:r>
          </a:p>
          <a:p>
            <a:pPr lvl="1">
              <a:spcAft>
                <a:spcPts val="300"/>
              </a:spcAft>
            </a:pPr>
            <a:r>
              <a:rPr lang="en-GB" sz="1200"/>
              <a:t>Question to be inserted here </a:t>
            </a:r>
            <a:r>
              <a:rPr lang="en-GB" sz="1200" err="1"/>
              <a:t>xxxx</a:t>
            </a:r>
            <a:r>
              <a:rPr lang="en-GB" sz="1200"/>
              <a:t> </a:t>
            </a:r>
            <a:r>
              <a:rPr lang="en-GB" sz="1200" err="1"/>
              <a:t>orem</a:t>
            </a:r>
            <a:r>
              <a:rPr lang="en-GB" sz="1200"/>
              <a:t>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Morbi </a:t>
            </a:r>
            <a:r>
              <a:rPr lang="en-GB" sz="1200" err="1"/>
              <a:t>posuere</a:t>
            </a:r>
            <a:r>
              <a:rPr lang="en-GB" sz="1200"/>
              <a:t> et </a:t>
            </a:r>
            <a:r>
              <a:rPr lang="en-GB" sz="1200" err="1"/>
              <a:t>sem</a:t>
            </a:r>
            <a:r>
              <a:rPr lang="en-GB" sz="1200"/>
              <a:t> a </a:t>
            </a:r>
            <a:r>
              <a:rPr lang="en-GB" sz="1200" err="1"/>
              <a:t>efficitur</a:t>
            </a:r>
            <a:r>
              <a:rPr lang="en-GB" sz="1200"/>
              <a:t>. Nam sit </a:t>
            </a:r>
            <a:r>
              <a:rPr lang="en-GB" sz="1200" err="1"/>
              <a:t>amet</a:t>
            </a:r>
            <a:r>
              <a:rPr lang="en-GB" sz="1200"/>
              <a:t> </a:t>
            </a:r>
            <a:r>
              <a:rPr lang="en-GB" sz="1200" err="1"/>
              <a:t>tellus</a:t>
            </a:r>
            <a:r>
              <a:rPr lang="en-GB" sz="1200"/>
              <a:t> </a:t>
            </a:r>
            <a:r>
              <a:rPr lang="en-GB" sz="1200" err="1"/>
              <a:t>sed</a:t>
            </a:r>
            <a:r>
              <a:rPr lang="en-GB" sz="1200"/>
              <a:t> </a:t>
            </a:r>
            <a:r>
              <a:rPr lang="en-GB" sz="1200" err="1"/>
              <a:t>tortor</a:t>
            </a:r>
            <a:r>
              <a:rPr lang="en-GB" sz="1200"/>
              <a:t> </a:t>
            </a:r>
            <a:r>
              <a:rPr lang="en-GB" sz="1200" err="1"/>
              <a:t>euismod</a:t>
            </a:r>
            <a:r>
              <a:rPr lang="en-GB" sz="1200"/>
              <a:t> </a:t>
            </a:r>
            <a:r>
              <a:rPr lang="en-GB" sz="1200" err="1"/>
              <a:t>finibus</a:t>
            </a:r>
            <a:r>
              <a:rPr lang="en-GB" sz="1200"/>
              <a:t> vitae sit </a:t>
            </a:r>
            <a:r>
              <a:rPr lang="en-GB" sz="1200" err="1"/>
              <a:t>amet</a:t>
            </a:r>
            <a:r>
              <a:rPr lang="en-GB" sz="1200"/>
              <a:t> nisi?</a:t>
            </a:r>
          </a:p>
        </p:txBody>
      </p:sp>
      <p:pic>
        <p:nvPicPr>
          <p:cNvPr id="12" name="Graphic 11">
            <a:extLst>
              <a:ext uri="{FF2B5EF4-FFF2-40B4-BE49-F238E27FC236}">
                <a16:creationId xmlns:a16="http://schemas.microsoft.com/office/drawing/2014/main" id="{6883EE44-FD1E-7979-2A53-6609DF81028B}"/>
              </a:ext>
            </a:extLst>
          </p:cNvPr>
          <p:cNvPicPr>
            <a:picLocks noChangeAspect="1"/>
          </p:cNvPicPr>
          <p:nvPr/>
        </p:nvPicPr>
        <p:blipFill>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954647" y="1532406"/>
            <a:ext cx="685377" cy="685377"/>
          </a:xfrm>
          <a:prstGeom prst="rect">
            <a:avLst/>
          </a:prstGeom>
        </p:spPr>
      </p:pic>
    </p:spTree>
    <p:extLst>
      <p:ext uri="{BB962C8B-B14F-4D97-AF65-F5344CB8AC3E}">
        <p14:creationId xmlns:p14="http://schemas.microsoft.com/office/powerpoint/2010/main" val="157090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12">
            <a:extLst>
              <a:ext uri="{FF2B5EF4-FFF2-40B4-BE49-F238E27FC236}">
                <a16:creationId xmlns:a16="http://schemas.microsoft.com/office/drawing/2014/main" id="{D33D7BC0-F94A-9A89-AC9F-E5F1796F413C}"/>
              </a:ext>
            </a:extLst>
          </p:cNvPr>
          <p:cNvSpPr>
            <a:spLocks noGrp="1"/>
          </p:cNvSpPr>
          <p:nvPr>
            <p:ph type="subTitle" idx="13"/>
          </p:nvPr>
        </p:nvSpPr>
        <p:spPr/>
        <p:txBody>
          <a:bodyPr/>
          <a:lstStyle/>
          <a:p>
            <a:r>
              <a:rPr lang="en-GB" dirty="0"/>
              <a:t>Subheading </a:t>
            </a:r>
          </a:p>
        </p:txBody>
      </p:sp>
      <p:sp>
        <p:nvSpPr>
          <p:cNvPr id="12" name="Title 11">
            <a:extLst>
              <a:ext uri="{FF2B5EF4-FFF2-40B4-BE49-F238E27FC236}">
                <a16:creationId xmlns:a16="http://schemas.microsoft.com/office/drawing/2014/main" id="{61C1C9A1-A9F1-5338-2D32-FF59A87FD1DE}"/>
              </a:ext>
            </a:extLst>
          </p:cNvPr>
          <p:cNvSpPr>
            <a:spLocks noGrp="1"/>
          </p:cNvSpPr>
          <p:nvPr>
            <p:ph type="title"/>
          </p:nvPr>
        </p:nvSpPr>
        <p:spPr/>
        <p:txBody>
          <a:bodyPr/>
          <a:lstStyle/>
          <a:p>
            <a:r>
              <a:rPr lang="en-GB" dirty="0"/>
              <a:t>Questions</a:t>
            </a:r>
          </a:p>
        </p:txBody>
      </p:sp>
      <p:sp>
        <p:nvSpPr>
          <p:cNvPr id="14" name="Text Placeholder 13">
            <a:extLst>
              <a:ext uri="{FF2B5EF4-FFF2-40B4-BE49-F238E27FC236}">
                <a16:creationId xmlns:a16="http://schemas.microsoft.com/office/drawing/2014/main" id="{937E83BA-B0FD-BB0C-34C8-E9A126D1B3E8}"/>
              </a:ext>
            </a:extLst>
          </p:cNvPr>
          <p:cNvSpPr>
            <a:spLocks noGrp="1"/>
          </p:cNvSpPr>
          <p:nvPr>
            <p:ph type="body" sz="quarter" idx="14"/>
          </p:nvPr>
        </p:nvSpPr>
        <p:spPr>
          <a:xfrm>
            <a:off x="539749" y="2651126"/>
            <a:ext cx="6054726" cy="2569934"/>
          </a:xfrm>
        </p:spPr>
        <p:txBody>
          <a:bodyPr>
            <a:spAutoFit/>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a:t>
            </a:r>
            <a:r>
              <a:rPr lang="en-GB"/>
              <a:t> id. 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a:t>
            </a:r>
          </a:p>
        </p:txBody>
      </p:sp>
      <p:sp>
        <p:nvSpPr>
          <p:cNvPr id="9" name="Rounded Rectangle 6">
            <a:extLst>
              <a:ext uri="{FF2B5EF4-FFF2-40B4-BE49-F238E27FC236}">
                <a16:creationId xmlns:a16="http://schemas.microsoft.com/office/drawing/2014/main" id="{0C5C31BE-874E-911A-BC2E-85FDF93C5D87}"/>
              </a:ext>
            </a:extLst>
          </p:cNvPr>
          <p:cNvSpPr/>
          <p:nvPr>
            <p:custDataLst>
              <p:tags r:id="rId1"/>
            </p:custDataLst>
          </p:nvPr>
        </p:nvSpPr>
        <p:spPr>
          <a:xfrm>
            <a:off x="0" y="1800224"/>
            <a:ext cx="13463588" cy="73342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260000" tIns="72000" rIns="540000" bIns="72000" rtlCol="0" anchor="ctr">
            <a:noAutofit/>
          </a:bodyPr>
          <a:lstStyle/>
          <a:p>
            <a:pPr>
              <a:lnSpc>
                <a:spcPct val="90000"/>
              </a:lnSpc>
              <a:spcBef>
                <a:spcPts val="750"/>
              </a:spcBef>
            </a:pPr>
            <a:r>
              <a:rPr lang="en-GB" sz="1400" b="1" dirty="0">
                <a:solidFill>
                  <a:srgbClr val="E76151"/>
                </a:solidFill>
                <a:latin typeface="+mj-lt"/>
              </a:rPr>
              <a:t>Question 1</a:t>
            </a:r>
            <a:endParaRPr lang="en-GB" sz="1200" b="1" dirty="0">
              <a:solidFill>
                <a:srgbClr val="E76151"/>
              </a:solidFill>
              <a:latin typeface="+mj-lt"/>
            </a:endParaRPr>
          </a:p>
          <a:p>
            <a:pPr>
              <a:spcAft>
                <a:spcPts val="300"/>
              </a:spcAft>
            </a:pPr>
            <a:r>
              <a:rPr lang="en-GB" sz="1200" dirty="0">
                <a:solidFill>
                  <a:schemeClr val="tx2"/>
                </a:solidFill>
              </a:rPr>
              <a:t>Question to be inserted here </a:t>
            </a:r>
            <a:r>
              <a:rPr lang="en-GB" sz="1200" dirty="0" err="1">
                <a:solidFill>
                  <a:schemeClr val="tx2"/>
                </a:solidFill>
              </a:rPr>
              <a:t>xxxx</a:t>
            </a:r>
            <a:r>
              <a:rPr lang="en-GB" sz="1200" dirty="0">
                <a:solidFill>
                  <a:schemeClr val="tx2"/>
                </a:solidFill>
              </a:rPr>
              <a:t> </a:t>
            </a:r>
            <a:r>
              <a:rPr lang="en-GB" sz="1200" dirty="0" err="1">
                <a:solidFill>
                  <a:schemeClr val="tx2"/>
                </a:solidFill>
              </a:rPr>
              <a:t>orem</a:t>
            </a:r>
            <a:r>
              <a:rPr lang="en-GB" sz="1200" dirty="0">
                <a:solidFill>
                  <a:schemeClr val="tx2"/>
                </a:solidFill>
              </a:rPr>
              <a:t> ipsum </a:t>
            </a:r>
            <a:r>
              <a:rPr lang="en-GB" sz="1200" dirty="0" err="1">
                <a:solidFill>
                  <a:schemeClr val="tx2"/>
                </a:solidFill>
              </a:rPr>
              <a:t>dolor</a:t>
            </a:r>
            <a:r>
              <a:rPr lang="en-GB" sz="1200" dirty="0">
                <a:solidFill>
                  <a:schemeClr val="tx2"/>
                </a:solidFill>
              </a:rPr>
              <a:t> sit </a:t>
            </a:r>
            <a:r>
              <a:rPr lang="en-GB" sz="1200" dirty="0" err="1">
                <a:solidFill>
                  <a:schemeClr val="tx2"/>
                </a:solidFill>
              </a:rPr>
              <a:t>amet</a:t>
            </a:r>
            <a:r>
              <a:rPr lang="en-GB" sz="1200" dirty="0">
                <a:solidFill>
                  <a:schemeClr val="tx2"/>
                </a:solidFill>
              </a:rPr>
              <a:t>, </a:t>
            </a:r>
            <a:r>
              <a:rPr lang="en-GB" sz="1200" dirty="0" err="1">
                <a:solidFill>
                  <a:schemeClr val="tx2"/>
                </a:solidFill>
              </a:rPr>
              <a:t>consectetur</a:t>
            </a:r>
            <a:r>
              <a:rPr lang="en-GB" sz="1200" dirty="0">
                <a:solidFill>
                  <a:schemeClr val="tx2"/>
                </a:solidFill>
              </a:rPr>
              <a:t> </a:t>
            </a:r>
            <a:r>
              <a:rPr lang="en-GB" sz="1200" dirty="0" err="1">
                <a:solidFill>
                  <a:schemeClr val="tx2"/>
                </a:solidFill>
              </a:rPr>
              <a:t>adipiscing</a:t>
            </a:r>
            <a:r>
              <a:rPr lang="en-GB" sz="1200" dirty="0">
                <a:solidFill>
                  <a:schemeClr val="tx2"/>
                </a:solidFill>
              </a:rPr>
              <a:t> </a:t>
            </a:r>
            <a:r>
              <a:rPr lang="en-GB" sz="1200" dirty="0" err="1">
                <a:solidFill>
                  <a:schemeClr val="tx2"/>
                </a:solidFill>
              </a:rPr>
              <a:t>elit</a:t>
            </a:r>
            <a:r>
              <a:rPr lang="en-GB" sz="1200" dirty="0">
                <a:solidFill>
                  <a:schemeClr val="tx2"/>
                </a:solidFill>
              </a:rPr>
              <a:t>. Morbi </a:t>
            </a:r>
            <a:r>
              <a:rPr lang="en-GB" sz="1200" dirty="0" err="1">
                <a:solidFill>
                  <a:schemeClr val="tx2"/>
                </a:solidFill>
              </a:rPr>
              <a:t>posuere</a:t>
            </a:r>
            <a:r>
              <a:rPr lang="en-GB" sz="1200" dirty="0">
                <a:solidFill>
                  <a:schemeClr val="tx2"/>
                </a:solidFill>
              </a:rPr>
              <a:t> et </a:t>
            </a:r>
            <a:r>
              <a:rPr lang="en-GB" sz="1200" dirty="0" err="1">
                <a:solidFill>
                  <a:schemeClr val="tx2"/>
                </a:solidFill>
              </a:rPr>
              <a:t>sem</a:t>
            </a:r>
            <a:r>
              <a:rPr lang="en-GB" sz="1200" dirty="0">
                <a:solidFill>
                  <a:schemeClr val="tx2"/>
                </a:solidFill>
              </a:rPr>
              <a:t> a </a:t>
            </a:r>
            <a:r>
              <a:rPr lang="en-GB" sz="1200" dirty="0" err="1">
                <a:solidFill>
                  <a:schemeClr val="tx2"/>
                </a:solidFill>
              </a:rPr>
              <a:t>efficitur</a:t>
            </a:r>
            <a:r>
              <a:rPr lang="en-GB" sz="1200" dirty="0">
                <a:solidFill>
                  <a:schemeClr val="tx2"/>
                </a:solidFill>
              </a:rPr>
              <a:t>. Nam sit </a:t>
            </a:r>
            <a:r>
              <a:rPr lang="en-GB" sz="1200" dirty="0" err="1">
                <a:solidFill>
                  <a:schemeClr val="tx2"/>
                </a:solidFill>
              </a:rPr>
              <a:t>amet</a:t>
            </a:r>
            <a:r>
              <a:rPr lang="en-GB" sz="1200" dirty="0">
                <a:solidFill>
                  <a:schemeClr val="tx2"/>
                </a:solidFill>
              </a:rPr>
              <a:t> </a:t>
            </a:r>
            <a:r>
              <a:rPr lang="en-GB" sz="1200" dirty="0" err="1">
                <a:solidFill>
                  <a:schemeClr val="tx2"/>
                </a:solidFill>
              </a:rPr>
              <a:t>tellus</a:t>
            </a:r>
            <a:r>
              <a:rPr lang="en-GB" sz="1200" dirty="0">
                <a:solidFill>
                  <a:schemeClr val="tx2"/>
                </a:solidFill>
              </a:rPr>
              <a:t> </a:t>
            </a:r>
            <a:r>
              <a:rPr lang="en-GB" sz="1200" dirty="0" err="1">
                <a:solidFill>
                  <a:schemeClr val="tx2"/>
                </a:solidFill>
              </a:rPr>
              <a:t>sed</a:t>
            </a:r>
            <a:r>
              <a:rPr lang="en-GB" sz="1200" dirty="0">
                <a:solidFill>
                  <a:schemeClr val="tx2"/>
                </a:solidFill>
              </a:rPr>
              <a:t> </a:t>
            </a:r>
            <a:r>
              <a:rPr lang="en-GB" sz="1200" dirty="0" err="1">
                <a:solidFill>
                  <a:schemeClr val="tx2"/>
                </a:solidFill>
              </a:rPr>
              <a:t>tortor</a:t>
            </a:r>
            <a:r>
              <a:rPr lang="en-GB" sz="1200" dirty="0">
                <a:solidFill>
                  <a:schemeClr val="tx2"/>
                </a:solidFill>
              </a:rPr>
              <a:t> </a:t>
            </a:r>
            <a:r>
              <a:rPr lang="en-GB" sz="1200" dirty="0" err="1">
                <a:solidFill>
                  <a:schemeClr val="tx2"/>
                </a:solidFill>
              </a:rPr>
              <a:t>euismod</a:t>
            </a:r>
            <a:r>
              <a:rPr lang="en-GB" sz="1200" dirty="0">
                <a:solidFill>
                  <a:schemeClr val="tx2"/>
                </a:solidFill>
              </a:rPr>
              <a:t> </a:t>
            </a:r>
            <a:r>
              <a:rPr lang="en-GB" sz="1200" dirty="0" err="1">
                <a:solidFill>
                  <a:schemeClr val="tx2"/>
                </a:solidFill>
              </a:rPr>
              <a:t>finibus</a:t>
            </a:r>
            <a:r>
              <a:rPr lang="en-GB" sz="1200" dirty="0">
                <a:solidFill>
                  <a:schemeClr val="tx2"/>
                </a:solidFill>
              </a:rPr>
              <a:t> vitae sit </a:t>
            </a:r>
            <a:r>
              <a:rPr lang="en-GB" sz="1200" dirty="0" err="1">
                <a:solidFill>
                  <a:schemeClr val="tx2"/>
                </a:solidFill>
              </a:rPr>
              <a:t>amet</a:t>
            </a:r>
            <a:r>
              <a:rPr lang="en-GB" sz="1200" dirty="0">
                <a:solidFill>
                  <a:schemeClr val="tx2"/>
                </a:solidFill>
              </a:rPr>
              <a:t> nisi?</a:t>
            </a:r>
          </a:p>
        </p:txBody>
      </p:sp>
      <p:pic>
        <p:nvPicPr>
          <p:cNvPr id="10" name="Graphic 9">
            <a:extLst>
              <a:ext uri="{FF2B5EF4-FFF2-40B4-BE49-F238E27FC236}">
                <a16:creationId xmlns:a16="http://schemas.microsoft.com/office/drawing/2014/main" id="{499E09BB-5721-2FE7-A777-13FBD4B8E5D2}"/>
              </a:ext>
            </a:extLst>
          </p:cNvPr>
          <p:cNvPicPr>
            <a:picLocks noChangeAspect="1"/>
          </p:cNvPicPr>
          <p:nvPr/>
        </p:nvPicPr>
        <p:blipFill>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1860" y="1909227"/>
            <a:ext cx="533040" cy="515418"/>
          </a:xfrm>
          <a:prstGeom prst="rect">
            <a:avLst/>
          </a:prstGeom>
        </p:spPr>
      </p:pic>
      <p:pic>
        <p:nvPicPr>
          <p:cNvPr id="15" name="Picture Placeholder 4">
            <a:extLst>
              <a:ext uri="{FF2B5EF4-FFF2-40B4-BE49-F238E27FC236}">
                <a16:creationId xmlns:a16="http://schemas.microsoft.com/office/drawing/2014/main" id="{EC007A68-B461-08CC-30E9-F7A2D54E5D29}"/>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2" t="3417" r="-2" b="79696"/>
          <a:stretch/>
        </p:blipFill>
        <p:spPr>
          <a:xfrm>
            <a:off x="525186" y="5472045"/>
            <a:ext cx="12398652" cy="1549218"/>
          </a:xfrm>
          <a:prstGeom prst="rect">
            <a:avLst/>
          </a:prstGeom>
        </p:spPr>
      </p:pic>
      <p:grpSp>
        <p:nvGrpSpPr>
          <p:cNvPr id="16" name="Group 15">
            <a:extLst>
              <a:ext uri="{FF2B5EF4-FFF2-40B4-BE49-F238E27FC236}">
                <a16:creationId xmlns:a16="http://schemas.microsoft.com/office/drawing/2014/main" id="{DE585935-6F12-205B-E10A-CF7E32C10C39}"/>
              </a:ext>
            </a:extLst>
          </p:cNvPr>
          <p:cNvGrpSpPr/>
          <p:nvPr/>
        </p:nvGrpSpPr>
        <p:grpSpPr>
          <a:xfrm>
            <a:off x="6862763" y="2651126"/>
            <a:ext cx="6061074" cy="815406"/>
            <a:chOff x="542925" y="1800226"/>
            <a:chExt cx="6061074" cy="815406"/>
          </a:xfrm>
        </p:grpSpPr>
        <p:grpSp>
          <p:nvGrpSpPr>
            <p:cNvPr id="17" name="Group 16">
              <a:extLst>
                <a:ext uri="{FF2B5EF4-FFF2-40B4-BE49-F238E27FC236}">
                  <a16:creationId xmlns:a16="http://schemas.microsoft.com/office/drawing/2014/main" id="{295DD5E8-C1E4-1BF4-CBC1-1EDA25A729B5}"/>
                </a:ext>
              </a:extLst>
            </p:cNvPr>
            <p:cNvGrpSpPr/>
            <p:nvPr/>
          </p:nvGrpSpPr>
          <p:grpSpPr>
            <a:xfrm>
              <a:off x="542925" y="1800226"/>
              <a:ext cx="815006" cy="815406"/>
              <a:chOff x="1557354" y="3303544"/>
              <a:chExt cx="1325602" cy="1326253"/>
            </a:xfrm>
          </p:grpSpPr>
          <p:sp>
            <p:nvSpPr>
              <p:cNvPr id="19" name="Oval 18">
                <a:extLst>
                  <a:ext uri="{FF2B5EF4-FFF2-40B4-BE49-F238E27FC236}">
                    <a16:creationId xmlns:a16="http://schemas.microsoft.com/office/drawing/2014/main" id="{53DB4911-D548-1639-EC83-A98D4F3F52B4}"/>
                  </a:ext>
                </a:extLst>
              </p:cNvPr>
              <p:cNvSpPr/>
              <p:nvPr/>
            </p:nvSpPr>
            <p:spPr>
              <a:xfrm>
                <a:off x="1557354" y="3303544"/>
                <a:ext cx="1325602" cy="1326253"/>
              </a:xfrm>
              <a:prstGeom prst="ellipse">
                <a:avLst/>
              </a:prstGeom>
              <a:solidFill>
                <a:srgbClr val="FDEFED"/>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0" name="Graphic 19">
                <a:extLst>
                  <a:ext uri="{FF2B5EF4-FFF2-40B4-BE49-F238E27FC236}">
                    <a16:creationId xmlns:a16="http://schemas.microsoft.com/office/drawing/2014/main" id="{6EAD6977-F1F2-2571-167A-50FE66708D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27925" y="3652934"/>
                <a:ext cx="584463" cy="627472"/>
              </a:xfrm>
              <a:prstGeom prst="rect">
                <a:avLst/>
              </a:prstGeom>
            </p:spPr>
          </p:pic>
        </p:grpSp>
        <p:sp>
          <p:nvSpPr>
            <p:cNvPr id="18" name="TextBox 17">
              <a:extLst>
                <a:ext uri="{FF2B5EF4-FFF2-40B4-BE49-F238E27FC236}">
                  <a16:creationId xmlns:a16="http://schemas.microsoft.com/office/drawing/2014/main" id="{EF994262-8E6F-D1F7-F1F7-DC71856D48B9}"/>
                </a:ext>
              </a:extLst>
            </p:cNvPr>
            <p:cNvSpPr txBox="1"/>
            <p:nvPr/>
          </p:nvSpPr>
          <p:spPr>
            <a:xfrm>
              <a:off x="1489694" y="1906492"/>
              <a:ext cx="5114305" cy="620808"/>
            </a:xfrm>
            <a:prstGeom prst="rect">
              <a:avLst/>
            </a:prstGeom>
            <a:noFill/>
          </p:spPr>
          <p:txBody>
            <a:bodyPr wrap="square" lIns="0" tIns="0" rIns="0" bIns="0" rtlCol="0">
              <a:noAutofit/>
            </a:bodyPr>
            <a:lstStyle/>
            <a:p>
              <a:pPr marL="0" algn="l">
                <a:spcAft>
                  <a:spcPts val="600"/>
                </a:spcAft>
              </a:pPr>
              <a:r>
                <a:rPr lang="en-GB" sz="1400">
                  <a:solidFill>
                    <a:srgbClr val="E76151"/>
                  </a:solidFill>
                  <a:latin typeface="+mj-lt"/>
                </a:rPr>
                <a:t>Text to be entered here.</a:t>
              </a:r>
            </a:p>
            <a:p>
              <a:pPr marL="0" algn="l">
                <a:spcAft>
                  <a:spcPts val="600"/>
                </a:spcAft>
              </a:pPr>
              <a:r>
                <a:rPr lang="en-GB" sz="1200">
                  <a:solidFill>
                    <a:schemeClr val="tx2"/>
                  </a:solidFill>
                </a:rPr>
                <a:t>Lorem ipsum </a:t>
              </a:r>
              <a:r>
                <a:rPr lang="en-GB" sz="1200" err="1">
                  <a:solidFill>
                    <a:schemeClr val="tx2"/>
                  </a:solidFill>
                </a:rPr>
                <a:t>dolor</a:t>
              </a:r>
              <a:r>
                <a:rPr lang="en-GB" sz="1200">
                  <a:solidFill>
                    <a:schemeClr val="tx2"/>
                  </a:solidFill>
                </a:rPr>
                <a:t> sit </a:t>
              </a:r>
              <a:r>
                <a:rPr lang="en-GB" sz="1200" err="1">
                  <a:solidFill>
                    <a:schemeClr val="tx2"/>
                  </a:solidFill>
                </a:rPr>
                <a:t>amet</a:t>
              </a:r>
              <a:r>
                <a:rPr lang="en-GB" sz="1200">
                  <a:solidFill>
                    <a:schemeClr val="tx2"/>
                  </a:solidFill>
                </a:rPr>
                <a:t>, </a:t>
              </a:r>
              <a:r>
                <a:rPr lang="en-GB" sz="1200" err="1">
                  <a:solidFill>
                    <a:schemeClr val="tx2"/>
                  </a:solidFill>
                </a:rPr>
                <a:t>consectetur</a:t>
              </a:r>
              <a:r>
                <a:rPr lang="en-GB" sz="1200">
                  <a:solidFill>
                    <a:schemeClr val="tx2"/>
                  </a:solidFill>
                </a:rPr>
                <a:t> </a:t>
              </a:r>
              <a:r>
                <a:rPr lang="en-GB" sz="1200" err="1">
                  <a:solidFill>
                    <a:schemeClr val="tx2"/>
                  </a:solidFill>
                </a:rPr>
                <a:t>adipiscing</a:t>
              </a:r>
              <a:r>
                <a:rPr lang="en-GB" sz="1200">
                  <a:solidFill>
                    <a:schemeClr val="tx2"/>
                  </a:solidFill>
                </a:rPr>
                <a:t> </a:t>
              </a:r>
              <a:r>
                <a:rPr lang="en-GB" sz="1200" err="1">
                  <a:solidFill>
                    <a:schemeClr val="tx2"/>
                  </a:solidFill>
                </a:rPr>
                <a:t>elit</a:t>
              </a:r>
              <a:r>
                <a:rPr lang="en-GB" sz="1200">
                  <a:solidFill>
                    <a:schemeClr val="tx2"/>
                  </a:solidFill>
                </a:rPr>
                <a:t>. Morbi </a:t>
              </a:r>
              <a:r>
                <a:rPr lang="en-GB" sz="1200" err="1">
                  <a:solidFill>
                    <a:schemeClr val="tx2"/>
                  </a:solidFill>
                </a:rPr>
                <a:t>posuere</a:t>
              </a:r>
              <a:r>
                <a:rPr lang="en-GB" sz="1200">
                  <a:solidFill>
                    <a:schemeClr val="tx2"/>
                  </a:solidFill>
                </a:rPr>
                <a:t> et </a:t>
              </a:r>
              <a:r>
                <a:rPr lang="en-GB" sz="1200" err="1">
                  <a:solidFill>
                    <a:schemeClr val="tx2"/>
                  </a:solidFill>
                </a:rPr>
                <a:t>sem</a:t>
              </a:r>
              <a:r>
                <a:rPr lang="en-GB" sz="1200">
                  <a:solidFill>
                    <a:schemeClr val="tx2"/>
                  </a:solidFill>
                </a:rPr>
                <a:t> a </a:t>
              </a:r>
              <a:r>
                <a:rPr lang="en-GB" sz="1200" err="1">
                  <a:solidFill>
                    <a:schemeClr val="tx2"/>
                  </a:solidFill>
                </a:rPr>
                <a:t>efficitur</a:t>
              </a:r>
              <a:r>
                <a:rPr lang="en-GB" sz="1200">
                  <a:solidFill>
                    <a:schemeClr val="tx2"/>
                  </a:solidFill>
                </a:rPr>
                <a:t>. Nam</a:t>
              </a:r>
            </a:p>
          </p:txBody>
        </p:sp>
      </p:grpSp>
      <p:grpSp>
        <p:nvGrpSpPr>
          <p:cNvPr id="21" name="Group 20">
            <a:extLst>
              <a:ext uri="{FF2B5EF4-FFF2-40B4-BE49-F238E27FC236}">
                <a16:creationId xmlns:a16="http://schemas.microsoft.com/office/drawing/2014/main" id="{9D276CAC-E28A-B543-667B-3C1B953D8BFC}"/>
              </a:ext>
            </a:extLst>
          </p:cNvPr>
          <p:cNvGrpSpPr/>
          <p:nvPr/>
        </p:nvGrpSpPr>
        <p:grpSpPr>
          <a:xfrm>
            <a:off x="6862763" y="3546476"/>
            <a:ext cx="6061074" cy="815406"/>
            <a:chOff x="542925" y="1800226"/>
            <a:chExt cx="6061074" cy="815406"/>
          </a:xfrm>
        </p:grpSpPr>
        <p:grpSp>
          <p:nvGrpSpPr>
            <p:cNvPr id="22" name="Group 21">
              <a:extLst>
                <a:ext uri="{FF2B5EF4-FFF2-40B4-BE49-F238E27FC236}">
                  <a16:creationId xmlns:a16="http://schemas.microsoft.com/office/drawing/2014/main" id="{31635432-E7B7-52FC-3BE7-997A25479BBC}"/>
                </a:ext>
              </a:extLst>
            </p:cNvPr>
            <p:cNvGrpSpPr/>
            <p:nvPr/>
          </p:nvGrpSpPr>
          <p:grpSpPr>
            <a:xfrm>
              <a:off x="542925" y="1800226"/>
              <a:ext cx="815006" cy="815406"/>
              <a:chOff x="1557354" y="3303544"/>
              <a:chExt cx="1325602" cy="1326253"/>
            </a:xfrm>
          </p:grpSpPr>
          <p:sp>
            <p:nvSpPr>
              <p:cNvPr id="24" name="Oval 23">
                <a:extLst>
                  <a:ext uri="{FF2B5EF4-FFF2-40B4-BE49-F238E27FC236}">
                    <a16:creationId xmlns:a16="http://schemas.microsoft.com/office/drawing/2014/main" id="{B5827967-F3B3-30E8-84AA-98B20F4722DD}"/>
                  </a:ext>
                </a:extLst>
              </p:cNvPr>
              <p:cNvSpPr/>
              <p:nvPr/>
            </p:nvSpPr>
            <p:spPr>
              <a:xfrm>
                <a:off x="1557354" y="3303544"/>
                <a:ext cx="1325602" cy="1326253"/>
              </a:xfrm>
              <a:prstGeom prst="ellipse">
                <a:avLst/>
              </a:prstGeom>
              <a:solidFill>
                <a:srgbClr val="FDEFED"/>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5" name="Graphic 24">
                <a:extLst>
                  <a:ext uri="{FF2B5EF4-FFF2-40B4-BE49-F238E27FC236}">
                    <a16:creationId xmlns:a16="http://schemas.microsoft.com/office/drawing/2014/main" id="{6611928B-D002-5734-A6A6-98DC6DA4C0A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27925" y="3652935"/>
                <a:ext cx="584462" cy="627472"/>
              </a:xfrm>
              <a:prstGeom prst="rect">
                <a:avLst/>
              </a:prstGeom>
            </p:spPr>
          </p:pic>
        </p:grpSp>
        <p:sp>
          <p:nvSpPr>
            <p:cNvPr id="23" name="TextBox 22">
              <a:extLst>
                <a:ext uri="{FF2B5EF4-FFF2-40B4-BE49-F238E27FC236}">
                  <a16:creationId xmlns:a16="http://schemas.microsoft.com/office/drawing/2014/main" id="{32CC79A0-0CFF-A8B6-29E6-C125C08FF2A1}"/>
                </a:ext>
              </a:extLst>
            </p:cNvPr>
            <p:cNvSpPr txBox="1"/>
            <p:nvPr/>
          </p:nvSpPr>
          <p:spPr>
            <a:xfrm>
              <a:off x="1489694" y="1906492"/>
              <a:ext cx="5114305" cy="620808"/>
            </a:xfrm>
            <a:prstGeom prst="rect">
              <a:avLst/>
            </a:prstGeom>
            <a:noFill/>
          </p:spPr>
          <p:txBody>
            <a:bodyPr wrap="square" lIns="0" tIns="0" rIns="0" bIns="0" rtlCol="0">
              <a:noAutofit/>
            </a:bodyPr>
            <a:lstStyle/>
            <a:p>
              <a:pPr marL="0" algn="l">
                <a:spcAft>
                  <a:spcPts val="600"/>
                </a:spcAft>
              </a:pPr>
              <a:r>
                <a:rPr lang="en-GB" sz="1400">
                  <a:solidFill>
                    <a:srgbClr val="E76151"/>
                  </a:solidFill>
                  <a:latin typeface="+mj-lt"/>
                </a:rPr>
                <a:t>Text to be entered here.</a:t>
              </a:r>
            </a:p>
            <a:p>
              <a:pPr marL="0" algn="l">
                <a:spcAft>
                  <a:spcPts val="600"/>
                </a:spcAft>
              </a:pPr>
              <a:r>
                <a:rPr lang="en-GB" sz="1200">
                  <a:solidFill>
                    <a:schemeClr val="tx2"/>
                  </a:solidFill>
                </a:rPr>
                <a:t>Lorem ipsum </a:t>
              </a:r>
              <a:r>
                <a:rPr lang="en-GB" sz="1200" err="1">
                  <a:solidFill>
                    <a:schemeClr val="tx2"/>
                  </a:solidFill>
                </a:rPr>
                <a:t>dolor</a:t>
              </a:r>
              <a:r>
                <a:rPr lang="en-GB" sz="1200">
                  <a:solidFill>
                    <a:schemeClr val="tx2"/>
                  </a:solidFill>
                </a:rPr>
                <a:t> sit </a:t>
              </a:r>
              <a:r>
                <a:rPr lang="en-GB" sz="1200" err="1">
                  <a:solidFill>
                    <a:schemeClr val="tx2"/>
                  </a:solidFill>
                </a:rPr>
                <a:t>amet</a:t>
              </a:r>
              <a:r>
                <a:rPr lang="en-GB" sz="1200">
                  <a:solidFill>
                    <a:schemeClr val="tx2"/>
                  </a:solidFill>
                </a:rPr>
                <a:t>, </a:t>
              </a:r>
              <a:r>
                <a:rPr lang="en-GB" sz="1200" err="1">
                  <a:solidFill>
                    <a:schemeClr val="tx2"/>
                  </a:solidFill>
                </a:rPr>
                <a:t>consectetur</a:t>
              </a:r>
              <a:r>
                <a:rPr lang="en-GB" sz="1200">
                  <a:solidFill>
                    <a:schemeClr val="tx2"/>
                  </a:solidFill>
                </a:rPr>
                <a:t> </a:t>
              </a:r>
              <a:r>
                <a:rPr lang="en-GB" sz="1200" err="1">
                  <a:solidFill>
                    <a:schemeClr val="tx2"/>
                  </a:solidFill>
                </a:rPr>
                <a:t>adipiscing</a:t>
              </a:r>
              <a:r>
                <a:rPr lang="en-GB" sz="1200">
                  <a:solidFill>
                    <a:schemeClr val="tx2"/>
                  </a:solidFill>
                </a:rPr>
                <a:t> </a:t>
              </a:r>
              <a:r>
                <a:rPr lang="en-GB" sz="1200" err="1">
                  <a:solidFill>
                    <a:schemeClr val="tx2"/>
                  </a:solidFill>
                </a:rPr>
                <a:t>elit</a:t>
              </a:r>
              <a:r>
                <a:rPr lang="en-GB" sz="1200">
                  <a:solidFill>
                    <a:schemeClr val="tx2"/>
                  </a:solidFill>
                </a:rPr>
                <a:t>. Morbi </a:t>
              </a:r>
              <a:r>
                <a:rPr lang="en-GB" sz="1200" err="1">
                  <a:solidFill>
                    <a:schemeClr val="tx2"/>
                  </a:solidFill>
                </a:rPr>
                <a:t>posuere</a:t>
              </a:r>
              <a:r>
                <a:rPr lang="en-GB" sz="1200">
                  <a:solidFill>
                    <a:schemeClr val="tx2"/>
                  </a:solidFill>
                </a:rPr>
                <a:t> et </a:t>
              </a:r>
              <a:r>
                <a:rPr lang="en-GB" sz="1200" err="1">
                  <a:solidFill>
                    <a:schemeClr val="tx2"/>
                  </a:solidFill>
                </a:rPr>
                <a:t>sem</a:t>
              </a:r>
              <a:r>
                <a:rPr lang="en-GB" sz="1200">
                  <a:solidFill>
                    <a:schemeClr val="tx2"/>
                  </a:solidFill>
                </a:rPr>
                <a:t> a </a:t>
              </a:r>
              <a:r>
                <a:rPr lang="en-GB" sz="1200" err="1">
                  <a:solidFill>
                    <a:schemeClr val="tx2"/>
                  </a:solidFill>
                </a:rPr>
                <a:t>efficitur</a:t>
              </a:r>
              <a:r>
                <a:rPr lang="en-GB" sz="1200">
                  <a:solidFill>
                    <a:schemeClr val="tx2"/>
                  </a:solidFill>
                </a:rPr>
                <a:t>. Nam</a:t>
              </a:r>
            </a:p>
          </p:txBody>
        </p:sp>
      </p:grpSp>
      <p:grpSp>
        <p:nvGrpSpPr>
          <p:cNvPr id="26" name="Group 25">
            <a:extLst>
              <a:ext uri="{FF2B5EF4-FFF2-40B4-BE49-F238E27FC236}">
                <a16:creationId xmlns:a16="http://schemas.microsoft.com/office/drawing/2014/main" id="{3F7433B2-A9EA-58B8-8537-CDA2A808FECE}"/>
              </a:ext>
            </a:extLst>
          </p:cNvPr>
          <p:cNvGrpSpPr/>
          <p:nvPr/>
        </p:nvGrpSpPr>
        <p:grpSpPr>
          <a:xfrm>
            <a:off x="6862763" y="4441826"/>
            <a:ext cx="6061075" cy="815406"/>
            <a:chOff x="542925" y="1800226"/>
            <a:chExt cx="6061075" cy="815406"/>
          </a:xfrm>
        </p:grpSpPr>
        <p:grpSp>
          <p:nvGrpSpPr>
            <p:cNvPr id="27" name="Group 26">
              <a:extLst>
                <a:ext uri="{FF2B5EF4-FFF2-40B4-BE49-F238E27FC236}">
                  <a16:creationId xmlns:a16="http://schemas.microsoft.com/office/drawing/2014/main" id="{B1306658-46F8-76B2-B8E3-3FF8AAA7D454}"/>
                </a:ext>
              </a:extLst>
            </p:cNvPr>
            <p:cNvGrpSpPr/>
            <p:nvPr/>
          </p:nvGrpSpPr>
          <p:grpSpPr>
            <a:xfrm>
              <a:off x="542925" y="1800226"/>
              <a:ext cx="815006" cy="815406"/>
              <a:chOff x="1557354" y="3303544"/>
              <a:chExt cx="1325602" cy="1326253"/>
            </a:xfrm>
          </p:grpSpPr>
          <p:sp>
            <p:nvSpPr>
              <p:cNvPr id="29" name="Oval 28">
                <a:extLst>
                  <a:ext uri="{FF2B5EF4-FFF2-40B4-BE49-F238E27FC236}">
                    <a16:creationId xmlns:a16="http://schemas.microsoft.com/office/drawing/2014/main" id="{5966EC3B-9460-BAB4-2A4C-DD2F355162AA}"/>
                  </a:ext>
                </a:extLst>
              </p:cNvPr>
              <p:cNvSpPr/>
              <p:nvPr/>
            </p:nvSpPr>
            <p:spPr>
              <a:xfrm>
                <a:off x="1557354" y="3303544"/>
                <a:ext cx="1325602" cy="1326253"/>
              </a:xfrm>
              <a:prstGeom prst="ellipse">
                <a:avLst/>
              </a:prstGeom>
              <a:solidFill>
                <a:srgbClr val="FDEFED"/>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0" name="Graphic 29">
                <a:extLst>
                  <a:ext uri="{FF2B5EF4-FFF2-40B4-BE49-F238E27FC236}">
                    <a16:creationId xmlns:a16="http://schemas.microsoft.com/office/drawing/2014/main" id="{A8928351-D3F0-ACC9-676D-F389E4E09ED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27925" y="3652935"/>
                <a:ext cx="584462" cy="627472"/>
              </a:xfrm>
              <a:prstGeom prst="rect">
                <a:avLst/>
              </a:prstGeom>
            </p:spPr>
          </p:pic>
        </p:grpSp>
        <p:sp>
          <p:nvSpPr>
            <p:cNvPr id="28" name="TextBox 27">
              <a:extLst>
                <a:ext uri="{FF2B5EF4-FFF2-40B4-BE49-F238E27FC236}">
                  <a16:creationId xmlns:a16="http://schemas.microsoft.com/office/drawing/2014/main" id="{9E8D4F21-E3B4-E090-DA7E-0ADEFCE7019E}"/>
                </a:ext>
              </a:extLst>
            </p:cNvPr>
            <p:cNvSpPr txBox="1"/>
            <p:nvPr/>
          </p:nvSpPr>
          <p:spPr>
            <a:xfrm>
              <a:off x="1489694" y="1906492"/>
              <a:ext cx="5114306" cy="620808"/>
            </a:xfrm>
            <a:prstGeom prst="rect">
              <a:avLst/>
            </a:prstGeom>
            <a:noFill/>
          </p:spPr>
          <p:txBody>
            <a:bodyPr wrap="square" lIns="0" tIns="0" rIns="0" bIns="0" rtlCol="0">
              <a:noAutofit/>
            </a:bodyPr>
            <a:lstStyle/>
            <a:p>
              <a:pPr marL="0" algn="l">
                <a:spcAft>
                  <a:spcPts val="600"/>
                </a:spcAft>
              </a:pPr>
              <a:r>
                <a:rPr lang="en-GB" sz="1400">
                  <a:solidFill>
                    <a:srgbClr val="E76151"/>
                  </a:solidFill>
                  <a:latin typeface="+mj-lt"/>
                </a:rPr>
                <a:t>Text to be entered here.</a:t>
              </a:r>
            </a:p>
            <a:p>
              <a:pPr marL="0" algn="l">
                <a:spcAft>
                  <a:spcPts val="600"/>
                </a:spcAft>
              </a:pPr>
              <a:r>
                <a:rPr lang="en-GB" sz="1200">
                  <a:solidFill>
                    <a:schemeClr val="tx2"/>
                  </a:solidFill>
                </a:rPr>
                <a:t>Lorem ipsum </a:t>
              </a:r>
              <a:r>
                <a:rPr lang="en-GB" sz="1200" err="1">
                  <a:solidFill>
                    <a:schemeClr val="tx2"/>
                  </a:solidFill>
                </a:rPr>
                <a:t>dolor</a:t>
              </a:r>
              <a:r>
                <a:rPr lang="en-GB" sz="1200">
                  <a:solidFill>
                    <a:schemeClr val="tx2"/>
                  </a:solidFill>
                </a:rPr>
                <a:t> sit </a:t>
              </a:r>
              <a:r>
                <a:rPr lang="en-GB" sz="1200" err="1">
                  <a:solidFill>
                    <a:schemeClr val="tx2"/>
                  </a:solidFill>
                </a:rPr>
                <a:t>amet</a:t>
              </a:r>
              <a:r>
                <a:rPr lang="en-GB" sz="1200">
                  <a:solidFill>
                    <a:schemeClr val="tx2"/>
                  </a:solidFill>
                </a:rPr>
                <a:t>, </a:t>
              </a:r>
              <a:r>
                <a:rPr lang="en-GB" sz="1200" err="1">
                  <a:solidFill>
                    <a:schemeClr val="tx2"/>
                  </a:solidFill>
                </a:rPr>
                <a:t>consectetur</a:t>
              </a:r>
              <a:r>
                <a:rPr lang="en-GB" sz="1200">
                  <a:solidFill>
                    <a:schemeClr val="tx2"/>
                  </a:solidFill>
                </a:rPr>
                <a:t> </a:t>
              </a:r>
              <a:r>
                <a:rPr lang="en-GB" sz="1200" err="1">
                  <a:solidFill>
                    <a:schemeClr val="tx2"/>
                  </a:solidFill>
                </a:rPr>
                <a:t>adipiscing</a:t>
              </a:r>
              <a:r>
                <a:rPr lang="en-GB" sz="1200">
                  <a:solidFill>
                    <a:schemeClr val="tx2"/>
                  </a:solidFill>
                </a:rPr>
                <a:t> </a:t>
              </a:r>
              <a:r>
                <a:rPr lang="en-GB" sz="1200" err="1">
                  <a:solidFill>
                    <a:schemeClr val="tx2"/>
                  </a:solidFill>
                </a:rPr>
                <a:t>elit</a:t>
              </a:r>
              <a:r>
                <a:rPr lang="en-GB" sz="1200">
                  <a:solidFill>
                    <a:schemeClr val="tx2"/>
                  </a:solidFill>
                </a:rPr>
                <a:t>. Morbi </a:t>
              </a:r>
              <a:r>
                <a:rPr lang="en-GB" sz="1200" err="1">
                  <a:solidFill>
                    <a:schemeClr val="tx2"/>
                  </a:solidFill>
                </a:rPr>
                <a:t>posuere</a:t>
              </a:r>
              <a:r>
                <a:rPr lang="en-GB" sz="1200">
                  <a:solidFill>
                    <a:schemeClr val="tx2"/>
                  </a:solidFill>
                </a:rPr>
                <a:t> et </a:t>
              </a:r>
              <a:r>
                <a:rPr lang="en-GB" sz="1200" err="1">
                  <a:solidFill>
                    <a:schemeClr val="tx2"/>
                  </a:solidFill>
                </a:rPr>
                <a:t>sem</a:t>
              </a:r>
              <a:r>
                <a:rPr lang="en-GB" sz="1200">
                  <a:solidFill>
                    <a:schemeClr val="tx2"/>
                  </a:solidFill>
                </a:rPr>
                <a:t> a </a:t>
              </a:r>
              <a:r>
                <a:rPr lang="en-GB" sz="1200" err="1">
                  <a:solidFill>
                    <a:schemeClr val="tx2"/>
                  </a:solidFill>
                </a:rPr>
                <a:t>efficitur</a:t>
              </a:r>
              <a:r>
                <a:rPr lang="en-GB" sz="1200">
                  <a:solidFill>
                    <a:schemeClr val="tx2"/>
                  </a:solidFill>
                </a:rPr>
                <a:t>. Nam</a:t>
              </a:r>
            </a:p>
          </p:txBody>
        </p:sp>
      </p:grpSp>
    </p:spTree>
    <p:extLst>
      <p:ext uri="{BB962C8B-B14F-4D97-AF65-F5344CB8AC3E}">
        <p14:creationId xmlns:p14="http://schemas.microsoft.com/office/powerpoint/2010/main" val="786063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AB7B5EF-E024-5F1C-1854-696DA654555D}"/>
              </a:ext>
            </a:extLst>
          </p:cNvPr>
          <p:cNvSpPr/>
          <p:nvPr>
            <p:custDataLst>
              <p:tags r:id="rId1"/>
            </p:custDataLst>
          </p:nvPr>
        </p:nvSpPr>
        <p:spPr>
          <a:xfrm>
            <a:off x="-1" y="2747461"/>
            <a:ext cx="13463589" cy="4273926"/>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32000" tIns="0" rIns="684000" bIns="540000" rtlCol="0" anchor="t"/>
          <a:lstStyle/>
          <a:p>
            <a:pPr>
              <a:lnSpc>
                <a:spcPct val="90000"/>
              </a:lnSpc>
              <a:spcBef>
                <a:spcPts val="750"/>
              </a:spcBef>
            </a:pPr>
            <a:endParaRPr lang="en-GB" sz="1400" b="1">
              <a:solidFill>
                <a:schemeClr val="tx1"/>
              </a:solidFill>
              <a:latin typeface="+mj-lt"/>
            </a:endParaRPr>
          </a:p>
        </p:txBody>
      </p:sp>
      <p:sp>
        <p:nvSpPr>
          <p:cNvPr id="5" name="Title 4">
            <a:extLst>
              <a:ext uri="{FF2B5EF4-FFF2-40B4-BE49-F238E27FC236}">
                <a16:creationId xmlns:a16="http://schemas.microsoft.com/office/drawing/2014/main" id="{B82E6A2E-269F-6F3B-5F6F-5847654F09FE}"/>
              </a:ext>
            </a:extLst>
          </p:cNvPr>
          <p:cNvSpPr>
            <a:spLocks noGrp="1"/>
          </p:cNvSpPr>
          <p:nvPr>
            <p:ph type="title"/>
          </p:nvPr>
        </p:nvSpPr>
        <p:spPr/>
        <p:txBody>
          <a:bodyPr/>
          <a:lstStyle/>
          <a:p>
            <a:r>
              <a:rPr lang="en-GB"/>
              <a:t>Questions</a:t>
            </a:r>
          </a:p>
        </p:txBody>
      </p:sp>
      <p:sp>
        <p:nvSpPr>
          <p:cNvPr id="7" name="Text Placeholder 6">
            <a:extLst>
              <a:ext uri="{FF2B5EF4-FFF2-40B4-BE49-F238E27FC236}">
                <a16:creationId xmlns:a16="http://schemas.microsoft.com/office/drawing/2014/main" id="{28E63883-166B-1CC0-D715-77407D77191D}"/>
              </a:ext>
            </a:extLst>
          </p:cNvPr>
          <p:cNvSpPr>
            <a:spLocks noGrp="1"/>
          </p:cNvSpPr>
          <p:nvPr>
            <p:ph type="body" sz="quarter" idx="17"/>
          </p:nvPr>
        </p:nvSpPr>
        <p:spPr>
          <a:xfrm>
            <a:off x="539750" y="3045459"/>
            <a:ext cx="3941451" cy="3677930"/>
          </a:xfrm>
        </p:spPr>
        <p:txBody>
          <a:bodyPr>
            <a:noAutofit/>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a:t>
            </a:r>
          </a:p>
        </p:txBody>
      </p:sp>
      <p:sp>
        <p:nvSpPr>
          <p:cNvPr id="8" name="Text Placeholder 7">
            <a:extLst>
              <a:ext uri="{FF2B5EF4-FFF2-40B4-BE49-F238E27FC236}">
                <a16:creationId xmlns:a16="http://schemas.microsoft.com/office/drawing/2014/main" id="{5EAE45DF-3CE5-FE4D-70D2-74B08F8036E3}"/>
              </a:ext>
            </a:extLst>
          </p:cNvPr>
          <p:cNvSpPr>
            <a:spLocks noGrp="1"/>
          </p:cNvSpPr>
          <p:nvPr>
            <p:ph type="body" sz="quarter" idx="18"/>
          </p:nvPr>
        </p:nvSpPr>
        <p:spPr>
          <a:xfrm>
            <a:off x="4752975" y="3045459"/>
            <a:ext cx="3951287" cy="3677930"/>
          </a:xfrm>
        </p:spPr>
        <p:txBody>
          <a:bodyPr>
            <a:noAutofit/>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a:t>
            </a:r>
          </a:p>
        </p:txBody>
      </p:sp>
      <p:sp>
        <p:nvSpPr>
          <p:cNvPr id="9" name="Text Placeholder 8">
            <a:extLst>
              <a:ext uri="{FF2B5EF4-FFF2-40B4-BE49-F238E27FC236}">
                <a16:creationId xmlns:a16="http://schemas.microsoft.com/office/drawing/2014/main" id="{F6035A8D-8245-3B2E-1757-4523438667DF}"/>
              </a:ext>
            </a:extLst>
          </p:cNvPr>
          <p:cNvSpPr>
            <a:spLocks noGrp="1"/>
          </p:cNvSpPr>
          <p:nvPr>
            <p:ph type="body" sz="quarter" idx="19"/>
          </p:nvPr>
        </p:nvSpPr>
        <p:spPr>
          <a:xfrm>
            <a:off x="8976036" y="3045459"/>
            <a:ext cx="3931811" cy="3677930"/>
          </a:xfrm>
        </p:spPr>
        <p:txBody>
          <a:bodyPr>
            <a:noAutofit/>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a:t>
            </a:r>
          </a:p>
        </p:txBody>
      </p:sp>
      <p:sp>
        <p:nvSpPr>
          <p:cNvPr id="6" name="Subtitle 5">
            <a:extLst>
              <a:ext uri="{FF2B5EF4-FFF2-40B4-BE49-F238E27FC236}">
                <a16:creationId xmlns:a16="http://schemas.microsoft.com/office/drawing/2014/main" id="{954ABC2D-B73C-AE55-40F6-126852F03E7A}"/>
              </a:ext>
            </a:extLst>
          </p:cNvPr>
          <p:cNvSpPr>
            <a:spLocks noGrp="1"/>
          </p:cNvSpPr>
          <p:nvPr>
            <p:ph type="subTitle" idx="13"/>
          </p:nvPr>
        </p:nvSpPr>
        <p:spPr>
          <a:xfrm>
            <a:off x="539749" y="286056"/>
            <a:ext cx="12384088" cy="246221"/>
          </a:xfrm>
        </p:spPr>
        <p:txBody>
          <a:bodyPr/>
          <a:lstStyle/>
          <a:p>
            <a:r>
              <a:rPr lang="en-GB"/>
              <a:t>Subheading</a:t>
            </a:r>
          </a:p>
        </p:txBody>
      </p:sp>
      <p:graphicFrame>
        <p:nvGraphicFramePr>
          <p:cNvPr id="10" name="Table 9">
            <a:extLst>
              <a:ext uri="{FF2B5EF4-FFF2-40B4-BE49-F238E27FC236}">
                <a16:creationId xmlns:a16="http://schemas.microsoft.com/office/drawing/2014/main" id="{50C63F97-0F7B-847F-50AC-86954009FBB9}"/>
              </a:ext>
            </a:extLst>
          </p:cNvPr>
          <p:cNvGraphicFramePr>
            <a:graphicFrameLocks noGrp="1"/>
          </p:cNvGraphicFramePr>
          <p:nvPr>
            <p:extLst>
              <p:ext uri="{D42A27DB-BD31-4B8C-83A1-F6EECF244321}">
                <p14:modId xmlns:p14="http://schemas.microsoft.com/office/powerpoint/2010/main" val="863179375"/>
              </p:ext>
            </p:extLst>
          </p:nvPr>
        </p:nvGraphicFramePr>
        <p:xfrm>
          <a:off x="538163" y="1799456"/>
          <a:ext cx="12369684" cy="701784"/>
        </p:xfrm>
        <a:graphic>
          <a:graphicData uri="http://schemas.openxmlformats.org/drawingml/2006/table">
            <a:tbl>
              <a:tblPr firstRow="1" bandRow="1">
                <a:tableStyleId>{5C22544A-7EE6-4342-B048-85BDC9FD1C3A}</a:tableStyleId>
              </a:tblPr>
              <a:tblGrid>
                <a:gridCol w="12369684">
                  <a:extLst>
                    <a:ext uri="{9D8B030D-6E8A-4147-A177-3AD203B41FA5}">
                      <a16:colId xmlns:a16="http://schemas.microsoft.com/office/drawing/2014/main" val="1722468457"/>
                    </a:ext>
                  </a:extLst>
                </a:gridCol>
              </a:tblGrid>
              <a:tr h="0">
                <a:tc>
                  <a:txBody>
                    <a:bodyPr/>
                    <a:lstStyle/>
                    <a:p>
                      <a:pPr marL="0" marR="0" lvl="0" indent="0" algn="l" defTabSz="876134" rtl="0" eaLnBrk="1" fontAlgn="auto" latinLnBrk="0" hangingPunct="1">
                        <a:lnSpc>
                          <a:spcPct val="90000"/>
                        </a:lnSpc>
                        <a:spcBef>
                          <a:spcPts val="750"/>
                        </a:spcBef>
                        <a:spcAft>
                          <a:spcPts val="0"/>
                        </a:spcAft>
                        <a:buClrTx/>
                        <a:buSzTx/>
                        <a:buFontTx/>
                        <a:buNone/>
                        <a:tabLst/>
                        <a:defRPr/>
                      </a:pPr>
                      <a:r>
                        <a:rPr kumimoji="0" lang="en-GB" sz="1400" b="1" i="0" u="none" strike="noStrike" kern="1200" cap="none" spc="0" normalizeH="0" baseline="0" noProof="0">
                          <a:ln>
                            <a:noFill/>
                          </a:ln>
                          <a:solidFill>
                            <a:srgbClr val="00BA8D"/>
                          </a:solidFill>
                          <a:effectLst/>
                          <a:uLnTx/>
                          <a:uFillTx/>
                          <a:latin typeface="TT Hoves DemiBold"/>
                          <a:ea typeface="+mn-ea"/>
                          <a:cs typeface="+mn-cs"/>
                        </a:rPr>
                        <a:t>Question 1</a:t>
                      </a:r>
                    </a:p>
                    <a:p>
                      <a:pPr marL="0" marR="0" lvl="0" indent="0" algn="l" defTabSz="876134" rtl="0" eaLnBrk="1" fontAlgn="auto" latinLnBrk="0" hangingPunct="1">
                        <a:lnSpc>
                          <a:spcPct val="100000"/>
                        </a:lnSpc>
                        <a:spcBef>
                          <a:spcPts val="0"/>
                        </a:spcBef>
                        <a:spcAft>
                          <a:spcPts val="300"/>
                        </a:spcAft>
                        <a:buClrTx/>
                        <a:buSzTx/>
                        <a:buFontTx/>
                        <a:buNone/>
                        <a:tabLst/>
                        <a:defRPr/>
                      </a:pPr>
                      <a:r>
                        <a:rPr kumimoji="0" lang="en-GB" sz="1200" b="0" i="0" u="none" strike="noStrike" kern="1200" cap="none" spc="0" normalizeH="0" baseline="0" noProof="0">
                          <a:ln>
                            <a:noFill/>
                          </a:ln>
                          <a:solidFill>
                            <a:srgbClr val="4F5353"/>
                          </a:solidFill>
                          <a:effectLst/>
                          <a:uLnTx/>
                          <a:uFillTx/>
                          <a:latin typeface="+mn-lt"/>
                          <a:ea typeface="+mn-ea"/>
                          <a:cs typeface="+mn-cs"/>
                        </a:rPr>
                        <a:t>Question to be inserted here </a:t>
                      </a:r>
                      <a:r>
                        <a:rPr kumimoji="0" lang="en-GB" sz="1200" b="0" i="0" u="none" strike="noStrike" kern="1200" cap="none" spc="0" normalizeH="0" baseline="0" noProof="0" err="1">
                          <a:ln>
                            <a:noFill/>
                          </a:ln>
                          <a:solidFill>
                            <a:srgbClr val="4F5353"/>
                          </a:solidFill>
                          <a:effectLst/>
                          <a:uLnTx/>
                          <a:uFillTx/>
                          <a:latin typeface="+mn-lt"/>
                          <a:ea typeface="+mn-ea"/>
                          <a:cs typeface="+mn-cs"/>
                        </a:rPr>
                        <a:t>xxxx</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orem</a:t>
                      </a:r>
                      <a:r>
                        <a:rPr kumimoji="0" lang="en-GB" sz="1200" b="0" i="0" u="none" strike="noStrike" kern="1200" cap="none" spc="0" normalizeH="0" baseline="0" noProof="0">
                          <a:ln>
                            <a:noFill/>
                          </a:ln>
                          <a:solidFill>
                            <a:srgbClr val="4F5353"/>
                          </a:solidFill>
                          <a:effectLst/>
                          <a:uLnTx/>
                          <a:uFillTx/>
                          <a:latin typeface="+mn-lt"/>
                          <a:ea typeface="+mn-ea"/>
                          <a:cs typeface="+mn-cs"/>
                        </a:rPr>
                        <a:t> ipsum </a:t>
                      </a:r>
                      <a:r>
                        <a:rPr kumimoji="0" lang="en-GB" sz="1200" b="0" i="0" u="none" strike="noStrike" kern="1200" cap="none" spc="0" normalizeH="0" baseline="0" noProof="0" err="1">
                          <a:ln>
                            <a:noFill/>
                          </a:ln>
                          <a:solidFill>
                            <a:srgbClr val="4F5353"/>
                          </a:solidFill>
                          <a:effectLst/>
                          <a:uLnTx/>
                          <a:uFillTx/>
                          <a:latin typeface="+mn-lt"/>
                          <a:ea typeface="+mn-ea"/>
                          <a:cs typeface="+mn-cs"/>
                        </a:rPr>
                        <a:t>dolor</a:t>
                      </a:r>
                      <a:r>
                        <a:rPr kumimoji="0" lang="en-GB" sz="1200" b="0" i="0" u="none" strike="noStrike" kern="1200" cap="none" spc="0" normalizeH="0" baseline="0" noProof="0">
                          <a:ln>
                            <a:noFill/>
                          </a:ln>
                          <a:solidFill>
                            <a:srgbClr val="4F5353"/>
                          </a:solidFill>
                          <a:effectLst/>
                          <a:uLnTx/>
                          <a:uFillTx/>
                          <a:latin typeface="+mn-lt"/>
                          <a:ea typeface="+mn-ea"/>
                          <a:cs typeface="+mn-cs"/>
                        </a:rPr>
                        <a:t> sit </a:t>
                      </a:r>
                      <a:r>
                        <a:rPr kumimoji="0" lang="en-GB" sz="1200" b="0" i="0" u="none" strike="noStrike" kern="1200" cap="none" spc="0" normalizeH="0" baseline="0" noProof="0" err="1">
                          <a:ln>
                            <a:noFill/>
                          </a:ln>
                          <a:solidFill>
                            <a:srgbClr val="4F5353"/>
                          </a:solidFill>
                          <a:effectLst/>
                          <a:uLnTx/>
                          <a:uFillTx/>
                          <a:latin typeface="+mn-lt"/>
                          <a:ea typeface="+mn-ea"/>
                          <a:cs typeface="+mn-cs"/>
                        </a:rPr>
                        <a:t>amet</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consectetur</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adipiscing</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elit</a:t>
                      </a:r>
                      <a:r>
                        <a:rPr kumimoji="0" lang="en-GB" sz="1200" b="0" i="0" u="none" strike="noStrike" kern="1200" cap="none" spc="0" normalizeH="0" baseline="0" noProof="0">
                          <a:ln>
                            <a:noFill/>
                          </a:ln>
                          <a:solidFill>
                            <a:srgbClr val="4F5353"/>
                          </a:solidFill>
                          <a:effectLst/>
                          <a:uLnTx/>
                          <a:uFillTx/>
                          <a:latin typeface="+mn-lt"/>
                          <a:ea typeface="+mn-ea"/>
                          <a:cs typeface="+mn-cs"/>
                        </a:rPr>
                        <a:t>. Morbi </a:t>
                      </a:r>
                      <a:r>
                        <a:rPr kumimoji="0" lang="en-GB" sz="1200" b="0" i="0" u="none" strike="noStrike" kern="1200" cap="none" spc="0" normalizeH="0" baseline="0" noProof="0" err="1">
                          <a:ln>
                            <a:noFill/>
                          </a:ln>
                          <a:solidFill>
                            <a:srgbClr val="4F5353"/>
                          </a:solidFill>
                          <a:effectLst/>
                          <a:uLnTx/>
                          <a:uFillTx/>
                          <a:latin typeface="+mn-lt"/>
                          <a:ea typeface="+mn-ea"/>
                          <a:cs typeface="+mn-cs"/>
                        </a:rPr>
                        <a:t>posuere</a:t>
                      </a:r>
                      <a:r>
                        <a:rPr kumimoji="0" lang="en-GB" sz="1200" b="0" i="0" u="none" strike="noStrike" kern="1200" cap="none" spc="0" normalizeH="0" baseline="0" noProof="0">
                          <a:ln>
                            <a:noFill/>
                          </a:ln>
                          <a:solidFill>
                            <a:srgbClr val="4F5353"/>
                          </a:solidFill>
                          <a:effectLst/>
                          <a:uLnTx/>
                          <a:uFillTx/>
                          <a:latin typeface="+mn-lt"/>
                          <a:ea typeface="+mn-ea"/>
                          <a:cs typeface="+mn-cs"/>
                        </a:rPr>
                        <a:t> et </a:t>
                      </a:r>
                      <a:r>
                        <a:rPr kumimoji="0" lang="en-GB" sz="1200" b="0" i="0" u="none" strike="noStrike" kern="1200" cap="none" spc="0" normalizeH="0" baseline="0" noProof="0" err="1">
                          <a:ln>
                            <a:noFill/>
                          </a:ln>
                          <a:solidFill>
                            <a:srgbClr val="4F5353"/>
                          </a:solidFill>
                          <a:effectLst/>
                          <a:uLnTx/>
                          <a:uFillTx/>
                          <a:latin typeface="+mn-lt"/>
                          <a:ea typeface="+mn-ea"/>
                          <a:cs typeface="+mn-cs"/>
                        </a:rPr>
                        <a:t>sem</a:t>
                      </a:r>
                      <a:r>
                        <a:rPr kumimoji="0" lang="en-GB" sz="1200" b="0" i="0" u="none" strike="noStrike" kern="1200" cap="none" spc="0" normalizeH="0" baseline="0" noProof="0">
                          <a:ln>
                            <a:noFill/>
                          </a:ln>
                          <a:solidFill>
                            <a:srgbClr val="4F5353"/>
                          </a:solidFill>
                          <a:effectLst/>
                          <a:uLnTx/>
                          <a:uFillTx/>
                          <a:latin typeface="+mn-lt"/>
                          <a:ea typeface="+mn-ea"/>
                          <a:cs typeface="+mn-cs"/>
                        </a:rPr>
                        <a:t> a </a:t>
                      </a:r>
                      <a:r>
                        <a:rPr kumimoji="0" lang="en-GB" sz="1200" b="0" i="0" u="none" strike="noStrike" kern="1200" cap="none" spc="0" normalizeH="0" baseline="0" noProof="0" err="1">
                          <a:ln>
                            <a:noFill/>
                          </a:ln>
                          <a:solidFill>
                            <a:srgbClr val="4F5353"/>
                          </a:solidFill>
                          <a:effectLst/>
                          <a:uLnTx/>
                          <a:uFillTx/>
                          <a:latin typeface="+mn-lt"/>
                          <a:ea typeface="+mn-ea"/>
                          <a:cs typeface="+mn-cs"/>
                        </a:rPr>
                        <a:t>efficitur</a:t>
                      </a:r>
                      <a:r>
                        <a:rPr kumimoji="0" lang="en-GB" sz="1200" b="0" i="0" u="none" strike="noStrike" kern="1200" cap="none" spc="0" normalizeH="0" baseline="0" noProof="0">
                          <a:ln>
                            <a:noFill/>
                          </a:ln>
                          <a:solidFill>
                            <a:srgbClr val="4F5353"/>
                          </a:solidFill>
                          <a:effectLst/>
                          <a:uLnTx/>
                          <a:uFillTx/>
                          <a:latin typeface="+mn-lt"/>
                          <a:ea typeface="+mn-ea"/>
                          <a:cs typeface="+mn-cs"/>
                        </a:rPr>
                        <a:t>. Nam sit </a:t>
                      </a:r>
                      <a:r>
                        <a:rPr kumimoji="0" lang="en-GB" sz="1200" b="0" i="0" u="none" strike="noStrike" kern="1200" cap="none" spc="0" normalizeH="0" baseline="0" noProof="0" err="1">
                          <a:ln>
                            <a:noFill/>
                          </a:ln>
                          <a:solidFill>
                            <a:srgbClr val="4F5353"/>
                          </a:solidFill>
                          <a:effectLst/>
                          <a:uLnTx/>
                          <a:uFillTx/>
                          <a:latin typeface="+mn-lt"/>
                          <a:ea typeface="+mn-ea"/>
                          <a:cs typeface="+mn-cs"/>
                        </a:rPr>
                        <a:t>amet</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tellus</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sed</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tortor</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euismod</a:t>
                      </a:r>
                      <a:r>
                        <a:rPr kumimoji="0" lang="en-GB" sz="1200" b="0" i="0" u="none" strike="noStrike" kern="1200" cap="none" spc="0" normalizeH="0" baseline="0" noProof="0">
                          <a:ln>
                            <a:noFill/>
                          </a:ln>
                          <a:solidFill>
                            <a:srgbClr val="4F5353"/>
                          </a:solidFill>
                          <a:effectLst/>
                          <a:uLnTx/>
                          <a:uFillTx/>
                          <a:latin typeface="+mn-lt"/>
                          <a:ea typeface="+mn-ea"/>
                          <a:cs typeface="+mn-cs"/>
                        </a:rPr>
                        <a:t> </a:t>
                      </a:r>
                      <a:r>
                        <a:rPr kumimoji="0" lang="en-GB" sz="1200" b="0" i="0" u="none" strike="noStrike" kern="1200" cap="none" spc="0" normalizeH="0" baseline="0" noProof="0" err="1">
                          <a:ln>
                            <a:noFill/>
                          </a:ln>
                          <a:solidFill>
                            <a:srgbClr val="4F5353"/>
                          </a:solidFill>
                          <a:effectLst/>
                          <a:uLnTx/>
                          <a:uFillTx/>
                          <a:latin typeface="+mn-lt"/>
                          <a:ea typeface="+mn-ea"/>
                          <a:cs typeface="+mn-cs"/>
                        </a:rPr>
                        <a:t>finibus</a:t>
                      </a:r>
                      <a:r>
                        <a:rPr kumimoji="0" lang="en-GB" sz="1200" b="0" i="0" u="none" strike="noStrike" kern="1200" cap="none" spc="0" normalizeH="0" baseline="0" noProof="0">
                          <a:ln>
                            <a:noFill/>
                          </a:ln>
                          <a:solidFill>
                            <a:srgbClr val="4F5353"/>
                          </a:solidFill>
                          <a:effectLst/>
                          <a:uLnTx/>
                          <a:uFillTx/>
                          <a:latin typeface="+mn-lt"/>
                          <a:ea typeface="+mn-ea"/>
                          <a:cs typeface="+mn-cs"/>
                        </a:rPr>
                        <a:t> vitae sit </a:t>
                      </a:r>
                      <a:r>
                        <a:rPr kumimoji="0" lang="en-GB" sz="1200" b="0" i="0" u="none" strike="noStrike" kern="1200" cap="none" spc="0" normalizeH="0" baseline="0" noProof="0" err="1">
                          <a:ln>
                            <a:noFill/>
                          </a:ln>
                          <a:solidFill>
                            <a:srgbClr val="4F5353"/>
                          </a:solidFill>
                          <a:effectLst/>
                          <a:uLnTx/>
                          <a:uFillTx/>
                          <a:latin typeface="+mn-lt"/>
                          <a:ea typeface="+mn-ea"/>
                          <a:cs typeface="+mn-cs"/>
                        </a:rPr>
                        <a:t>amet</a:t>
                      </a:r>
                      <a:r>
                        <a:rPr kumimoji="0" lang="en-GB" sz="1200" b="0" i="0" u="none" strike="noStrike" kern="1200" cap="none" spc="0" normalizeH="0" baseline="0" noProof="0">
                          <a:ln>
                            <a:noFill/>
                          </a:ln>
                          <a:solidFill>
                            <a:srgbClr val="4F5353"/>
                          </a:solidFill>
                          <a:effectLst/>
                          <a:uLnTx/>
                          <a:uFillTx/>
                          <a:latin typeface="+mn-lt"/>
                          <a:ea typeface="+mn-ea"/>
                          <a:cs typeface="+mn-cs"/>
                        </a:rPr>
                        <a:t> nisi?</a:t>
                      </a:r>
                    </a:p>
                  </a:txBody>
                  <a:tcPr marL="0" marR="0" marT="72000" marB="72000">
                    <a:lnT w="3175" cap="flat" cmpd="sng" algn="ctr">
                      <a:solidFill>
                        <a:srgbClr val="4F5353"/>
                      </a:solidFill>
                      <a:prstDash val="solid"/>
                      <a:round/>
                      <a:headEnd type="none" w="med" len="med"/>
                      <a:tailEnd type="none" w="med" len="med"/>
                    </a:lnT>
                    <a:lnB w="3175" cap="flat" cmpd="sng" algn="ctr">
                      <a:solidFill>
                        <a:srgbClr val="4F5353"/>
                      </a:solidFill>
                      <a:prstDash val="solid"/>
                      <a:round/>
                      <a:headEnd type="none" w="med" len="med"/>
                      <a:tailEnd type="none" w="med" len="med"/>
                    </a:lnB>
                    <a:noFill/>
                  </a:tcPr>
                </a:tc>
                <a:extLst>
                  <a:ext uri="{0D108BD9-81ED-4DB2-BD59-A6C34878D82A}">
                    <a16:rowId xmlns:a16="http://schemas.microsoft.com/office/drawing/2014/main" val="514822412"/>
                  </a:ext>
                </a:extLst>
              </a:tr>
            </a:tbl>
          </a:graphicData>
        </a:graphic>
      </p:graphicFrame>
    </p:spTree>
    <p:extLst>
      <p:ext uri="{BB962C8B-B14F-4D97-AF65-F5344CB8AC3E}">
        <p14:creationId xmlns:p14="http://schemas.microsoft.com/office/powerpoint/2010/main" val="631267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0E6ADAC1-F594-5D23-0E76-BACD280D004F}"/>
              </a:ext>
            </a:extLst>
          </p:cNvPr>
          <p:cNvSpPr>
            <a:spLocks noGrp="1"/>
          </p:cNvSpPr>
          <p:nvPr>
            <p:ph type="subTitle" idx="13"/>
          </p:nvPr>
        </p:nvSpPr>
        <p:spPr/>
        <p:txBody>
          <a:bodyPr/>
          <a:lstStyle/>
          <a:p>
            <a:r>
              <a:rPr lang="en-GB"/>
              <a:t>4</a:t>
            </a:r>
          </a:p>
        </p:txBody>
      </p:sp>
      <p:sp>
        <p:nvSpPr>
          <p:cNvPr id="8" name="Text Placeholder 7">
            <a:extLst>
              <a:ext uri="{FF2B5EF4-FFF2-40B4-BE49-F238E27FC236}">
                <a16:creationId xmlns:a16="http://schemas.microsoft.com/office/drawing/2014/main" id="{2FEAFA64-4523-492F-827A-B4804DB0A589}"/>
              </a:ext>
            </a:extLst>
          </p:cNvPr>
          <p:cNvSpPr>
            <a:spLocks noGrp="1"/>
          </p:cNvSpPr>
          <p:nvPr>
            <p:ph type="body" sz="quarter" idx="18"/>
          </p:nvPr>
        </p:nvSpPr>
        <p:spPr/>
        <p:txBody>
          <a:bodyPr/>
          <a:lstStyle/>
          <a:p>
            <a:r>
              <a:rPr lang="en-GB"/>
              <a:t>Page</a:t>
            </a:r>
            <a:br>
              <a:rPr lang="en-GB"/>
            </a:br>
            <a:r>
              <a:rPr lang="en-GB"/>
              <a:t>layouts</a:t>
            </a:r>
          </a:p>
        </p:txBody>
      </p:sp>
      <p:sp>
        <p:nvSpPr>
          <p:cNvPr id="9" name="TextBox 8">
            <a:extLst>
              <a:ext uri="{FF2B5EF4-FFF2-40B4-BE49-F238E27FC236}">
                <a16:creationId xmlns:a16="http://schemas.microsoft.com/office/drawing/2014/main" id="{63481519-3382-8087-6FB7-7DA476BEEF93}"/>
              </a:ext>
            </a:extLst>
          </p:cNvPr>
          <p:cNvSpPr txBox="1"/>
          <p:nvPr/>
        </p:nvSpPr>
        <p:spPr>
          <a:xfrm>
            <a:off x="6732588" y="0"/>
            <a:ext cx="5359706" cy="1323439"/>
          </a:xfrm>
          <a:prstGeom prst="rect">
            <a:avLst/>
          </a:prstGeom>
          <a:solidFill>
            <a:schemeClr val="bg1"/>
          </a:solidFill>
          <a:ln>
            <a:solidFill>
              <a:srgbClr val="FFA600"/>
            </a:solidFill>
          </a:ln>
        </p:spPr>
        <p:txBody>
          <a:bodyPr wrap="square">
            <a:spAutoFit/>
          </a:bodyPr>
          <a:lstStyle/>
          <a:p>
            <a:r>
              <a:rPr lang="en-GB" sz="1600" dirty="0"/>
              <a:t>You can copy and paste any elements within the next few sections of slides to create a well designed page that best fits your content. You can copy ‘Questions’, ‘Case Studies’, ‘Image layouts’ to form the page based on your content </a:t>
            </a:r>
          </a:p>
        </p:txBody>
      </p:sp>
    </p:spTree>
    <p:extLst>
      <p:ext uri="{BB962C8B-B14F-4D97-AF65-F5344CB8AC3E}">
        <p14:creationId xmlns:p14="http://schemas.microsoft.com/office/powerpoint/2010/main" val="3948308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20F43D-8CB1-4535-A1B3-B439446B7F3A}"/>
              </a:ext>
            </a:extLst>
          </p:cNvPr>
          <p:cNvSpPr>
            <a:spLocks noGrp="1"/>
          </p:cNvSpPr>
          <p:nvPr>
            <p:ph type="title"/>
          </p:nvPr>
        </p:nvSpPr>
        <p:spPr/>
        <p:txBody>
          <a:bodyPr/>
          <a:lstStyle/>
          <a:p>
            <a:r>
              <a:rPr lang="en-GB"/>
              <a:t>Layout option</a:t>
            </a:r>
          </a:p>
        </p:txBody>
      </p:sp>
      <p:sp>
        <p:nvSpPr>
          <p:cNvPr id="4" name="Subtitle 3">
            <a:extLst>
              <a:ext uri="{FF2B5EF4-FFF2-40B4-BE49-F238E27FC236}">
                <a16:creationId xmlns:a16="http://schemas.microsoft.com/office/drawing/2014/main" id="{7C7365FB-C363-C277-1B66-152D99EDA66D}"/>
              </a:ext>
            </a:extLst>
          </p:cNvPr>
          <p:cNvSpPr>
            <a:spLocks noGrp="1"/>
          </p:cNvSpPr>
          <p:nvPr>
            <p:ph type="subTitle" idx="13"/>
          </p:nvPr>
        </p:nvSpPr>
        <p:spPr/>
        <p:txBody>
          <a:bodyPr/>
          <a:lstStyle/>
          <a:p>
            <a:r>
              <a:rPr lang="en-GB"/>
              <a:t>Subheading</a:t>
            </a:r>
          </a:p>
        </p:txBody>
      </p:sp>
      <p:pic>
        <p:nvPicPr>
          <p:cNvPr id="13" name="Picture Placeholder 4">
            <a:extLst>
              <a:ext uri="{FF2B5EF4-FFF2-40B4-BE49-F238E27FC236}">
                <a16:creationId xmlns:a16="http://schemas.microsoft.com/office/drawing/2014/main" id="{09FED04F-7F30-F625-7CE1-3994370D7852}"/>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3801" r="2658"/>
          <a:stretch/>
        </p:blipFill>
        <p:spPr>
          <a:xfrm>
            <a:off x="6862763" y="1800225"/>
            <a:ext cx="6600825" cy="5221288"/>
          </a:xfrm>
          <a:prstGeom prst="rect">
            <a:avLst/>
          </a:prstGeom>
        </p:spPr>
      </p:pic>
      <p:sp>
        <p:nvSpPr>
          <p:cNvPr id="9" name="Text Placeholder 24">
            <a:extLst>
              <a:ext uri="{FF2B5EF4-FFF2-40B4-BE49-F238E27FC236}">
                <a16:creationId xmlns:a16="http://schemas.microsoft.com/office/drawing/2014/main" id="{176CE851-C82E-E06B-F96C-E4A119066007}"/>
              </a:ext>
            </a:extLst>
          </p:cNvPr>
          <p:cNvSpPr txBox="1">
            <a:spLocks/>
          </p:cNvSpPr>
          <p:nvPr/>
        </p:nvSpPr>
        <p:spPr bwMode="gray">
          <a:xfrm>
            <a:off x="538162" y="3001830"/>
            <a:ext cx="2894866" cy="246221"/>
          </a:xfrm>
          <a:prstGeom prst="rect">
            <a:avLst/>
          </a:prstGeom>
          <a:noFill/>
        </p:spPr>
        <p:txBody>
          <a:bodyPr lIns="0" tIns="0" rIns="0" bIns="0">
            <a:no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ctr"/>
            <a:r>
              <a:rPr lang="en-GB" sz="1600">
                <a:solidFill>
                  <a:srgbClr val="E76151"/>
                </a:solidFill>
              </a:rPr>
              <a:t>[</a:t>
            </a:r>
            <a:r>
              <a:rPr lang="en-GB" sz="1600" err="1">
                <a:solidFill>
                  <a:srgbClr val="E76151"/>
                </a:solidFill>
              </a:rPr>
              <a:t>xxxxxxx</a:t>
            </a:r>
            <a:r>
              <a:rPr lang="en-GB" sz="1600">
                <a:solidFill>
                  <a:srgbClr val="E76151"/>
                </a:solidFill>
              </a:rPr>
              <a:t>]</a:t>
            </a:r>
          </a:p>
        </p:txBody>
      </p:sp>
      <p:sp>
        <p:nvSpPr>
          <p:cNvPr id="11" name="Content Placeholder 5">
            <a:extLst>
              <a:ext uri="{FF2B5EF4-FFF2-40B4-BE49-F238E27FC236}">
                <a16:creationId xmlns:a16="http://schemas.microsoft.com/office/drawing/2014/main" id="{522169E8-1E80-E0BB-D860-B21F2461DB7C}"/>
              </a:ext>
            </a:extLst>
          </p:cNvPr>
          <p:cNvSpPr txBox="1">
            <a:spLocks/>
          </p:cNvSpPr>
          <p:nvPr/>
        </p:nvSpPr>
        <p:spPr>
          <a:xfrm>
            <a:off x="538162" y="3421438"/>
            <a:ext cx="2894866" cy="3141922"/>
          </a:xfrm>
          <a:prstGeom prst="rect">
            <a:avLst/>
          </a:prstGeom>
        </p:spPr>
        <p:txBody>
          <a:bodyPr lIns="108000" tIns="0" rIns="10800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a:t>Cras </a:t>
            </a:r>
            <a:r>
              <a:rPr lang="en-GB" sz="1400" err="1"/>
              <a:t>dolor</a:t>
            </a:r>
            <a:r>
              <a:rPr lang="en-GB" sz="1400"/>
              <a:t> ex, pharetra </a:t>
            </a:r>
            <a:r>
              <a:rPr lang="en-GB" sz="1400" err="1"/>
              <a:t>nec</a:t>
            </a:r>
            <a:r>
              <a:rPr lang="en-GB" sz="1400"/>
              <a:t> pharetra at, </a:t>
            </a:r>
            <a:r>
              <a:rPr lang="en-GB" sz="1400" err="1"/>
              <a:t>condimentum</a:t>
            </a:r>
            <a:r>
              <a:rPr lang="en-GB" sz="1400"/>
              <a:t> a </a:t>
            </a:r>
            <a:r>
              <a:rPr lang="en-GB" sz="1400" err="1"/>
              <a:t>tortor</a:t>
            </a:r>
            <a:r>
              <a:rPr lang="en-GB" sz="1400"/>
              <a:t>. </a:t>
            </a:r>
          </a:p>
          <a:p>
            <a:pPr lvl="2"/>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r>
              <a:rPr lang="en-GB" sz="1400" err="1"/>
              <a:t>Phasellus</a:t>
            </a:r>
            <a:r>
              <a:rPr lang="en-GB" sz="1400"/>
              <a:t> </a:t>
            </a:r>
            <a:r>
              <a:rPr lang="en-GB" sz="1400" err="1"/>
              <a:t>accumsan</a:t>
            </a:r>
            <a:r>
              <a:rPr lang="en-GB" sz="1400"/>
              <a:t> ligula at </a:t>
            </a:r>
            <a:r>
              <a:rPr lang="en-GB" sz="1400" err="1"/>
              <a:t>tincidunt</a:t>
            </a:r>
            <a:r>
              <a:rPr lang="en-GB" sz="1400"/>
              <a:t> </a:t>
            </a:r>
            <a:r>
              <a:rPr lang="en-GB" sz="1400" err="1"/>
              <a:t>pellentesque</a:t>
            </a:r>
            <a:r>
              <a:rPr lang="en-GB" sz="1400"/>
              <a:t>.</a:t>
            </a:r>
          </a:p>
          <a:p>
            <a:pPr lvl="3"/>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a:t>
            </a:r>
          </a:p>
          <a:p>
            <a:pPr lvl="4"/>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p>
          <a:p>
            <a:pPr lvl="5"/>
            <a:r>
              <a:rPr lang="en-GB" sz="1400" err="1"/>
              <a:t>Phasellus</a:t>
            </a:r>
            <a:r>
              <a:rPr lang="en-GB" sz="1400"/>
              <a:t> </a:t>
            </a:r>
            <a:r>
              <a:rPr lang="en-GB" sz="1400" err="1"/>
              <a:t>accumsan</a:t>
            </a:r>
            <a:r>
              <a:rPr lang="en-GB" sz="1400"/>
              <a:t> ligula at </a:t>
            </a:r>
            <a:r>
              <a:rPr lang="en-GB" sz="1400" err="1"/>
              <a:t>tincidunt</a:t>
            </a:r>
            <a:r>
              <a:rPr lang="en-GB" sz="1400"/>
              <a:t> </a:t>
            </a:r>
            <a:r>
              <a:rPr lang="en-GB" sz="1400" err="1"/>
              <a:t>pellentesque</a:t>
            </a:r>
            <a:r>
              <a:rPr lang="en-GB" sz="1400"/>
              <a:t>.</a:t>
            </a:r>
          </a:p>
        </p:txBody>
      </p:sp>
      <p:sp>
        <p:nvSpPr>
          <p:cNvPr id="12" name="Text Placeholder 24">
            <a:extLst>
              <a:ext uri="{FF2B5EF4-FFF2-40B4-BE49-F238E27FC236}">
                <a16:creationId xmlns:a16="http://schemas.microsoft.com/office/drawing/2014/main" id="{FBE96A68-B550-C1EB-69F9-0418A9872545}"/>
              </a:ext>
            </a:extLst>
          </p:cNvPr>
          <p:cNvSpPr txBox="1">
            <a:spLocks/>
          </p:cNvSpPr>
          <p:nvPr/>
        </p:nvSpPr>
        <p:spPr bwMode="gray">
          <a:xfrm>
            <a:off x="3699815" y="3001830"/>
            <a:ext cx="2894866" cy="246221"/>
          </a:xfrm>
          <a:prstGeom prst="rect">
            <a:avLst/>
          </a:prstGeom>
          <a:noFill/>
        </p:spPr>
        <p:txBody>
          <a:bodyPr lIns="0" tIns="0" rIns="0" bIns="0">
            <a:no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ctr"/>
            <a:r>
              <a:rPr lang="en-GB" sz="1600">
                <a:solidFill>
                  <a:srgbClr val="E76151"/>
                </a:solidFill>
              </a:rPr>
              <a:t>[</a:t>
            </a:r>
            <a:r>
              <a:rPr lang="en-GB" sz="1600" err="1">
                <a:solidFill>
                  <a:srgbClr val="E76151"/>
                </a:solidFill>
              </a:rPr>
              <a:t>xxxxxxx</a:t>
            </a:r>
            <a:r>
              <a:rPr lang="en-GB" sz="1600">
                <a:solidFill>
                  <a:srgbClr val="E76151"/>
                </a:solidFill>
              </a:rPr>
              <a:t>]</a:t>
            </a:r>
          </a:p>
        </p:txBody>
      </p:sp>
      <p:sp>
        <p:nvSpPr>
          <p:cNvPr id="14" name="Content Placeholder 5">
            <a:extLst>
              <a:ext uri="{FF2B5EF4-FFF2-40B4-BE49-F238E27FC236}">
                <a16:creationId xmlns:a16="http://schemas.microsoft.com/office/drawing/2014/main" id="{11E24D2E-A6ED-CCC5-82A7-149AEF6F0873}"/>
              </a:ext>
            </a:extLst>
          </p:cNvPr>
          <p:cNvSpPr txBox="1">
            <a:spLocks/>
          </p:cNvSpPr>
          <p:nvPr/>
        </p:nvSpPr>
        <p:spPr>
          <a:xfrm>
            <a:off x="3699815" y="3421438"/>
            <a:ext cx="2894866" cy="3141922"/>
          </a:xfrm>
          <a:prstGeom prst="rect">
            <a:avLst/>
          </a:prstGeom>
        </p:spPr>
        <p:txBody>
          <a:bodyPr lIns="108000" tIns="0" rIns="10800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a:t>Cras </a:t>
            </a:r>
            <a:r>
              <a:rPr lang="en-GB" sz="1400" err="1"/>
              <a:t>dolor</a:t>
            </a:r>
            <a:r>
              <a:rPr lang="en-GB" sz="1400"/>
              <a:t> ex, pharetra </a:t>
            </a:r>
            <a:r>
              <a:rPr lang="en-GB" sz="1400" err="1"/>
              <a:t>nec</a:t>
            </a:r>
            <a:r>
              <a:rPr lang="en-GB" sz="1400"/>
              <a:t> pharetra at, </a:t>
            </a:r>
            <a:r>
              <a:rPr lang="en-GB" sz="1400" err="1"/>
              <a:t>condimentum</a:t>
            </a:r>
            <a:r>
              <a:rPr lang="en-GB" sz="1400"/>
              <a:t> a </a:t>
            </a:r>
            <a:r>
              <a:rPr lang="en-GB" sz="1400" err="1"/>
              <a:t>tortor</a:t>
            </a:r>
            <a:r>
              <a:rPr lang="en-GB" sz="1400"/>
              <a:t>. </a:t>
            </a:r>
          </a:p>
          <a:p>
            <a:pPr lvl="2"/>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r>
              <a:rPr lang="en-GB" sz="1400" err="1"/>
              <a:t>Phasellus</a:t>
            </a:r>
            <a:r>
              <a:rPr lang="en-GB" sz="1400"/>
              <a:t> </a:t>
            </a:r>
            <a:r>
              <a:rPr lang="en-GB" sz="1400" err="1"/>
              <a:t>accumsan</a:t>
            </a:r>
            <a:r>
              <a:rPr lang="en-GB" sz="1400"/>
              <a:t> ligula at </a:t>
            </a:r>
            <a:r>
              <a:rPr lang="en-GB" sz="1400" err="1"/>
              <a:t>tincidunt</a:t>
            </a:r>
            <a:r>
              <a:rPr lang="en-GB" sz="1400"/>
              <a:t> </a:t>
            </a:r>
            <a:r>
              <a:rPr lang="en-GB" sz="1400" err="1"/>
              <a:t>pellentesque</a:t>
            </a:r>
            <a:r>
              <a:rPr lang="en-GB" sz="1400"/>
              <a:t>.</a:t>
            </a:r>
          </a:p>
          <a:p>
            <a:pPr lvl="3"/>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a:t>
            </a:r>
          </a:p>
          <a:p>
            <a:pPr lvl="4"/>
            <a:r>
              <a:rPr lang="en-GB" sz="1400" err="1"/>
              <a:t>Quisque</a:t>
            </a:r>
            <a:r>
              <a:rPr lang="en-GB" sz="1400"/>
              <a:t> </a:t>
            </a:r>
            <a:r>
              <a:rPr lang="en-GB" sz="1400" err="1"/>
              <a:t>vel</a:t>
            </a:r>
            <a:r>
              <a:rPr lang="en-GB" sz="1400"/>
              <a:t> </a:t>
            </a:r>
            <a:r>
              <a:rPr lang="en-GB" sz="1400" err="1"/>
              <a:t>tincidunt</a:t>
            </a:r>
            <a:r>
              <a:rPr lang="en-GB" sz="1400"/>
              <a:t> mi. Sed </a:t>
            </a:r>
            <a:r>
              <a:rPr lang="en-GB" sz="1400" err="1"/>
              <a:t>tempor</a:t>
            </a:r>
            <a:r>
              <a:rPr lang="en-GB" sz="1400"/>
              <a:t> </a:t>
            </a:r>
            <a:r>
              <a:rPr lang="en-GB" sz="1400" err="1"/>
              <a:t>rutrum</a:t>
            </a:r>
            <a:r>
              <a:rPr lang="en-GB" sz="1400"/>
              <a:t> </a:t>
            </a:r>
            <a:r>
              <a:rPr lang="en-GB" sz="1400" err="1"/>
              <a:t>lectus</a:t>
            </a:r>
            <a:r>
              <a:rPr lang="en-GB" sz="1400"/>
              <a:t>. </a:t>
            </a:r>
            <a:r>
              <a:rPr lang="en-GB" sz="1400" err="1"/>
              <a:t>Mauris</a:t>
            </a:r>
            <a:r>
              <a:rPr lang="en-GB" sz="1400"/>
              <a:t> a </a:t>
            </a:r>
            <a:r>
              <a:rPr lang="en-GB" sz="1400" err="1"/>
              <a:t>diam</a:t>
            </a:r>
            <a:r>
              <a:rPr lang="en-GB" sz="1400"/>
              <a:t> ex. </a:t>
            </a:r>
          </a:p>
          <a:p>
            <a:pPr lvl="5"/>
            <a:r>
              <a:rPr lang="en-GB" sz="1400" err="1"/>
              <a:t>Phasellus</a:t>
            </a:r>
            <a:r>
              <a:rPr lang="en-GB" sz="1400"/>
              <a:t> </a:t>
            </a:r>
            <a:r>
              <a:rPr lang="en-GB" sz="1400" err="1"/>
              <a:t>accumsan</a:t>
            </a:r>
            <a:r>
              <a:rPr lang="en-GB" sz="1400"/>
              <a:t> ligula at </a:t>
            </a:r>
            <a:r>
              <a:rPr lang="en-GB" sz="1400" err="1"/>
              <a:t>tincidunt</a:t>
            </a:r>
            <a:r>
              <a:rPr lang="en-GB" sz="1400"/>
              <a:t> </a:t>
            </a:r>
            <a:r>
              <a:rPr lang="en-GB" sz="1400" err="1"/>
              <a:t>pellentesque</a:t>
            </a:r>
            <a:r>
              <a:rPr lang="en-GB" sz="1400"/>
              <a:t>.</a:t>
            </a:r>
          </a:p>
        </p:txBody>
      </p:sp>
      <p:sp>
        <p:nvSpPr>
          <p:cNvPr id="15" name="Freeform: Shape 14">
            <a:extLst>
              <a:ext uri="{FF2B5EF4-FFF2-40B4-BE49-F238E27FC236}">
                <a16:creationId xmlns:a16="http://schemas.microsoft.com/office/drawing/2014/main" id="{FB357A32-8551-4D81-97ED-D3C68CB00578}"/>
              </a:ext>
            </a:extLst>
          </p:cNvPr>
          <p:cNvSpPr/>
          <p:nvPr/>
        </p:nvSpPr>
        <p:spPr>
          <a:xfrm flipV="1">
            <a:off x="538162" y="3316748"/>
            <a:ext cx="2894866" cy="1080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chemeClr val="tx1"/>
              </a:solidFill>
              <a:latin typeface="TT Hoves Light" panose="02000503020000020004" pitchFamily="50" charset="0"/>
            </a:endParaRPr>
          </a:p>
        </p:txBody>
      </p:sp>
      <p:sp>
        <p:nvSpPr>
          <p:cNvPr id="16" name="Freeform: Shape 15">
            <a:extLst>
              <a:ext uri="{FF2B5EF4-FFF2-40B4-BE49-F238E27FC236}">
                <a16:creationId xmlns:a16="http://schemas.microsoft.com/office/drawing/2014/main" id="{D01C40AD-ABF6-1B0A-BD68-D36E089B1921}"/>
              </a:ext>
            </a:extLst>
          </p:cNvPr>
          <p:cNvSpPr/>
          <p:nvPr/>
        </p:nvSpPr>
        <p:spPr>
          <a:xfrm flipV="1">
            <a:off x="3699815" y="3316748"/>
            <a:ext cx="2894866" cy="1080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chemeClr val="tx1"/>
              </a:solidFill>
              <a:latin typeface="TT Hoves Light" panose="02000503020000020004" pitchFamily="50" charset="0"/>
            </a:endParaRPr>
          </a:p>
        </p:txBody>
      </p:sp>
      <p:grpSp>
        <p:nvGrpSpPr>
          <p:cNvPr id="22" name="Group 21">
            <a:extLst>
              <a:ext uri="{FF2B5EF4-FFF2-40B4-BE49-F238E27FC236}">
                <a16:creationId xmlns:a16="http://schemas.microsoft.com/office/drawing/2014/main" id="{3BD2350D-5B9D-4008-A812-D93FE41F69F9}"/>
              </a:ext>
            </a:extLst>
          </p:cNvPr>
          <p:cNvGrpSpPr/>
          <p:nvPr/>
        </p:nvGrpSpPr>
        <p:grpSpPr>
          <a:xfrm>
            <a:off x="1531590" y="1993900"/>
            <a:ext cx="908010" cy="909088"/>
            <a:chOff x="1185757" y="1993900"/>
            <a:chExt cx="908010" cy="909088"/>
          </a:xfrm>
        </p:grpSpPr>
        <p:sp>
          <p:nvSpPr>
            <p:cNvPr id="17" name="Oval 16">
              <a:extLst>
                <a:ext uri="{FF2B5EF4-FFF2-40B4-BE49-F238E27FC236}">
                  <a16:creationId xmlns:a16="http://schemas.microsoft.com/office/drawing/2014/main" id="{1F561406-9C33-C5A6-C954-B50F3659BB6E}"/>
                </a:ext>
              </a:extLst>
            </p:cNvPr>
            <p:cNvSpPr/>
            <p:nvPr/>
          </p:nvSpPr>
          <p:spPr>
            <a:xfrm>
              <a:off x="1185757" y="1993900"/>
              <a:ext cx="908010" cy="909088"/>
            </a:xfrm>
            <a:prstGeom prst="ellipse">
              <a:avLst/>
            </a:prstGeom>
            <a:solidFill>
              <a:srgbClr val="FDEFED"/>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 name="Graphic 17">
              <a:extLst>
                <a:ext uri="{FF2B5EF4-FFF2-40B4-BE49-F238E27FC236}">
                  <a16:creationId xmlns:a16="http://schemas.microsoft.com/office/drawing/2014/main" id="{E3793567-E1E9-A6C6-0361-1B2625C081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3118" y="2197919"/>
              <a:ext cx="513289" cy="501051"/>
            </a:xfrm>
            <a:prstGeom prst="rect">
              <a:avLst/>
            </a:prstGeom>
          </p:spPr>
        </p:pic>
      </p:grpSp>
      <p:grpSp>
        <p:nvGrpSpPr>
          <p:cNvPr id="21" name="Group 20">
            <a:extLst>
              <a:ext uri="{FF2B5EF4-FFF2-40B4-BE49-F238E27FC236}">
                <a16:creationId xmlns:a16="http://schemas.microsoft.com/office/drawing/2014/main" id="{E5497326-6051-6512-1317-6E73401099DF}"/>
              </a:ext>
            </a:extLst>
          </p:cNvPr>
          <p:cNvGrpSpPr/>
          <p:nvPr/>
        </p:nvGrpSpPr>
        <p:grpSpPr>
          <a:xfrm>
            <a:off x="4693243" y="1993900"/>
            <a:ext cx="908010" cy="909088"/>
            <a:chOff x="4693243" y="1993900"/>
            <a:chExt cx="908010" cy="909088"/>
          </a:xfrm>
        </p:grpSpPr>
        <p:sp>
          <p:nvSpPr>
            <p:cNvPr id="19" name="Oval 18">
              <a:extLst>
                <a:ext uri="{FF2B5EF4-FFF2-40B4-BE49-F238E27FC236}">
                  <a16:creationId xmlns:a16="http://schemas.microsoft.com/office/drawing/2014/main" id="{CE622A23-C8F9-F4A4-C9C5-66AA89C5447F}"/>
                </a:ext>
              </a:extLst>
            </p:cNvPr>
            <p:cNvSpPr/>
            <p:nvPr/>
          </p:nvSpPr>
          <p:spPr>
            <a:xfrm>
              <a:off x="4693243" y="1993900"/>
              <a:ext cx="908010" cy="909088"/>
            </a:xfrm>
            <a:prstGeom prst="ellipse">
              <a:avLst/>
            </a:prstGeom>
            <a:solidFill>
              <a:srgbClr val="FDEFED"/>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b="1" err="1">
                <a:solidFill>
                  <a:schemeClr val="tx1"/>
                </a:solidFill>
              </a:endParaRPr>
            </a:p>
          </p:txBody>
        </p:sp>
        <p:pic>
          <p:nvPicPr>
            <p:cNvPr id="20" name="Graphic 19">
              <a:extLst>
                <a:ext uri="{FF2B5EF4-FFF2-40B4-BE49-F238E27FC236}">
                  <a16:creationId xmlns:a16="http://schemas.microsoft.com/office/drawing/2014/main" id="{E88388DE-46B4-D3B7-3DEC-90F970DCF4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90604" y="2197919"/>
              <a:ext cx="513289" cy="501051"/>
            </a:xfrm>
            <a:prstGeom prst="rect">
              <a:avLst/>
            </a:prstGeom>
          </p:spPr>
        </p:pic>
      </p:grpSp>
    </p:spTree>
    <p:extLst>
      <p:ext uri="{BB962C8B-B14F-4D97-AF65-F5344CB8AC3E}">
        <p14:creationId xmlns:p14="http://schemas.microsoft.com/office/powerpoint/2010/main" val="2945383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ubtitle 46">
            <a:extLst>
              <a:ext uri="{FF2B5EF4-FFF2-40B4-BE49-F238E27FC236}">
                <a16:creationId xmlns:a16="http://schemas.microsoft.com/office/drawing/2014/main" id="{FD3DE65D-2693-FAA1-528B-B05D03C02D9B}"/>
              </a:ext>
            </a:extLst>
          </p:cNvPr>
          <p:cNvSpPr>
            <a:spLocks noGrp="1"/>
          </p:cNvSpPr>
          <p:nvPr>
            <p:ph type="subTitle" idx="13"/>
          </p:nvPr>
        </p:nvSpPr>
        <p:spPr>
          <a:xfrm>
            <a:off x="5251525" y="286054"/>
            <a:ext cx="7673898" cy="246221"/>
          </a:xfrm>
        </p:spPr>
        <p:txBody>
          <a:bodyPr/>
          <a:lstStyle/>
          <a:p>
            <a:r>
              <a:rPr lang="en-GB"/>
              <a:t>Subheading</a:t>
            </a:r>
          </a:p>
        </p:txBody>
      </p:sp>
      <p:sp>
        <p:nvSpPr>
          <p:cNvPr id="7" name="Title 6">
            <a:extLst>
              <a:ext uri="{FF2B5EF4-FFF2-40B4-BE49-F238E27FC236}">
                <a16:creationId xmlns:a16="http://schemas.microsoft.com/office/drawing/2014/main" id="{3F4DB100-9B60-6480-BBA1-17DB1D0A6AE7}"/>
              </a:ext>
            </a:extLst>
          </p:cNvPr>
          <p:cNvSpPr>
            <a:spLocks noGrp="1"/>
          </p:cNvSpPr>
          <p:nvPr>
            <p:ph type="title"/>
          </p:nvPr>
        </p:nvSpPr>
        <p:spPr>
          <a:xfrm>
            <a:off x="5253361" y="540000"/>
            <a:ext cx="7673898" cy="543914"/>
          </a:xfrm>
        </p:spPr>
        <p:txBody>
          <a:bodyPr/>
          <a:lstStyle/>
          <a:p>
            <a:r>
              <a:rPr lang="en-GB"/>
              <a:t>Layout option </a:t>
            </a:r>
          </a:p>
        </p:txBody>
      </p:sp>
      <p:sp>
        <p:nvSpPr>
          <p:cNvPr id="4" name="Freeform: Shape 3">
            <a:extLst>
              <a:ext uri="{FF2B5EF4-FFF2-40B4-BE49-F238E27FC236}">
                <a16:creationId xmlns:a16="http://schemas.microsoft.com/office/drawing/2014/main" id="{80754EFB-4407-04D4-0A6D-ABF9F8F1E2A9}"/>
              </a:ext>
            </a:extLst>
          </p:cNvPr>
          <p:cNvSpPr/>
          <p:nvPr/>
        </p:nvSpPr>
        <p:spPr>
          <a:xfrm flipH="1">
            <a:off x="-12682" y="0"/>
            <a:ext cx="4718125" cy="7605389"/>
          </a:xfrm>
          <a:custGeom>
            <a:avLst/>
            <a:gdLst>
              <a:gd name="connsiteX0" fmla="*/ 4718125 w 4718125"/>
              <a:gd name="connsiteY0" fmla="*/ 0 h 7605389"/>
              <a:gd name="connsiteX1" fmla="*/ 1255670 w 4718125"/>
              <a:gd name="connsiteY1" fmla="*/ 0 h 7605389"/>
              <a:gd name="connsiteX2" fmla="*/ 1162391 w 4718125"/>
              <a:gd name="connsiteY2" fmla="*/ 117445 h 7605389"/>
              <a:gd name="connsiteX3" fmla="*/ 0 w 4718125"/>
              <a:gd name="connsiteY3" fmla="*/ 3571131 h 7605389"/>
              <a:gd name="connsiteX4" fmla="*/ 1392509 w 4718125"/>
              <a:gd name="connsiteY4" fmla="*/ 7308199 h 7605389"/>
              <a:gd name="connsiteX5" fmla="*/ 1673325 w 4718125"/>
              <a:gd name="connsiteY5" fmla="*/ 7605389 h 7605389"/>
              <a:gd name="connsiteX6" fmla="*/ 4718125 w 4718125"/>
              <a:gd name="connsiteY6" fmla="*/ 7605389 h 760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18125" h="7605389">
                <a:moveTo>
                  <a:pt x="4718125" y="0"/>
                </a:moveTo>
                <a:lnTo>
                  <a:pt x="1255670" y="0"/>
                </a:lnTo>
                <a:lnTo>
                  <a:pt x="1162391" y="117445"/>
                </a:lnTo>
                <a:cubicBezTo>
                  <a:pt x="432987" y="1076498"/>
                  <a:pt x="0" y="2273249"/>
                  <a:pt x="0" y="3571131"/>
                </a:cubicBezTo>
                <a:cubicBezTo>
                  <a:pt x="0" y="5000196"/>
                  <a:pt x="524939" y="6306654"/>
                  <a:pt x="1392509" y="7308199"/>
                </a:cubicBezTo>
                <a:lnTo>
                  <a:pt x="1673325" y="7605389"/>
                </a:lnTo>
                <a:lnTo>
                  <a:pt x="4718125" y="760538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defPPr>
              <a:defRPr lang="en-US"/>
            </a:defPPr>
            <a:lvl1pPr marL="0" algn="l" defTabSz="876021" rtl="0" eaLnBrk="1" latinLnBrk="0" hangingPunct="1">
              <a:defRPr sz="1725" kern="1200">
                <a:solidFill>
                  <a:schemeClr val="lt1"/>
                </a:solidFill>
                <a:latin typeface="+mn-lt"/>
                <a:ea typeface="+mn-ea"/>
                <a:cs typeface="+mn-cs"/>
              </a:defRPr>
            </a:lvl1pPr>
            <a:lvl2pPr marL="438011" algn="l" defTabSz="876021" rtl="0" eaLnBrk="1" latinLnBrk="0" hangingPunct="1">
              <a:defRPr sz="1725" kern="1200">
                <a:solidFill>
                  <a:schemeClr val="lt1"/>
                </a:solidFill>
                <a:latin typeface="+mn-lt"/>
                <a:ea typeface="+mn-ea"/>
                <a:cs typeface="+mn-cs"/>
              </a:defRPr>
            </a:lvl2pPr>
            <a:lvl3pPr marL="876021" algn="l" defTabSz="876021" rtl="0" eaLnBrk="1" latinLnBrk="0" hangingPunct="1">
              <a:defRPr sz="1725" kern="1200">
                <a:solidFill>
                  <a:schemeClr val="lt1"/>
                </a:solidFill>
                <a:latin typeface="+mn-lt"/>
                <a:ea typeface="+mn-ea"/>
                <a:cs typeface="+mn-cs"/>
              </a:defRPr>
            </a:lvl3pPr>
            <a:lvl4pPr marL="1314033" algn="l" defTabSz="876021" rtl="0" eaLnBrk="1" latinLnBrk="0" hangingPunct="1">
              <a:defRPr sz="1725" kern="1200">
                <a:solidFill>
                  <a:schemeClr val="lt1"/>
                </a:solidFill>
                <a:latin typeface="+mn-lt"/>
                <a:ea typeface="+mn-ea"/>
                <a:cs typeface="+mn-cs"/>
              </a:defRPr>
            </a:lvl4pPr>
            <a:lvl5pPr marL="1752043" algn="l" defTabSz="876021" rtl="0" eaLnBrk="1" latinLnBrk="0" hangingPunct="1">
              <a:defRPr sz="1725" kern="1200">
                <a:solidFill>
                  <a:schemeClr val="lt1"/>
                </a:solidFill>
                <a:latin typeface="+mn-lt"/>
                <a:ea typeface="+mn-ea"/>
                <a:cs typeface="+mn-cs"/>
              </a:defRPr>
            </a:lvl5pPr>
            <a:lvl6pPr marL="2190054" algn="l" defTabSz="876021" rtl="0" eaLnBrk="1" latinLnBrk="0" hangingPunct="1">
              <a:defRPr sz="1725" kern="1200">
                <a:solidFill>
                  <a:schemeClr val="lt1"/>
                </a:solidFill>
                <a:latin typeface="+mn-lt"/>
                <a:ea typeface="+mn-ea"/>
                <a:cs typeface="+mn-cs"/>
              </a:defRPr>
            </a:lvl6pPr>
            <a:lvl7pPr marL="2628064" algn="l" defTabSz="876021" rtl="0" eaLnBrk="1" latinLnBrk="0" hangingPunct="1">
              <a:defRPr sz="1725" kern="1200">
                <a:solidFill>
                  <a:schemeClr val="lt1"/>
                </a:solidFill>
                <a:latin typeface="+mn-lt"/>
                <a:ea typeface="+mn-ea"/>
                <a:cs typeface="+mn-cs"/>
              </a:defRPr>
            </a:lvl7pPr>
            <a:lvl8pPr marL="3066075" algn="l" defTabSz="876021" rtl="0" eaLnBrk="1" latinLnBrk="0" hangingPunct="1">
              <a:defRPr sz="1725" kern="1200">
                <a:solidFill>
                  <a:schemeClr val="lt1"/>
                </a:solidFill>
                <a:latin typeface="+mn-lt"/>
                <a:ea typeface="+mn-ea"/>
                <a:cs typeface="+mn-cs"/>
              </a:defRPr>
            </a:lvl8pPr>
            <a:lvl9pPr marL="3504087" algn="l" defTabSz="876021" rtl="0" eaLnBrk="1" latinLnBrk="0" hangingPunct="1">
              <a:defRPr sz="1725" kern="1200">
                <a:solidFill>
                  <a:schemeClr val="lt1"/>
                </a:solidFill>
                <a:latin typeface="+mn-lt"/>
                <a:ea typeface="+mn-ea"/>
                <a:cs typeface="+mn-cs"/>
              </a:defRPr>
            </a:lvl9pPr>
          </a:lstStyle>
          <a:p>
            <a:pPr algn="ctr">
              <a:lnSpc>
                <a:spcPct val="90000"/>
              </a:lnSpc>
              <a:spcBef>
                <a:spcPts val="750"/>
              </a:spcBef>
            </a:pPr>
            <a:endParaRPr lang="en-GB" sz="900" b="1">
              <a:solidFill>
                <a:schemeClr val="bg1"/>
              </a:solidFill>
              <a:latin typeface="+mj-lt"/>
            </a:endParaRPr>
          </a:p>
        </p:txBody>
      </p:sp>
      <p:grpSp>
        <p:nvGrpSpPr>
          <p:cNvPr id="5" name="Group 4">
            <a:extLst>
              <a:ext uri="{FF2B5EF4-FFF2-40B4-BE49-F238E27FC236}">
                <a16:creationId xmlns:a16="http://schemas.microsoft.com/office/drawing/2014/main" id="{D89761D9-4E66-04E8-B8FB-475F564E3595}"/>
              </a:ext>
            </a:extLst>
          </p:cNvPr>
          <p:cNvGrpSpPr>
            <a:grpSpLocks noChangeAspect="1"/>
          </p:cNvGrpSpPr>
          <p:nvPr/>
        </p:nvGrpSpPr>
        <p:grpSpPr>
          <a:xfrm>
            <a:off x="535236" y="7137829"/>
            <a:ext cx="432000" cy="183624"/>
            <a:chOff x="5868144" y="2000579"/>
            <a:chExt cx="1381170" cy="574833"/>
          </a:xfrm>
          <a:solidFill>
            <a:schemeClr val="bg1"/>
          </a:solidFill>
        </p:grpSpPr>
        <p:sp>
          <p:nvSpPr>
            <p:cNvPr id="6" name="Freeform 16">
              <a:extLst>
                <a:ext uri="{FF2B5EF4-FFF2-40B4-BE49-F238E27FC236}">
                  <a16:creationId xmlns:a16="http://schemas.microsoft.com/office/drawing/2014/main" id="{A054173B-8A95-F0F2-9631-F4BCA1CE6F0E}"/>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8" name="Freeform 17">
              <a:extLst>
                <a:ext uri="{FF2B5EF4-FFF2-40B4-BE49-F238E27FC236}">
                  <a16:creationId xmlns:a16="http://schemas.microsoft.com/office/drawing/2014/main" id="{12DFBB24-FE67-1BA0-36E0-B33FE7B6AEEE}"/>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9" name="Freeform 18">
              <a:extLst>
                <a:ext uri="{FF2B5EF4-FFF2-40B4-BE49-F238E27FC236}">
                  <a16:creationId xmlns:a16="http://schemas.microsoft.com/office/drawing/2014/main" id="{07A4B774-1508-304F-7069-6D3CE7512484}"/>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0" name="Freeform 19">
              <a:extLst>
                <a:ext uri="{FF2B5EF4-FFF2-40B4-BE49-F238E27FC236}">
                  <a16:creationId xmlns:a16="http://schemas.microsoft.com/office/drawing/2014/main" id="{F3DB51C9-C199-2C8A-01D8-F0445F0C4CA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1" name="Freeform 20">
              <a:extLst>
                <a:ext uri="{FF2B5EF4-FFF2-40B4-BE49-F238E27FC236}">
                  <a16:creationId xmlns:a16="http://schemas.microsoft.com/office/drawing/2014/main" id="{E36F44B8-9374-D34D-A900-A724866C7D53}"/>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2" name="Freeform 21">
              <a:extLst>
                <a:ext uri="{FF2B5EF4-FFF2-40B4-BE49-F238E27FC236}">
                  <a16:creationId xmlns:a16="http://schemas.microsoft.com/office/drawing/2014/main" id="{532098A4-AC75-7FF7-52BF-7F9EE62FFC85}"/>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3" name="Freeform 22">
              <a:extLst>
                <a:ext uri="{FF2B5EF4-FFF2-40B4-BE49-F238E27FC236}">
                  <a16:creationId xmlns:a16="http://schemas.microsoft.com/office/drawing/2014/main" id="{DC2DE7D3-4141-5C4E-6CF3-FCF6A6E77B35}"/>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
        <p:nvSpPr>
          <p:cNvPr id="29" name="Text Placeholder 3">
            <a:extLst>
              <a:ext uri="{FF2B5EF4-FFF2-40B4-BE49-F238E27FC236}">
                <a16:creationId xmlns:a16="http://schemas.microsoft.com/office/drawing/2014/main" id="{0FC0004C-2197-EA8B-E118-BB17BCC75A1E}"/>
              </a:ext>
            </a:extLst>
          </p:cNvPr>
          <p:cNvSpPr txBox="1">
            <a:spLocks/>
          </p:cNvSpPr>
          <p:nvPr/>
        </p:nvSpPr>
        <p:spPr>
          <a:xfrm>
            <a:off x="1323949" y="4385137"/>
            <a:ext cx="2562251" cy="646331"/>
          </a:xfrm>
          <a:prstGeom prst="rect">
            <a:avLst/>
          </a:prstGeom>
        </p:spPr>
        <p:txBody>
          <a:bodyPr vert="horz" wrap="square" lIns="0" tIns="0" rIns="0" bIns="0" rtlCol="0" anchor="ctr">
            <a:spAutoFit/>
          </a:bodyPr>
          <a:lstStyle>
            <a:defPPr>
              <a:defRPr lang="en-US"/>
            </a:defPPr>
            <a:lvl1pPr marL="0" algn="l" defTabSz="876021" rtl="0" eaLnBrk="1" latinLnBrk="0" hangingPunct="1">
              <a:defRPr sz="1725" kern="1200">
                <a:solidFill>
                  <a:schemeClr val="tx1"/>
                </a:solidFill>
                <a:latin typeface="+mn-lt"/>
                <a:ea typeface="+mn-ea"/>
                <a:cs typeface="+mn-cs"/>
              </a:defRPr>
            </a:lvl1pPr>
            <a:lvl2pPr marL="438011" algn="l" defTabSz="876021" rtl="0" eaLnBrk="1" latinLnBrk="0" hangingPunct="1">
              <a:defRPr sz="1725" kern="1200">
                <a:solidFill>
                  <a:schemeClr val="tx1"/>
                </a:solidFill>
                <a:latin typeface="+mn-lt"/>
                <a:ea typeface="+mn-ea"/>
                <a:cs typeface="+mn-cs"/>
              </a:defRPr>
            </a:lvl2pPr>
            <a:lvl3pPr marL="876021" algn="l" defTabSz="876021" rtl="0" eaLnBrk="1" latinLnBrk="0" hangingPunct="1">
              <a:defRPr sz="1725" kern="1200">
                <a:solidFill>
                  <a:schemeClr val="tx1"/>
                </a:solidFill>
                <a:latin typeface="+mn-lt"/>
                <a:ea typeface="+mn-ea"/>
                <a:cs typeface="+mn-cs"/>
              </a:defRPr>
            </a:lvl3pPr>
            <a:lvl4pPr marL="1314033" algn="l" defTabSz="876021" rtl="0" eaLnBrk="1" latinLnBrk="0" hangingPunct="1">
              <a:defRPr sz="1725" kern="1200">
                <a:solidFill>
                  <a:schemeClr val="tx1"/>
                </a:solidFill>
                <a:latin typeface="+mn-lt"/>
                <a:ea typeface="+mn-ea"/>
                <a:cs typeface="+mn-cs"/>
              </a:defRPr>
            </a:lvl4pPr>
            <a:lvl5pPr marL="1752043" algn="l" defTabSz="876021" rtl="0" eaLnBrk="1" latinLnBrk="0" hangingPunct="1">
              <a:defRPr sz="1725" kern="1200">
                <a:solidFill>
                  <a:schemeClr val="tx1"/>
                </a:solidFill>
                <a:latin typeface="+mn-lt"/>
                <a:ea typeface="+mn-ea"/>
                <a:cs typeface="+mn-cs"/>
              </a:defRPr>
            </a:lvl5pPr>
            <a:lvl6pPr marL="2190054" algn="l" defTabSz="876021" rtl="0" eaLnBrk="1" latinLnBrk="0" hangingPunct="1">
              <a:defRPr sz="1725" kern="1200">
                <a:solidFill>
                  <a:schemeClr val="tx1"/>
                </a:solidFill>
                <a:latin typeface="+mn-lt"/>
                <a:ea typeface="+mn-ea"/>
                <a:cs typeface="+mn-cs"/>
              </a:defRPr>
            </a:lvl6pPr>
            <a:lvl7pPr marL="2628064" algn="l" defTabSz="876021" rtl="0" eaLnBrk="1" latinLnBrk="0" hangingPunct="1">
              <a:defRPr sz="1725" kern="1200">
                <a:solidFill>
                  <a:schemeClr val="tx1"/>
                </a:solidFill>
                <a:latin typeface="+mn-lt"/>
                <a:ea typeface="+mn-ea"/>
                <a:cs typeface="+mn-cs"/>
              </a:defRPr>
            </a:lvl7pPr>
            <a:lvl8pPr marL="3066075" algn="l" defTabSz="876021" rtl="0" eaLnBrk="1" latinLnBrk="0" hangingPunct="1">
              <a:defRPr sz="1725" kern="1200">
                <a:solidFill>
                  <a:schemeClr val="tx1"/>
                </a:solidFill>
                <a:latin typeface="+mn-lt"/>
                <a:ea typeface="+mn-ea"/>
                <a:cs typeface="+mn-cs"/>
              </a:defRPr>
            </a:lvl8pPr>
            <a:lvl9pPr marL="3504087" algn="l" defTabSz="876021" rtl="0" eaLnBrk="1" latinLnBrk="0" hangingPunct="1">
              <a:defRPr sz="1725" kern="1200">
                <a:solidFill>
                  <a:schemeClr val="tx1"/>
                </a:solidFill>
                <a:latin typeface="+mn-lt"/>
                <a:ea typeface="+mn-ea"/>
                <a:cs typeface="+mn-cs"/>
              </a:defRPr>
            </a:lvl9pPr>
          </a:lstStyle>
          <a:p>
            <a:r>
              <a:rPr lang="en-GB" sz="1400">
                <a:solidFill>
                  <a:schemeClr val="bg1"/>
                </a:solidFill>
                <a:latin typeface="+mn-lt"/>
              </a:rPr>
              <a:t>Lorem ipsum at pharetra </a:t>
            </a:r>
            <a:r>
              <a:rPr lang="en-GB" sz="1400" err="1">
                <a:solidFill>
                  <a:schemeClr val="bg1"/>
                </a:solidFill>
                <a:latin typeface="+mn-lt"/>
              </a:rPr>
              <a:t>felis</a:t>
            </a:r>
            <a:r>
              <a:rPr lang="en-GB" sz="1400">
                <a:solidFill>
                  <a:schemeClr val="bg1"/>
                </a:solidFill>
                <a:latin typeface="+mn-lt"/>
              </a:rPr>
              <a:t> dictum non </a:t>
            </a:r>
            <a:r>
              <a:rPr lang="en-GB" sz="1400" err="1">
                <a:solidFill>
                  <a:schemeClr val="bg1"/>
                </a:solidFill>
                <a:latin typeface="+mn-lt"/>
              </a:rPr>
              <a:t>uis</a:t>
            </a:r>
            <a:r>
              <a:rPr lang="en-GB" sz="1400">
                <a:solidFill>
                  <a:schemeClr val="bg1"/>
                </a:solidFill>
                <a:latin typeface="+mn-lt"/>
              </a:rPr>
              <a:t> convallis.</a:t>
            </a:r>
          </a:p>
        </p:txBody>
      </p:sp>
      <p:sp>
        <p:nvSpPr>
          <p:cNvPr id="36" name="Oval 35">
            <a:extLst>
              <a:ext uri="{FF2B5EF4-FFF2-40B4-BE49-F238E27FC236}">
                <a16:creationId xmlns:a16="http://schemas.microsoft.com/office/drawing/2014/main" id="{5EEAFBB0-68DD-5914-5164-4B77B2525863}"/>
              </a:ext>
            </a:extLst>
          </p:cNvPr>
          <p:cNvSpPr/>
          <p:nvPr/>
        </p:nvSpPr>
        <p:spPr>
          <a:xfrm>
            <a:off x="535236" y="4369155"/>
            <a:ext cx="678294" cy="678294"/>
          </a:xfrm>
          <a:prstGeom prst="ellipse">
            <a:avLst/>
          </a:prstGeom>
          <a:solidFill>
            <a:srgbClr val="E4ABC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876021" rtl="0" eaLnBrk="1" latinLnBrk="0" hangingPunct="1">
              <a:defRPr sz="1725" kern="1200">
                <a:solidFill>
                  <a:schemeClr val="lt1"/>
                </a:solidFill>
                <a:latin typeface="+mn-lt"/>
                <a:ea typeface="+mn-ea"/>
                <a:cs typeface="+mn-cs"/>
              </a:defRPr>
            </a:lvl1pPr>
            <a:lvl2pPr marL="438011" algn="l" defTabSz="876021" rtl="0" eaLnBrk="1" latinLnBrk="0" hangingPunct="1">
              <a:defRPr sz="1725" kern="1200">
                <a:solidFill>
                  <a:schemeClr val="lt1"/>
                </a:solidFill>
                <a:latin typeface="+mn-lt"/>
                <a:ea typeface="+mn-ea"/>
                <a:cs typeface="+mn-cs"/>
              </a:defRPr>
            </a:lvl2pPr>
            <a:lvl3pPr marL="876021" algn="l" defTabSz="876021" rtl="0" eaLnBrk="1" latinLnBrk="0" hangingPunct="1">
              <a:defRPr sz="1725" kern="1200">
                <a:solidFill>
                  <a:schemeClr val="lt1"/>
                </a:solidFill>
                <a:latin typeface="+mn-lt"/>
                <a:ea typeface="+mn-ea"/>
                <a:cs typeface="+mn-cs"/>
              </a:defRPr>
            </a:lvl3pPr>
            <a:lvl4pPr marL="1314033" algn="l" defTabSz="876021" rtl="0" eaLnBrk="1" latinLnBrk="0" hangingPunct="1">
              <a:defRPr sz="1725" kern="1200">
                <a:solidFill>
                  <a:schemeClr val="lt1"/>
                </a:solidFill>
                <a:latin typeface="+mn-lt"/>
                <a:ea typeface="+mn-ea"/>
                <a:cs typeface="+mn-cs"/>
              </a:defRPr>
            </a:lvl4pPr>
            <a:lvl5pPr marL="1752043" algn="l" defTabSz="876021" rtl="0" eaLnBrk="1" latinLnBrk="0" hangingPunct="1">
              <a:defRPr sz="1725" kern="1200">
                <a:solidFill>
                  <a:schemeClr val="lt1"/>
                </a:solidFill>
                <a:latin typeface="+mn-lt"/>
                <a:ea typeface="+mn-ea"/>
                <a:cs typeface="+mn-cs"/>
              </a:defRPr>
            </a:lvl5pPr>
            <a:lvl6pPr marL="2190054" algn="l" defTabSz="876021" rtl="0" eaLnBrk="1" latinLnBrk="0" hangingPunct="1">
              <a:defRPr sz="1725" kern="1200">
                <a:solidFill>
                  <a:schemeClr val="lt1"/>
                </a:solidFill>
                <a:latin typeface="+mn-lt"/>
                <a:ea typeface="+mn-ea"/>
                <a:cs typeface="+mn-cs"/>
              </a:defRPr>
            </a:lvl6pPr>
            <a:lvl7pPr marL="2628064" algn="l" defTabSz="876021" rtl="0" eaLnBrk="1" latinLnBrk="0" hangingPunct="1">
              <a:defRPr sz="1725" kern="1200">
                <a:solidFill>
                  <a:schemeClr val="lt1"/>
                </a:solidFill>
                <a:latin typeface="+mn-lt"/>
                <a:ea typeface="+mn-ea"/>
                <a:cs typeface="+mn-cs"/>
              </a:defRPr>
            </a:lvl7pPr>
            <a:lvl8pPr marL="3066075" algn="l" defTabSz="876021" rtl="0" eaLnBrk="1" latinLnBrk="0" hangingPunct="1">
              <a:defRPr sz="1725" kern="1200">
                <a:solidFill>
                  <a:schemeClr val="lt1"/>
                </a:solidFill>
                <a:latin typeface="+mn-lt"/>
                <a:ea typeface="+mn-ea"/>
                <a:cs typeface="+mn-cs"/>
              </a:defRPr>
            </a:lvl8pPr>
            <a:lvl9pPr marL="3504087" algn="l" defTabSz="876021" rtl="0" eaLnBrk="1" latinLnBrk="0" hangingPunct="1">
              <a:defRPr sz="1725" kern="1200">
                <a:solidFill>
                  <a:schemeClr val="lt1"/>
                </a:solidFill>
                <a:latin typeface="+mn-lt"/>
                <a:ea typeface="+mn-ea"/>
                <a:cs typeface="+mn-cs"/>
              </a:defRPr>
            </a:lvl9pPr>
          </a:lstStyle>
          <a:p>
            <a:pPr algn="ctr">
              <a:lnSpc>
                <a:spcPct val="90000"/>
              </a:lnSpc>
              <a:spcBef>
                <a:spcPts val="750"/>
              </a:spcBef>
            </a:pPr>
            <a:endParaRPr lang="en-GB" sz="900" b="1">
              <a:solidFill>
                <a:schemeClr val="bg1"/>
              </a:solidFill>
              <a:latin typeface="+mj-lt"/>
            </a:endParaRPr>
          </a:p>
        </p:txBody>
      </p:sp>
      <p:pic>
        <p:nvPicPr>
          <p:cNvPr id="37" name="Graphic 12">
            <a:extLst>
              <a:ext uri="{FF2B5EF4-FFF2-40B4-BE49-F238E27FC236}">
                <a16:creationId xmlns:a16="http://schemas.microsoft.com/office/drawing/2014/main" id="{3014215B-921C-73C9-09BF-E3BA80A8CA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5655" y="4479574"/>
            <a:ext cx="457457" cy="457457"/>
          </a:xfrm>
          <a:prstGeom prst="rect">
            <a:avLst/>
          </a:prstGeom>
        </p:spPr>
      </p:pic>
      <p:sp>
        <p:nvSpPr>
          <p:cNvPr id="38" name="Text Placeholder 3">
            <a:extLst>
              <a:ext uri="{FF2B5EF4-FFF2-40B4-BE49-F238E27FC236}">
                <a16:creationId xmlns:a16="http://schemas.microsoft.com/office/drawing/2014/main" id="{F10F8D31-BB81-986E-D944-25F6139ABF9C}"/>
              </a:ext>
            </a:extLst>
          </p:cNvPr>
          <p:cNvSpPr txBox="1">
            <a:spLocks/>
          </p:cNvSpPr>
          <p:nvPr/>
        </p:nvSpPr>
        <p:spPr>
          <a:xfrm>
            <a:off x="1323948" y="5452713"/>
            <a:ext cx="2562251" cy="430887"/>
          </a:xfrm>
          <a:prstGeom prst="rect">
            <a:avLst/>
          </a:prstGeom>
        </p:spPr>
        <p:txBody>
          <a:bodyPr vert="horz" wrap="square" lIns="0" tIns="0" rIns="0" bIns="0" rtlCol="0" anchor="ctr">
            <a:spAutoFit/>
          </a:bodyPr>
          <a:lstStyle>
            <a:defPPr>
              <a:defRPr lang="en-US"/>
            </a:defPPr>
            <a:lvl1pPr marL="0" algn="l" defTabSz="876021" rtl="0" eaLnBrk="1" latinLnBrk="0" hangingPunct="1">
              <a:defRPr sz="1725" kern="1200">
                <a:solidFill>
                  <a:schemeClr val="tx1"/>
                </a:solidFill>
                <a:latin typeface="+mn-lt"/>
                <a:ea typeface="+mn-ea"/>
                <a:cs typeface="+mn-cs"/>
              </a:defRPr>
            </a:lvl1pPr>
            <a:lvl2pPr marL="438011" algn="l" defTabSz="876021" rtl="0" eaLnBrk="1" latinLnBrk="0" hangingPunct="1">
              <a:defRPr sz="1725" kern="1200">
                <a:solidFill>
                  <a:schemeClr val="tx1"/>
                </a:solidFill>
                <a:latin typeface="+mn-lt"/>
                <a:ea typeface="+mn-ea"/>
                <a:cs typeface="+mn-cs"/>
              </a:defRPr>
            </a:lvl2pPr>
            <a:lvl3pPr marL="876021" algn="l" defTabSz="876021" rtl="0" eaLnBrk="1" latinLnBrk="0" hangingPunct="1">
              <a:defRPr sz="1725" kern="1200">
                <a:solidFill>
                  <a:schemeClr val="tx1"/>
                </a:solidFill>
                <a:latin typeface="+mn-lt"/>
                <a:ea typeface="+mn-ea"/>
                <a:cs typeface="+mn-cs"/>
              </a:defRPr>
            </a:lvl3pPr>
            <a:lvl4pPr marL="1314033" algn="l" defTabSz="876021" rtl="0" eaLnBrk="1" latinLnBrk="0" hangingPunct="1">
              <a:defRPr sz="1725" kern="1200">
                <a:solidFill>
                  <a:schemeClr val="tx1"/>
                </a:solidFill>
                <a:latin typeface="+mn-lt"/>
                <a:ea typeface="+mn-ea"/>
                <a:cs typeface="+mn-cs"/>
              </a:defRPr>
            </a:lvl4pPr>
            <a:lvl5pPr marL="1752043" algn="l" defTabSz="876021" rtl="0" eaLnBrk="1" latinLnBrk="0" hangingPunct="1">
              <a:defRPr sz="1725" kern="1200">
                <a:solidFill>
                  <a:schemeClr val="tx1"/>
                </a:solidFill>
                <a:latin typeface="+mn-lt"/>
                <a:ea typeface="+mn-ea"/>
                <a:cs typeface="+mn-cs"/>
              </a:defRPr>
            </a:lvl5pPr>
            <a:lvl6pPr marL="2190054" algn="l" defTabSz="876021" rtl="0" eaLnBrk="1" latinLnBrk="0" hangingPunct="1">
              <a:defRPr sz="1725" kern="1200">
                <a:solidFill>
                  <a:schemeClr val="tx1"/>
                </a:solidFill>
                <a:latin typeface="+mn-lt"/>
                <a:ea typeface="+mn-ea"/>
                <a:cs typeface="+mn-cs"/>
              </a:defRPr>
            </a:lvl6pPr>
            <a:lvl7pPr marL="2628064" algn="l" defTabSz="876021" rtl="0" eaLnBrk="1" latinLnBrk="0" hangingPunct="1">
              <a:defRPr sz="1725" kern="1200">
                <a:solidFill>
                  <a:schemeClr val="tx1"/>
                </a:solidFill>
                <a:latin typeface="+mn-lt"/>
                <a:ea typeface="+mn-ea"/>
                <a:cs typeface="+mn-cs"/>
              </a:defRPr>
            </a:lvl7pPr>
            <a:lvl8pPr marL="3066075" algn="l" defTabSz="876021" rtl="0" eaLnBrk="1" latinLnBrk="0" hangingPunct="1">
              <a:defRPr sz="1725" kern="1200">
                <a:solidFill>
                  <a:schemeClr val="tx1"/>
                </a:solidFill>
                <a:latin typeface="+mn-lt"/>
                <a:ea typeface="+mn-ea"/>
                <a:cs typeface="+mn-cs"/>
              </a:defRPr>
            </a:lvl8pPr>
            <a:lvl9pPr marL="3504087" algn="l" defTabSz="876021" rtl="0" eaLnBrk="1" latinLnBrk="0" hangingPunct="1">
              <a:defRPr sz="1725" kern="1200">
                <a:solidFill>
                  <a:schemeClr val="tx1"/>
                </a:solidFill>
                <a:latin typeface="+mn-lt"/>
                <a:ea typeface="+mn-ea"/>
                <a:cs typeface="+mn-cs"/>
              </a:defRPr>
            </a:lvl9pPr>
          </a:lstStyle>
          <a:p>
            <a:r>
              <a:rPr lang="en-GB" sz="1400">
                <a:solidFill>
                  <a:schemeClr val="bg1"/>
                </a:solidFill>
                <a:latin typeface="+mn-lt"/>
              </a:rPr>
              <a:t>Lorem ipsum at pharetra </a:t>
            </a:r>
            <a:r>
              <a:rPr lang="en-GB" sz="1400" err="1">
                <a:solidFill>
                  <a:schemeClr val="bg1"/>
                </a:solidFill>
                <a:latin typeface="+mn-lt"/>
              </a:rPr>
              <a:t>felis</a:t>
            </a:r>
            <a:r>
              <a:rPr lang="en-GB" sz="1400">
                <a:solidFill>
                  <a:schemeClr val="bg1"/>
                </a:solidFill>
                <a:latin typeface="+mn-lt"/>
              </a:rPr>
              <a:t> dictum non </a:t>
            </a:r>
            <a:r>
              <a:rPr lang="en-GB" sz="1400" err="1">
                <a:solidFill>
                  <a:schemeClr val="bg1"/>
                </a:solidFill>
                <a:latin typeface="+mn-lt"/>
              </a:rPr>
              <a:t>uis</a:t>
            </a:r>
            <a:r>
              <a:rPr lang="en-GB" sz="1400">
                <a:solidFill>
                  <a:schemeClr val="bg1"/>
                </a:solidFill>
                <a:latin typeface="+mn-lt"/>
              </a:rPr>
              <a:t> convallis.</a:t>
            </a:r>
          </a:p>
        </p:txBody>
      </p:sp>
      <p:sp>
        <p:nvSpPr>
          <p:cNvPr id="39" name="Oval 38">
            <a:extLst>
              <a:ext uri="{FF2B5EF4-FFF2-40B4-BE49-F238E27FC236}">
                <a16:creationId xmlns:a16="http://schemas.microsoft.com/office/drawing/2014/main" id="{36C93568-B86C-72E0-A6FC-86A890E28F54}"/>
              </a:ext>
            </a:extLst>
          </p:cNvPr>
          <p:cNvSpPr/>
          <p:nvPr/>
        </p:nvSpPr>
        <p:spPr>
          <a:xfrm>
            <a:off x="535236" y="5329009"/>
            <a:ext cx="678294" cy="678294"/>
          </a:xfrm>
          <a:prstGeom prst="ellipse">
            <a:avLst/>
          </a:prstGeom>
          <a:solidFill>
            <a:srgbClr val="E4ABC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876021" rtl="0" eaLnBrk="1" latinLnBrk="0" hangingPunct="1">
              <a:defRPr sz="1725" kern="1200">
                <a:solidFill>
                  <a:schemeClr val="lt1"/>
                </a:solidFill>
                <a:latin typeface="+mn-lt"/>
                <a:ea typeface="+mn-ea"/>
                <a:cs typeface="+mn-cs"/>
              </a:defRPr>
            </a:lvl1pPr>
            <a:lvl2pPr marL="438011" algn="l" defTabSz="876021" rtl="0" eaLnBrk="1" latinLnBrk="0" hangingPunct="1">
              <a:defRPr sz="1725" kern="1200">
                <a:solidFill>
                  <a:schemeClr val="lt1"/>
                </a:solidFill>
                <a:latin typeface="+mn-lt"/>
                <a:ea typeface="+mn-ea"/>
                <a:cs typeface="+mn-cs"/>
              </a:defRPr>
            </a:lvl2pPr>
            <a:lvl3pPr marL="876021" algn="l" defTabSz="876021" rtl="0" eaLnBrk="1" latinLnBrk="0" hangingPunct="1">
              <a:defRPr sz="1725" kern="1200">
                <a:solidFill>
                  <a:schemeClr val="lt1"/>
                </a:solidFill>
                <a:latin typeface="+mn-lt"/>
                <a:ea typeface="+mn-ea"/>
                <a:cs typeface="+mn-cs"/>
              </a:defRPr>
            </a:lvl3pPr>
            <a:lvl4pPr marL="1314033" algn="l" defTabSz="876021" rtl="0" eaLnBrk="1" latinLnBrk="0" hangingPunct="1">
              <a:defRPr sz="1725" kern="1200">
                <a:solidFill>
                  <a:schemeClr val="lt1"/>
                </a:solidFill>
                <a:latin typeface="+mn-lt"/>
                <a:ea typeface="+mn-ea"/>
                <a:cs typeface="+mn-cs"/>
              </a:defRPr>
            </a:lvl4pPr>
            <a:lvl5pPr marL="1752043" algn="l" defTabSz="876021" rtl="0" eaLnBrk="1" latinLnBrk="0" hangingPunct="1">
              <a:defRPr sz="1725" kern="1200">
                <a:solidFill>
                  <a:schemeClr val="lt1"/>
                </a:solidFill>
                <a:latin typeface="+mn-lt"/>
                <a:ea typeface="+mn-ea"/>
                <a:cs typeface="+mn-cs"/>
              </a:defRPr>
            </a:lvl5pPr>
            <a:lvl6pPr marL="2190054" algn="l" defTabSz="876021" rtl="0" eaLnBrk="1" latinLnBrk="0" hangingPunct="1">
              <a:defRPr sz="1725" kern="1200">
                <a:solidFill>
                  <a:schemeClr val="lt1"/>
                </a:solidFill>
                <a:latin typeface="+mn-lt"/>
                <a:ea typeface="+mn-ea"/>
                <a:cs typeface="+mn-cs"/>
              </a:defRPr>
            </a:lvl6pPr>
            <a:lvl7pPr marL="2628064" algn="l" defTabSz="876021" rtl="0" eaLnBrk="1" latinLnBrk="0" hangingPunct="1">
              <a:defRPr sz="1725" kern="1200">
                <a:solidFill>
                  <a:schemeClr val="lt1"/>
                </a:solidFill>
                <a:latin typeface="+mn-lt"/>
                <a:ea typeface="+mn-ea"/>
                <a:cs typeface="+mn-cs"/>
              </a:defRPr>
            </a:lvl7pPr>
            <a:lvl8pPr marL="3066075" algn="l" defTabSz="876021" rtl="0" eaLnBrk="1" latinLnBrk="0" hangingPunct="1">
              <a:defRPr sz="1725" kern="1200">
                <a:solidFill>
                  <a:schemeClr val="lt1"/>
                </a:solidFill>
                <a:latin typeface="+mn-lt"/>
                <a:ea typeface="+mn-ea"/>
                <a:cs typeface="+mn-cs"/>
              </a:defRPr>
            </a:lvl8pPr>
            <a:lvl9pPr marL="3504087" algn="l" defTabSz="876021" rtl="0" eaLnBrk="1" latinLnBrk="0" hangingPunct="1">
              <a:defRPr sz="1725" kern="1200">
                <a:solidFill>
                  <a:schemeClr val="lt1"/>
                </a:solidFill>
                <a:latin typeface="+mn-lt"/>
                <a:ea typeface="+mn-ea"/>
                <a:cs typeface="+mn-cs"/>
              </a:defRPr>
            </a:lvl9pPr>
          </a:lstStyle>
          <a:p>
            <a:pPr algn="ctr">
              <a:lnSpc>
                <a:spcPct val="90000"/>
              </a:lnSpc>
              <a:spcBef>
                <a:spcPts val="750"/>
              </a:spcBef>
            </a:pPr>
            <a:endParaRPr lang="en-GB" sz="900" b="1">
              <a:solidFill>
                <a:schemeClr val="bg1"/>
              </a:solidFill>
              <a:latin typeface="+mj-lt"/>
            </a:endParaRPr>
          </a:p>
        </p:txBody>
      </p:sp>
      <p:pic>
        <p:nvPicPr>
          <p:cNvPr id="40" name="Graphic 12">
            <a:extLst>
              <a:ext uri="{FF2B5EF4-FFF2-40B4-BE49-F238E27FC236}">
                <a16:creationId xmlns:a16="http://schemas.microsoft.com/office/drawing/2014/main" id="{0F2719C7-974A-2B90-DC8D-0D0AC3F5B0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5655" y="5439428"/>
            <a:ext cx="457457" cy="457457"/>
          </a:xfrm>
          <a:prstGeom prst="rect">
            <a:avLst/>
          </a:prstGeom>
        </p:spPr>
      </p:pic>
      <p:sp>
        <p:nvSpPr>
          <p:cNvPr id="43" name="Text Placeholder 2">
            <a:extLst>
              <a:ext uri="{FF2B5EF4-FFF2-40B4-BE49-F238E27FC236}">
                <a16:creationId xmlns:a16="http://schemas.microsoft.com/office/drawing/2014/main" id="{1714C7F1-5BED-816D-515B-02DCB8A8788A}"/>
              </a:ext>
            </a:extLst>
          </p:cNvPr>
          <p:cNvSpPr txBox="1">
            <a:spLocks/>
          </p:cNvSpPr>
          <p:nvPr/>
        </p:nvSpPr>
        <p:spPr>
          <a:xfrm>
            <a:off x="5251525" y="1800225"/>
            <a:ext cx="7673898" cy="5221288"/>
          </a:xfrm>
          <a:prstGeom prst="rect">
            <a:avLst/>
          </a:prstGeom>
          <a:noFill/>
        </p:spPr>
        <p:txBody>
          <a:bodyPr vert="horz" lIns="0" tIns="0" rIns="0" bIns="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a:t>
            </a:r>
          </a:p>
          <a:p>
            <a:pPr lvl="1"/>
            <a:r>
              <a:rPr lang="en-GB" dirty="0"/>
              <a:t>Cras </a:t>
            </a:r>
            <a:r>
              <a:rPr lang="en-GB" dirty="0" err="1"/>
              <a:t>dolor</a:t>
            </a:r>
            <a:r>
              <a:rPr lang="en-GB" dirty="0"/>
              <a:t> ex, pharetra </a:t>
            </a:r>
            <a:r>
              <a:rPr lang="en-GB" dirty="0" err="1"/>
              <a:t>nec</a:t>
            </a:r>
            <a:r>
              <a:rPr lang="en-GB" dirty="0"/>
              <a:t> pharetra at, </a:t>
            </a:r>
            <a:r>
              <a:rPr lang="en-GB" dirty="0" err="1"/>
              <a:t>condimentum</a:t>
            </a:r>
            <a:r>
              <a:rPr lang="en-GB" dirty="0"/>
              <a:t> a </a:t>
            </a:r>
            <a:r>
              <a:rPr lang="en-GB" dirty="0" err="1"/>
              <a:t>tortor</a:t>
            </a:r>
            <a:r>
              <a:rPr lang="en-GB" dirty="0"/>
              <a:t>. </a:t>
            </a:r>
          </a:p>
          <a:p>
            <a:pPr lvl="2"/>
            <a:r>
              <a:rPr lang="en-GB" dirty="0"/>
              <a:t>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r>
              <a:rPr lang="en-GB" dirty="0" err="1"/>
              <a:t>molestie</a:t>
            </a:r>
            <a:r>
              <a:rPr lang="en-GB" dirty="0"/>
              <a:t> in </a:t>
            </a:r>
            <a:r>
              <a:rPr lang="en-GB" dirty="0" err="1"/>
              <a:t>nulla</a:t>
            </a:r>
            <a:r>
              <a:rPr lang="en-GB" dirty="0"/>
              <a:t>. Ut </a:t>
            </a:r>
            <a:r>
              <a:rPr lang="en-GB" dirty="0" err="1"/>
              <a:t>eget</a:t>
            </a:r>
            <a:r>
              <a:rPr lang="en-GB" dirty="0"/>
              <a:t> </a:t>
            </a:r>
            <a:r>
              <a:rPr lang="en-GB" dirty="0" err="1"/>
              <a:t>erat</a:t>
            </a:r>
            <a:r>
              <a:rPr lang="en-GB" dirty="0"/>
              <a:t> </a:t>
            </a:r>
            <a:r>
              <a:rPr lang="en-GB" dirty="0" err="1"/>
              <a:t>pretium</a:t>
            </a:r>
            <a:r>
              <a:rPr lang="en-GB" dirty="0"/>
              <a:t> </a:t>
            </a:r>
            <a:r>
              <a:rPr lang="en-GB" dirty="0" err="1"/>
              <a:t>odio</a:t>
            </a:r>
            <a:r>
              <a:rPr lang="en-GB" dirty="0"/>
              <a:t>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 </a:t>
            </a:r>
            <a:r>
              <a:rPr lang="en-GB" dirty="0" err="1"/>
              <a:t>amet</a:t>
            </a:r>
            <a:r>
              <a:rPr lang="en-GB" dirty="0"/>
              <a:t> tempus.</a:t>
            </a:r>
          </a:p>
          <a:p>
            <a:pPr lvl="3"/>
            <a:r>
              <a:rPr lang="en-GB" dirty="0"/>
              <a:t>Aenean </a:t>
            </a:r>
            <a:r>
              <a:rPr lang="en-GB" dirty="0" err="1"/>
              <a:t>placerat</a:t>
            </a:r>
            <a:r>
              <a:rPr lang="en-GB" dirty="0"/>
              <a:t> </a:t>
            </a:r>
            <a:r>
              <a:rPr lang="en-GB" dirty="0" err="1"/>
              <a:t>vel</a:t>
            </a:r>
            <a:r>
              <a:rPr lang="en-GB" dirty="0"/>
              <a:t> </a:t>
            </a:r>
            <a:r>
              <a:rPr lang="en-GB" dirty="0" err="1"/>
              <a:t>mauris</a:t>
            </a:r>
            <a:r>
              <a:rPr lang="en-GB" dirty="0"/>
              <a:t> sit </a:t>
            </a:r>
            <a:r>
              <a:rPr lang="en-GB" dirty="0" err="1"/>
              <a:t>amet</a:t>
            </a:r>
            <a:r>
              <a:rPr lang="en-GB" dirty="0"/>
              <a:t> pulvinar. Duis </a:t>
            </a:r>
            <a:r>
              <a:rPr lang="en-GB" dirty="0" err="1"/>
              <a:t>tincidunt</a:t>
            </a:r>
            <a:r>
              <a:rPr lang="en-GB" dirty="0"/>
              <a:t> </a:t>
            </a:r>
            <a:r>
              <a:rPr lang="en-GB" dirty="0" err="1"/>
              <a:t>nulla</a:t>
            </a:r>
            <a:r>
              <a:rPr lang="en-GB" dirty="0"/>
              <a:t> </a:t>
            </a:r>
            <a:r>
              <a:rPr lang="en-GB" dirty="0" err="1"/>
              <a:t>arcu</a:t>
            </a:r>
            <a:r>
              <a:rPr lang="en-GB" dirty="0"/>
              <a:t>, et </a:t>
            </a:r>
            <a:r>
              <a:rPr lang="en-GB" dirty="0" err="1"/>
              <a:t>viverra</a:t>
            </a:r>
            <a:r>
              <a:rPr lang="en-GB" dirty="0"/>
              <a:t> </a:t>
            </a:r>
            <a:r>
              <a:rPr lang="en-GB" dirty="0" err="1"/>
              <a:t>leo</a:t>
            </a:r>
            <a:r>
              <a:rPr lang="en-GB" dirty="0"/>
              <a:t> </a:t>
            </a:r>
            <a:r>
              <a:rPr lang="en-GB" dirty="0" err="1"/>
              <a:t>tristique</a:t>
            </a:r>
            <a:r>
              <a:rPr lang="en-GB" dirty="0"/>
              <a:t> non. </a:t>
            </a:r>
            <a:r>
              <a:rPr lang="en-GB" dirty="0" err="1"/>
              <a:t>Suspendisse</a:t>
            </a:r>
            <a:r>
              <a:rPr lang="en-GB" dirty="0"/>
              <a:t> </a:t>
            </a:r>
            <a:r>
              <a:rPr lang="en-GB" dirty="0" err="1"/>
              <a:t>malesuada</a:t>
            </a:r>
            <a:r>
              <a:rPr lang="en-GB" dirty="0"/>
              <a:t> </a:t>
            </a:r>
            <a:r>
              <a:rPr lang="en-GB" dirty="0" err="1"/>
              <a:t>tincidunt</a:t>
            </a:r>
            <a:r>
              <a:rPr lang="en-GB" dirty="0"/>
              <a:t> </a:t>
            </a:r>
            <a:r>
              <a:rPr lang="en-GB" dirty="0" err="1"/>
              <a:t>tortor</a:t>
            </a:r>
            <a:r>
              <a:rPr lang="en-GB" dirty="0"/>
              <a:t>, </a:t>
            </a:r>
            <a:r>
              <a:rPr lang="en-GB" dirty="0" err="1"/>
              <a:t>nec</a:t>
            </a:r>
            <a:r>
              <a:rPr lang="en-GB" dirty="0"/>
              <a:t> </a:t>
            </a:r>
            <a:r>
              <a:rPr lang="en-GB" dirty="0" err="1"/>
              <a:t>rhoncus</a:t>
            </a:r>
            <a:r>
              <a:rPr lang="en-GB" dirty="0"/>
              <a:t> </a:t>
            </a:r>
            <a:r>
              <a:rPr lang="en-GB" dirty="0" err="1"/>
              <a:t>tellus</a:t>
            </a:r>
            <a:r>
              <a:rPr lang="en-GB" dirty="0"/>
              <a:t> </a:t>
            </a:r>
            <a:r>
              <a:rPr lang="en-GB" dirty="0" err="1"/>
              <a:t>elementum</a:t>
            </a:r>
            <a:r>
              <a:rPr lang="en-GB" dirty="0"/>
              <a:t> </a:t>
            </a:r>
            <a:r>
              <a:rPr lang="en-GB" dirty="0" err="1"/>
              <a:t>eget</a:t>
            </a:r>
            <a:r>
              <a:rPr lang="en-GB" dirty="0"/>
              <a:t>. </a:t>
            </a:r>
          </a:p>
        </p:txBody>
      </p:sp>
      <p:grpSp>
        <p:nvGrpSpPr>
          <p:cNvPr id="17" name="Group 16">
            <a:extLst>
              <a:ext uri="{FF2B5EF4-FFF2-40B4-BE49-F238E27FC236}">
                <a16:creationId xmlns:a16="http://schemas.microsoft.com/office/drawing/2014/main" id="{55E863DE-5CD1-E22D-C996-EF6DFBC31240}"/>
              </a:ext>
            </a:extLst>
          </p:cNvPr>
          <p:cNvGrpSpPr/>
          <p:nvPr/>
        </p:nvGrpSpPr>
        <p:grpSpPr>
          <a:xfrm>
            <a:off x="538165" y="1813328"/>
            <a:ext cx="3946521" cy="2041500"/>
            <a:chOff x="538165" y="5575302"/>
            <a:chExt cx="3946521" cy="2041500"/>
          </a:xfrm>
        </p:grpSpPr>
        <p:sp>
          <p:nvSpPr>
            <p:cNvPr id="18" name="TextBox 17">
              <a:extLst>
                <a:ext uri="{FF2B5EF4-FFF2-40B4-BE49-F238E27FC236}">
                  <a16:creationId xmlns:a16="http://schemas.microsoft.com/office/drawing/2014/main" id="{F47D52AF-31BC-05F6-FE4A-12002459BFB8}"/>
                </a:ext>
              </a:extLst>
            </p:cNvPr>
            <p:cNvSpPr txBox="1"/>
            <p:nvPr/>
          </p:nvSpPr>
          <p:spPr>
            <a:xfrm>
              <a:off x="693832" y="5985586"/>
              <a:ext cx="3790854" cy="1585049"/>
            </a:xfrm>
            <a:prstGeom prst="rect">
              <a:avLst/>
            </a:prstGeom>
            <a:noFill/>
          </p:spPr>
          <p:txBody>
            <a:bodyPr wrap="square" lIns="0" rIns="0" rtlCol="0">
              <a:spAutoFit/>
            </a:bodyPr>
            <a:lstStyle/>
            <a:p>
              <a:pPr>
                <a:spcAft>
                  <a:spcPts val="600"/>
                </a:spcAft>
              </a:pPr>
              <a:r>
                <a:rPr lang="en-GB" sz="1600" dirty="0">
                  <a:solidFill>
                    <a:schemeClr val="bg1"/>
                  </a:solidFill>
                </a:rPr>
                <a:t>Lorem ipsum </a:t>
              </a:r>
              <a:r>
                <a:rPr lang="en-GB" sz="1600" dirty="0" err="1">
                  <a:solidFill>
                    <a:schemeClr val="bg1"/>
                  </a:solidFill>
                </a:rPr>
                <a:t>dolor</a:t>
              </a:r>
              <a:r>
                <a:rPr lang="en-GB" sz="1600" dirty="0">
                  <a:solidFill>
                    <a:schemeClr val="bg1"/>
                  </a:solidFill>
                </a:rPr>
                <a:t> sit </a:t>
              </a:r>
              <a:r>
                <a:rPr lang="en-GB" sz="1600" dirty="0" err="1">
                  <a:solidFill>
                    <a:schemeClr val="bg1"/>
                  </a:solidFill>
                </a:rPr>
                <a:t>amet</a:t>
              </a:r>
              <a:r>
                <a:rPr lang="en-GB" sz="1600" dirty="0">
                  <a:solidFill>
                    <a:schemeClr val="bg1"/>
                  </a:solidFill>
                </a:rPr>
                <a:t>, </a:t>
              </a:r>
              <a:r>
                <a:rPr lang="en-GB" sz="1600" dirty="0" err="1">
                  <a:solidFill>
                    <a:schemeClr val="bg1"/>
                  </a:solidFill>
                </a:rPr>
                <a:t>consectetur</a:t>
              </a:r>
              <a:r>
                <a:rPr lang="en-GB" sz="1600" dirty="0">
                  <a:solidFill>
                    <a:schemeClr val="bg1"/>
                  </a:solidFill>
                </a:rPr>
                <a:t> </a:t>
              </a:r>
              <a:r>
                <a:rPr lang="en-GB" sz="1600" dirty="0" err="1">
                  <a:solidFill>
                    <a:schemeClr val="bg1"/>
                  </a:solidFill>
                </a:rPr>
                <a:t>adipiscing</a:t>
              </a:r>
              <a:r>
                <a:rPr lang="en-GB" sz="1600" dirty="0">
                  <a:solidFill>
                    <a:schemeClr val="bg1"/>
                  </a:solidFill>
                </a:rPr>
                <a:t> </a:t>
              </a:r>
              <a:r>
                <a:rPr lang="en-GB" sz="1600" dirty="0" err="1">
                  <a:solidFill>
                    <a:schemeClr val="bg1"/>
                  </a:solidFill>
                </a:rPr>
                <a:t>elit</a:t>
              </a:r>
              <a:r>
                <a:rPr lang="en-GB" sz="1600" dirty="0">
                  <a:solidFill>
                    <a:schemeClr val="bg1"/>
                  </a:solidFill>
                </a:rPr>
                <a:t>. Morbi </a:t>
              </a:r>
              <a:r>
                <a:rPr lang="en-GB" sz="1600" dirty="0" err="1">
                  <a:solidFill>
                    <a:schemeClr val="bg1"/>
                  </a:solidFill>
                </a:rPr>
                <a:t>posuere</a:t>
              </a:r>
              <a:r>
                <a:rPr lang="en-GB" sz="1600" dirty="0">
                  <a:solidFill>
                    <a:schemeClr val="bg1"/>
                  </a:solidFill>
                </a:rPr>
                <a:t> et </a:t>
              </a:r>
              <a:r>
                <a:rPr lang="en-GB" sz="1600" dirty="0" err="1">
                  <a:solidFill>
                    <a:schemeClr val="bg1"/>
                  </a:solidFill>
                </a:rPr>
                <a:t>sem</a:t>
              </a:r>
              <a:r>
                <a:rPr lang="en-GB" sz="1600" dirty="0">
                  <a:solidFill>
                    <a:schemeClr val="bg1"/>
                  </a:solidFill>
                </a:rPr>
                <a:t> a </a:t>
              </a:r>
              <a:r>
                <a:rPr lang="en-GB" sz="1600" dirty="0" err="1">
                  <a:solidFill>
                    <a:schemeClr val="bg1"/>
                  </a:solidFill>
                </a:rPr>
                <a:t>efficitur</a:t>
              </a:r>
              <a:r>
                <a:rPr lang="en-GB" sz="1600" dirty="0">
                  <a:solidFill>
                    <a:schemeClr val="bg1"/>
                  </a:solidFill>
                </a:rPr>
                <a:t>. Nam sit </a:t>
              </a:r>
              <a:r>
                <a:rPr lang="en-GB" sz="1600" dirty="0" err="1">
                  <a:solidFill>
                    <a:schemeClr val="bg1"/>
                  </a:solidFill>
                </a:rPr>
                <a:t>amet</a:t>
              </a:r>
              <a:r>
                <a:rPr lang="en-GB" sz="1600" dirty="0">
                  <a:solidFill>
                    <a:schemeClr val="bg1"/>
                  </a:solidFill>
                </a:rPr>
                <a:t> </a:t>
              </a:r>
              <a:r>
                <a:rPr lang="en-GB" sz="1600" dirty="0" err="1">
                  <a:solidFill>
                    <a:schemeClr val="bg1"/>
                  </a:solidFill>
                </a:rPr>
                <a:t>tellus</a:t>
              </a:r>
              <a:r>
                <a:rPr lang="en-GB" sz="1600" dirty="0">
                  <a:solidFill>
                    <a:schemeClr val="bg1"/>
                  </a:solidFill>
                </a:rPr>
                <a:t> </a:t>
              </a:r>
              <a:r>
                <a:rPr lang="en-GB" sz="1600" dirty="0" err="1">
                  <a:solidFill>
                    <a:schemeClr val="bg1"/>
                  </a:solidFill>
                </a:rPr>
                <a:t>sed</a:t>
              </a:r>
              <a:r>
                <a:rPr lang="en-GB" sz="1600" dirty="0">
                  <a:solidFill>
                    <a:schemeClr val="bg1"/>
                  </a:solidFill>
                </a:rPr>
                <a:t> </a:t>
              </a:r>
              <a:r>
                <a:rPr lang="en-GB" sz="1600" dirty="0" err="1">
                  <a:solidFill>
                    <a:schemeClr val="bg1"/>
                  </a:solidFill>
                </a:rPr>
                <a:t>tortor</a:t>
              </a:r>
              <a:r>
                <a:rPr lang="en-GB" sz="1600" dirty="0">
                  <a:solidFill>
                    <a:schemeClr val="bg1"/>
                  </a:solidFill>
                </a:rPr>
                <a:t> </a:t>
              </a:r>
              <a:r>
                <a:rPr lang="en-GB" sz="1600" dirty="0" err="1">
                  <a:solidFill>
                    <a:schemeClr val="bg1"/>
                  </a:solidFill>
                </a:rPr>
                <a:t>euismod</a:t>
              </a:r>
              <a:r>
                <a:rPr lang="en-GB" sz="1600" dirty="0">
                  <a:solidFill>
                    <a:schemeClr val="bg1"/>
                  </a:solidFill>
                </a:rPr>
                <a:t> </a:t>
              </a:r>
              <a:r>
                <a:rPr lang="en-GB" sz="1600" dirty="0" err="1">
                  <a:solidFill>
                    <a:schemeClr val="bg1"/>
                  </a:solidFill>
                </a:rPr>
                <a:t>finibus</a:t>
              </a:r>
              <a:r>
                <a:rPr lang="en-GB" sz="1600" dirty="0">
                  <a:solidFill>
                    <a:schemeClr val="bg1"/>
                  </a:solidFill>
                </a:rPr>
                <a:t> vitae sit </a:t>
              </a:r>
              <a:r>
                <a:rPr lang="en-GB" sz="1600" dirty="0" err="1">
                  <a:solidFill>
                    <a:schemeClr val="bg1"/>
                  </a:solidFill>
                </a:rPr>
                <a:t>amet</a:t>
              </a:r>
              <a:r>
                <a:rPr lang="en-GB" sz="1600" dirty="0">
                  <a:solidFill>
                    <a:schemeClr val="bg1"/>
                  </a:solidFill>
                </a:rPr>
                <a:t> nisi. </a:t>
              </a:r>
              <a:r>
                <a:rPr lang="en-GB" sz="1600" dirty="0" err="1">
                  <a:solidFill>
                    <a:schemeClr val="bg1"/>
                  </a:solidFill>
                </a:rPr>
                <a:t>Pellentesque</a:t>
              </a:r>
              <a:r>
                <a:rPr lang="en-GB" sz="1600" dirty="0">
                  <a:solidFill>
                    <a:schemeClr val="bg1"/>
                  </a:solidFill>
                </a:rPr>
                <a:t> auctor </a:t>
              </a:r>
              <a:r>
                <a:rPr lang="en-GB" sz="1600" dirty="0" err="1">
                  <a:solidFill>
                    <a:schemeClr val="bg1"/>
                  </a:solidFill>
                </a:rPr>
                <a:t>pellentesque</a:t>
              </a:r>
              <a:r>
                <a:rPr lang="en-GB" sz="1600" dirty="0">
                  <a:solidFill>
                    <a:schemeClr val="bg1"/>
                  </a:solidFill>
                </a:rPr>
                <a:t> ligula.”</a:t>
              </a:r>
            </a:p>
            <a:p>
              <a:pPr>
                <a:spcAft>
                  <a:spcPts val="600"/>
                </a:spcAft>
              </a:pPr>
              <a:r>
                <a:rPr lang="en-GB" sz="1200" b="1" dirty="0">
                  <a:solidFill>
                    <a:schemeClr val="bg1"/>
                  </a:solidFill>
                  <a:latin typeface="+mj-lt"/>
                </a:rPr>
                <a:t>Quote source (date)</a:t>
              </a:r>
              <a:endParaRPr lang="en-GB" sz="2400" dirty="0">
                <a:solidFill>
                  <a:schemeClr val="bg1"/>
                </a:solidFill>
                <a:latin typeface="+mj-lt"/>
              </a:endParaRPr>
            </a:p>
          </p:txBody>
        </p:sp>
        <p:sp>
          <p:nvSpPr>
            <p:cNvPr id="19" name="Graphic 74">
              <a:extLst>
                <a:ext uri="{FF2B5EF4-FFF2-40B4-BE49-F238E27FC236}">
                  <a16:creationId xmlns:a16="http://schemas.microsoft.com/office/drawing/2014/main" id="{7E242DF3-59AC-3074-F03F-AA57C78A3562}"/>
                </a:ext>
              </a:extLst>
            </p:cNvPr>
            <p:cNvSpPr/>
            <p:nvPr/>
          </p:nvSpPr>
          <p:spPr>
            <a:xfrm>
              <a:off x="693833" y="5673483"/>
              <a:ext cx="423722" cy="312103"/>
            </a:xfrm>
            <a:custGeom>
              <a:avLst/>
              <a:gdLst>
                <a:gd name="connsiteX0" fmla="*/ 21241 w 111728"/>
                <a:gd name="connsiteY0" fmla="*/ 0 h 82296"/>
                <a:gd name="connsiteX1" fmla="*/ 47816 w 111728"/>
                <a:gd name="connsiteY1" fmla="*/ 0 h 82296"/>
                <a:gd name="connsiteX2" fmla="*/ 37148 w 111728"/>
                <a:gd name="connsiteY2" fmla="*/ 82296 h 82296"/>
                <a:gd name="connsiteX3" fmla="*/ 0 w 111728"/>
                <a:gd name="connsiteY3" fmla="*/ 82296 h 82296"/>
                <a:gd name="connsiteX4" fmla="*/ 21241 w 111728"/>
                <a:gd name="connsiteY4" fmla="*/ 0 h 82296"/>
                <a:gd name="connsiteX5" fmla="*/ 85153 w 111728"/>
                <a:gd name="connsiteY5" fmla="*/ 0 h 82296"/>
                <a:gd name="connsiteX6" fmla="*/ 111728 w 111728"/>
                <a:gd name="connsiteY6" fmla="*/ 0 h 82296"/>
                <a:gd name="connsiteX7" fmla="*/ 101060 w 111728"/>
                <a:gd name="connsiteY7" fmla="*/ 82296 h 82296"/>
                <a:gd name="connsiteX8" fmla="*/ 63818 w 111728"/>
                <a:gd name="connsiteY8" fmla="*/ 82296 h 82296"/>
                <a:gd name="connsiteX9" fmla="*/ 85153 w 111728"/>
                <a:gd name="connsiteY9" fmla="*/ 0 h 8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728" h="82296">
                  <a:moveTo>
                    <a:pt x="21241" y="0"/>
                  </a:moveTo>
                  <a:lnTo>
                    <a:pt x="47816" y="0"/>
                  </a:lnTo>
                  <a:lnTo>
                    <a:pt x="37148" y="82296"/>
                  </a:lnTo>
                  <a:lnTo>
                    <a:pt x="0" y="82296"/>
                  </a:lnTo>
                  <a:lnTo>
                    <a:pt x="21241" y="0"/>
                  </a:lnTo>
                  <a:close/>
                  <a:moveTo>
                    <a:pt x="85153" y="0"/>
                  </a:moveTo>
                  <a:lnTo>
                    <a:pt x="111728" y="0"/>
                  </a:lnTo>
                  <a:lnTo>
                    <a:pt x="101060" y="82296"/>
                  </a:lnTo>
                  <a:lnTo>
                    <a:pt x="63818" y="82296"/>
                  </a:lnTo>
                  <a:lnTo>
                    <a:pt x="85153" y="0"/>
                  </a:lnTo>
                  <a:close/>
                </a:path>
              </a:pathLst>
            </a:custGeom>
            <a:solidFill>
              <a:srgbClr val="E4ABC7"/>
            </a:solidFill>
            <a:ln w="9525" cap="flat">
              <a:noFill/>
              <a:prstDash val="solid"/>
              <a:miter/>
            </a:ln>
          </p:spPr>
          <p:txBody>
            <a:bodyPr rtlCol="0" anchor="ctr"/>
            <a:lstStyle/>
            <a:p>
              <a:endParaRPr lang="en-GB"/>
            </a:p>
          </p:txBody>
        </p:sp>
        <p:cxnSp>
          <p:nvCxnSpPr>
            <p:cNvPr id="20" name="Straight Connector 19">
              <a:extLst>
                <a:ext uri="{FF2B5EF4-FFF2-40B4-BE49-F238E27FC236}">
                  <a16:creationId xmlns:a16="http://schemas.microsoft.com/office/drawing/2014/main" id="{5E264BDC-81D2-08C4-8696-9A3AC62DD587}"/>
                </a:ext>
              </a:extLst>
            </p:cNvPr>
            <p:cNvCxnSpPr>
              <a:cxnSpLocks/>
            </p:cNvCxnSpPr>
            <p:nvPr/>
          </p:nvCxnSpPr>
          <p:spPr>
            <a:xfrm flipV="1">
              <a:off x="538165" y="5575302"/>
              <a:ext cx="0" cy="2041500"/>
            </a:xfrm>
            <a:prstGeom prst="line">
              <a:avLst/>
            </a:prstGeom>
            <a:ln w="952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graphicFrame>
        <p:nvGraphicFramePr>
          <p:cNvPr id="21" name="Chart 20">
            <a:extLst>
              <a:ext uri="{FF2B5EF4-FFF2-40B4-BE49-F238E27FC236}">
                <a16:creationId xmlns:a16="http://schemas.microsoft.com/office/drawing/2014/main" id="{E9273E02-7BF0-4B6E-6308-32C1DABFCB86}"/>
              </a:ext>
            </a:extLst>
          </p:cNvPr>
          <p:cNvGraphicFramePr/>
          <p:nvPr>
            <p:extLst>
              <p:ext uri="{D42A27DB-BD31-4B8C-83A1-F6EECF244321}">
                <p14:modId xmlns:p14="http://schemas.microsoft.com/office/powerpoint/2010/main" val="3180154771"/>
              </p:ext>
            </p:extLst>
          </p:nvPr>
        </p:nvGraphicFramePr>
        <p:xfrm>
          <a:off x="5251525" y="4596518"/>
          <a:ext cx="7671565" cy="2464412"/>
        </p:xfrm>
        <a:graphic>
          <a:graphicData uri="http://schemas.openxmlformats.org/drawingml/2006/chart">
            <c:chart xmlns:c="http://schemas.openxmlformats.org/drawingml/2006/chart" xmlns:r="http://schemas.openxmlformats.org/officeDocument/2006/relationships" r:id="rId4"/>
          </a:graphicData>
        </a:graphic>
      </p:graphicFrame>
      <p:sp>
        <p:nvSpPr>
          <p:cNvPr id="22" name="Text Placeholder 3">
            <a:extLst>
              <a:ext uri="{FF2B5EF4-FFF2-40B4-BE49-F238E27FC236}">
                <a16:creationId xmlns:a16="http://schemas.microsoft.com/office/drawing/2014/main" id="{1800025D-417A-CD9C-305B-5C4BD95F93A0}"/>
              </a:ext>
            </a:extLst>
          </p:cNvPr>
          <p:cNvSpPr txBox="1">
            <a:spLocks/>
          </p:cNvSpPr>
          <p:nvPr/>
        </p:nvSpPr>
        <p:spPr>
          <a:xfrm>
            <a:off x="5251525" y="4258873"/>
            <a:ext cx="4665600" cy="213132"/>
          </a:xfrm>
          <a:prstGeom prst="rect">
            <a:avLst/>
          </a:prstGeom>
        </p:spPr>
        <p:txBody>
          <a:bodyPr lIns="0" tIns="0" rIns="0" bIns="0"/>
          <a:lstStyle>
            <a:lvl1pPr marL="0" indent="0" algn="l" rtl="0" eaLnBrk="1" fontAlgn="base" hangingPunct="1">
              <a:spcBef>
                <a:spcPts val="456"/>
              </a:spcBef>
              <a:spcAft>
                <a:spcPct val="0"/>
              </a:spcAft>
              <a:buClr>
                <a:schemeClr val="tx1"/>
              </a:buClr>
              <a:buFont typeface="Wingdings" pitchFamily="2" charset="2"/>
              <a:buNone/>
              <a:defRPr sz="1400">
                <a:solidFill>
                  <a:srgbClr val="0083A9"/>
                </a:solidFill>
                <a:latin typeface="+mn-lt"/>
                <a:ea typeface="+mn-ea"/>
                <a:cs typeface="+mn-cs"/>
              </a:defRPr>
            </a:lvl1pPr>
            <a:lvl2pPr marL="0" indent="0" algn="l" rtl="0" eaLnBrk="1" fontAlgn="base" hangingPunct="1">
              <a:spcBef>
                <a:spcPts val="456"/>
              </a:spcBef>
              <a:spcAft>
                <a:spcPct val="0"/>
              </a:spcAft>
              <a:buClr>
                <a:schemeClr val="tx1"/>
              </a:buClr>
              <a:buFont typeface="Arial" panose="020B0604020202020204" pitchFamily="34" charset="0"/>
              <a:buNone/>
              <a:defRPr sz="1100">
                <a:solidFill>
                  <a:schemeClr val="tx1"/>
                </a:solidFill>
                <a:latin typeface="+mn-lt"/>
                <a:ea typeface="+mn-ea"/>
              </a:defRPr>
            </a:lvl2pPr>
            <a:lvl3pPr marL="177800" indent="-177800" algn="l" rtl="0" eaLnBrk="1" fontAlgn="base" hangingPunct="1">
              <a:spcBef>
                <a:spcPts val="456"/>
              </a:spcBef>
              <a:spcAft>
                <a:spcPct val="0"/>
              </a:spcAft>
              <a:buClr>
                <a:schemeClr val="tx1"/>
              </a:buClr>
              <a:buFont typeface="Wingdings" panose="05000000000000000000" pitchFamily="2" charset="2"/>
              <a:buChar char="§"/>
              <a:defRPr sz="1100">
                <a:solidFill>
                  <a:schemeClr val="tx1"/>
                </a:solidFill>
                <a:latin typeface="+mn-lt"/>
                <a:ea typeface="+mn-ea"/>
              </a:defRPr>
            </a:lvl3pPr>
            <a:lvl4pPr marL="361950" indent="-184150" algn="l" rtl="0" eaLnBrk="1" fontAlgn="base" hangingPunct="1">
              <a:spcBef>
                <a:spcPts val="456"/>
              </a:spcBef>
              <a:spcAft>
                <a:spcPct val="0"/>
              </a:spcAft>
              <a:buClr>
                <a:schemeClr val="tx1"/>
              </a:buClr>
              <a:buFont typeface="Arial" panose="020B0604020202020204" pitchFamily="34" charset="0"/>
              <a:buChar char="–"/>
              <a:defRPr sz="1100">
                <a:solidFill>
                  <a:schemeClr val="tx1"/>
                </a:solidFill>
                <a:latin typeface="+mn-lt"/>
                <a:ea typeface="+mn-ea"/>
              </a:defRPr>
            </a:lvl4pPr>
            <a:lvl5pPr marL="539750" indent="-177800" algn="l" rtl="0" eaLnBrk="1" fontAlgn="base" hangingPunct="1">
              <a:spcBef>
                <a:spcPts val="456"/>
              </a:spcBef>
              <a:spcAft>
                <a:spcPct val="0"/>
              </a:spcAft>
              <a:buClr>
                <a:schemeClr val="tx1"/>
              </a:buClr>
              <a:buFont typeface="Arial" pitchFamily="34" charset="0"/>
              <a:buChar char="–"/>
              <a:defRPr sz="1100">
                <a:solidFill>
                  <a:schemeClr val="tx1"/>
                </a:solidFill>
                <a:latin typeface="+mn-lt"/>
                <a:ea typeface="+mn-ea"/>
              </a:defRPr>
            </a:lvl5pPr>
            <a:lvl6pPr marL="2346462" indent="-264339" algn="l" rtl="0" eaLnBrk="1" fontAlgn="base" hangingPunct="1">
              <a:spcBef>
                <a:spcPct val="25000"/>
              </a:spcBef>
              <a:spcAft>
                <a:spcPct val="0"/>
              </a:spcAft>
              <a:buClr>
                <a:schemeClr val="tx1"/>
              </a:buClr>
              <a:buChar char="»"/>
              <a:defRPr sz="1600">
                <a:solidFill>
                  <a:schemeClr val="tx1"/>
                </a:solidFill>
                <a:latin typeface="+mn-lt"/>
                <a:ea typeface="+mn-ea"/>
              </a:defRPr>
            </a:lvl6pPr>
            <a:lvl7pPr marL="2867898" indent="-264339" algn="l" rtl="0" eaLnBrk="1" fontAlgn="base" hangingPunct="1">
              <a:spcBef>
                <a:spcPct val="25000"/>
              </a:spcBef>
              <a:spcAft>
                <a:spcPct val="0"/>
              </a:spcAft>
              <a:buClr>
                <a:schemeClr val="tx1"/>
              </a:buClr>
              <a:buChar char="»"/>
              <a:defRPr sz="1600">
                <a:solidFill>
                  <a:schemeClr val="tx1"/>
                </a:solidFill>
                <a:latin typeface="+mn-lt"/>
                <a:ea typeface="+mn-ea"/>
              </a:defRPr>
            </a:lvl7pPr>
            <a:lvl8pPr marL="3389333" indent="-264339" algn="l" rtl="0" eaLnBrk="1" fontAlgn="base" hangingPunct="1">
              <a:spcBef>
                <a:spcPct val="25000"/>
              </a:spcBef>
              <a:spcAft>
                <a:spcPct val="0"/>
              </a:spcAft>
              <a:buClr>
                <a:schemeClr val="tx1"/>
              </a:buClr>
              <a:buChar char="»"/>
              <a:defRPr sz="1600">
                <a:solidFill>
                  <a:schemeClr val="tx1"/>
                </a:solidFill>
                <a:latin typeface="+mn-lt"/>
                <a:ea typeface="+mn-ea"/>
              </a:defRPr>
            </a:lvl8pPr>
            <a:lvl9pPr marL="3910770" indent="-264339" algn="l" rtl="0" eaLnBrk="1" fontAlgn="base" hangingPunct="1">
              <a:spcBef>
                <a:spcPct val="25000"/>
              </a:spcBef>
              <a:spcAft>
                <a:spcPct val="0"/>
              </a:spcAft>
              <a:buClr>
                <a:schemeClr val="tx1"/>
              </a:buClr>
              <a:buChar char="»"/>
              <a:defRPr sz="1600">
                <a:solidFill>
                  <a:schemeClr val="tx1"/>
                </a:solidFill>
                <a:latin typeface="+mn-lt"/>
                <a:ea typeface="+mn-ea"/>
              </a:defRPr>
            </a:lvl9pPr>
          </a:lstStyle>
          <a:p>
            <a:r>
              <a:rPr lang="en-GB" sz="1600" b="1" kern="0">
                <a:solidFill>
                  <a:schemeClr val="bg2"/>
                </a:solidFill>
                <a:latin typeface="+mj-lt"/>
              </a:rPr>
              <a:t>[Graph heading 16pt, Dark Green, Bold]</a:t>
            </a:r>
          </a:p>
        </p:txBody>
      </p:sp>
    </p:spTree>
    <p:extLst>
      <p:ext uri="{BB962C8B-B14F-4D97-AF65-F5344CB8AC3E}">
        <p14:creationId xmlns:p14="http://schemas.microsoft.com/office/powerpoint/2010/main" val="1150430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7BCAE0-7210-A2CB-9C43-E3E766B9D70E}"/>
              </a:ext>
            </a:extLst>
          </p:cNvPr>
          <p:cNvSpPr>
            <a:spLocks noGrp="1"/>
          </p:cNvSpPr>
          <p:nvPr>
            <p:ph type="title"/>
          </p:nvPr>
        </p:nvSpPr>
        <p:spPr/>
        <p:txBody>
          <a:bodyPr/>
          <a:lstStyle/>
          <a:p>
            <a:r>
              <a:rPr lang="en-GB"/>
              <a:t>Layout option</a:t>
            </a:r>
          </a:p>
        </p:txBody>
      </p:sp>
      <p:sp>
        <p:nvSpPr>
          <p:cNvPr id="6" name="Text Placeholder 5">
            <a:extLst>
              <a:ext uri="{FF2B5EF4-FFF2-40B4-BE49-F238E27FC236}">
                <a16:creationId xmlns:a16="http://schemas.microsoft.com/office/drawing/2014/main" id="{660FF368-4007-75B3-00F1-0CA4DCAF245F}"/>
              </a:ext>
            </a:extLst>
          </p:cNvPr>
          <p:cNvSpPr>
            <a:spLocks noGrp="1"/>
          </p:cNvSpPr>
          <p:nvPr>
            <p:ph type="body" sz="quarter" idx="19"/>
          </p:nvPr>
        </p:nvSpPr>
        <p:spPr>
          <a:solidFill>
            <a:srgbClr val="ECF9F4"/>
          </a:solidFill>
        </p:spPr>
        <p:txBody>
          <a:bodyPr lIns="72000" tIns="72000" rIns="72000" bIns="72000"/>
          <a:lstStyle/>
          <a:p>
            <a:r>
              <a:rPr lang="en-GB" dirty="0"/>
              <a:t>Lorem ipsum </a:t>
            </a:r>
            <a:r>
              <a:rPr lang="en-GB" dirty="0" err="1"/>
              <a:t>dolor</a:t>
            </a:r>
            <a:r>
              <a:rPr lang="en-GB" dirty="0"/>
              <a:t> sit </a:t>
            </a:r>
            <a:r>
              <a:rPr lang="en-GB" dirty="0" err="1"/>
              <a:t>amet</a:t>
            </a:r>
            <a:r>
              <a:rPr lang="en-GB" dirty="0"/>
              <a:t>, </a:t>
            </a:r>
            <a:r>
              <a:rPr lang="en-GB" dirty="0" err="1"/>
              <a:t>consectetur</a:t>
            </a:r>
            <a:endParaRPr lang="en-GB" dirty="0"/>
          </a:p>
          <a:p>
            <a:pPr lvl="1"/>
            <a:r>
              <a:rPr lang="en-GB" dirty="0"/>
              <a:t>Cras </a:t>
            </a:r>
            <a:r>
              <a:rPr lang="en-GB" dirty="0" err="1"/>
              <a:t>dolor</a:t>
            </a:r>
            <a:r>
              <a:rPr lang="en-GB" dirty="0"/>
              <a:t> ex, pharetra </a:t>
            </a:r>
            <a:r>
              <a:rPr lang="en-GB" dirty="0" err="1"/>
              <a:t>nec</a:t>
            </a:r>
            <a:r>
              <a:rPr lang="en-GB" dirty="0"/>
              <a:t> pharetra at, </a:t>
            </a:r>
            <a:r>
              <a:rPr lang="en-GB" dirty="0" err="1"/>
              <a:t>condimentum</a:t>
            </a:r>
            <a:r>
              <a:rPr lang="en-GB" dirty="0"/>
              <a:t> </a:t>
            </a:r>
          </a:p>
          <a:p>
            <a:pPr lvl="2"/>
            <a:r>
              <a:rPr lang="en-GB" dirty="0"/>
              <a:t>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a:t>
            </a:r>
          </a:p>
          <a:p>
            <a:pPr lvl="2"/>
            <a:r>
              <a:rPr lang="en-GB" dirty="0" err="1"/>
              <a:t>Quisque</a:t>
            </a:r>
            <a:r>
              <a:rPr lang="en-GB" dirty="0"/>
              <a:t> </a:t>
            </a:r>
            <a:r>
              <a:rPr lang="en-GB" dirty="0" err="1"/>
              <a:t>vel</a:t>
            </a:r>
            <a:r>
              <a:rPr lang="en-GB" dirty="0"/>
              <a:t> </a:t>
            </a:r>
            <a:r>
              <a:rPr lang="en-GB" dirty="0" err="1"/>
              <a:t>tincidunt</a:t>
            </a:r>
            <a:r>
              <a:rPr lang="en-GB" dirty="0"/>
              <a:t> mi. Sed </a:t>
            </a:r>
            <a:r>
              <a:rPr lang="en-GB" dirty="0" err="1"/>
              <a:t>tempor</a:t>
            </a:r>
            <a:r>
              <a:rPr lang="en-GB" dirty="0"/>
              <a:t> </a:t>
            </a:r>
            <a:r>
              <a:rPr lang="en-GB" dirty="0" err="1"/>
              <a:t>rutrum</a:t>
            </a:r>
            <a:r>
              <a:rPr lang="en-GB" dirty="0"/>
              <a:t> </a:t>
            </a:r>
            <a:r>
              <a:rPr lang="en-GB" dirty="0" err="1"/>
              <a:t>lectus</a:t>
            </a:r>
            <a:r>
              <a:rPr lang="en-GB" dirty="0"/>
              <a:t>. </a:t>
            </a:r>
            <a:r>
              <a:rPr lang="en-GB" dirty="0" err="1"/>
              <a:t>Mauris</a:t>
            </a:r>
            <a:r>
              <a:rPr lang="en-GB" dirty="0"/>
              <a:t> a </a:t>
            </a:r>
            <a:r>
              <a:rPr lang="en-GB" dirty="0" err="1"/>
              <a:t>diam</a:t>
            </a:r>
            <a:r>
              <a:rPr lang="en-GB" dirty="0"/>
              <a:t> ex. </a:t>
            </a:r>
            <a:r>
              <a:rPr lang="en-GB" dirty="0" err="1"/>
              <a:t>Phasellus</a:t>
            </a:r>
            <a:r>
              <a:rPr lang="en-GB" dirty="0"/>
              <a:t> </a:t>
            </a:r>
            <a:r>
              <a:rPr lang="en-GB" dirty="0" err="1"/>
              <a:t>accumsan</a:t>
            </a:r>
            <a:r>
              <a:rPr lang="en-GB" dirty="0"/>
              <a:t> ligula at </a:t>
            </a:r>
            <a:r>
              <a:rPr lang="en-GB" dirty="0" err="1"/>
              <a:t>tincidunt</a:t>
            </a:r>
            <a:r>
              <a:rPr lang="en-GB" dirty="0"/>
              <a:t> </a:t>
            </a:r>
            <a:r>
              <a:rPr lang="en-GB" dirty="0" err="1"/>
              <a:t>pellentesque</a:t>
            </a:r>
            <a:r>
              <a:rPr lang="en-GB" dirty="0"/>
              <a:t>.</a:t>
            </a:r>
          </a:p>
          <a:p>
            <a:pPr lvl="3"/>
            <a:r>
              <a:rPr lang="en-GB" dirty="0" err="1"/>
              <a:t>Quisque</a:t>
            </a:r>
            <a:r>
              <a:rPr lang="en-GB" dirty="0"/>
              <a:t> </a:t>
            </a:r>
            <a:r>
              <a:rPr lang="en-GB" dirty="0" err="1"/>
              <a:t>vel</a:t>
            </a:r>
            <a:r>
              <a:rPr lang="en-GB" dirty="0"/>
              <a:t> </a:t>
            </a:r>
            <a:r>
              <a:rPr lang="en-GB" dirty="0" err="1"/>
              <a:t>tincidunt</a:t>
            </a:r>
            <a:r>
              <a:rPr lang="en-GB" dirty="0"/>
              <a:t> mi. Sed </a:t>
            </a:r>
            <a:r>
              <a:rPr lang="en-GB" dirty="0" err="1"/>
              <a:t>tempor</a:t>
            </a:r>
            <a:r>
              <a:rPr lang="en-GB" dirty="0"/>
              <a:t> </a:t>
            </a:r>
            <a:r>
              <a:rPr lang="en-GB" dirty="0" err="1"/>
              <a:t>rutrum</a:t>
            </a:r>
            <a:r>
              <a:rPr lang="en-GB" dirty="0"/>
              <a:t> </a:t>
            </a:r>
            <a:r>
              <a:rPr lang="en-GB" dirty="0" err="1"/>
              <a:t>lectus</a:t>
            </a:r>
            <a:r>
              <a:rPr lang="en-GB" dirty="0"/>
              <a:t>. </a:t>
            </a:r>
            <a:r>
              <a:rPr lang="en-GB" dirty="0" err="1"/>
              <a:t>Mauris</a:t>
            </a:r>
            <a:r>
              <a:rPr lang="en-GB" dirty="0"/>
              <a:t> a </a:t>
            </a:r>
            <a:r>
              <a:rPr lang="en-GB" dirty="0" err="1"/>
              <a:t>diam</a:t>
            </a:r>
            <a:r>
              <a:rPr lang="en-GB" dirty="0"/>
              <a:t> ex. </a:t>
            </a:r>
          </a:p>
          <a:p>
            <a:pPr lvl="3"/>
            <a:r>
              <a:rPr lang="en-GB" dirty="0" err="1"/>
              <a:t>Quisque</a:t>
            </a:r>
            <a:r>
              <a:rPr lang="en-GB" dirty="0"/>
              <a:t> </a:t>
            </a:r>
            <a:r>
              <a:rPr lang="en-GB" dirty="0" err="1"/>
              <a:t>vel</a:t>
            </a:r>
            <a:r>
              <a:rPr lang="en-GB" dirty="0"/>
              <a:t> </a:t>
            </a:r>
            <a:r>
              <a:rPr lang="en-GB" dirty="0" err="1"/>
              <a:t>tincidunt</a:t>
            </a:r>
            <a:r>
              <a:rPr lang="en-GB" dirty="0"/>
              <a:t> mi. Sed </a:t>
            </a:r>
            <a:r>
              <a:rPr lang="en-GB" dirty="0" err="1"/>
              <a:t>tempor</a:t>
            </a:r>
            <a:r>
              <a:rPr lang="en-GB" dirty="0"/>
              <a:t> </a:t>
            </a:r>
            <a:r>
              <a:rPr lang="en-GB" dirty="0" err="1"/>
              <a:t>rutrum</a:t>
            </a:r>
            <a:r>
              <a:rPr lang="en-GB" dirty="0"/>
              <a:t> </a:t>
            </a:r>
            <a:r>
              <a:rPr lang="en-GB" dirty="0" err="1"/>
              <a:t>lectus</a:t>
            </a:r>
            <a:r>
              <a:rPr lang="en-GB" dirty="0"/>
              <a:t>. </a:t>
            </a:r>
            <a:r>
              <a:rPr lang="en-GB" dirty="0" err="1"/>
              <a:t>Mauris</a:t>
            </a:r>
            <a:r>
              <a:rPr lang="en-GB" dirty="0"/>
              <a:t> a </a:t>
            </a:r>
            <a:r>
              <a:rPr lang="en-GB" dirty="0" err="1"/>
              <a:t>diam</a:t>
            </a:r>
            <a:r>
              <a:rPr lang="en-GB" dirty="0"/>
              <a:t> ex. </a:t>
            </a:r>
          </a:p>
          <a:p>
            <a:pPr lvl="4"/>
            <a:r>
              <a:rPr lang="en-GB" dirty="0" err="1"/>
              <a:t>Phasellus</a:t>
            </a:r>
            <a:r>
              <a:rPr lang="en-GB" dirty="0"/>
              <a:t> </a:t>
            </a:r>
            <a:r>
              <a:rPr lang="en-GB" dirty="0" err="1"/>
              <a:t>accumsan</a:t>
            </a:r>
            <a:r>
              <a:rPr lang="en-GB" dirty="0"/>
              <a:t> ligula at </a:t>
            </a:r>
            <a:r>
              <a:rPr lang="en-GB" dirty="0" err="1"/>
              <a:t>tincidunt</a:t>
            </a:r>
            <a:r>
              <a:rPr lang="en-GB" dirty="0"/>
              <a:t> </a:t>
            </a:r>
            <a:r>
              <a:rPr lang="en-GB" dirty="0" err="1"/>
              <a:t>pellentesque</a:t>
            </a:r>
            <a:r>
              <a:rPr lang="en-GB" dirty="0"/>
              <a:t>.</a:t>
            </a:r>
          </a:p>
          <a:p>
            <a:pPr lvl="4"/>
            <a:r>
              <a:rPr lang="en-GB" dirty="0" err="1"/>
              <a:t>Phasellus</a:t>
            </a:r>
            <a:r>
              <a:rPr lang="en-GB" dirty="0"/>
              <a:t> </a:t>
            </a:r>
            <a:r>
              <a:rPr lang="en-GB" dirty="0" err="1"/>
              <a:t>accumsan</a:t>
            </a:r>
            <a:r>
              <a:rPr lang="en-GB" dirty="0"/>
              <a:t> ligula at.</a:t>
            </a:r>
          </a:p>
          <a:p>
            <a:endParaRPr lang="en-GB" dirty="0"/>
          </a:p>
          <a:p>
            <a:endParaRPr lang="en-GB" dirty="0"/>
          </a:p>
        </p:txBody>
      </p:sp>
      <p:sp>
        <p:nvSpPr>
          <p:cNvPr id="5" name="Subtitle 4">
            <a:extLst>
              <a:ext uri="{FF2B5EF4-FFF2-40B4-BE49-F238E27FC236}">
                <a16:creationId xmlns:a16="http://schemas.microsoft.com/office/drawing/2014/main" id="{BE53C4C6-55C8-46EA-A76C-8743736F6072}"/>
              </a:ext>
            </a:extLst>
          </p:cNvPr>
          <p:cNvSpPr>
            <a:spLocks noGrp="1"/>
          </p:cNvSpPr>
          <p:nvPr>
            <p:ph type="subTitle" idx="13"/>
          </p:nvPr>
        </p:nvSpPr>
        <p:spPr/>
        <p:txBody>
          <a:bodyPr/>
          <a:lstStyle/>
          <a:p>
            <a:r>
              <a:rPr lang="en-GB"/>
              <a:t>Subheading </a:t>
            </a:r>
          </a:p>
        </p:txBody>
      </p:sp>
      <p:sp>
        <p:nvSpPr>
          <p:cNvPr id="2" name="Text Placeholder 24">
            <a:extLst>
              <a:ext uri="{FF2B5EF4-FFF2-40B4-BE49-F238E27FC236}">
                <a16:creationId xmlns:a16="http://schemas.microsoft.com/office/drawing/2014/main" id="{01D4002B-3B37-4070-7478-2FF4573CF6C0}"/>
              </a:ext>
            </a:extLst>
          </p:cNvPr>
          <p:cNvSpPr txBox="1">
            <a:spLocks/>
          </p:cNvSpPr>
          <p:nvPr/>
        </p:nvSpPr>
        <p:spPr bwMode="gray">
          <a:xfrm>
            <a:off x="3699814" y="1800225"/>
            <a:ext cx="2894866" cy="391628"/>
          </a:xfrm>
          <a:prstGeom prst="rect">
            <a:avLst/>
          </a:prstGeom>
          <a:solidFill>
            <a:srgbClr val="3B3482"/>
          </a:solidFill>
        </p:spPr>
        <p:txBody>
          <a:bodyPr lIns="72000" tIns="72000" rIns="72000" bIns="72000">
            <a:no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dirty="0"/>
              <a:t>Lorem ipsum </a:t>
            </a:r>
            <a:r>
              <a:rPr lang="en-GB" sz="1600" dirty="0" err="1"/>
              <a:t>dolor</a:t>
            </a:r>
            <a:r>
              <a:rPr lang="en-GB" sz="1600" dirty="0"/>
              <a:t> sit </a:t>
            </a:r>
          </a:p>
        </p:txBody>
      </p:sp>
      <p:sp>
        <p:nvSpPr>
          <p:cNvPr id="3" name="Content Placeholder 5">
            <a:extLst>
              <a:ext uri="{FF2B5EF4-FFF2-40B4-BE49-F238E27FC236}">
                <a16:creationId xmlns:a16="http://schemas.microsoft.com/office/drawing/2014/main" id="{A857EB05-ED63-CC07-CCB9-310E8A1F593B}"/>
              </a:ext>
            </a:extLst>
          </p:cNvPr>
          <p:cNvSpPr txBox="1">
            <a:spLocks/>
          </p:cNvSpPr>
          <p:nvPr/>
        </p:nvSpPr>
        <p:spPr>
          <a:xfrm>
            <a:off x="3699814" y="2250759"/>
            <a:ext cx="2894866" cy="4196059"/>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t>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a:t>
            </a:r>
          </a:p>
          <a:p>
            <a:pPr lvl="2"/>
            <a:r>
              <a:rPr lang="en-GB" sz="1400" dirty="0"/>
              <a:t>Cras </a:t>
            </a:r>
            <a:r>
              <a:rPr lang="en-GB" sz="1400" dirty="0" err="1"/>
              <a:t>dolor</a:t>
            </a:r>
            <a:r>
              <a:rPr lang="en-GB" sz="1400" dirty="0"/>
              <a:t> ex, pharetra </a:t>
            </a:r>
            <a:r>
              <a:rPr lang="en-GB" sz="1400" dirty="0" err="1"/>
              <a:t>nec</a:t>
            </a:r>
            <a:r>
              <a:rPr lang="en-GB" sz="1400" dirty="0"/>
              <a:t> pharetra at, </a:t>
            </a:r>
            <a:r>
              <a:rPr lang="en-GB" sz="1400" dirty="0" err="1"/>
              <a:t>condimentum</a:t>
            </a:r>
            <a:r>
              <a:rPr lang="en-GB" sz="1400" dirty="0"/>
              <a:t> a </a:t>
            </a:r>
            <a:r>
              <a:rPr lang="en-GB" sz="1400" dirty="0" err="1"/>
              <a:t>tortor</a:t>
            </a:r>
            <a:r>
              <a:rPr lang="en-GB" sz="1400" dirty="0"/>
              <a:t>. </a:t>
            </a:r>
          </a:p>
          <a:p>
            <a:pPr lvl="2"/>
            <a:r>
              <a:rPr lang="en-GB" sz="1400" dirty="0"/>
              <a:t>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ac tempus </a:t>
            </a:r>
            <a:r>
              <a:rPr lang="en-GB" sz="1400" dirty="0" err="1"/>
              <a:t>mauris</a:t>
            </a:r>
            <a:r>
              <a:rPr lang="en-GB" sz="1400" dirty="0"/>
              <a:t>. </a:t>
            </a:r>
          </a:p>
          <a:p>
            <a:pPr lvl="2"/>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r>
              <a:rPr lang="en-GB" sz="1400" dirty="0" err="1"/>
              <a:t>Phasellus</a:t>
            </a:r>
            <a:r>
              <a:rPr lang="en-GB" sz="1400" dirty="0"/>
              <a:t> </a:t>
            </a:r>
            <a:r>
              <a:rPr lang="en-GB" sz="1400" dirty="0" err="1"/>
              <a:t>accumsan</a:t>
            </a:r>
            <a:r>
              <a:rPr lang="en-GB" sz="1400" dirty="0"/>
              <a:t> ligula at </a:t>
            </a:r>
            <a:r>
              <a:rPr lang="en-GB" sz="1400" dirty="0" err="1"/>
              <a:t>tincidunt</a:t>
            </a:r>
            <a:r>
              <a:rPr lang="en-GB" sz="1400" dirty="0"/>
              <a:t> </a:t>
            </a:r>
            <a:r>
              <a:rPr lang="en-GB" sz="1400" dirty="0" err="1"/>
              <a:t>pellentesque</a:t>
            </a:r>
            <a:r>
              <a:rPr lang="en-GB" sz="1400" dirty="0"/>
              <a:t>.</a:t>
            </a:r>
          </a:p>
          <a:p>
            <a:pPr lvl="3"/>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p>
          <a:p>
            <a:pPr lvl="3"/>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p>
        </p:txBody>
      </p:sp>
      <p:sp>
        <p:nvSpPr>
          <p:cNvPr id="10" name="Text Placeholder 24">
            <a:extLst>
              <a:ext uri="{FF2B5EF4-FFF2-40B4-BE49-F238E27FC236}">
                <a16:creationId xmlns:a16="http://schemas.microsoft.com/office/drawing/2014/main" id="{E1BC4AA7-CD40-1C68-0679-C6DFBEC57E68}"/>
              </a:ext>
            </a:extLst>
          </p:cNvPr>
          <p:cNvSpPr txBox="1">
            <a:spLocks/>
          </p:cNvSpPr>
          <p:nvPr/>
        </p:nvSpPr>
        <p:spPr bwMode="gray">
          <a:xfrm>
            <a:off x="6864394" y="1800225"/>
            <a:ext cx="2894866" cy="391628"/>
          </a:xfrm>
          <a:prstGeom prst="rect">
            <a:avLst/>
          </a:prstGeom>
          <a:solidFill>
            <a:srgbClr val="3B3482"/>
          </a:solidFill>
        </p:spPr>
        <p:txBody>
          <a:bodyPr lIns="72000" tIns="72000" rIns="72000" bIns="72000">
            <a:no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a:t>Lorem ipsum </a:t>
            </a:r>
            <a:r>
              <a:rPr lang="en-GB" sz="1600" err="1"/>
              <a:t>dolor</a:t>
            </a:r>
            <a:r>
              <a:rPr lang="en-GB" sz="1600"/>
              <a:t> sit </a:t>
            </a:r>
          </a:p>
        </p:txBody>
      </p:sp>
      <p:sp>
        <p:nvSpPr>
          <p:cNvPr id="11" name="Content Placeholder 5">
            <a:extLst>
              <a:ext uri="{FF2B5EF4-FFF2-40B4-BE49-F238E27FC236}">
                <a16:creationId xmlns:a16="http://schemas.microsoft.com/office/drawing/2014/main" id="{8F33119D-D694-C74D-3E86-273644A4F8F3}"/>
              </a:ext>
            </a:extLst>
          </p:cNvPr>
          <p:cNvSpPr txBox="1">
            <a:spLocks/>
          </p:cNvSpPr>
          <p:nvPr/>
        </p:nvSpPr>
        <p:spPr>
          <a:xfrm>
            <a:off x="6864394" y="2250759"/>
            <a:ext cx="2894866" cy="4196059"/>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t>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a:t>
            </a:r>
          </a:p>
          <a:p>
            <a:pPr lvl="2"/>
            <a:r>
              <a:rPr lang="en-GB" sz="1400" dirty="0"/>
              <a:t>Cras </a:t>
            </a:r>
            <a:r>
              <a:rPr lang="en-GB" sz="1400" dirty="0" err="1"/>
              <a:t>dolor</a:t>
            </a:r>
            <a:r>
              <a:rPr lang="en-GB" sz="1400" dirty="0"/>
              <a:t> ex, pharetra </a:t>
            </a:r>
            <a:r>
              <a:rPr lang="en-GB" sz="1400" dirty="0" err="1"/>
              <a:t>nec</a:t>
            </a:r>
            <a:r>
              <a:rPr lang="en-GB" sz="1400" dirty="0"/>
              <a:t> pharetra at, </a:t>
            </a:r>
            <a:r>
              <a:rPr lang="en-GB" sz="1400" dirty="0" err="1"/>
              <a:t>condimentum</a:t>
            </a:r>
            <a:r>
              <a:rPr lang="en-GB" sz="1400" dirty="0"/>
              <a:t> a </a:t>
            </a:r>
            <a:r>
              <a:rPr lang="en-GB" sz="1400" dirty="0" err="1"/>
              <a:t>tortor</a:t>
            </a:r>
            <a:r>
              <a:rPr lang="en-GB" sz="1400" dirty="0"/>
              <a:t>. </a:t>
            </a:r>
          </a:p>
          <a:p>
            <a:pPr lvl="2"/>
            <a:r>
              <a:rPr lang="en-GB" sz="1400" dirty="0"/>
              <a:t>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ac tempus </a:t>
            </a:r>
            <a:r>
              <a:rPr lang="en-GB" sz="1400" dirty="0" err="1"/>
              <a:t>mauris</a:t>
            </a:r>
            <a:r>
              <a:rPr lang="en-GB" sz="1400" dirty="0"/>
              <a:t>. </a:t>
            </a:r>
          </a:p>
          <a:p>
            <a:pPr lvl="2"/>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r>
              <a:rPr lang="en-GB" sz="1400" dirty="0" err="1"/>
              <a:t>Phasellus</a:t>
            </a:r>
            <a:r>
              <a:rPr lang="en-GB" sz="1400" dirty="0"/>
              <a:t> </a:t>
            </a:r>
            <a:r>
              <a:rPr lang="en-GB" sz="1400" dirty="0" err="1"/>
              <a:t>accumsan</a:t>
            </a:r>
            <a:r>
              <a:rPr lang="en-GB" sz="1400" dirty="0"/>
              <a:t> ligula at </a:t>
            </a:r>
            <a:r>
              <a:rPr lang="en-GB" sz="1400" dirty="0" err="1"/>
              <a:t>tincidunt</a:t>
            </a:r>
            <a:r>
              <a:rPr lang="en-GB" sz="1400" dirty="0"/>
              <a:t> </a:t>
            </a:r>
            <a:r>
              <a:rPr lang="en-GB" sz="1400" dirty="0" err="1"/>
              <a:t>pellentesque</a:t>
            </a:r>
            <a:r>
              <a:rPr lang="en-GB" sz="1400" dirty="0"/>
              <a:t>.</a:t>
            </a:r>
          </a:p>
          <a:p>
            <a:pPr lvl="3"/>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p>
          <a:p>
            <a:pPr lvl="3"/>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p>
        </p:txBody>
      </p:sp>
      <p:sp>
        <p:nvSpPr>
          <p:cNvPr id="12" name="Text Placeholder 24">
            <a:extLst>
              <a:ext uri="{FF2B5EF4-FFF2-40B4-BE49-F238E27FC236}">
                <a16:creationId xmlns:a16="http://schemas.microsoft.com/office/drawing/2014/main" id="{218BD5F8-E744-7E2F-8228-E5AAE6C76AB2}"/>
              </a:ext>
            </a:extLst>
          </p:cNvPr>
          <p:cNvSpPr txBox="1">
            <a:spLocks/>
          </p:cNvSpPr>
          <p:nvPr/>
        </p:nvSpPr>
        <p:spPr bwMode="gray">
          <a:xfrm>
            <a:off x="10028972" y="1800225"/>
            <a:ext cx="2894866" cy="391628"/>
          </a:xfrm>
          <a:prstGeom prst="rect">
            <a:avLst/>
          </a:prstGeom>
          <a:solidFill>
            <a:srgbClr val="3B3482"/>
          </a:solidFill>
        </p:spPr>
        <p:txBody>
          <a:bodyPr lIns="72000" tIns="72000" rIns="72000" bIns="72000">
            <a:no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a:t>Lorem ipsum </a:t>
            </a:r>
            <a:r>
              <a:rPr lang="en-GB" sz="1600" err="1"/>
              <a:t>dolor</a:t>
            </a:r>
            <a:r>
              <a:rPr lang="en-GB" sz="1600"/>
              <a:t> sit </a:t>
            </a:r>
          </a:p>
        </p:txBody>
      </p:sp>
      <p:sp>
        <p:nvSpPr>
          <p:cNvPr id="13" name="Content Placeholder 5">
            <a:extLst>
              <a:ext uri="{FF2B5EF4-FFF2-40B4-BE49-F238E27FC236}">
                <a16:creationId xmlns:a16="http://schemas.microsoft.com/office/drawing/2014/main" id="{14C0AC30-10E0-E760-7287-EF42D3EFC120}"/>
              </a:ext>
            </a:extLst>
          </p:cNvPr>
          <p:cNvSpPr txBox="1">
            <a:spLocks/>
          </p:cNvSpPr>
          <p:nvPr/>
        </p:nvSpPr>
        <p:spPr>
          <a:xfrm>
            <a:off x="10028972" y="2250759"/>
            <a:ext cx="2894866" cy="4196059"/>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t>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a:t>
            </a:r>
          </a:p>
          <a:p>
            <a:pPr lvl="2"/>
            <a:r>
              <a:rPr lang="en-GB" sz="1400" dirty="0"/>
              <a:t>Cras </a:t>
            </a:r>
            <a:r>
              <a:rPr lang="en-GB" sz="1400" dirty="0" err="1"/>
              <a:t>dolor</a:t>
            </a:r>
            <a:r>
              <a:rPr lang="en-GB" sz="1400" dirty="0"/>
              <a:t> ex, pharetra </a:t>
            </a:r>
            <a:r>
              <a:rPr lang="en-GB" sz="1400" dirty="0" err="1"/>
              <a:t>nec</a:t>
            </a:r>
            <a:r>
              <a:rPr lang="en-GB" sz="1400" dirty="0"/>
              <a:t> pharetra at, </a:t>
            </a:r>
            <a:r>
              <a:rPr lang="en-GB" sz="1400" dirty="0" err="1"/>
              <a:t>condimentum</a:t>
            </a:r>
            <a:r>
              <a:rPr lang="en-GB" sz="1400" dirty="0"/>
              <a:t> a </a:t>
            </a:r>
            <a:r>
              <a:rPr lang="en-GB" sz="1400" dirty="0" err="1"/>
              <a:t>tortor</a:t>
            </a:r>
            <a:r>
              <a:rPr lang="en-GB" sz="1400" dirty="0"/>
              <a:t>. </a:t>
            </a:r>
          </a:p>
          <a:p>
            <a:pPr lvl="2"/>
            <a:r>
              <a:rPr lang="en-GB" sz="1400" dirty="0"/>
              <a:t>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ac tempus </a:t>
            </a:r>
            <a:r>
              <a:rPr lang="en-GB" sz="1400" dirty="0" err="1"/>
              <a:t>mauris</a:t>
            </a:r>
            <a:r>
              <a:rPr lang="en-GB" sz="1400" dirty="0"/>
              <a:t>. </a:t>
            </a:r>
          </a:p>
          <a:p>
            <a:pPr lvl="2"/>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r>
              <a:rPr lang="en-GB" sz="1400" dirty="0" err="1"/>
              <a:t>Phasellus</a:t>
            </a:r>
            <a:r>
              <a:rPr lang="en-GB" sz="1400" dirty="0"/>
              <a:t> </a:t>
            </a:r>
            <a:r>
              <a:rPr lang="en-GB" sz="1400" dirty="0" err="1"/>
              <a:t>accumsan</a:t>
            </a:r>
            <a:r>
              <a:rPr lang="en-GB" sz="1400" dirty="0"/>
              <a:t> ligula at </a:t>
            </a:r>
            <a:r>
              <a:rPr lang="en-GB" sz="1400" dirty="0" err="1"/>
              <a:t>tincidunt</a:t>
            </a:r>
            <a:r>
              <a:rPr lang="en-GB" sz="1400" dirty="0"/>
              <a:t> </a:t>
            </a:r>
            <a:r>
              <a:rPr lang="en-GB" sz="1400" dirty="0" err="1"/>
              <a:t>pellentesque</a:t>
            </a:r>
            <a:r>
              <a:rPr lang="en-GB" sz="1400" dirty="0"/>
              <a:t>.</a:t>
            </a:r>
          </a:p>
          <a:p>
            <a:pPr lvl="3"/>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p>
          <a:p>
            <a:pPr lvl="3"/>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p>
        </p:txBody>
      </p:sp>
    </p:spTree>
    <p:extLst>
      <p:ext uri="{BB962C8B-B14F-4D97-AF65-F5344CB8AC3E}">
        <p14:creationId xmlns:p14="http://schemas.microsoft.com/office/powerpoint/2010/main" val="2660449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a:extLst>
              <a:ext uri="{FF2B5EF4-FFF2-40B4-BE49-F238E27FC236}">
                <a16:creationId xmlns:a16="http://schemas.microsoft.com/office/drawing/2014/main" id="{86A6759E-BBE0-7079-4358-B9E76D538665}"/>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1ABDE47D-7296-A0B3-F3EF-66067FBDD4F5}"/>
              </a:ext>
            </a:extLst>
          </p:cNvPr>
          <p:cNvSpPr>
            <a:spLocks noGrp="1"/>
          </p:cNvSpPr>
          <p:nvPr>
            <p:ph type="title"/>
          </p:nvPr>
        </p:nvSpPr>
        <p:spPr>
          <a:xfrm>
            <a:off x="539750" y="539750"/>
            <a:ext cx="12384088" cy="544513"/>
          </a:xfrm>
        </p:spPr>
        <p:txBody>
          <a:bodyPr/>
          <a:lstStyle/>
          <a:p>
            <a:r>
              <a:rPr lang="en-GB"/>
              <a:t>Layout option</a:t>
            </a:r>
          </a:p>
        </p:txBody>
      </p:sp>
      <p:sp>
        <p:nvSpPr>
          <p:cNvPr id="5" name="Picture Placeholder 10">
            <a:extLst>
              <a:ext uri="{FF2B5EF4-FFF2-40B4-BE49-F238E27FC236}">
                <a16:creationId xmlns:a16="http://schemas.microsoft.com/office/drawing/2014/main" id="{6622D12B-EDBF-5F81-4D53-28CDA870C6C6}"/>
              </a:ext>
            </a:extLst>
          </p:cNvPr>
          <p:cNvSpPr txBox="1">
            <a:spLocks/>
          </p:cNvSpPr>
          <p:nvPr/>
        </p:nvSpPr>
        <p:spPr>
          <a:xfrm>
            <a:off x="8312757" y="-1"/>
            <a:ext cx="5150831" cy="6845301"/>
          </a:xfrm>
          <a:custGeom>
            <a:avLst/>
            <a:gdLst>
              <a:gd name="connsiteX0" fmla="*/ 1176586 w 3230930"/>
              <a:gd name="connsiteY0" fmla="*/ 0 h 4205474"/>
              <a:gd name="connsiteX1" fmla="*/ 3230930 w 3230930"/>
              <a:gd name="connsiteY1" fmla="*/ 0 h 4205474"/>
              <a:gd name="connsiteX2" fmla="*/ 3230930 w 3230930"/>
              <a:gd name="connsiteY2" fmla="*/ 3961737 h 4205474"/>
              <a:gd name="connsiteX3" fmla="*/ 3090694 w 3230930"/>
              <a:gd name="connsiteY3" fmla="*/ 4029658 h 4205474"/>
              <a:gd name="connsiteX4" fmla="*/ 2225065 w 3230930"/>
              <a:gd name="connsiteY4" fmla="*/ 4205474 h 4205474"/>
              <a:gd name="connsiteX5" fmla="*/ 0 w 3230930"/>
              <a:gd name="connsiteY5" fmla="*/ 1970220 h 4205474"/>
              <a:gd name="connsiteX6" fmla="*/ 1164964 w 3230930"/>
              <a:gd name="connsiteY6" fmla="*/ 5642 h 420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30930" h="4205474">
                <a:moveTo>
                  <a:pt x="1176586" y="0"/>
                </a:moveTo>
                <a:lnTo>
                  <a:pt x="3230930" y="0"/>
                </a:lnTo>
                <a:lnTo>
                  <a:pt x="3230930" y="3961737"/>
                </a:lnTo>
                <a:lnTo>
                  <a:pt x="3090694" y="4029658"/>
                </a:lnTo>
                <a:cubicBezTo>
                  <a:pt x="2824540" y="4142856"/>
                  <a:pt x="2532002" y="4205474"/>
                  <a:pt x="2225065" y="4205474"/>
                </a:cubicBezTo>
                <a:cubicBezTo>
                  <a:pt x="997317" y="4205474"/>
                  <a:pt x="0" y="3200143"/>
                  <a:pt x="0" y="1970220"/>
                </a:cubicBezTo>
                <a:cubicBezTo>
                  <a:pt x="0" y="1124648"/>
                  <a:pt x="471388" y="385213"/>
                  <a:pt x="1164964" y="5642"/>
                </a:cubicBezTo>
                <a:close/>
              </a:path>
            </a:pathLst>
          </a:custGeom>
          <a:blipFill>
            <a:blip r:embed="rId2"/>
            <a:stretch>
              <a:fillRect/>
            </a:stretch>
          </a:blipFill>
        </p:spPr>
        <p:txBody>
          <a:bodyPr vert="horz" wrap="square" lIns="0" tIns="0" rIns="0" bIns="0" rtlCol="0" anchor="ctr">
            <a:noAutofit/>
          </a:bodyPr>
          <a:lstStyle>
            <a:lvl1pPr marL="0" indent="0" algn="ctr" defTabSz="802072" rtl="0" eaLnBrk="1" latinLnBrk="0" hangingPunct="1">
              <a:lnSpc>
                <a:spcPct val="100000"/>
              </a:lnSpc>
              <a:spcBef>
                <a:spcPts val="600"/>
              </a:spcBef>
              <a:spcAft>
                <a:spcPts val="600"/>
              </a:spcAft>
              <a:buFont typeface="Arial" panose="020B0604020202020204" pitchFamily="34" charset="0"/>
              <a:buNone/>
              <a:tabLst/>
              <a:defRPr sz="1511" b="0" i="0" kern="1200">
                <a:solidFill>
                  <a:schemeClr val="accent6"/>
                </a:solidFill>
                <a:latin typeface="TT Hoves Light" panose="02000503020000020004" pitchFamily="50" charset="0"/>
                <a:ea typeface="+mn-ea"/>
                <a:cs typeface="+mn-cs"/>
              </a:defRPr>
            </a:lvl1pPr>
            <a:lvl2pPr marL="401036" indent="0" algn="ctr" defTabSz="802072" rtl="0" eaLnBrk="1" latinLnBrk="0" hangingPunct="1">
              <a:lnSpc>
                <a:spcPct val="100000"/>
              </a:lnSpc>
              <a:spcBef>
                <a:spcPts val="0"/>
              </a:spcBef>
              <a:spcAft>
                <a:spcPts val="600"/>
              </a:spcAft>
              <a:buFont typeface="Arial" panose="020B0604020202020204" pitchFamily="34" charset="0"/>
              <a:buNone/>
              <a:tabLst/>
              <a:defRPr sz="1754" b="1" i="0" kern="1200">
                <a:solidFill>
                  <a:schemeClr val="tx1"/>
                </a:solidFill>
                <a:latin typeface="+mj-lt"/>
                <a:ea typeface="+mn-ea"/>
                <a:cs typeface="+mn-cs"/>
              </a:defRPr>
            </a:lvl2pPr>
            <a:lvl3pPr marL="802072" indent="0" algn="ctr" defTabSz="802072" rtl="0" eaLnBrk="1" latinLnBrk="0" hangingPunct="1">
              <a:lnSpc>
                <a:spcPct val="100000"/>
              </a:lnSpc>
              <a:spcBef>
                <a:spcPts val="0"/>
              </a:spcBef>
              <a:spcAft>
                <a:spcPts val="600"/>
              </a:spcAft>
              <a:buClrTx/>
              <a:buFont typeface="Arial" panose="020B0604020202020204" pitchFamily="34" charset="0"/>
              <a:buNone/>
              <a:tabLst/>
              <a:defRPr sz="1579" b="0" i="0" kern="1200">
                <a:solidFill>
                  <a:schemeClr val="tx1"/>
                </a:solidFill>
                <a:latin typeface="+mn-lt"/>
                <a:ea typeface="+mn-ea"/>
                <a:cs typeface="+mn-cs"/>
              </a:defRPr>
            </a:lvl3pPr>
            <a:lvl4pPr marL="1203107" indent="0" algn="ctr" defTabSz="802072" rtl="0" eaLnBrk="1" latinLnBrk="0" hangingPunct="1">
              <a:lnSpc>
                <a:spcPct val="100000"/>
              </a:lnSpc>
              <a:spcBef>
                <a:spcPts val="0"/>
              </a:spcBef>
              <a:spcAft>
                <a:spcPts val="600"/>
              </a:spcAft>
              <a:buClrTx/>
              <a:buSzPct val="100000"/>
              <a:buFont typeface="Arial" panose="020B0604020202020204" pitchFamily="34" charset="0"/>
              <a:buNone/>
              <a:tabLst/>
              <a:defRPr sz="1404" b="0" i="0" kern="1200">
                <a:solidFill>
                  <a:schemeClr val="tx1"/>
                </a:solidFill>
                <a:latin typeface="+mn-lt"/>
                <a:ea typeface="+mn-ea"/>
                <a:cs typeface="+mn-cs"/>
              </a:defRPr>
            </a:lvl4pPr>
            <a:lvl5pPr marL="1604143"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5pPr>
            <a:lvl6pPr marL="2005179"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6pPr>
            <a:lvl7pPr marL="2406215"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7pPr>
            <a:lvl8pPr marL="2807251"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8pPr>
            <a:lvl9pPr marL="3208286"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9pPr>
          </a:lstStyle>
          <a:p>
            <a:pPr lvl="3" algn="l"/>
            <a:r>
              <a:rPr lang="en-GB" sz="1600" dirty="0">
                <a:solidFill>
                  <a:schemeClr val="bg1"/>
                </a:solidFill>
              </a:rPr>
              <a:t>To insert an image within this shape</a:t>
            </a:r>
          </a:p>
          <a:p>
            <a:pPr marL="1546007" lvl="3" indent="-342900" algn="l">
              <a:buAutoNum type="arabicParenR"/>
            </a:pPr>
            <a:r>
              <a:rPr lang="en-GB" sz="1600" dirty="0">
                <a:solidFill>
                  <a:schemeClr val="bg1"/>
                </a:solidFill>
              </a:rPr>
              <a:t>Right click on this shape </a:t>
            </a:r>
          </a:p>
          <a:p>
            <a:pPr marL="1546007" lvl="3" indent="-342900" algn="l">
              <a:buAutoNum type="arabicParenR"/>
            </a:pPr>
            <a:r>
              <a:rPr lang="en-GB" sz="1600" dirty="0">
                <a:solidFill>
                  <a:schemeClr val="bg1"/>
                </a:solidFill>
              </a:rPr>
              <a:t>Select </a:t>
            </a:r>
            <a:r>
              <a:rPr lang="en-GB" sz="1600" b="1" dirty="0">
                <a:solidFill>
                  <a:schemeClr val="bg1"/>
                </a:solidFill>
                <a:latin typeface="+mj-lt"/>
              </a:rPr>
              <a:t>shape options</a:t>
            </a:r>
          </a:p>
          <a:p>
            <a:pPr marL="1546007" lvl="3" indent="-342900" algn="l">
              <a:buFont typeface="Arial" panose="020B0604020202020204" pitchFamily="34" charset="0"/>
              <a:buAutoNum type="arabicParenR"/>
            </a:pPr>
            <a:r>
              <a:rPr lang="en-GB" sz="1600" dirty="0">
                <a:solidFill>
                  <a:schemeClr val="bg1"/>
                </a:solidFill>
              </a:rPr>
              <a:t>Click onto </a:t>
            </a:r>
            <a:r>
              <a:rPr lang="en-GB" sz="1600" b="1" dirty="0">
                <a:solidFill>
                  <a:schemeClr val="bg1"/>
                </a:solidFill>
                <a:latin typeface="+mj-lt"/>
              </a:rPr>
              <a:t>Picture or texture fill </a:t>
            </a:r>
          </a:p>
          <a:p>
            <a:pPr marL="1546007" lvl="3" indent="-342900" algn="l">
              <a:buAutoNum type="arabicParenR"/>
            </a:pPr>
            <a:r>
              <a:rPr lang="en-GB" sz="1600" dirty="0">
                <a:solidFill>
                  <a:schemeClr val="bg1"/>
                </a:solidFill>
              </a:rPr>
              <a:t>Select the </a:t>
            </a:r>
            <a:r>
              <a:rPr lang="en-GB" sz="1600" b="1" dirty="0">
                <a:solidFill>
                  <a:schemeClr val="bg1"/>
                </a:solidFill>
                <a:latin typeface="+mj-lt"/>
              </a:rPr>
              <a:t>Insert</a:t>
            </a:r>
            <a:r>
              <a:rPr lang="en-GB" sz="1600" b="1" dirty="0">
                <a:solidFill>
                  <a:schemeClr val="bg1"/>
                </a:solidFill>
              </a:rPr>
              <a:t> </a:t>
            </a:r>
            <a:r>
              <a:rPr lang="en-GB" sz="1600" dirty="0">
                <a:solidFill>
                  <a:schemeClr val="bg1"/>
                </a:solidFill>
              </a:rPr>
              <a:t>button which can </a:t>
            </a:r>
            <a:br>
              <a:rPr lang="en-GB" sz="1600" dirty="0">
                <a:solidFill>
                  <a:schemeClr val="bg1"/>
                </a:solidFill>
              </a:rPr>
            </a:br>
            <a:r>
              <a:rPr lang="en-GB" sz="1600" dirty="0">
                <a:solidFill>
                  <a:schemeClr val="bg1"/>
                </a:solidFill>
              </a:rPr>
              <a:t>be found under </a:t>
            </a:r>
            <a:r>
              <a:rPr lang="en-GB" sz="1600" b="1" dirty="0">
                <a:solidFill>
                  <a:schemeClr val="bg1"/>
                </a:solidFill>
                <a:latin typeface="+mj-lt"/>
              </a:rPr>
              <a:t>picture source </a:t>
            </a:r>
          </a:p>
        </p:txBody>
      </p:sp>
      <p:grpSp>
        <p:nvGrpSpPr>
          <p:cNvPr id="16" name="Group 15">
            <a:extLst>
              <a:ext uri="{FF2B5EF4-FFF2-40B4-BE49-F238E27FC236}">
                <a16:creationId xmlns:a16="http://schemas.microsoft.com/office/drawing/2014/main" id="{BDB9E270-976B-F2C7-3216-4E3149ECF315}"/>
              </a:ext>
            </a:extLst>
          </p:cNvPr>
          <p:cNvGrpSpPr/>
          <p:nvPr/>
        </p:nvGrpSpPr>
        <p:grpSpPr>
          <a:xfrm>
            <a:off x="538160" y="1872040"/>
            <a:ext cx="7261133" cy="4465261"/>
            <a:chOff x="538161" y="1872040"/>
            <a:chExt cx="4706940" cy="4465261"/>
          </a:xfrm>
        </p:grpSpPr>
        <p:sp>
          <p:nvSpPr>
            <p:cNvPr id="17" name="Text Placeholder 6">
              <a:extLst>
                <a:ext uri="{FF2B5EF4-FFF2-40B4-BE49-F238E27FC236}">
                  <a16:creationId xmlns:a16="http://schemas.microsoft.com/office/drawing/2014/main" id="{F61851C5-F529-6C21-7D56-3238E9A1025D}"/>
                </a:ext>
              </a:extLst>
            </p:cNvPr>
            <p:cNvSpPr txBox="1">
              <a:spLocks/>
            </p:cNvSpPr>
            <p:nvPr/>
          </p:nvSpPr>
          <p:spPr>
            <a:xfrm>
              <a:off x="538164" y="2381251"/>
              <a:ext cx="2201513" cy="3956050"/>
            </a:xfrm>
            <a:prstGeom prst="rect">
              <a:avLst/>
            </a:prstGeom>
          </p:spPr>
          <p:txBody>
            <a:bodyPr lIns="0" tIns="0" rIns="0" bIns="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sz="1400" dirty="0"/>
                <a:t>Cras </a:t>
              </a:r>
              <a:r>
                <a:rPr lang="en-GB" sz="1400" dirty="0" err="1"/>
                <a:t>dolor</a:t>
              </a:r>
              <a:r>
                <a:rPr lang="en-GB" sz="1400" dirty="0"/>
                <a:t> ex, pharetra </a:t>
              </a:r>
              <a:r>
                <a:rPr lang="en-GB" sz="1400" dirty="0" err="1"/>
                <a:t>nec</a:t>
              </a:r>
              <a:r>
                <a:rPr lang="en-GB" sz="1400" dirty="0"/>
                <a:t> pharetra at, </a:t>
              </a:r>
              <a:r>
                <a:rPr lang="en-GB" sz="1400" dirty="0" err="1"/>
                <a:t>condimentum</a:t>
              </a:r>
              <a:r>
                <a:rPr lang="en-GB" sz="1400" dirty="0"/>
                <a:t> a </a:t>
              </a:r>
              <a:r>
                <a:rPr lang="en-GB" sz="1400" dirty="0" err="1"/>
                <a:t>tortor</a:t>
              </a:r>
              <a:r>
                <a:rPr lang="en-GB" sz="1400" dirty="0"/>
                <a:t>. </a:t>
              </a:r>
            </a:p>
            <a:p>
              <a:pPr lvl="2"/>
              <a:r>
                <a:rPr lang="en-GB" sz="1400" dirty="0"/>
                <a:t>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ac tempus </a:t>
              </a:r>
              <a:r>
                <a:rPr lang="en-GB" sz="1400" dirty="0" err="1"/>
                <a:t>mauris</a:t>
              </a:r>
              <a:r>
                <a:rPr lang="en-GB" sz="1400" dirty="0"/>
                <a:t> </a:t>
              </a:r>
              <a:r>
                <a:rPr lang="en-GB" sz="1400" dirty="0" err="1"/>
                <a:t>ullamcorper</a:t>
              </a:r>
              <a:r>
                <a:rPr lang="en-GB" sz="1400" dirty="0"/>
                <a:t> id. </a:t>
              </a:r>
            </a:p>
            <a:p>
              <a:pPr lvl="2"/>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r>
                <a:rPr lang="en-GB" sz="1400" dirty="0" err="1"/>
                <a:t>Phasellus</a:t>
              </a:r>
              <a:r>
                <a:rPr lang="en-GB" sz="1400" dirty="0"/>
                <a:t> </a:t>
              </a:r>
              <a:r>
                <a:rPr lang="en-GB" sz="1400" dirty="0" err="1"/>
                <a:t>accumsan</a:t>
              </a:r>
              <a:r>
                <a:rPr lang="en-GB" sz="1400" dirty="0"/>
                <a:t> ligula at </a:t>
              </a:r>
              <a:r>
                <a:rPr lang="en-GB" sz="1400" dirty="0" err="1"/>
                <a:t>tincidunt</a:t>
              </a:r>
              <a:r>
                <a:rPr lang="en-GB" sz="1400" dirty="0"/>
                <a:t> </a:t>
              </a:r>
              <a:r>
                <a:rPr lang="en-GB" sz="1400" dirty="0" err="1"/>
                <a:t>pellentesque</a:t>
              </a:r>
              <a:r>
                <a:rPr lang="en-GB" sz="1400" dirty="0"/>
                <a:t>.</a:t>
              </a:r>
            </a:p>
            <a:p>
              <a:pPr lvl="3"/>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p>
            <a:p>
              <a:pPr lvl="4"/>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p>
            <a:p>
              <a:pPr lvl="5"/>
              <a:r>
                <a:rPr lang="en-GB" sz="1400" dirty="0" err="1"/>
                <a:t>Phasellus</a:t>
              </a:r>
              <a:r>
                <a:rPr lang="en-GB" sz="1400" dirty="0"/>
                <a:t> </a:t>
              </a:r>
              <a:r>
                <a:rPr lang="en-GB" sz="1400" dirty="0" err="1"/>
                <a:t>accumsan</a:t>
              </a:r>
              <a:r>
                <a:rPr lang="en-GB" sz="1400" dirty="0"/>
                <a:t> ligula at </a:t>
              </a:r>
              <a:r>
                <a:rPr lang="en-GB" sz="1400" dirty="0" err="1"/>
                <a:t>tincidunt</a:t>
              </a:r>
              <a:r>
                <a:rPr lang="en-GB" sz="1400" dirty="0"/>
                <a:t> </a:t>
              </a:r>
              <a:r>
                <a:rPr lang="en-GB" sz="1400" dirty="0" err="1"/>
                <a:t>pellentesque</a:t>
              </a:r>
              <a:r>
                <a:rPr lang="en-GB" sz="1400" dirty="0"/>
                <a:t>.</a:t>
              </a:r>
            </a:p>
            <a:p>
              <a:endParaRPr lang="en-GB" dirty="0"/>
            </a:p>
          </p:txBody>
        </p:sp>
        <p:sp>
          <p:nvSpPr>
            <p:cNvPr id="18" name="Text Placeholder 6">
              <a:extLst>
                <a:ext uri="{FF2B5EF4-FFF2-40B4-BE49-F238E27FC236}">
                  <a16:creationId xmlns:a16="http://schemas.microsoft.com/office/drawing/2014/main" id="{023F4D72-B779-BC0D-4BF0-26E95E43AF87}"/>
                </a:ext>
              </a:extLst>
            </p:cNvPr>
            <p:cNvSpPr txBox="1">
              <a:spLocks/>
            </p:cNvSpPr>
            <p:nvPr/>
          </p:nvSpPr>
          <p:spPr>
            <a:xfrm>
              <a:off x="3043588" y="2381251"/>
              <a:ext cx="2201513" cy="3956050"/>
            </a:xfrm>
            <a:prstGeom prst="rect">
              <a:avLst/>
            </a:prstGeom>
          </p:spPr>
          <p:txBody>
            <a:bodyPr lIns="0" tIns="0" rIns="0" bIns="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1"/>
              <a:r>
                <a:rPr lang="en-GB" sz="1400" dirty="0"/>
                <a:t>Cras </a:t>
              </a:r>
              <a:r>
                <a:rPr lang="en-GB" sz="1400" dirty="0" err="1"/>
                <a:t>dolor</a:t>
              </a:r>
              <a:r>
                <a:rPr lang="en-GB" sz="1400" dirty="0"/>
                <a:t> ex, pharetra </a:t>
              </a:r>
              <a:r>
                <a:rPr lang="en-GB" sz="1400" dirty="0" err="1"/>
                <a:t>nec</a:t>
              </a:r>
              <a:r>
                <a:rPr lang="en-GB" sz="1400" dirty="0"/>
                <a:t> pharetra at, </a:t>
              </a:r>
              <a:r>
                <a:rPr lang="en-GB" sz="1400" dirty="0" err="1"/>
                <a:t>condimentum</a:t>
              </a:r>
              <a:r>
                <a:rPr lang="en-GB" sz="1400" dirty="0"/>
                <a:t> a </a:t>
              </a:r>
              <a:r>
                <a:rPr lang="en-GB" sz="1400" dirty="0" err="1"/>
                <a:t>tortor</a:t>
              </a:r>
              <a:r>
                <a:rPr lang="en-GB" sz="1400" dirty="0"/>
                <a:t>. </a:t>
              </a:r>
            </a:p>
            <a:p>
              <a:pPr lvl="2"/>
              <a:r>
                <a:rPr lang="en-GB" sz="1400" dirty="0"/>
                <a:t>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ac tempus </a:t>
              </a:r>
              <a:r>
                <a:rPr lang="en-GB" sz="1400" dirty="0" err="1"/>
                <a:t>mauris</a:t>
              </a:r>
              <a:r>
                <a:rPr lang="en-GB" sz="1400" dirty="0"/>
                <a:t> </a:t>
              </a:r>
              <a:r>
                <a:rPr lang="en-GB" sz="1400" dirty="0" err="1"/>
                <a:t>ullamcorper</a:t>
              </a:r>
              <a:r>
                <a:rPr lang="en-GB" sz="1400" dirty="0"/>
                <a:t> id. </a:t>
              </a:r>
            </a:p>
            <a:p>
              <a:pPr lvl="2"/>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r>
                <a:rPr lang="en-GB" sz="1400" dirty="0" err="1"/>
                <a:t>Phasellus</a:t>
              </a:r>
              <a:r>
                <a:rPr lang="en-GB" sz="1400" dirty="0"/>
                <a:t> </a:t>
              </a:r>
              <a:r>
                <a:rPr lang="en-GB" sz="1400" dirty="0" err="1"/>
                <a:t>accumsan</a:t>
              </a:r>
              <a:r>
                <a:rPr lang="en-GB" sz="1400" dirty="0"/>
                <a:t> ligula at </a:t>
              </a:r>
              <a:r>
                <a:rPr lang="en-GB" sz="1400" dirty="0" err="1"/>
                <a:t>tincidunt</a:t>
              </a:r>
              <a:r>
                <a:rPr lang="en-GB" sz="1400" dirty="0"/>
                <a:t> </a:t>
              </a:r>
              <a:r>
                <a:rPr lang="en-GB" sz="1400" dirty="0" err="1"/>
                <a:t>pellentesque</a:t>
              </a:r>
              <a:r>
                <a:rPr lang="en-GB" sz="1400" dirty="0"/>
                <a:t>.</a:t>
              </a:r>
            </a:p>
            <a:p>
              <a:pPr lvl="3"/>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p>
            <a:p>
              <a:pPr lvl="4"/>
              <a:r>
                <a:rPr lang="en-GB" sz="1400" dirty="0" err="1"/>
                <a:t>Quisque</a:t>
              </a:r>
              <a:r>
                <a:rPr lang="en-GB" sz="1400" dirty="0"/>
                <a:t> </a:t>
              </a:r>
              <a:r>
                <a:rPr lang="en-GB" sz="1400" dirty="0" err="1"/>
                <a:t>vel</a:t>
              </a:r>
              <a:r>
                <a:rPr lang="en-GB" sz="1400" dirty="0"/>
                <a:t> </a:t>
              </a:r>
              <a:r>
                <a:rPr lang="en-GB" sz="1400" dirty="0" err="1"/>
                <a:t>tincidunt</a:t>
              </a:r>
              <a:r>
                <a:rPr lang="en-GB" sz="1400" dirty="0"/>
                <a:t> mi. Sed </a:t>
              </a:r>
              <a:r>
                <a:rPr lang="en-GB" sz="1400" dirty="0" err="1"/>
                <a:t>tempor</a:t>
              </a:r>
              <a:r>
                <a:rPr lang="en-GB" sz="1400" dirty="0"/>
                <a:t> </a:t>
              </a:r>
              <a:r>
                <a:rPr lang="en-GB" sz="1400" dirty="0" err="1"/>
                <a:t>rutrum</a:t>
              </a:r>
              <a:r>
                <a:rPr lang="en-GB" sz="1400" dirty="0"/>
                <a:t> </a:t>
              </a:r>
              <a:r>
                <a:rPr lang="en-GB" sz="1400" dirty="0" err="1"/>
                <a:t>lectus</a:t>
              </a:r>
              <a:r>
                <a:rPr lang="en-GB" sz="1400" dirty="0"/>
                <a:t>. </a:t>
              </a:r>
              <a:r>
                <a:rPr lang="en-GB" sz="1400" dirty="0" err="1"/>
                <a:t>Mauris</a:t>
              </a:r>
              <a:r>
                <a:rPr lang="en-GB" sz="1400" dirty="0"/>
                <a:t> a </a:t>
              </a:r>
              <a:r>
                <a:rPr lang="en-GB" sz="1400" dirty="0" err="1"/>
                <a:t>diam</a:t>
              </a:r>
              <a:r>
                <a:rPr lang="en-GB" sz="1400" dirty="0"/>
                <a:t> ex. </a:t>
              </a:r>
            </a:p>
            <a:p>
              <a:pPr lvl="5"/>
              <a:r>
                <a:rPr lang="en-GB" sz="1400" dirty="0" err="1"/>
                <a:t>Phasellus</a:t>
              </a:r>
              <a:r>
                <a:rPr lang="en-GB" sz="1400" dirty="0"/>
                <a:t> </a:t>
              </a:r>
              <a:r>
                <a:rPr lang="en-GB" sz="1400" dirty="0" err="1"/>
                <a:t>accumsan</a:t>
              </a:r>
              <a:r>
                <a:rPr lang="en-GB" sz="1400" dirty="0"/>
                <a:t> ligula at </a:t>
              </a:r>
              <a:r>
                <a:rPr lang="en-GB" sz="1400" dirty="0" err="1"/>
                <a:t>tincidunt</a:t>
              </a:r>
              <a:r>
                <a:rPr lang="en-GB" sz="1400" dirty="0"/>
                <a:t> </a:t>
              </a:r>
              <a:r>
                <a:rPr lang="en-GB" sz="1400" dirty="0" err="1"/>
                <a:t>pellentesque</a:t>
              </a:r>
              <a:r>
                <a:rPr lang="en-GB" sz="1400" dirty="0"/>
                <a:t>.</a:t>
              </a:r>
            </a:p>
            <a:p>
              <a:endParaRPr lang="en-GB" dirty="0"/>
            </a:p>
          </p:txBody>
        </p:sp>
        <p:grpSp>
          <p:nvGrpSpPr>
            <p:cNvPr id="19" name="Group 18">
              <a:extLst>
                <a:ext uri="{FF2B5EF4-FFF2-40B4-BE49-F238E27FC236}">
                  <a16:creationId xmlns:a16="http://schemas.microsoft.com/office/drawing/2014/main" id="{7CB4E17C-60B2-DFB4-7C12-3BBF69FCBAAD}"/>
                </a:ext>
              </a:extLst>
            </p:cNvPr>
            <p:cNvGrpSpPr/>
            <p:nvPr/>
          </p:nvGrpSpPr>
          <p:grpSpPr>
            <a:xfrm>
              <a:off x="538161" y="1872040"/>
              <a:ext cx="4705101" cy="416058"/>
              <a:chOff x="538162" y="1872040"/>
              <a:chExt cx="2203200" cy="416058"/>
            </a:xfrm>
          </p:grpSpPr>
          <p:sp>
            <p:nvSpPr>
              <p:cNvPr id="20" name="Text Placeholder 24">
                <a:extLst>
                  <a:ext uri="{FF2B5EF4-FFF2-40B4-BE49-F238E27FC236}">
                    <a16:creationId xmlns:a16="http://schemas.microsoft.com/office/drawing/2014/main" id="{30A27369-EEAA-A67B-7E45-BF0CDF7D5654}"/>
                  </a:ext>
                </a:extLst>
              </p:cNvPr>
              <p:cNvSpPr txBox="1">
                <a:spLocks/>
              </p:cNvSpPr>
              <p:nvPr/>
            </p:nvSpPr>
            <p:spPr bwMode="gray">
              <a:xfrm>
                <a:off x="538162" y="1872040"/>
                <a:ext cx="2203200" cy="236988"/>
              </a:xfrm>
              <a:prstGeom prst="rect">
                <a:avLst/>
              </a:prstGeom>
              <a:noFill/>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algn="ctr"/>
                <a:r>
                  <a:rPr lang="en-GB" sz="1600" dirty="0">
                    <a:solidFill>
                      <a:schemeClr val="bg2"/>
                    </a:solidFill>
                  </a:rPr>
                  <a:t>Lorem ipsum </a:t>
                </a:r>
                <a:r>
                  <a:rPr lang="en-GB" sz="1600" dirty="0" err="1">
                    <a:solidFill>
                      <a:schemeClr val="bg2"/>
                    </a:solidFill>
                  </a:rPr>
                  <a:t>dolor</a:t>
                </a:r>
                <a:r>
                  <a:rPr lang="en-GB" sz="1600" dirty="0">
                    <a:solidFill>
                      <a:schemeClr val="bg2"/>
                    </a:solidFill>
                  </a:rPr>
                  <a:t> sit </a:t>
                </a:r>
                <a:r>
                  <a:rPr lang="en-GB" sz="1600" dirty="0" err="1">
                    <a:solidFill>
                      <a:schemeClr val="bg2"/>
                    </a:solidFill>
                  </a:rPr>
                  <a:t>amet</a:t>
                </a:r>
                <a:r>
                  <a:rPr lang="en-GB" sz="1600" dirty="0">
                    <a:solidFill>
                      <a:schemeClr val="bg2"/>
                    </a:solidFill>
                  </a:rPr>
                  <a:t>, </a:t>
                </a:r>
                <a:r>
                  <a:rPr lang="en-GB" sz="1600" dirty="0" err="1">
                    <a:solidFill>
                      <a:schemeClr val="bg2"/>
                    </a:solidFill>
                  </a:rPr>
                  <a:t>consectetur</a:t>
                </a:r>
                <a:r>
                  <a:rPr lang="en-GB" sz="1600" dirty="0">
                    <a:solidFill>
                      <a:schemeClr val="bg2"/>
                    </a:solidFill>
                  </a:rPr>
                  <a:t> </a:t>
                </a:r>
                <a:r>
                  <a:rPr lang="en-GB" sz="1600" dirty="0" err="1">
                    <a:solidFill>
                      <a:schemeClr val="bg2"/>
                    </a:solidFill>
                  </a:rPr>
                  <a:t>adipiscing</a:t>
                </a:r>
                <a:r>
                  <a:rPr lang="en-GB" sz="1600" dirty="0">
                    <a:solidFill>
                      <a:schemeClr val="bg2"/>
                    </a:solidFill>
                  </a:rPr>
                  <a:t> </a:t>
                </a:r>
                <a:r>
                  <a:rPr lang="en-GB" sz="1600" dirty="0" err="1">
                    <a:solidFill>
                      <a:schemeClr val="bg2"/>
                    </a:solidFill>
                  </a:rPr>
                  <a:t>elit</a:t>
                </a:r>
                <a:r>
                  <a:rPr lang="en-GB" sz="1600" dirty="0">
                    <a:solidFill>
                      <a:schemeClr val="bg2"/>
                    </a:solidFill>
                  </a:rPr>
                  <a:t>. </a:t>
                </a:r>
              </a:p>
            </p:txBody>
          </p:sp>
          <p:sp>
            <p:nvSpPr>
              <p:cNvPr id="21" name="Freeform: Shape 20">
                <a:extLst>
                  <a:ext uri="{FF2B5EF4-FFF2-40B4-BE49-F238E27FC236}">
                    <a16:creationId xmlns:a16="http://schemas.microsoft.com/office/drawing/2014/main" id="{37D35148-D295-F65E-2A97-58F85550F28C}"/>
                  </a:ext>
                </a:extLst>
              </p:cNvPr>
              <p:cNvSpPr/>
              <p:nvPr/>
            </p:nvSpPr>
            <p:spPr>
              <a:xfrm flipV="1">
                <a:off x="538162" y="2180098"/>
                <a:ext cx="2203200" cy="1080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chemeClr val="tx1"/>
                  </a:solidFill>
                  <a:latin typeface="TT Hoves Light" panose="02000503020000020004" pitchFamily="50" charset="0"/>
                </a:endParaRPr>
              </a:p>
            </p:txBody>
          </p:sp>
        </p:grpSp>
      </p:grpSp>
    </p:spTree>
    <p:extLst>
      <p:ext uri="{BB962C8B-B14F-4D97-AF65-F5344CB8AC3E}">
        <p14:creationId xmlns:p14="http://schemas.microsoft.com/office/powerpoint/2010/main" val="569172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D02588B-C32F-CB1A-1011-0491F01864E5}"/>
              </a:ext>
            </a:extLst>
          </p:cNvPr>
          <p:cNvSpPr/>
          <p:nvPr/>
        </p:nvSpPr>
        <p:spPr>
          <a:xfrm>
            <a:off x="0" y="5403850"/>
            <a:ext cx="13463588" cy="1617412"/>
          </a:xfrm>
          <a:prstGeom prst="rect">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6" name="Subtitle 5">
            <a:extLst>
              <a:ext uri="{FF2B5EF4-FFF2-40B4-BE49-F238E27FC236}">
                <a16:creationId xmlns:a16="http://schemas.microsoft.com/office/drawing/2014/main" id="{902E1246-F24D-761B-B2E7-7EA64481F34B}"/>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1ABDE47D-7296-A0B3-F3EF-66067FBDD4F5}"/>
              </a:ext>
            </a:extLst>
          </p:cNvPr>
          <p:cNvSpPr>
            <a:spLocks noGrp="1"/>
          </p:cNvSpPr>
          <p:nvPr>
            <p:ph type="title"/>
          </p:nvPr>
        </p:nvSpPr>
        <p:spPr>
          <a:xfrm>
            <a:off x="539750" y="540000"/>
            <a:ext cx="12384088" cy="543914"/>
          </a:xfrm>
        </p:spPr>
        <p:txBody>
          <a:bodyPr/>
          <a:lstStyle/>
          <a:p>
            <a:r>
              <a:rPr lang="en-GB"/>
              <a:t>Layout option</a:t>
            </a:r>
          </a:p>
        </p:txBody>
      </p:sp>
      <p:sp>
        <p:nvSpPr>
          <p:cNvPr id="7" name="Text Placeholder 2">
            <a:extLst>
              <a:ext uri="{FF2B5EF4-FFF2-40B4-BE49-F238E27FC236}">
                <a16:creationId xmlns:a16="http://schemas.microsoft.com/office/drawing/2014/main" id="{CEE91754-2404-87E5-B1E0-438627462751}"/>
              </a:ext>
            </a:extLst>
          </p:cNvPr>
          <p:cNvSpPr txBox="1">
            <a:spLocks/>
          </p:cNvSpPr>
          <p:nvPr/>
        </p:nvSpPr>
        <p:spPr>
          <a:xfrm>
            <a:off x="539749" y="1800225"/>
            <a:ext cx="5448675" cy="3000821"/>
          </a:xfrm>
          <a:prstGeom prst="rect">
            <a:avLst/>
          </a:prstGeom>
          <a:noFill/>
        </p:spPr>
        <p:txBody>
          <a:bodyPr vert="horz" wrap="square" lIns="0" tIns="0" rIns="0" bIns="0" rtlCol="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a:t>Cras </a:t>
            </a:r>
            <a:r>
              <a:rPr lang="en-GB" dirty="0" err="1"/>
              <a:t>dolor</a:t>
            </a:r>
            <a:r>
              <a:rPr lang="en-GB" dirty="0"/>
              <a:t> ex, pharetra </a:t>
            </a:r>
            <a:r>
              <a:rPr lang="en-GB" dirty="0" err="1"/>
              <a:t>nec</a:t>
            </a:r>
            <a:r>
              <a:rPr lang="en-GB" dirty="0"/>
              <a:t> pharetra at, </a:t>
            </a:r>
            <a:r>
              <a:rPr lang="en-GB" dirty="0" err="1"/>
              <a:t>condimentum</a:t>
            </a:r>
            <a:r>
              <a:rPr lang="en-GB" dirty="0"/>
              <a:t> a </a:t>
            </a:r>
            <a:r>
              <a:rPr lang="en-GB" dirty="0" err="1"/>
              <a:t>tortor</a:t>
            </a:r>
            <a:r>
              <a:rPr lang="en-GB" dirty="0"/>
              <a:t>. Cras </a:t>
            </a:r>
            <a:r>
              <a:rPr lang="en-GB" dirty="0" err="1"/>
              <a:t>dolor</a:t>
            </a:r>
            <a:r>
              <a:rPr lang="en-GB" dirty="0"/>
              <a:t> ex, pharetra </a:t>
            </a:r>
            <a:r>
              <a:rPr lang="en-GB" dirty="0" err="1"/>
              <a:t>nec</a:t>
            </a:r>
            <a:r>
              <a:rPr lang="en-GB" dirty="0"/>
              <a:t> at, </a:t>
            </a:r>
            <a:r>
              <a:rPr lang="en-GB" dirty="0" err="1"/>
              <a:t>condimentum</a:t>
            </a:r>
            <a:r>
              <a:rPr lang="en-GB" dirty="0"/>
              <a:t> a </a:t>
            </a:r>
            <a:r>
              <a:rPr lang="en-GB" dirty="0" err="1"/>
              <a:t>tortor</a:t>
            </a:r>
            <a:r>
              <a:rPr lang="en-GB" dirty="0"/>
              <a:t>. </a:t>
            </a:r>
          </a:p>
          <a:p>
            <a:pPr lvl="2"/>
            <a:r>
              <a:rPr lang="en-GB" dirty="0"/>
              <a:t>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id, </a:t>
            </a:r>
            <a:r>
              <a:rPr lang="en-GB" dirty="0" err="1"/>
              <a:t>molestie</a:t>
            </a:r>
            <a:r>
              <a:rPr lang="en-GB" dirty="0"/>
              <a:t> in </a:t>
            </a:r>
            <a:r>
              <a:rPr lang="en-GB" dirty="0" err="1"/>
              <a:t>nulla</a:t>
            </a:r>
            <a:r>
              <a:rPr lang="en-GB" dirty="0"/>
              <a:t>. Ut </a:t>
            </a:r>
            <a:r>
              <a:rPr lang="en-GB" dirty="0" err="1"/>
              <a:t>eget</a:t>
            </a:r>
            <a:r>
              <a:rPr lang="en-GB" dirty="0"/>
              <a:t> </a:t>
            </a:r>
            <a:r>
              <a:rPr lang="en-GB" dirty="0" err="1"/>
              <a:t>erat</a:t>
            </a:r>
            <a:r>
              <a:rPr lang="en-GB" dirty="0"/>
              <a:t> </a:t>
            </a:r>
            <a:r>
              <a:rPr lang="en-GB" dirty="0" err="1"/>
              <a:t>pretium</a:t>
            </a:r>
            <a:r>
              <a:rPr lang="en-GB" dirty="0"/>
              <a:t> </a:t>
            </a:r>
            <a:r>
              <a:rPr lang="en-GB" dirty="0" err="1"/>
              <a:t>odio</a:t>
            </a:r>
            <a:r>
              <a:rPr lang="en-GB" dirty="0"/>
              <a:t>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 </a:t>
            </a:r>
            <a:r>
              <a:rPr lang="en-GB" dirty="0" err="1"/>
              <a:t>amet</a:t>
            </a:r>
            <a:r>
              <a:rPr lang="en-GB" dirty="0"/>
              <a:t> tempus.</a:t>
            </a:r>
          </a:p>
          <a:p>
            <a:pPr lvl="3"/>
            <a:r>
              <a:rPr lang="en-GB" dirty="0" err="1"/>
              <a:t>Quisque</a:t>
            </a:r>
            <a:r>
              <a:rPr lang="en-GB" dirty="0"/>
              <a:t> </a:t>
            </a:r>
            <a:r>
              <a:rPr lang="en-GB" dirty="0" err="1"/>
              <a:t>vel</a:t>
            </a:r>
            <a:r>
              <a:rPr lang="en-GB" dirty="0"/>
              <a:t> </a:t>
            </a:r>
            <a:r>
              <a:rPr lang="en-GB" dirty="0" err="1"/>
              <a:t>tincidunt</a:t>
            </a:r>
            <a:r>
              <a:rPr lang="en-GB" dirty="0"/>
              <a:t> mi. Sed </a:t>
            </a:r>
            <a:r>
              <a:rPr lang="en-GB" dirty="0" err="1"/>
              <a:t>tempor</a:t>
            </a:r>
            <a:r>
              <a:rPr lang="en-GB" dirty="0"/>
              <a:t> </a:t>
            </a:r>
            <a:r>
              <a:rPr lang="en-GB" dirty="0" err="1"/>
              <a:t>rutrum</a:t>
            </a:r>
            <a:r>
              <a:rPr lang="en-GB" dirty="0"/>
              <a:t> </a:t>
            </a:r>
            <a:r>
              <a:rPr lang="en-GB" dirty="0" err="1"/>
              <a:t>lectus</a:t>
            </a:r>
            <a:r>
              <a:rPr lang="en-GB" dirty="0"/>
              <a:t>. </a:t>
            </a:r>
            <a:r>
              <a:rPr lang="en-GB" dirty="0" err="1"/>
              <a:t>Mauris</a:t>
            </a:r>
            <a:r>
              <a:rPr lang="en-GB" dirty="0"/>
              <a:t> a </a:t>
            </a:r>
            <a:r>
              <a:rPr lang="en-GB" dirty="0" err="1"/>
              <a:t>diam</a:t>
            </a:r>
            <a:r>
              <a:rPr lang="en-GB" dirty="0"/>
              <a:t> ex. </a:t>
            </a:r>
            <a:r>
              <a:rPr lang="en-GB" dirty="0" err="1"/>
              <a:t>Phasellus</a:t>
            </a:r>
            <a:r>
              <a:rPr lang="en-GB" dirty="0"/>
              <a:t> </a:t>
            </a:r>
            <a:r>
              <a:rPr lang="en-GB" dirty="0" err="1"/>
              <a:t>accumsan</a:t>
            </a:r>
            <a:r>
              <a:rPr lang="en-GB" dirty="0"/>
              <a:t> ligula at </a:t>
            </a:r>
            <a:r>
              <a:rPr lang="en-GB" dirty="0" err="1"/>
              <a:t>tincidunt</a:t>
            </a:r>
            <a:r>
              <a:rPr lang="en-GB" dirty="0"/>
              <a:t> </a:t>
            </a:r>
            <a:r>
              <a:rPr lang="en-GB" dirty="0" err="1"/>
              <a:t>pellentesque</a:t>
            </a:r>
            <a:r>
              <a:rPr lang="en-GB" dirty="0"/>
              <a:t>.</a:t>
            </a:r>
          </a:p>
          <a:p>
            <a:pPr lvl="4"/>
            <a:r>
              <a:rPr lang="en-GB" dirty="0" err="1"/>
              <a:t>Quisque</a:t>
            </a:r>
            <a:r>
              <a:rPr lang="en-GB" dirty="0"/>
              <a:t> </a:t>
            </a:r>
            <a:r>
              <a:rPr lang="en-GB" dirty="0" err="1"/>
              <a:t>vel</a:t>
            </a:r>
            <a:r>
              <a:rPr lang="en-GB" dirty="0"/>
              <a:t> </a:t>
            </a:r>
            <a:r>
              <a:rPr lang="en-GB" dirty="0" err="1"/>
              <a:t>tincidunt</a:t>
            </a:r>
            <a:r>
              <a:rPr lang="en-GB" dirty="0"/>
              <a:t> mi. Sed </a:t>
            </a:r>
            <a:r>
              <a:rPr lang="en-GB" dirty="0" err="1"/>
              <a:t>tempor</a:t>
            </a:r>
            <a:r>
              <a:rPr lang="en-GB" dirty="0"/>
              <a:t> </a:t>
            </a:r>
            <a:r>
              <a:rPr lang="en-GB" dirty="0" err="1"/>
              <a:t>rutrum</a:t>
            </a:r>
            <a:r>
              <a:rPr lang="en-GB" dirty="0"/>
              <a:t> </a:t>
            </a:r>
            <a:r>
              <a:rPr lang="en-GB" dirty="0" err="1"/>
              <a:t>lectus</a:t>
            </a:r>
            <a:r>
              <a:rPr lang="en-GB" dirty="0"/>
              <a:t>. </a:t>
            </a:r>
            <a:r>
              <a:rPr lang="en-GB" dirty="0" err="1"/>
              <a:t>Mauris</a:t>
            </a:r>
            <a:r>
              <a:rPr lang="en-GB" dirty="0"/>
              <a:t> a </a:t>
            </a:r>
            <a:r>
              <a:rPr lang="en-GB" dirty="0" err="1"/>
              <a:t>diam</a:t>
            </a:r>
            <a:r>
              <a:rPr lang="en-GB" dirty="0"/>
              <a:t> ex. </a:t>
            </a:r>
            <a:r>
              <a:rPr lang="en-GB" dirty="0" err="1"/>
              <a:t>Phasellus</a:t>
            </a:r>
            <a:r>
              <a:rPr lang="en-GB" dirty="0"/>
              <a:t> </a:t>
            </a:r>
            <a:r>
              <a:rPr lang="en-GB" dirty="0" err="1"/>
              <a:t>accumsan</a:t>
            </a:r>
            <a:r>
              <a:rPr lang="en-GB" dirty="0"/>
              <a:t> ligula at </a:t>
            </a:r>
            <a:r>
              <a:rPr lang="en-GB" dirty="0" err="1"/>
              <a:t>tincidunt</a:t>
            </a:r>
            <a:r>
              <a:rPr lang="en-GB" dirty="0"/>
              <a:t> </a:t>
            </a:r>
            <a:r>
              <a:rPr lang="en-GB" dirty="0" err="1"/>
              <a:t>pellentesque</a:t>
            </a:r>
            <a:r>
              <a:rPr lang="en-GB" dirty="0"/>
              <a:t>.</a:t>
            </a:r>
          </a:p>
          <a:p>
            <a:pPr lvl="5"/>
            <a:r>
              <a:rPr lang="en-GB" dirty="0" err="1"/>
              <a:t>Quisque</a:t>
            </a:r>
            <a:r>
              <a:rPr lang="en-GB" dirty="0"/>
              <a:t> </a:t>
            </a:r>
            <a:r>
              <a:rPr lang="en-GB" dirty="0" err="1"/>
              <a:t>vel</a:t>
            </a:r>
            <a:r>
              <a:rPr lang="en-GB" dirty="0"/>
              <a:t> </a:t>
            </a:r>
            <a:r>
              <a:rPr lang="en-GB" dirty="0" err="1"/>
              <a:t>tincidunt</a:t>
            </a:r>
            <a:r>
              <a:rPr lang="en-GB" dirty="0"/>
              <a:t> mi. Sed </a:t>
            </a:r>
            <a:r>
              <a:rPr lang="en-GB" dirty="0" err="1"/>
              <a:t>tempor</a:t>
            </a:r>
            <a:r>
              <a:rPr lang="en-GB" dirty="0"/>
              <a:t> </a:t>
            </a:r>
            <a:r>
              <a:rPr lang="en-GB" dirty="0" err="1"/>
              <a:t>rutrum</a:t>
            </a:r>
            <a:r>
              <a:rPr lang="en-GB" dirty="0"/>
              <a:t> </a:t>
            </a:r>
            <a:r>
              <a:rPr lang="en-GB" dirty="0" err="1"/>
              <a:t>lectus</a:t>
            </a:r>
            <a:r>
              <a:rPr lang="en-GB" dirty="0"/>
              <a:t>. </a:t>
            </a:r>
            <a:r>
              <a:rPr lang="en-GB" dirty="0" err="1"/>
              <a:t>Mauris</a:t>
            </a:r>
            <a:r>
              <a:rPr lang="en-GB" dirty="0"/>
              <a:t> a </a:t>
            </a:r>
            <a:r>
              <a:rPr lang="en-GB" dirty="0" err="1"/>
              <a:t>diam</a:t>
            </a:r>
            <a:r>
              <a:rPr lang="en-GB" dirty="0"/>
              <a:t> ex. </a:t>
            </a:r>
            <a:r>
              <a:rPr lang="en-GB" dirty="0" err="1"/>
              <a:t>Phasellus</a:t>
            </a:r>
            <a:r>
              <a:rPr lang="en-GB" dirty="0"/>
              <a:t> </a:t>
            </a:r>
            <a:r>
              <a:rPr lang="en-GB" dirty="0" err="1"/>
              <a:t>accumsan</a:t>
            </a:r>
            <a:r>
              <a:rPr lang="en-GB" dirty="0"/>
              <a:t> ligula at </a:t>
            </a:r>
            <a:r>
              <a:rPr lang="en-GB" dirty="0" err="1"/>
              <a:t>tincidunt</a:t>
            </a:r>
            <a:r>
              <a:rPr lang="en-GB" dirty="0"/>
              <a:t> </a:t>
            </a:r>
            <a:r>
              <a:rPr lang="en-GB" dirty="0" err="1"/>
              <a:t>pellentesque</a:t>
            </a:r>
            <a:r>
              <a:rPr lang="en-GB" dirty="0"/>
              <a:t>.</a:t>
            </a:r>
          </a:p>
        </p:txBody>
      </p:sp>
      <p:sp>
        <p:nvSpPr>
          <p:cNvPr id="4" name="Picture Placeholder 41">
            <a:extLst>
              <a:ext uri="{FF2B5EF4-FFF2-40B4-BE49-F238E27FC236}">
                <a16:creationId xmlns:a16="http://schemas.microsoft.com/office/drawing/2014/main" id="{65510CAF-A153-BE9A-071A-3A3AB9E88A3E}"/>
              </a:ext>
            </a:extLst>
          </p:cNvPr>
          <p:cNvSpPr txBox="1">
            <a:spLocks/>
          </p:cNvSpPr>
          <p:nvPr/>
        </p:nvSpPr>
        <p:spPr>
          <a:xfrm>
            <a:off x="6653008" y="0"/>
            <a:ext cx="6810580" cy="7017090"/>
          </a:xfrm>
          <a:custGeom>
            <a:avLst/>
            <a:gdLst>
              <a:gd name="connsiteX0" fmla="*/ 39281 w 4867559"/>
              <a:gd name="connsiteY0" fmla="*/ 0 h 4910567"/>
              <a:gd name="connsiteX1" fmla="*/ 3693198 w 4867559"/>
              <a:gd name="connsiteY1" fmla="*/ 0 h 4910567"/>
              <a:gd name="connsiteX2" fmla="*/ 3658086 w 4867559"/>
              <a:gd name="connsiteY2" fmla="*/ 32070 h 4910567"/>
              <a:gd name="connsiteX3" fmla="*/ 3438757 w 4867559"/>
              <a:gd name="connsiteY3" fmla="*/ 590851 h 4910567"/>
              <a:gd name="connsiteX4" fmla="*/ 4853732 w 4867559"/>
              <a:gd name="connsiteY4" fmla="*/ 1835956 h 4910567"/>
              <a:gd name="connsiteX5" fmla="*/ 4867559 w 4867559"/>
              <a:gd name="connsiteY5" fmla="*/ 1840923 h 4910567"/>
              <a:gd name="connsiteX6" fmla="*/ 4867559 w 4867559"/>
              <a:gd name="connsiteY6" fmla="*/ 4910567 h 4910567"/>
              <a:gd name="connsiteX7" fmla="*/ 4697570 w 4867559"/>
              <a:gd name="connsiteY7" fmla="*/ 4845870 h 4910567"/>
              <a:gd name="connsiteX8" fmla="*/ 4018942 w 4867559"/>
              <a:gd name="connsiteY8" fmla="*/ 4611862 h 4910567"/>
              <a:gd name="connsiteX9" fmla="*/ 0 w 4867559"/>
              <a:gd name="connsiteY9" fmla="*/ 558089 h 4910567"/>
              <a:gd name="connsiteX10" fmla="*/ 21642 w 4867559"/>
              <a:gd name="connsiteY10" fmla="*/ 134396 h 4910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67559" h="4910567">
                <a:moveTo>
                  <a:pt x="39281" y="0"/>
                </a:moveTo>
                <a:lnTo>
                  <a:pt x="3693198" y="0"/>
                </a:lnTo>
                <a:lnTo>
                  <a:pt x="3658086" y="32070"/>
                </a:lnTo>
                <a:cubicBezTo>
                  <a:pt x="3515762" y="178729"/>
                  <a:pt x="3438757" y="366139"/>
                  <a:pt x="3438757" y="590851"/>
                </a:cubicBezTo>
                <a:cubicBezTo>
                  <a:pt x="3438757" y="1190073"/>
                  <a:pt x="4036470" y="1533270"/>
                  <a:pt x="4853732" y="1835956"/>
                </a:cubicBezTo>
                <a:lnTo>
                  <a:pt x="4867559" y="1840923"/>
                </a:lnTo>
                <a:lnTo>
                  <a:pt x="4867559" y="4910567"/>
                </a:lnTo>
                <a:lnTo>
                  <a:pt x="4697570" y="4845870"/>
                </a:lnTo>
                <a:cubicBezTo>
                  <a:pt x="4479640" y="4765579"/>
                  <a:pt x="4251182" y="4688605"/>
                  <a:pt x="4018942" y="4611862"/>
                </a:cubicBezTo>
                <a:cubicBezTo>
                  <a:pt x="2229503" y="4019197"/>
                  <a:pt x="0" y="3285723"/>
                  <a:pt x="0" y="558089"/>
                </a:cubicBezTo>
                <a:cubicBezTo>
                  <a:pt x="0" y="413605"/>
                  <a:pt x="7283" y="272319"/>
                  <a:pt x="21642" y="134396"/>
                </a:cubicBezTo>
                <a:close/>
              </a:path>
            </a:pathLst>
          </a:custGeom>
          <a:blipFill>
            <a:blip r:embed="rId2"/>
            <a:stretch>
              <a:fillRect/>
            </a:stretch>
          </a:blipFill>
        </p:spPr>
        <p:txBody>
          <a:bodyPr wrap="square" lIns="1872000" tIns="0" rIns="0" bIns="0" anchor="ctr">
            <a:noAutofit/>
          </a:bodyPr>
          <a:lstStyle>
            <a:lvl1pPr marL="0" indent="0" algn="ctr" defTabSz="802072" rtl="0" eaLnBrk="1" latinLnBrk="0" hangingPunct="1">
              <a:lnSpc>
                <a:spcPct val="100000"/>
              </a:lnSpc>
              <a:spcBef>
                <a:spcPts val="600"/>
              </a:spcBef>
              <a:spcAft>
                <a:spcPts val="600"/>
              </a:spcAft>
              <a:buFont typeface="Arial" panose="020B0604020202020204" pitchFamily="34" charset="0"/>
              <a:buNone/>
              <a:tabLst/>
              <a:defRPr sz="1511"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marL="8550" lvl="3" indent="0">
              <a:buNone/>
            </a:pPr>
            <a:r>
              <a:rPr lang="en-GB" sz="1600" dirty="0">
                <a:solidFill>
                  <a:schemeClr val="bg1"/>
                </a:solidFill>
              </a:rPr>
              <a:t>To insert an image within this shape</a:t>
            </a:r>
          </a:p>
          <a:p>
            <a:pPr marL="342900" lvl="3" indent="-342900">
              <a:buAutoNum type="arabicParenR"/>
            </a:pPr>
            <a:r>
              <a:rPr lang="en-GB" sz="1600" dirty="0">
                <a:solidFill>
                  <a:schemeClr val="bg1"/>
                </a:solidFill>
              </a:rPr>
              <a:t>Right click on this shape </a:t>
            </a:r>
          </a:p>
          <a:p>
            <a:pPr marL="342900" lvl="3" indent="-342900">
              <a:buAutoNum type="arabicParenR"/>
            </a:pPr>
            <a:r>
              <a:rPr lang="en-GB" sz="1600" dirty="0">
                <a:solidFill>
                  <a:schemeClr val="bg1"/>
                </a:solidFill>
              </a:rPr>
              <a:t>Select </a:t>
            </a:r>
            <a:r>
              <a:rPr lang="en-GB" sz="1600" b="1" dirty="0">
                <a:solidFill>
                  <a:schemeClr val="bg1"/>
                </a:solidFill>
                <a:latin typeface="+mj-lt"/>
              </a:rPr>
              <a:t>shape options</a:t>
            </a:r>
          </a:p>
          <a:p>
            <a:pPr marL="342900" lvl="3" indent="-342900">
              <a:buFont typeface="Arial" panose="020B0604020202020204" pitchFamily="34" charset="0"/>
              <a:buAutoNum type="arabicParenR"/>
            </a:pPr>
            <a:r>
              <a:rPr lang="en-GB" sz="1600" dirty="0">
                <a:solidFill>
                  <a:schemeClr val="bg1"/>
                </a:solidFill>
              </a:rPr>
              <a:t>Click onto </a:t>
            </a:r>
            <a:r>
              <a:rPr lang="en-GB" sz="1600" b="1" dirty="0">
                <a:solidFill>
                  <a:schemeClr val="bg1"/>
                </a:solidFill>
                <a:latin typeface="+mj-lt"/>
              </a:rPr>
              <a:t>Picture or texture fill </a:t>
            </a:r>
          </a:p>
          <a:p>
            <a:pPr marL="342900" lvl="3" indent="-342900">
              <a:buAutoNum type="arabicParenR"/>
            </a:pPr>
            <a:r>
              <a:rPr lang="en-GB" sz="1600" dirty="0">
                <a:solidFill>
                  <a:schemeClr val="bg1"/>
                </a:solidFill>
              </a:rPr>
              <a:t>Select the </a:t>
            </a:r>
            <a:r>
              <a:rPr lang="en-GB" sz="1600" b="1" dirty="0">
                <a:solidFill>
                  <a:schemeClr val="bg1"/>
                </a:solidFill>
                <a:latin typeface="+mj-lt"/>
              </a:rPr>
              <a:t>Insert</a:t>
            </a:r>
            <a:r>
              <a:rPr lang="en-GB" sz="1600" b="1" dirty="0">
                <a:solidFill>
                  <a:schemeClr val="bg1"/>
                </a:solidFill>
              </a:rPr>
              <a:t> </a:t>
            </a:r>
            <a:r>
              <a:rPr lang="en-GB" sz="1600" dirty="0">
                <a:solidFill>
                  <a:schemeClr val="bg1"/>
                </a:solidFill>
              </a:rPr>
              <a:t>button which can </a:t>
            </a:r>
            <a:br>
              <a:rPr lang="en-GB" sz="1600" dirty="0">
                <a:solidFill>
                  <a:schemeClr val="bg1"/>
                </a:solidFill>
              </a:rPr>
            </a:br>
            <a:r>
              <a:rPr lang="en-GB" sz="1600" dirty="0">
                <a:solidFill>
                  <a:schemeClr val="bg1"/>
                </a:solidFill>
              </a:rPr>
              <a:t>be found under </a:t>
            </a:r>
            <a:r>
              <a:rPr lang="en-GB" sz="1600" b="1" dirty="0">
                <a:solidFill>
                  <a:schemeClr val="bg1"/>
                </a:solidFill>
                <a:latin typeface="+mj-lt"/>
              </a:rPr>
              <a:t>picture source </a:t>
            </a:r>
          </a:p>
        </p:txBody>
      </p:sp>
      <p:sp>
        <p:nvSpPr>
          <p:cNvPr id="8" name="TextBox 7">
            <a:extLst>
              <a:ext uri="{FF2B5EF4-FFF2-40B4-BE49-F238E27FC236}">
                <a16:creationId xmlns:a16="http://schemas.microsoft.com/office/drawing/2014/main" id="{87971302-5E56-AC96-0E07-90322DEA38CA}"/>
              </a:ext>
            </a:extLst>
          </p:cNvPr>
          <p:cNvSpPr txBox="1"/>
          <p:nvPr/>
        </p:nvSpPr>
        <p:spPr>
          <a:xfrm>
            <a:off x="1143540" y="5593156"/>
            <a:ext cx="8502484" cy="1338828"/>
          </a:xfrm>
          <a:prstGeom prst="rect">
            <a:avLst/>
          </a:prstGeom>
          <a:noFill/>
        </p:spPr>
        <p:txBody>
          <a:bodyPr wrap="square" lIns="0" rIns="0" rtlCol="0">
            <a:spAutoFit/>
          </a:bodyPr>
          <a:lstStyle/>
          <a:p>
            <a:pPr>
              <a:spcAft>
                <a:spcPts val="600"/>
              </a:spcAft>
            </a:pPr>
            <a:r>
              <a:rPr lang="en-GB" sz="1600" dirty="0"/>
              <a:t>Cras vitae </a:t>
            </a:r>
            <a:r>
              <a:rPr lang="en-GB" sz="1600" dirty="0" err="1"/>
              <a:t>pretium</a:t>
            </a:r>
            <a:r>
              <a:rPr lang="en-GB" sz="1600" dirty="0"/>
              <a:t> </a:t>
            </a:r>
            <a:r>
              <a:rPr lang="en-GB" sz="1600" dirty="0" err="1"/>
              <a:t>nisl</a:t>
            </a:r>
            <a:r>
              <a:rPr lang="en-GB" sz="1600" dirty="0"/>
              <a:t>. </a:t>
            </a:r>
            <a:r>
              <a:rPr lang="en-GB" sz="1600" dirty="0" err="1"/>
              <a:t>Suspendisse</a:t>
            </a:r>
            <a:r>
              <a:rPr lang="en-GB" sz="1600" dirty="0"/>
              <a:t> at magna </a:t>
            </a:r>
            <a:r>
              <a:rPr lang="en-GB" sz="1600" dirty="0" err="1"/>
              <a:t>sed</a:t>
            </a:r>
            <a:r>
              <a:rPr lang="en-GB" sz="1600" dirty="0"/>
              <a:t> </a:t>
            </a:r>
            <a:r>
              <a:rPr lang="en-GB" sz="1600" dirty="0" err="1"/>
              <a:t>lectus</a:t>
            </a:r>
            <a:r>
              <a:rPr lang="en-GB" sz="1600" dirty="0"/>
              <a:t> </a:t>
            </a:r>
            <a:r>
              <a:rPr lang="en-GB" sz="1600" dirty="0" err="1"/>
              <a:t>consequat</a:t>
            </a:r>
            <a:r>
              <a:rPr lang="en-GB" sz="1600" dirty="0"/>
              <a:t> </a:t>
            </a:r>
            <a:r>
              <a:rPr lang="en-GB" sz="1600" dirty="0" err="1"/>
              <a:t>rutrum</a:t>
            </a:r>
            <a:r>
              <a:rPr lang="en-GB" sz="1600" dirty="0"/>
              <a:t>. Proin id </a:t>
            </a:r>
            <a:r>
              <a:rPr lang="en-GB" sz="1600" dirty="0" err="1"/>
              <a:t>nibh</a:t>
            </a:r>
            <a:r>
              <a:rPr lang="en-GB" sz="1600" dirty="0"/>
              <a:t> at nisi </a:t>
            </a:r>
            <a:r>
              <a:rPr lang="en-GB" sz="1600" dirty="0" err="1"/>
              <a:t>molestie</a:t>
            </a:r>
            <a:r>
              <a:rPr lang="en-GB" sz="1600" dirty="0"/>
              <a:t> </a:t>
            </a:r>
            <a:r>
              <a:rPr lang="en-GB" sz="1600" dirty="0" err="1"/>
              <a:t>ullamcorper</a:t>
            </a:r>
            <a:r>
              <a:rPr lang="en-GB" sz="1600" dirty="0"/>
              <a:t>. Cras tempus </a:t>
            </a:r>
            <a:r>
              <a:rPr lang="en-GB" sz="1600" dirty="0" err="1"/>
              <a:t>urna</a:t>
            </a:r>
            <a:r>
              <a:rPr lang="en-GB" sz="1600" dirty="0"/>
              <a:t> </a:t>
            </a:r>
            <a:r>
              <a:rPr lang="en-GB" sz="1600" dirty="0" err="1"/>
              <a:t>augue</a:t>
            </a:r>
            <a:r>
              <a:rPr lang="en-GB" sz="1600" dirty="0"/>
              <a:t>, ac tempus </a:t>
            </a:r>
            <a:r>
              <a:rPr lang="en-GB" sz="1600" dirty="0" err="1"/>
              <a:t>mauris</a:t>
            </a:r>
            <a:r>
              <a:rPr lang="en-GB" sz="1600" dirty="0"/>
              <a:t> </a:t>
            </a:r>
            <a:r>
              <a:rPr lang="en-GB" sz="1600" dirty="0" err="1"/>
              <a:t>ullamcorper</a:t>
            </a:r>
            <a:r>
              <a:rPr lang="en-GB" sz="1600" dirty="0"/>
              <a:t> id. </a:t>
            </a:r>
            <a:r>
              <a:rPr lang="en-GB" sz="1600" dirty="0" err="1"/>
              <a:t>Quisque</a:t>
            </a:r>
            <a:r>
              <a:rPr lang="en-GB" sz="1600" dirty="0"/>
              <a:t> </a:t>
            </a:r>
            <a:r>
              <a:rPr lang="en-GB" sz="1600" dirty="0" err="1"/>
              <a:t>nunc</a:t>
            </a:r>
            <a:r>
              <a:rPr lang="en-GB" sz="1600" dirty="0"/>
              <a:t> </a:t>
            </a:r>
            <a:r>
              <a:rPr lang="en-GB" sz="1600" dirty="0" err="1"/>
              <a:t>nisl</a:t>
            </a:r>
            <a:r>
              <a:rPr lang="en-GB" sz="1600" dirty="0"/>
              <a:t>, lacinia a </a:t>
            </a:r>
            <a:r>
              <a:rPr lang="en-GB" sz="1600" dirty="0" err="1"/>
              <a:t>condimentum</a:t>
            </a:r>
            <a:r>
              <a:rPr lang="en-GB" sz="1600" dirty="0"/>
              <a:t> id, </a:t>
            </a:r>
            <a:r>
              <a:rPr lang="en-GB" sz="1600" dirty="0" err="1"/>
              <a:t>molestie</a:t>
            </a:r>
            <a:r>
              <a:rPr lang="en-GB" sz="1600" dirty="0"/>
              <a:t> in </a:t>
            </a:r>
            <a:r>
              <a:rPr lang="en-GB" sz="1600" dirty="0" err="1"/>
              <a:t>nulla</a:t>
            </a:r>
            <a:r>
              <a:rPr lang="en-GB" sz="1600" dirty="0"/>
              <a:t>. Ut </a:t>
            </a:r>
            <a:r>
              <a:rPr lang="en-GB" sz="1600" dirty="0" err="1"/>
              <a:t>eget</a:t>
            </a:r>
            <a:r>
              <a:rPr lang="en-GB" sz="1600" dirty="0"/>
              <a:t> </a:t>
            </a:r>
            <a:r>
              <a:rPr lang="en-GB" sz="1600" dirty="0" err="1"/>
              <a:t>erat</a:t>
            </a:r>
            <a:r>
              <a:rPr lang="en-GB" sz="1600" dirty="0"/>
              <a:t> </a:t>
            </a:r>
            <a:r>
              <a:rPr lang="en-GB" sz="1600" dirty="0" err="1"/>
              <a:t>pretium</a:t>
            </a:r>
            <a:r>
              <a:rPr lang="en-GB" sz="1600" dirty="0"/>
              <a:t> </a:t>
            </a:r>
            <a:r>
              <a:rPr lang="en-GB" sz="1600" dirty="0" err="1"/>
              <a:t>odio</a:t>
            </a:r>
            <a:r>
              <a:rPr lang="en-GB" sz="1600" dirty="0"/>
              <a:t> </a:t>
            </a:r>
            <a:r>
              <a:rPr lang="en-GB" sz="1600" dirty="0" err="1"/>
              <a:t>pretium</a:t>
            </a:r>
            <a:r>
              <a:rPr lang="en-GB" sz="1600" dirty="0"/>
              <a:t> </a:t>
            </a:r>
            <a:r>
              <a:rPr lang="en-GB" sz="1600" dirty="0" err="1"/>
              <a:t>eleifend</a:t>
            </a:r>
            <a:r>
              <a:rPr lang="en-GB" sz="1600" dirty="0"/>
              <a:t> ac </a:t>
            </a:r>
            <a:r>
              <a:rPr lang="en-GB" sz="1600" dirty="0" err="1"/>
              <a:t>vel</a:t>
            </a:r>
            <a:r>
              <a:rPr lang="en-GB" sz="1600" dirty="0"/>
              <a:t> </a:t>
            </a:r>
            <a:r>
              <a:rPr lang="en-GB" sz="1600" dirty="0" err="1"/>
              <a:t>mauris</a:t>
            </a:r>
            <a:r>
              <a:rPr lang="en-GB" sz="1600" dirty="0"/>
              <a:t>. </a:t>
            </a:r>
            <a:r>
              <a:rPr lang="en-GB" sz="1600" dirty="0" err="1"/>
              <a:t>Quisque</a:t>
            </a:r>
            <a:r>
              <a:rPr lang="en-GB" sz="1600" dirty="0"/>
              <a:t> </a:t>
            </a:r>
            <a:r>
              <a:rPr lang="en-GB" sz="1600" dirty="0" err="1"/>
              <a:t>aliquet</a:t>
            </a:r>
            <a:r>
              <a:rPr lang="en-GB" sz="1600" dirty="0"/>
              <a:t> tempus </a:t>
            </a:r>
            <a:r>
              <a:rPr lang="en-GB" sz="1600" dirty="0" err="1"/>
              <a:t>diam</a:t>
            </a:r>
            <a:r>
              <a:rPr lang="en-GB" sz="1600" dirty="0"/>
              <a:t> sit </a:t>
            </a:r>
            <a:r>
              <a:rPr lang="en-GB" sz="1600" dirty="0" err="1"/>
              <a:t>amet</a:t>
            </a:r>
            <a:r>
              <a:rPr lang="en-GB" sz="1600" dirty="0"/>
              <a:t> tempus.</a:t>
            </a:r>
          </a:p>
          <a:p>
            <a:pPr>
              <a:spcAft>
                <a:spcPts val="600"/>
              </a:spcAft>
            </a:pPr>
            <a:r>
              <a:rPr lang="en-GB" sz="1200" b="1" dirty="0">
                <a:latin typeface="+mj-lt"/>
              </a:rPr>
              <a:t>Quote source (date)</a:t>
            </a:r>
            <a:endParaRPr lang="en-GB" sz="2400" dirty="0">
              <a:latin typeface="+mj-lt"/>
            </a:endParaRPr>
          </a:p>
        </p:txBody>
      </p:sp>
      <p:sp>
        <p:nvSpPr>
          <p:cNvPr id="10" name="Graphic 74">
            <a:extLst>
              <a:ext uri="{FF2B5EF4-FFF2-40B4-BE49-F238E27FC236}">
                <a16:creationId xmlns:a16="http://schemas.microsoft.com/office/drawing/2014/main" id="{E721AF44-5803-BF26-4D84-629A6A0F01E6}"/>
              </a:ext>
            </a:extLst>
          </p:cNvPr>
          <p:cNvSpPr/>
          <p:nvPr/>
        </p:nvSpPr>
        <p:spPr>
          <a:xfrm>
            <a:off x="538163" y="5655703"/>
            <a:ext cx="423722" cy="312103"/>
          </a:xfrm>
          <a:custGeom>
            <a:avLst/>
            <a:gdLst>
              <a:gd name="connsiteX0" fmla="*/ 21241 w 111728"/>
              <a:gd name="connsiteY0" fmla="*/ 0 h 82296"/>
              <a:gd name="connsiteX1" fmla="*/ 47816 w 111728"/>
              <a:gd name="connsiteY1" fmla="*/ 0 h 82296"/>
              <a:gd name="connsiteX2" fmla="*/ 37148 w 111728"/>
              <a:gd name="connsiteY2" fmla="*/ 82296 h 82296"/>
              <a:gd name="connsiteX3" fmla="*/ 0 w 111728"/>
              <a:gd name="connsiteY3" fmla="*/ 82296 h 82296"/>
              <a:gd name="connsiteX4" fmla="*/ 21241 w 111728"/>
              <a:gd name="connsiteY4" fmla="*/ 0 h 82296"/>
              <a:gd name="connsiteX5" fmla="*/ 85153 w 111728"/>
              <a:gd name="connsiteY5" fmla="*/ 0 h 82296"/>
              <a:gd name="connsiteX6" fmla="*/ 111728 w 111728"/>
              <a:gd name="connsiteY6" fmla="*/ 0 h 82296"/>
              <a:gd name="connsiteX7" fmla="*/ 101060 w 111728"/>
              <a:gd name="connsiteY7" fmla="*/ 82296 h 82296"/>
              <a:gd name="connsiteX8" fmla="*/ 63818 w 111728"/>
              <a:gd name="connsiteY8" fmla="*/ 82296 h 82296"/>
              <a:gd name="connsiteX9" fmla="*/ 85153 w 111728"/>
              <a:gd name="connsiteY9" fmla="*/ 0 h 8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728" h="82296">
                <a:moveTo>
                  <a:pt x="21241" y="0"/>
                </a:moveTo>
                <a:lnTo>
                  <a:pt x="47816" y="0"/>
                </a:lnTo>
                <a:lnTo>
                  <a:pt x="37148" y="82296"/>
                </a:lnTo>
                <a:lnTo>
                  <a:pt x="0" y="82296"/>
                </a:lnTo>
                <a:lnTo>
                  <a:pt x="21241" y="0"/>
                </a:lnTo>
                <a:close/>
                <a:moveTo>
                  <a:pt x="85153" y="0"/>
                </a:moveTo>
                <a:lnTo>
                  <a:pt x="111728" y="0"/>
                </a:lnTo>
                <a:lnTo>
                  <a:pt x="101060" y="82296"/>
                </a:lnTo>
                <a:lnTo>
                  <a:pt x="63818" y="82296"/>
                </a:lnTo>
                <a:lnTo>
                  <a:pt x="85153" y="0"/>
                </a:lnTo>
                <a:close/>
              </a:path>
            </a:pathLst>
          </a:custGeom>
          <a:solidFill>
            <a:schemeClr val="accent4"/>
          </a:solidFill>
          <a:ln w="9525" cap="flat">
            <a:noFill/>
            <a:prstDash val="solid"/>
            <a:miter/>
          </a:ln>
        </p:spPr>
        <p:txBody>
          <a:bodyPr rtlCol="0" anchor="ctr"/>
          <a:lstStyle/>
          <a:p>
            <a:endParaRPr lang="en-GB">
              <a:solidFill>
                <a:schemeClr val="bg1"/>
              </a:solidFill>
            </a:endParaRPr>
          </a:p>
        </p:txBody>
      </p:sp>
    </p:spTree>
    <p:extLst>
      <p:ext uri="{BB962C8B-B14F-4D97-AF65-F5344CB8AC3E}">
        <p14:creationId xmlns:p14="http://schemas.microsoft.com/office/powerpoint/2010/main" val="3223224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D78D6570-13CD-020A-0E96-394D1FF3881C}"/>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1ABDE47D-7296-A0B3-F3EF-66067FBDD4F5}"/>
              </a:ext>
            </a:extLst>
          </p:cNvPr>
          <p:cNvSpPr>
            <a:spLocks noGrp="1"/>
          </p:cNvSpPr>
          <p:nvPr>
            <p:ph type="title"/>
          </p:nvPr>
        </p:nvSpPr>
        <p:spPr>
          <a:xfrm>
            <a:off x="539750" y="540000"/>
            <a:ext cx="12384088" cy="543914"/>
          </a:xfrm>
        </p:spPr>
        <p:txBody>
          <a:bodyPr/>
          <a:lstStyle/>
          <a:p>
            <a:r>
              <a:rPr lang="en-GB"/>
              <a:t>Layout option</a:t>
            </a:r>
          </a:p>
        </p:txBody>
      </p:sp>
      <p:sp>
        <p:nvSpPr>
          <p:cNvPr id="8" name="Text Placeholder 2">
            <a:extLst>
              <a:ext uri="{FF2B5EF4-FFF2-40B4-BE49-F238E27FC236}">
                <a16:creationId xmlns:a16="http://schemas.microsoft.com/office/drawing/2014/main" id="{8A13A61E-A6A0-042A-0A2F-0B37A3565A9A}"/>
              </a:ext>
            </a:extLst>
          </p:cNvPr>
          <p:cNvSpPr txBox="1">
            <a:spLocks/>
          </p:cNvSpPr>
          <p:nvPr/>
        </p:nvSpPr>
        <p:spPr>
          <a:xfrm>
            <a:off x="539749" y="1800225"/>
            <a:ext cx="6054725" cy="1754326"/>
          </a:xfrm>
          <a:prstGeom prst="rect">
            <a:avLst/>
          </a:prstGeom>
          <a:noFill/>
        </p:spPr>
        <p:txBody>
          <a:bodyPr vert="horz" lIns="0" tIns="0" rIns="0" bIns="0" rtlCol="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a:t>
            </a:r>
          </a:p>
          <a:p>
            <a:pPr lvl="1"/>
            <a:r>
              <a:rPr lang="en-GB" dirty="0"/>
              <a:t>Cras </a:t>
            </a:r>
            <a:r>
              <a:rPr lang="en-GB" dirty="0" err="1"/>
              <a:t>dolor</a:t>
            </a:r>
            <a:r>
              <a:rPr lang="en-GB" dirty="0"/>
              <a:t> ex, pharetra </a:t>
            </a:r>
            <a:r>
              <a:rPr lang="en-GB" dirty="0" err="1"/>
              <a:t>nec</a:t>
            </a:r>
            <a:r>
              <a:rPr lang="en-GB" dirty="0"/>
              <a:t> pharetra at, </a:t>
            </a:r>
            <a:r>
              <a:rPr lang="en-GB" dirty="0" err="1"/>
              <a:t>condimentum</a:t>
            </a:r>
            <a:r>
              <a:rPr lang="en-GB" dirty="0"/>
              <a:t> a </a:t>
            </a:r>
            <a:r>
              <a:rPr lang="en-GB" dirty="0" err="1"/>
              <a:t>tortor</a:t>
            </a:r>
            <a:r>
              <a:rPr lang="en-GB" dirty="0"/>
              <a:t>. </a:t>
            </a:r>
          </a:p>
          <a:p>
            <a:pPr lvl="2"/>
            <a:r>
              <a:rPr lang="en-GB" dirty="0"/>
              <a:t>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a:t>
            </a:r>
          </a:p>
        </p:txBody>
      </p:sp>
      <p:sp>
        <p:nvSpPr>
          <p:cNvPr id="2" name="Text Placeholder 28">
            <a:extLst>
              <a:ext uri="{FF2B5EF4-FFF2-40B4-BE49-F238E27FC236}">
                <a16:creationId xmlns:a16="http://schemas.microsoft.com/office/drawing/2014/main" id="{A256A061-FA22-192A-DDC1-5A684D12D4FF}"/>
              </a:ext>
            </a:extLst>
          </p:cNvPr>
          <p:cNvSpPr txBox="1">
            <a:spLocks/>
          </p:cNvSpPr>
          <p:nvPr/>
        </p:nvSpPr>
        <p:spPr>
          <a:xfrm>
            <a:off x="675548" y="3941451"/>
            <a:ext cx="1820814" cy="869303"/>
          </a:xfrm>
          <a:prstGeom prst="rect">
            <a:avLst/>
          </a:prstGeom>
        </p:spPr>
        <p:txBody>
          <a:bodyPr vert="horz" wrap="none" lIns="0" tIns="0" rIns="0" bIns="0" rtlCol="0" anchor="t">
            <a:noAutofit/>
          </a:bodyPr>
          <a:lstStyle>
            <a:lvl1pPr indent="0" defTabSz="802072">
              <a:lnSpc>
                <a:spcPct val="100000"/>
              </a:lnSpc>
              <a:spcBef>
                <a:spcPts val="600"/>
              </a:spcBef>
              <a:spcAft>
                <a:spcPts val="0"/>
              </a:spcAft>
              <a:buFont typeface="Arial" panose="020B0604020202020204" pitchFamily="34" charset="0"/>
              <a:buNone/>
              <a:tabLst/>
              <a:defRPr sz="5200" b="0" i="0" spc="-439" baseline="0">
                <a:solidFill>
                  <a:schemeClr val="accent4"/>
                </a:solidFill>
                <a:latin typeface="Helvetica Now Text Light" panose="020B04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dirty="0">
                <a:solidFill>
                  <a:srgbClr val="3B3482"/>
                </a:solidFill>
                <a:latin typeface="+mn-lt"/>
              </a:rPr>
              <a:t>00</a:t>
            </a:r>
          </a:p>
        </p:txBody>
      </p:sp>
      <p:sp>
        <p:nvSpPr>
          <p:cNvPr id="5" name="Text Placeholder 29">
            <a:extLst>
              <a:ext uri="{FF2B5EF4-FFF2-40B4-BE49-F238E27FC236}">
                <a16:creationId xmlns:a16="http://schemas.microsoft.com/office/drawing/2014/main" id="{FBA9010E-E17B-ECE1-CAF2-F62A7E2FA244}"/>
              </a:ext>
            </a:extLst>
          </p:cNvPr>
          <p:cNvSpPr txBox="1">
            <a:spLocks/>
          </p:cNvSpPr>
          <p:nvPr/>
        </p:nvSpPr>
        <p:spPr>
          <a:xfrm>
            <a:off x="675548" y="4752910"/>
            <a:ext cx="2105751" cy="195823"/>
          </a:xfrm>
          <a:prstGeom prst="rect">
            <a:avLst/>
          </a:prstGeom>
        </p:spPr>
        <p:txBody>
          <a:bodyPr vert="horz" wrap="square" lIns="0" tIns="0" rIns="0" bIns="0" rtlCol="0" anchor="t">
            <a:spAutoFit/>
          </a:bodyPr>
          <a:lstStyle>
            <a:lvl1pPr indent="0" defTabSz="802072">
              <a:lnSpc>
                <a:spcPct val="117000"/>
              </a:lnSpc>
              <a:spcBef>
                <a:spcPts val="600"/>
              </a:spcBef>
              <a:spcAft>
                <a:spcPts val="0"/>
              </a:spcAft>
              <a:buFont typeface="Arial" panose="020B0604020202020204" pitchFamily="34" charset="0"/>
              <a:buNone/>
              <a:tabLst/>
              <a:defRPr sz="900" b="0" i="0">
                <a:latin typeface="Helvetica Now Text" panose="020B05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sz="1200" dirty="0">
                <a:solidFill>
                  <a:schemeClr val="tx2"/>
                </a:solidFill>
                <a:latin typeface="+mn-lt"/>
              </a:rPr>
              <a:t>Lorem ipsum </a:t>
            </a:r>
            <a:r>
              <a:rPr lang="en-GB" sz="1200" dirty="0" err="1">
                <a:solidFill>
                  <a:schemeClr val="tx2"/>
                </a:solidFill>
                <a:latin typeface="+mn-lt"/>
              </a:rPr>
              <a:t>dolor</a:t>
            </a:r>
            <a:r>
              <a:rPr lang="en-GB" sz="1200" dirty="0">
                <a:solidFill>
                  <a:schemeClr val="tx2"/>
                </a:solidFill>
                <a:latin typeface="+mn-lt"/>
              </a:rPr>
              <a:t> sit </a:t>
            </a:r>
            <a:r>
              <a:rPr lang="en-GB" sz="1200" dirty="0" err="1">
                <a:solidFill>
                  <a:schemeClr val="tx2"/>
                </a:solidFill>
                <a:latin typeface="+mn-lt"/>
              </a:rPr>
              <a:t>amet</a:t>
            </a:r>
            <a:r>
              <a:rPr lang="en-GB" sz="1200" dirty="0">
                <a:solidFill>
                  <a:schemeClr val="tx2"/>
                </a:solidFill>
                <a:latin typeface="+mn-lt"/>
              </a:rPr>
              <a:t> </a:t>
            </a:r>
          </a:p>
        </p:txBody>
      </p:sp>
      <p:sp>
        <p:nvSpPr>
          <p:cNvPr id="6" name="Text Placeholder 27">
            <a:extLst>
              <a:ext uri="{FF2B5EF4-FFF2-40B4-BE49-F238E27FC236}">
                <a16:creationId xmlns:a16="http://schemas.microsoft.com/office/drawing/2014/main" id="{E7068ED8-FDBF-D6D6-82AE-6A2DA5E50336}"/>
              </a:ext>
            </a:extLst>
          </p:cNvPr>
          <p:cNvSpPr txBox="1">
            <a:spLocks/>
          </p:cNvSpPr>
          <p:nvPr/>
        </p:nvSpPr>
        <p:spPr>
          <a:xfrm>
            <a:off x="675548" y="3748786"/>
            <a:ext cx="1780293" cy="246221"/>
          </a:xfrm>
          <a:prstGeom prst="rect">
            <a:avLst/>
          </a:prstGeom>
        </p:spPr>
        <p:txBody>
          <a:bodyPr vert="horz" wrap="square" lIns="0" tIns="0" rIns="0" bIns="0" rtlCol="0" anchor="b">
            <a:spAutoFit/>
          </a:bodyPr>
          <a:lstStyle>
            <a:lvl1pPr indent="0" defTabSz="802072">
              <a:lnSpc>
                <a:spcPct val="100000"/>
              </a:lnSpc>
              <a:spcBef>
                <a:spcPts val="600"/>
              </a:spcBef>
              <a:spcAft>
                <a:spcPts val="0"/>
              </a:spcAft>
              <a:buFont typeface="Arial" panose="020B0604020202020204" pitchFamily="34" charset="0"/>
              <a:buNone/>
              <a:tabLst/>
              <a:defRPr sz="1800" b="1" i="0">
                <a:latin typeface="Helvetica Now Text" panose="020B0504030202020204" pitchFamily="34" charset="77"/>
              </a:defRPr>
            </a:lvl1pPr>
            <a:lvl2pPr marL="401036" indent="0" defTabSz="802072">
              <a:lnSpc>
                <a:spcPct val="100000"/>
              </a:lnSpc>
              <a:spcBef>
                <a:spcPts val="0"/>
              </a:spcBef>
              <a:spcAft>
                <a:spcPts val="600"/>
              </a:spcAft>
              <a:buFont typeface="Arial" panose="020B0604020202020204" pitchFamily="34" charset="0"/>
              <a:buNone/>
              <a:tabLst/>
              <a:defRPr sz="1754" b="1" i="0">
                <a:latin typeface="Helvetica Now Text" panose="020B0504030202020204" pitchFamily="34" charset="77"/>
              </a:defRPr>
            </a:lvl2pPr>
            <a:lvl3pPr marL="802072" indent="0" defTabSz="802072">
              <a:lnSpc>
                <a:spcPct val="100000"/>
              </a:lnSpc>
              <a:spcBef>
                <a:spcPts val="0"/>
              </a:spcBef>
              <a:spcAft>
                <a:spcPts val="600"/>
              </a:spcAft>
              <a:buClr>
                <a:schemeClr val="tx1"/>
              </a:buClr>
              <a:buFont typeface="Times New Roman" panose="02020603050405020304" pitchFamily="18" charset="0"/>
              <a:buNone/>
              <a:tabLst/>
              <a:defRPr sz="1579" b="1" i="0">
                <a:latin typeface="Helvetica Now Text" panose="020B0504030202020204" pitchFamily="34" charset="77"/>
              </a:defRPr>
            </a:lvl3pPr>
            <a:lvl4pPr marL="1203107" indent="0" defTabSz="802072">
              <a:lnSpc>
                <a:spcPct val="100000"/>
              </a:lnSpc>
              <a:spcBef>
                <a:spcPts val="0"/>
              </a:spcBef>
              <a:spcAft>
                <a:spcPts val="600"/>
              </a:spcAft>
              <a:buClr>
                <a:schemeClr val="tx1"/>
              </a:buClr>
              <a:buSzPct val="80000"/>
              <a:buFont typeface="System Font Regular"/>
              <a:buNone/>
              <a:tabLst/>
              <a:defRPr sz="1404" b="1" i="0">
                <a:latin typeface="Helvetica Now Text" panose="020B0504030202020204" pitchFamily="34" charset="77"/>
              </a:defRPr>
            </a:lvl4pPr>
            <a:lvl5pPr marL="1604143" indent="0" defTabSz="802072">
              <a:lnSpc>
                <a:spcPct val="100000"/>
              </a:lnSpc>
              <a:spcBef>
                <a:spcPts val="0"/>
              </a:spcBef>
              <a:spcAft>
                <a:spcPts val="600"/>
              </a:spcAft>
              <a:buClr>
                <a:schemeClr val="tx1"/>
              </a:buClr>
              <a:buFont typeface="System Font Regular"/>
              <a:buNone/>
              <a:tabLst/>
              <a:defRPr sz="1404" b="1" i="0">
                <a:latin typeface="Helvetica Now Text" panose="020B0504030202020204" pitchFamily="34" charset="77"/>
              </a:defRPr>
            </a:lvl5pPr>
            <a:lvl6pPr marL="2005179" indent="0" defTabSz="802072">
              <a:lnSpc>
                <a:spcPct val="117000"/>
              </a:lnSpc>
              <a:spcBef>
                <a:spcPts val="0"/>
              </a:spcBef>
              <a:buClr>
                <a:schemeClr val="tx1"/>
              </a:buClr>
              <a:buFont typeface="System Font Regular"/>
              <a:buNone/>
              <a:tabLst/>
              <a:defRPr sz="1404" b="1" i="0">
                <a:latin typeface="Helvetica Now Text" panose="020B0504030202020204" pitchFamily="34" charset="77"/>
              </a:defRPr>
            </a:lvl6pPr>
            <a:lvl7pPr marL="2406215"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7pPr>
            <a:lvl8pPr marL="2807251"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8pPr>
            <a:lvl9pPr marL="3208286" indent="0" defTabSz="802072">
              <a:lnSpc>
                <a:spcPct val="117000"/>
              </a:lnSpc>
              <a:spcBef>
                <a:spcPts val="0"/>
              </a:spcBef>
              <a:buFont typeface="Arial" panose="020B0604020202020204" pitchFamily="34" charset="0"/>
              <a:buNone/>
              <a:tabLst/>
              <a:defRPr sz="1404" b="1" i="0">
                <a:latin typeface="Helvetica Now Text" panose="020B0504030202020204" pitchFamily="34" charset="77"/>
              </a:defRPr>
            </a:lvl9pPr>
          </a:lstStyle>
          <a:p>
            <a:r>
              <a:rPr lang="en-GB" sz="1600" dirty="0">
                <a:latin typeface="+mj-lt"/>
              </a:rPr>
              <a:t>Lorem ipsum</a:t>
            </a:r>
          </a:p>
        </p:txBody>
      </p:sp>
      <p:cxnSp>
        <p:nvCxnSpPr>
          <p:cNvPr id="9" name="Straight Connector 8">
            <a:extLst>
              <a:ext uri="{FF2B5EF4-FFF2-40B4-BE49-F238E27FC236}">
                <a16:creationId xmlns:a16="http://schemas.microsoft.com/office/drawing/2014/main" id="{EC52D985-AA7C-2A4E-19B0-AEB9405E78B9}"/>
              </a:ext>
            </a:extLst>
          </p:cNvPr>
          <p:cNvCxnSpPr>
            <a:cxnSpLocks/>
          </p:cNvCxnSpPr>
          <p:nvPr/>
        </p:nvCxnSpPr>
        <p:spPr>
          <a:xfrm flipV="1">
            <a:off x="538165" y="3749677"/>
            <a:ext cx="0" cy="120713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C8C9895-BE64-AE37-CF47-D1175A426A34}"/>
              </a:ext>
            </a:extLst>
          </p:cNvPr>
          <p:cNvSpPr txBox="1"/>
          <p:nvPr/>
        </p:nvSpPr>
        <p:spPr>
          <a:xfrm>
            <a:off x="693833" y="5712536"/>
            <a:ext cx="2659072" cy="846386"/>
          </a:xfrm>
          <a:prstGeom prst="rect">
            <a:avLst/>
          </a:prstGeom>
          <a:noFill/>
        </p:spPr>
        <p:txBody>
          <a:bodyPr wrap="square" lIns="0" rIns="0" rtlCol="0">
            <a:spAutoFit/>
          </a:bodyPr>
          <a:lstStyle/>
          <a:p>
            <a:pPr>
              <a:spcAft>
                <a:spcPts val="600"/>
              </a:spcAft>
            </a:pPr>
            <a:r>
              <a:rPr lang="en-GB" sz="1600" dirty="0"/>
              <a:t>Quote </a:t>
            </a:r>
            <a:r>
              <a:rPr lang="en-GB" sz="1600" dirty="0" err="1"/>
              <a:t>Quote</a:t>
            </a:r>
            <a:r>
              <a:rPr lang="en-GB" sz="1600" dirty="0"/>
              <a:t> </a:t>
            </a:r>
            <a:r>
              <a:rPr lang="en-GB" sz="1600" dirty="0" err="1"/>
              <a:t>Quote</a:t>
            </a:r>
            <a:r>
              <a:rPr lang="en-GB" sz="1600" dirty="0"/>
              <a:t> </a:t>
            </a:r>
            <a:r>
              <a:rPr lang="en-GB" sz="1600" dirty="0" err="1"/>
              <a:t>Quote</a:t>
            </a:r>
            <a:r>
              <a:rPr lang="en-GB" sz="1600" dirty="0"/>
              <a:t> </a:t>
            </a:r>
            <a:r>
              <a:rPr lang="en-GB" sz="1600" dirty="0" err="1"/>
              <a:t>Quote</a:t>
            </a:r>
            <a:r>
              <a:rPr lang="en-GB" sz="1600" dirty="0"/>
              <a:t> </a:t>
            </a:r>
            <a:r>
              <a:rPr lang="en-GB" sz="1600" dirty="0" err="1"/>
              <a:t>Quote</a:t>
            </a:r>
            <a:r>
              <a:rPr lang="en-GB" sz="1600" dirty="0"/>
              <a:t> </a:t>
            </a:r>
            <a:r>
              <a:rPr lang="en-GB" sz="1600" dirty="0" err="1"/>
              <a:t>Quote</a:t>
            </a:r>
            <a:r>
              <a:rPr lang="en-GB" sz="1600" dirty="0"/>
              <a:t> </a:t>
            </a:r>
            <a:r>
              <a:rPr lang="en-GB" sz="1600" dirty="0" err="1"/>
              <a:t>Quote</a:t>
            </a:r>
            <a:r>
              <a:rPr lang="en-GB" sz="1600" dirty="0"/>
              <a:t>.”</a:t>
            </a:r>
          </a:p>
          <a:p>
            <a:pPr>
              <a:spcAft>
                <a:spcPts val="600"/>
              </a:spcAft>
            </a:pPr>
            <a:r>
              <a:rPr lang="en-GB" sz="1200" b="1" dirty="0">
                <a:latin typeface="+mj-lt"/>
              </a:rPr>
              <a:t>Quote source (date)</a:t>
            </a:r>
            <a:endParaRPr lang="en-GB" sz="2400" dirty="0">
              <a:latin typeface="+mj-lt"/>
            </a:endParaRPr>
          </a:p>
        </p:txBody>
      </p:sp>
      <p:sp>
        <p:nvSpPr>
          <p:cNvPr id="11" name="Graphic 74">
            <a:extLst>
              <a:ext uri="{FF2B5EF4-FFF2-40B4-BE49-F238E27FC236}">
                <a16:creationId xmlns:a16="http://schemas.microsoft.com/office/drawing/2014/main" id="{F7328590-BE88-FC59-ECEF-9C96AEC1EAC7}"/>
              </a:ext>
            </a:extLst>
          </p:cNvPr>
          <p:cNvSpPr/>
          <p:nvPr/>
        </p:nvSpPr>
        <p:spPr>
          <a:xfrm>
            <a:off x="693833" y="5400433"/>
            <a:ext cx="423722" cy="312103"/>
          </a:xfrm>
          <a:custGeom>
            <a:avLst/>
            <a:gdLst>
              <a:gd name="connsiteX0" fmla="*/ 21241 w 111728"/>
              <a:gd name="connsiteY0" fmla="*/ 0 h 82296"/>
              <a:gd name="connsiteX1" fmla="*/ 47816 w 111728"/>
              <a:gd name="connsiteY1" fmla="*/ 0 h 82296"/>
              <a:gd name="connsiteX2" fmla="*/ 37148 w 111728"/>
              <a:gd name="connsiteY2" fmla="*/ 82296 h 82296"/>
              <a:gd name="connsiteX3" fmla="*/ 0 w 111728"/>
              <a:gd name="connsiteY3" fmla="*/ 82296 h 82296"/>
              <a:gd name="connsiteX4" fmla="*/ 21241 w 111728"/>
              <a:gd name="connsiteY4" fmla="*/ 0 h 82296"/>
              <a:gd name="connsiteX5" fmla="*/ 85153 w 111728"/>
              <a:gd name="connsiteY5" fmla="*/ 0 h 82296"/>
              <a:gd name="connsiteX6" fmla="*/ 111728 w 111728"/>
              <a:gd name="connsiteY6" fmla="*/ 0 h 82296"/>
              <a:gd name="connsiteX7" fmla="*/ 101060 w 111728"/>
              <a:gd name="connsiteY7" fmla="*/ 82296 h 82296"/>
              <a:gd name="connsiteX8" fmla="*/ 63818 w 111728"/>
              <a:gd name="connsiteY8" fmla="*/ 82296 h 82296"/>
              <a:gd name="connsiteX9" fmla="*/ 85153 w 111728"/>
              <a:gd name="connsiteY9" fmla="*/ 0 h 8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728" h="82296">
                <a:moveTo>
                  <a:pt x="21241" y="0"/>
                </a:moveTo>
                <a:lnTo>
                  <a:pt x="47816" y="0"/>
                </a:lnTo>
                <a:lnTo>
                  <a:pt x="37148" y="82296"/>
                </a:lnTo>
                <a:lnTo>
                  <a:pt x="0" y="82296"/>
                </a:lnTo>
                <a:lnTo>
                  <a:pt x="21241" y="0"/>
                </a:lnTo>
                <a:close/>
                <a:moveTo>
                  <a:pt x="85153" y="0"/>
                </a:moveTo>
                <a:lnTo>
                  <a:pt x="111728" y="0"/>
                </a:lnTo>
                <a:lnTo>
                  <a:pt x="101060" y="82296"/>
                </a:lnTo>
                <a:lnTo>
                  <a:pt x="63818" y="82296"/>
                </a:lnTo>
                <a:lnTo>
                  <a:pt x="85153" y="0"/>
                </a:lnTo>
                <a:close/>
              </a:path>
            </a:pathLst>
          </a:custGeom>
          <a:solidFill>
            <a:srgbClr val="3B3482"/>
          </a:solidFill>
          <a:ln w="9525" cap="flat">
            <a:noFill/>
            <a:prstDash val="solid"/>
            <a:miter/>
          </a:ln>
        </p:spPr>
        <p:txBody>
          <a:bodyPr rtlCol="0" anchor="ctr"/>
          <a:lstStyle/>
          <a:p>
            <a:endParaRPr lang="en-GB"/>
          </a:p>
        </p:txBody>
      </p:sp>
      <p:cxnSp>
        <p:nvCxnSpPr>
          <p:cNvPr id="12" name="Straight Connector 11">
            <a:extLst>
              <a:ext uri="{FF2B5EF4-FFF2-40B4-BE49-F238E27FC236}">
                <a16:creationId xmlns:a16="http://schemas.microsoft.com/office/drawing/2014/main" id="{4E782116-357D-CFD0-B305-0431845F8AF9}"/>
              </a:ext>
            </a:extLst>
          </p:cNvPr>
          <p:cNvCxnSpPr>
            <a:cxnSpLocks/>
          </p:cNvCxnSpPr>
          <p:nvPr/>
        </p:nvCxnSpPr>
        <p:spPr>
          <a:xfrm flipV="1">
            <a:off x="538165" y="5302252"/>
            <a:ext cx="0" cy="1207133"/>
          </a:xfrm>
          <a:prstGeom prst="line">
            <a:avLst/>
          </a:prstGeom>
          <a:ln w="9525">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sp>
        <p:nvSpPr>
          <p:cNvPr id="14" name="Picture Placeholder 6">
            <a:extLst>
              <a:ext uri="{FF2B5EF4-FFF2-40B4-BE49-F238E27FC236}">
                <a16:creationId xmlns:a16="http://schemas.microsoft.com/office/drawing/2014/main" id="{C4DC9D8F-78CD-7231-3307-C6081AF0D81C}"/>
              </a:ext>
            </a:extLst>
          </p:cNvPr>
          <p:cNvSpPr txBox="1">
            <a:spLocks/>
          </p:cNvSpPr>
          <p:nvPr/>
        </p:nvSpPr>
        <p:spPr>
          <a:xfrm>
            <a:off x="6270352" y="1800226"/>
            <a:ext cx="7193235" cy="5759452"/>
          </a:xfrm>
          <a:custGeom>
            <a:avLst/>
            <a:gdLst>
              <a:gd name="connsiteX0" fmla="*/ 4414867 w 6284333"/>
              <a:gd name="connsiteY0" fmla="*/ 156 h 4926784"/>
              <a:gd name="connsiteX1" fmla="*/ 6033295 w 6284333"/>
              <a:gd name="connsiteY1" fmla="*/ 214080 h 4926784"/>
              <a:gd name="connsiteX2" fmla="*/ 6284333 w 6284333"/>
              <a:gd name="connsiteY2" fmla="*/ 280993 h 4926784"/>
              <a:gd name="connsiteX3" fmla="*/ 6284333 w 6284333"/>
              <a:gd name="connsiteY3" fmla="*/ 3824283 h 4926784"/>
              <a:gd name="connsiteX4" fmla="*/ 6196194 w 6284333"/>
              <a:gd name="connsiteY4" fmla="*/ 3780822 h 4926784"/>
              <a:gd name="connsiteX5" fmla="*/ 5892198 w 6284333"/>
              <a:gd name="connsiteY5" fmla="*/ 3659009 h 4926784"/>
              <a:gd name="connsiteX6" fmla="*/ 3991051 w 6284333"/>
              <a:gd name="connsiteY6" fmla="*/ 4120310 h 4926784"/>
              <a:gd name="connsiteX7" fmla="*/ 4053112 w 6284333"/>
              <a:gd name="connsiteY7" fmla="*/ 4913518 h 4926784"/>
              <a:gd name="connsiteX8" fmla="*/ 4060481 w 6284333"/>
              <a:gd name="connsiteY8" fmla="*/ 4926784 h 4926784"/>
              <a:gd name="connsiteX9" fmla="*/ 61241 w 6284333"/>
              <a:gd name="connsiteY9" fmla="*/ 4926784 h 4926784"/>
              <a:gd name="connsiteX10" fmla="*/ 30217 w 6284333"/>
              <a:gd name="connsiteY10" fmla="*/ 4735657 h 4926784"/>
              <a:gd name="connsiteX11" fmla="*/ 283541 w 6284333"/>
              <a:gd name="connsiteY11" fmla="*/ 2749530 h 4926784"/>
              <a:gd name="connsiteX12" fmla="*/ 4414867 w 6284333"/>
              <a:gd name="connsiteY12" fmla="*/ 156 h 4926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84333" h="4926784">
                <a:moveTo>
                  <a:pt x="4414867" y="156"/>
                </a:moveTo>
                <a:cubicBezTo>
                  <a:pt x="4926982" y="3871"/>
                  <a:pt x="5469048" y="74299"/>
                  <a:pt x="6033295" y="214080"/>
                </a:cubicBezTo>
                <a:lnTo>
                  <a:pt x="6284333" y="280993"/>
                </a:lnTo>
                <a:lnTo>
                  <a:pt x="6284333" y="3824283"/>
                </a:lnTo>
                <a:lnTo>
                  <a:pt x="6196194" y="3780822"/>
                </a:lnTo>
                <a:cubicBezTo>
                  <a:pt x="6097518" y="3736645"/>
                  <a:pt x="5996159" y="3695826"/>
                  <a:pt x="5892198" y="3659009"/>
                </a:cubicBezTo>
                <a:cubicBezTo>
                  <a:pt x="4945851" y="3323359"/>
                  <a:pt x="4223744" y="3472030"/>
                  <a:pt x="3991051" y="4120310"/>
                </a:cubicBezTo>
                <a:cubicBezTo>
                  <a:pt x="3894097" y="4390423"/>
                  <a:pt x="3926667" y="4652745"/>
                  <a:pt x="4053112" y="4913518"/>
                </a:cubicBezTo>
                <a:lnTo>
                  <a:pt x="4060481" y="4926784"/>
                </a:lnTo>
                <a:lnTo>
                  <a:pt x="61241" y="4926784"/>
                </a:lnTo>
                <a:lnTo>
                  <a:pt x="30217" y="4735657"/>
                </a:lnTo>
                <a:cubicBezTo>
                  <a:pt x="-46909" y="4144254"/>
                  <a:pt x="18742" y="3487255"/>
                  <a:pt x="283541" y="2749530"/>
                </a:cubicBezTo>
                <a:cubicBezTo>
                  <a:pt x="928758" y="951963"/>
                  <a:pt x="2451758" y="-14088"/>
                  <a:pt x="4414867" y="156"/>
                </a:cubicBezTo>
                <a:close/>
              </a:path>
            </a:pathLst>
          </a:custGeom>
          <a:blipFill>
            <a:blip r:embed="rId2"/>
            <a:stretch>
              <a:fillRect/>
            </a:stretch>
          </a:blipFill>
        </p:spPr>
        <p:txBody>
          <a:bodyPr vert="horz" wrap="square" lIns="1476000" tIns="0" rIns="0" bIns="0" rtlCol="0" anchor="ctr">
            <a:noAutofit/>
          </a:bodyPr>
          <a:lstStyle>
            <a:lvl1pPr marL="0" indent="0" algn="ctr" defTabSz="802072" rtl="0" eaLnBrk="1" latinLnBrk="0" hangingPunct="1">
              <a:lnSpc>
                <a:spcPct val="100000"/>
              </a:lnSpc>
              <a:spcBef>
                <a:spcPts val="600"/>
              </a:spcBef>
              <a:spcAft>
                <a:spcPts val="600"/>
              </a:spcAft>
              <a:buFont typeface="Arial" panose="020B0604020202020204" pitchFamily="34" charset="0"/>
              <a:buNone/>
              <a:tabLst/>
              <a:defRPr sz="1511" b="0" i="0" kern="1200">
                <a:solidFill>
                  <a:schemeClr val="accent6"/>
                </a:solidFill>
                <a:latin typeface="TT Hoves Light" panose="02000503020000020004" pitchFamily="50" charset="0"/>
                <a:ea typeface="+mn-ea"/>
                <a:cs typeface="+mn-cs"/>
              </a:defRPr>
            </a:lvl1pPr>
            <a:lvl2pPr marL="401036" indent="0" algn="ctr" defTabSz="802072" rtl="0" eaLnBrk="1" latinLnBrk="0" hangingPunct="1">
              <a:lnSpc>
                <a:spcPct val="100000"/>
              </a:lnSpc>
              <a:spcBef>
                <a:spcPts val="0"/>
              </a:spcBef>
              <a:spcAft>
                <a:spcPts val="600"/>
              </a:spcAft>
              <a:buFont typeface="Arial" panose="020B0604020202020204" pitchFamily="34" charset="0"/>
              <a:buNone/>
              <a:tabLst/>
              <a:defRPr sz="1754" b="1" i="0" kern="1200">
                <a:solidFill>
                  <a:schemeClr val="tx1"/>
                </a:solidFill>
                <a:latin typeface="+mj-lt"/>
                <a:ea typeface="+mn-ea"/>
                <a:cs typeface="+mn-cs"/>
              </a:defRPr>
            </a:lvl2pPr>
            <a:lvl3pPr marL="802072" indent="0" algn="ctr" defTabSz="802072" rtl="0" eaLnBrk="1" latinLnBrk="0" hangingPunct="1">
              <a:lnSpc>
                <a:spcPct val="100000"/>
              </a:lnSpc>
              <a:spcBef>
                <a:spcPts val="0"/>
              </a:spcBef>
              <a:spcAft>
                <a:spcPts val="600"/>
              </a:spcAft>
              <a:buClrTx/>
              <a:buFont typeface="Arial" panose="020B0604020202020204" pitchFamily="34" charset="0"/>
              <a:buNone/>
              <a:tabLst/>
              <a:defRPr sz="1579" b="0" i="0" kern="1200">
                <a:solidFill>
                  <a:schemeClr val="tx1"/>
                </a:solidFill>
                <a:latin typeface="+mn-lt"/>
                <a:ea typeface="+mn-ea"/>
                <a:cs typeface="+mn-cs"/>
              </a:defRPr>
            </a:lvl3pPr>
            <a:lvl4pPr marL="1203107" indent="0" algn="ctr" defTabSz="802072" rtl="0" eaLnBrk="1" latinLnBrk="0" hangingPunct="1">
              <a:lnSpc>
                <a:spcPct val="100000"/>
              </a:lnSpc>
              <a:spcBef>
                <a:spcPts val="0"/>
              </a:spcBef>
              <a:spcAft>
                <a:spcPts val="600"/>
              </a:spcAft>
              <a:buClrTx/>
              <a:buSzPct val="100000"/>
              <a:buFont typeface="Arial" panose="020B0604020202020204" pitchFamily="34" charset="0"/>
              <a:buNone/>
              <a:tabLst/>
              <a:defRPr sz="1404" b="0" i="0" kern="1200">
                <a:solidFill>
                  <a:schemeClr val="tx1"/>
                </a:solidFill>
                <a:latin typeface="+mn-lt"/>
                <a:ea typeface="+mn-ea"/>
                <a:cs typeface="+mn-cs"/>
              </a:defRPr>
            </a:lvl4pPr>
            <a:lvl5pPr marL="1604143"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5pPr>
            <a:lvl6pPr marL="2005179"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6pPr>
            <a:lvl7pPr marL="2406215"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7pPr>
            <a:lvl8pPr marL="2807251"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8pPr>
            <a:lvl9pPr marL="3208286"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9pPr>
          </a:lstStyle>
          <a:p>
            <a:pPr marL="8550" lvl="3" indent="0" algn="l">
              <a:buNone/>
            </a:pPr>
            <a:r>
              <a:rPr lang="en-GB" sz="1600" dirty="0">
                <a:solidFill>
                  <a:schemeClr val="bg1"/>
                </a:solidFill>
              </a:rPr>
              <a:t>To insert an image within this shape</a:t>
            </a:r>
          </a:p>
          <a:p>
            <a:pPr marL="342900" lvl="3" indent="-342900" algn="l">
              <a:buAutoNum type="arabicParenR"/>
            </a:pPr>
            <a:r>
              <a:rPr lang="en-GB" sz="1600" dirty="0">
                <a:solidFill>
                  <a:schemeClr val="bg1"/>
                </a:solidFill>
              </a:rPr>
              <a:t>Right click on this shape </a:t>
            </a:r>
          </a:p>
          <a:p>
            <a:pPr marL="342900" lvl="3" indent="-342900" algn="l">
              <a:buAutoNum type="arabicParenR"/>
            </a:pPr>
            <a:r>
              <a:rPr lang="en-GB" sz="1600" dirty="0">
                <a:solidFill>
                  <a:schemeClr val="bg1"/>
                </a:solidFill>
              </a:rPr>
              <a:t>Select </a:t>
            </a:r>
            <a:r>
              <a:rPr lang="en-GB" sz="1600" b="1" dirty="0">
                <a:solidFill>
                  <a:schemeClr val="bg1"/>
                </a:solidFill>
                <a:latin typeface="+mj-lt"/>
              </a:rPr>
              <a:t>shape options</a:t>
            </a:r>
          </a:p>
          <a:p>
            <a:pPr marL="342900" lvl="3" indent="-342900" algn="l">
              <a:buFont typeface="Arial" panose="020B0604020202020204" pitchFamily="34" charset="0"/>
              <a:buAutoNum type="arabicParenR"/>
            </a:pPr>
            <a:r>
              <a:rPr lang="en-GB" sz="1600" dirty="0">
                <a:solidFill>
                  <a:schemeClr val="bg1"/>
                </a:solidFill>
              </a:rPr>
              <a:t>Click onto </a:t>
            </a:r>
            <a:r>
              <a:rPr lang="en-GB" sz="1600" b="1" dirty="0">
                <a:solidFill>
                  <a:schemeClr val="bg1"/>
                </a:solidFill>
                <a:latin typeface="+mj-lt"/>
              </a:rPr>
              <a:t>Picture or texture fill </a:t>
            </a:r>
          </a:p>
          <a:p>
            <a:pPr marL="342900" lvl="3" indent="-342900" algn="l">
              <a:buAutoNum type="arabicParenR"/>
            </a:pPr>
            <a:r>
              <a:rPr lang="en-GB" sz="1600" dirty="0">
                <a:solidFill>
                  <a:schemeClr val="bg1"/>
                </a:solidFill>
              </a:rPr>
              <a:t>Select the </a:t>
            </a:r>
            <a:r>
              <a:rPr lang="en-GB" sz="1600" b="1" dirty="0">
                <a:solidFill>
                  <a:schemeClr val="bg1"/>
                </a:solidFill>
                <a:latin typeface="+mj-lt"/>
              </a:rPr>
              <a:t>Insert</a:t>
            </a:r>
            <a:r>
              <a:rPr lang="en-GB" sz="1600" b="1" dirty="0">
                <a:solidFill>
                  <a:schemeClr val="bg1"/>
                </a:solidFill>
              </a:rPr>
              <a:t> </a:t>
            </a:r>
            <a:r>
              <a:rPr lang="en-GB" sz="1600" dirty="0">
                <a:solidFill>
                  <a:schemeClr val="bg1"/>
                </a:solidFill>
              </a:rPr>
              <a:t>button which can </a:t>
            </a:r>
            <a:br>
              <a:rPr lang="en-GB" sz="1600" dirty="0">
                <a:solidFill>
                  <a:schemeClr val="bg1"/>
                </a:solidFill>
              </a:rPr>
            </a:br>
            <a:r>
              <a:rPr lang="en-GB" sz="1600" dirty="0">
                <a:solidFill>
                  <a:schemeClr val="bg1"/>
                </a:solidFill>
              </a:rPr>
              <a:t>be found under </a:t>
            </a:r>
            <a:r>
              <a:rPr lang="en-GB" sz="1600" b="1" dirty="0">
                <a:solidFill>
                  <a:schemeClr val="bg1"/>
                </a:solidFill>
                <a:latin typeface="+mj-lt"/>
              </a:rPr>
              <a:t>picture source </a:t>
            </a:r>
          </a:p>
        </p:txBody>
      </p:sp>
    </p:spTree>
    <p:extLst>
      <p:ext uri="{BB962C8B-B14F-4D97-AF65-F5344CB8AC3E}">
        <p14:creationId xmlns:p14="http://schemas.microsoft.com/office/powerpoint/2010/main" val="1015605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67260C-7E3A-BF8D-E7C6-03041B7FB2A3}"/>
              </a:ext>
            </a:extLst>
          </p:cNvPr>
          <p:cNvSpPr>
            <a:spLocks noGrp="1"/>
          </p:cNvSpPr>
          <p:nvPr>
            <p:ph type="title"/>
          </p:nvPr>
        </p:nvSpPr>
        <p:spPr>
          <a:xfrm>
            <a:off x="539750" y="540000"/>
            <a:ext cx="9219509" cy="543914"/>
          </a:xfrm>
        </p:spPr>
        <p:txBody>
          <a:bodyPr/>
          <a:lstStyle/>
          <a:p>
            <a:r>
              <a:rPr lang="en-GB" dirty="0"/>
              <a:t>Layout option</a:t>
            </a:r>
          </a:p>
        </p:txBody>
      </p:sp>
      <p:sp>
        <p:nvSpPr>
          <p:cNvPr id="6" name="Text Placeholder 5">
            <a:extLst>
              <a:ext uri="{FF2B5EF4-FFF2-40B4-BE49-F238E27FC236}">
                <a16:creationId xmlns:a16="http://schemas.microsoft.com/office/drawing/2014/main" id="{C1C5DA29-791B-1F69-2F86-D64D90F38CCA}"/>
              </a:ext>
            </a:extLst>
          </p:cNvPr>
          <p:cNvSpPr>
            <a:spLocks noGrp="1"/>
          </p:cNvSpPr>
          <p:nvPr>
            <p:ph type="body" sz="quarter" idx="19"/>
          </p:nvPr>
        </p:nvSpPr>
        <p:spPr>
          <a:xfrm>
            <a:off x="535237" y="2518178"/>
            <a:ext cx="2894866" cy="1769715"/>
          </a:xfrm>
        </p:spPr>
        <p:txBody>
          <a:bodyPr>
            <a:noAutofit/>
          </a:bodyPr>
          <a:lstStyle/>
          <a:p>
            <a:r>
              <a:rPr lang="en-GB" dirty="0">
                <a:solidFill>
                  <a:schemeClr val="tx2"/>
                </a:solidFill>
              </a:rPr>
              <a:t>Lorem ipsum </a:t>
            </a:r>
            <a:r>
              <a:rPr lang="en-GB" dirty="0" err="1">
                <a:solidFill>
                  <a:schemeClr val="tx2"/>
                </a:solidFill>
              </a:rPr>
              <a:t>dolor</a:t>
            </a:r>
            <a:r>
              <a:rPr lang="en-GB" dirty="0">
                <a:solidFill>
                  <a:schemeClr val="tx2"/>
                </a:solidFill>
              </a:rPr>
              <a:t> sit </a:t>
            </a:r>
            <a:r>
              <a:rPr lang="en-GB" dirty="0" err="1">
                <a:solidFill>
                  <a:schemeClr val="tx2"/>
                </a:solidFill>
              </a:rPr>
              <a:t>ur</a:t>
            </a:r>
            <a:endParaRPr lang="en-GB" dirty="0">
              <a:solidFill>
                <a:schemeClr val="tx2"/>
              </a:solidFill>
            </a:endParaRPr>
          </a:p>
          <a:p>
            <a:pPr lvl="1"/>
            <a:r>
              <a:rPr lang="en-GB" dirty="0"/>
              <a:t>Cras </a:t>
            </a:r>
            <a:r>
              <a:rPr lang="en-GB" dirty="0" err="1"/>
              <a:t>dolor</a:t>
            </a:r>
            <a:r>
              <a:rPr lang="en-GB" dirty="0"/>
              <a:t> ex, pharetra </a:t>
            </a:r>
            <a:r>
              <a:rPr lang="en-GB" dirty="0" err="1"/>
              <a:t>nec</a:t>
            </a:r>
            <a:r>
              <a:rPr lang="en-GB" dirty="0"/>
              <a:t> pharetra at, </a:t>
            </a:r>
            <a:r>
              <a:rPr lang="en-GB" dirty="0" err="1"/>
              <a:t>condimentum</a:t>
            </a:r>
            <a:r>
              <a:rPr lang="en-GB" dirty="0"/>
              <a:t> a. </a:t>
            </a:r>
          </a:p>
          <a:p>
            <a:pPr lvl="2"/>
            <a:r>
              <a:rPr lang="en-GB" dirty="0"/>
              <a:t>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p>
          <a:p>
            <a:pPr lvl="3"/>
            <a:r>
              <a:rPr lang="en-GB" dirty="0" err="1"/>
              <a:t>Quisque</a:t>
            </a:r>
            <a:r>
              <a:rPr lang="en-GB" dirty="0"/>
              <a:t> </a:t>
            </a:r>
            <a:r>
              <a:rPr lang="en-GB" dirty="0" err="1"/>
              <a:t>vel</a:t>
            </a:r>
            <a:r>
              <a:rPr lang="en-GB" dirty="0"/>
              <a:t> </a:t>
            </a:r>
            <a:r>
              <a:rPr lang="en-GB" dirty="0" err="1"/>
              <a:t>tincidunt</a:t>
            </a:r>
            <a:r>
              <a:rPr lang="en-GB" dirty="0"/>
              <a:t> mi. Sed</a:t>
            </a:r>
          </a:p>
        </p:txBody>
      </p:sp>
      <p:sp>
        <p:nvSpPr>
          <p:cNvPr id="7" name="Text Placeholder 6">
            <a:extLst>
              <a:ext uri="{FF2B5EF4-FFF2-40B4-BE49-F238E27FC236}">
                <a16:creationId xmlns:a16="http://schemas.microsoft.com/office/drawing/2014/main" id="{E3058FFD-80C3-067B-6442-A5B37E875F55}"/>
              </a:ext>
            </a:extLst>
          </p:cNvPr>
          <p:cNvSpPr>
            <a:spLocks noGrp="1"/>
          </p:cNvSpPr>
          <p:nvPr>
            <p:ph type="body" sz="quarter" idx="20"/>
          </p:nvPr>
        </p:nvSpPr>
        <p:spPr>
          <a:xfrm>
            <a:off x="3699815" y="2518178"/>
            <a:ext cx="2894866" cy="1769715"/>
          </a:xfrm>
        </p:spPr>
        <p:txBody>
          <a:bodyPr>
            <a:noAutofit/>
          </a:bodyPr>
          <a:lstStyle/>
          <a:p>
            <a:r>
              <a:rPr lang="sv-SE" dirty="0">
                <a:solidFill>
                  <a:schemeClr val="accent2"/>
                </a:solidFill>
              </a:rPr>
              <a:t>Lorem ipsum dolor sit ur</a:t>
            </a:r>
          </a:p>
          <a:p>
            <a:pPr lvl="1"/>
            <a:r>
              <a:rPr lang="en-GB" dirty="0"/>
              <a:t>Cras </a:t>
            </a:r>
            <a:r>
              <a:rPr lang="en-GB" dirty="0" err="1"/>
              <a:t>dolor</a:t>
            </a:r>
            <a:r>
              <a:rPr lang="en-GB" dirty="0"/>
              <a:t> ex, pharetra </a:t>
            </a:r>
            <a:r>
              <a:rPr lang="en-GB" dirty="0" err="1"/>
              <a:t>nec</a:t>
            </a:r>
            <a:r>
              <a:rPr lang="en-GB" dirty="0"/>
              <a:t> pharetra at, </a:t>
            </a:r>
            <a:r>
              <a:rPr lang="en-GB" dirty="0" err="1"/>
              <a:t>condimentum</a:t>
            </a:r>
            <a:r>
              <a:rPr lang="en-GB" dirty="0"/>
              <a:t> a. </a:t>
            </a:r>
          </a:p>
          <a:p>
            <a:pPr lvl="2"/>
            <a:r>
              <a:rPr lang="en-GB" dirty="0"/>
              <a:t>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p>
          <a:p>
            <a:pPr lvl="3"/>
            <a:r>
              <a:rPr lang="en-GB" dirty="0" err="1"/>
              <a:t>Quisque</a:t>
            </a:r>
            <a:r>
              <a:rPr lang="en-GB" dirty="0"/>
              <a:t> </a:t>
            </a:r>
            <a:r>
              <a:rPr lang="en-GB" dirty="0" err="1"/>
              <a:t>vel</a:t>
            </a:r>
            <a:r>
              <a:rPr lang="en-GB" dirty="0"/>
              <a:t> </a:t>
            </a:r>
            <a:r>
              <a:rPr lang="en-GB" dirty="0" err="1"/>
              <a:t>tincidunt</a:t>
            </a:r>
            <a:r>
              <a:rPr lang="en-GB" dirty="0"/>
              <a:t> mi. Sed</a:t>
            </a:r>
          </a:p>
        </p:txBody>
      </p:sp>
      <p:sp>
        <p:nvSpPr>
          <p:cNvPr id="8" name="Text Placeholder 7">
            <a:extLst>
              <a:ext uri="{FF2B5EF4-FFF2-40B4-BE49-F238E27FC236}">
                <a16:creationId xmlns:a16="http://schemas.microsoft.com/office/drawing/2014/main" id="{B139FAA2-E47B-F381-008D-DBFC2E05C4EF}"/>
              </a:ext>
            </a:extLst>
          </p:cNvPr>
          <p:cNvSpPr>
            <a:spLocks noGrp="1"/>
          </p:cNvSpPr>
          <p:nvPr>
            <p:ph type="body" sz="quarter" idx="21"/>
          </p:nvPr>
        </p:nvSpPr>
        <p:spPr>
          <a:xfrm>
            <a:off x="6864394" y="2518178"/>
            <a:ext cx="2894866" cy="1769715"/>
          </a:xfrm>
        </p:spPr>
        <p:txBody>
          <a:bodyPr>
            <a:noAutofit/>
          </a:bodyPr>
          <a:lstStyle/>
          <a:p>
            <a:r>
              <a:rPr lang="sv-SE" dirty="0">
                <a:solidFill>
                  <a:schemeClr val="accent3"/>
                </a:solidFill>
              </a:rPr>
              <a:t>Lorem ipsum dolor sit ur</a:t>
            </a:r>
          </a:p>
          <a:p>
            <a:pPr lvl="1"/>
            <a:r>
              <a:rPr lang="en-GB" dirty="0"/>
              <a:t>Cras </a:t>
            </a:r>
            <a:r>
              <a:rPr lang="en-GB" dirty="0" err="1"/>
              <a:t>dolor</a:t>
            </a:r>
            <a:r>
              <a:rPr lang="en-GB" dirty="0"/>
              <a:t> ex, pharetra </a:t>
            </a:r>
            <a:r>
              <a:rPr lang="en-GB" dirty="0" err="1"/>
              <a:t>nec</a:t>
            </a:r>
            <a:r>
              <a:rPr lang="en-GB" dirty="0"/>
              <a:t> pharetra at, </a:t>
            </a:r>
            <a:r>
              <a:rPr lang="en-GB" dirty="0" err="1"/>
              <a:t>condimentum</a:t>
            </a:r>
            <a:r>
              <a:rPr lang="en-GB" dirty="0"/>
              <a:t> a. </a:t>
            </a:r>
          </a:p>
          <a:p>
            <a:pPr lvl="2"/>
            <a:r>
              <a:rPr lang="en-GB" dirty="0"/>
              <a:t>Cras vitae </a:t>
            </a:r>
            <a:r>
              <a:rPr lang="en-GB" dirty="0" err="1"/>
              <a:t>pretium</a:t>
            </a:r>
            <a:r>
              <a:rPr lang="en-GB" dirty="0"/>
              <a:t> </a:t>
            </a:r>
            <a:r>
              <a:rPr lang="en-GB" dirty="0" err="1"/>
              <a:t>nisl</a:t>
            </a:r>
            <a:r>
              <a:rPr lang="en-GB" dirty="0"/>
              <a:t>. </a:t>
            </a:r>
            <a:r>
              <a:rPr lang="en-GB" dirty="0" err="1"/>
              <a:t>Suspendisse</a:t>
            </a:r>
            <a:r>
              <a:rPr lang="en-GB" dirty="0"/>
              <a:t> at magna </a:t>
            </a:r>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p>
          <a:p>
            <a:pPr lvl="3"/>
            <a:r>
              <a:rPr lang="en-GB" dirty="0" err="1"/>
              <a:t>Quisque</a:t>
            </a:r>
            <a:r>
              <a:rPr lang="en-GB" dirty="0"/>
              <a:t> </a:t>
            </a:r>
            <a:r>
              <a:rPr lang="en-GB" dirty="0" err="1"/>
              <a:t>vel</a:t>
            </a:r>
            <a:r>
              <a:rPr lang="en-GB" dirty="0"/>
              <a:t> </a:t>
            </a:r>
            <a:r>
              <a:rPr lang="en-GB" dirty="0" err="1"/>
              <a:t>tincidunt</a:t>
            </a:r>
            <a:r>
              <a:rPr lang="en-GB" dirty="0"/>
              <a:t> mi. Sed</a:t>
            </a:r>
          </a:p>
        </p:txBody>
      </p:sp>
      <p:sp>
        <p:nvSpPr>
          <p:cNvPr id="9" name="Text Placeholder 8">
            <a:extLst>
              <a:ext uri="{FF2B5EF4-FFF2-40B4-BE49-F238E27FC236}">
                <a16:creationId xmlns:a16="http://schemas.microsoft.com/office/drawing/2014/main" id="{75815579-83BE-6CF1-F135-50D47A06F676}"/>
              </a:ext>
            </a:extLst>
          </p:cNvPr>
          <p:cNvSpPr>
            <a:spLocks noGrp="1"/>
          </p:cNvSpPr>
          <p:nvPr>
            <p:ph type="body" sz="quarter" idx="22"/>
          </p:nvPr>
        </p:nvSpPr>
        <p:spPr/>
        <p:txBody>
          <a:bodyPr/>
          <a:lstStyle/>
          <a:p>
            <a:endParaRPr lang="en-GB"/>
          </a:p>
        </p:txBody>
      </p:sp>
      <p:sp>
        <p:nvSpPr>
          <p:cNvPr id="5" name="Subtitle 4">
            <a:extLst>
              <a:ext uri="{FF2B5EF4-FFF2-40B4-BE49-F238E27FC236}">
                <a16:creationId xmlns:a16="http://schemas.microsoft.com/office/drawing/2014/main" id="{563704C3-CDF1-ADF5-769E-F5F42AF9A2ED}"/>
              </a:ext>
            </a:extLst>
          </p:cNvPr>
          <p:cNvSpPr>
            <a:spLocks noGrp="1"/>
          </p:cNvSpPr>
          <p:nvPr>
            <p:ph type="subTitle" idx="13"/>
          </p:nvPr>
        </p:nvSpPr>
        <p:spPr>
          <a:xfrm>
            <a:off x="539749" y="286056"/>
            <a:ext cx="9219509" cy="246221"/>
          </a:xfrm>
        </p:spPr>
        <p:txBody>
          <a:bodyPr/>
          <a:lstStyle/>
          <a:p>
            <a:r>
              <a:rPr lang="en-GB" dirty="0"/>
              <a:t>Subheading</a:t>
            </a:r>
          </a:p>
        </p:txBody>
      </p:sp>
      <p:pic>
        <p:nvPicPr>
          <p:cNvPr id="10" name="Picture Placeholder 4">
            <a:extLst>
              <a:ext uri="{FF2B5EF4-FFF2-40B4-BE49-F238E27FC236}">
                <a16:creationId xmlns:a16="http://schemas.microsoft.com/office/drawing/2014/main" id="{8CD5141A-7E2D-013C-69E1-5F06E0EDF61E}"/>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32738" r="40437" b="20187"/>
          <a:stretch/>
        </p:blipFill>
        <p:spPr>
          <a:xfrm>
            <a:off x="10028973" y="-1"/>
            <a:ext cx="3434616" cy="7561264"/>
          </a:xfrm>
          <a:prstGeom prst="rect">
            <a:avLst/>
          </a:prstGeom>
        </p:spPr>
      </p:pic>
      <p:graphicFrame>
        <p:nvGraphicFramePr>
          <p:cNvPr id="11" name="Group 65">
            <a:extLst>
              <a:ext uri="{FF2B5EF4-FFF2-40B4-BE49-F238E27FC236}">
                <a16:creationId xmlns:a16="http://schemas.microsoft.com/office/drawing/2014/main" id="{EC26EFB8-1F02-3491-E436-D2C5C387A402}"/>
              </a:ext>
            </a:extLst>
          </p:cNvPr>
          <p:cNvGraphicFramePr>
            <a:graphicFrameLocks noGrp="1"/>
          </p:cNvGraphicFramePr>
          <p:nvPr>
            <p:extLst>
              <p:ext uri="{D42A27DB-BD31-4B8C-83A1-F6EECF244321}">
                <p14:modId xmlns:p14="http://schemas.microsoft.com/office/powerpoint/2010/main" val="1128976419"/>
              </p:ext>
            </p:extLst>
          </p:nvPr>
        </p:nvGraphicFramePr>
        <p:xfrm>
          <a:off x="538162" y="4996122"/>
          <a:ext cx="9221097" cy="1940760"/>
        </p:xfrm>
        <a:graphic>
          <a:graphicData uri="http://schemas.openxmlformats.org/drawingml/2006/table">
            <a:tbl>
              <a:tblPr firstRow="1" bandRow="1"/>
              <a:tblGrid>
                <a:gridCol w="1167227">
                  <a:extLst>
                    <a:ext uri="{9D8B030D-6E8A-4147-A177-3AD203B41FA5}">
                      <a16:colId xmlns:a16="http://schemas.microsoft.com/office/drawing/2014/main" val="20000"/>
                    </a:ext>
                  </a:extLst>
                </a:gridCol>
                <a:gridCol w="4026935">
                  <a:extLst>
                    <a:ext uri="{9D8B030D-6E8A-4147-A177-3AD203B41FA5}">
                      <a16:colId xmlns:a16="http://schemas.microsoft.com/office/drawing/2014/main" val="20001"/>
                    </a:ext>
                  </a:extLst>
                </a:gridCol>
                <a:gridCol w="4026935">
                  <a:extLst>
                    <a:ext uri="{9D8B030D-6E8A-4147-A177-3AD203B41FA5}">
                      <a16:colId xmlns:a16="http://schemas.microsoft.com/office/drawing/2014/main" val="20002"/>
                    </a:ext>
                  </a:extLst>
                </a:gridCol>
              </a:tblGrid>
              <a:tr h="0">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endParaRPr kumimoji="0" lang="en-GB" sz="1200" b="1" i="0" u="none" strike="noStrike" cap="none" normalizeH="0" baseline="0">
                        <a:ln>
                          <a:noFill/>
                        </a:ln>
                        <a:solidFill>
                          <a:schemeClr val="bg1"/>
                        </a:solidFill>
                        <a:effectLst/>
                        <a:latin typeface="+mj-lt"/>
                      </a:endParaRPr>
                    </a:p>
                  </a:txBody>
                  <a:tcPr marL="54000" marR="54000" marT="54000" marB="54000" anchor="b"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u="none" strike="noStrike" cap="none" normalizeH="0" baseline="0">
                          <a:ln>
                            <a:noFill/>
                          </a:ln>
                          <a:solidFill>
                            <a:schemeClr val="bg1"/>
                          </a:solidFill>
                          <a:effectLst/>
                          <a:latin typeface="+mj-lt"/>
                        </a:rPr>
                        <a:t>Column heading</a:t>
                      </a:r>
                      <a:endParaRPr kumimoji="0" lang="en-GB" sz="1200" b="1" i="0" u="none" strike="noStrike" cap="none" normalizeH="0" baseline="0">
                        <a:ln>
                          <a:noFill/>
                        </a:ln>
                        <a:solidFill>
                          <a:schemeClr val="bg1"/>
                        </a:solidFill>
                        <a:effectLst/>
                        <a:latin typeface="+mj-lt"/>
                      </a:endParaRPr>
                    </a:p>
                  </a:txBody>
                  <a:tcPr marL="54000" marR="54000" marT="54000" marB="54000" anchor="b"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u="none" strike="noStrike" cap="none" normalizeH="0" baseline="0">
                          <a:ln>
                            <a:noFill/>
                          </a:ln>
                          <a:solidFill>
                            <a:schemeClr val="bg1"/>
                          </a:solidFill>
                          <a:effectLst/>
                          <a:latin typeface="+mj-lt"/>
                        </a:rPr>
                        <a:t>Column heading</a:t>
                      </a:r>
                      <a:endParaRPr kumimoji="0" lang="en-GB" sz="1200" b="1" i="0" u="none" strike="noStrike" cap="none" normalizeH="0" baseline="0">
                        <a:ln>
                          <a:noFill/>
                        </a:ln>
                        <a:solidFill>
                          <a:schemeClr val="bg1"/>
                        </a:solidFill>
                        <a:effectLst/>
                        <a:latin typeface="+mj-lt"/>
                      </a:endParaRPr>
                    </a:p>
                  </a:txBody>
                  <a:tcPr marL="54000" marR="54000" marT="54000" marB="54000" anchor="b"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0">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u="none" strike="noStrike" cap="none" normalizeH="0" baseline="0">
                          <a:ln>
                            <a:noFill/>
                          </a:ln>
                          <a:effectLst/>
                          <a:latin typeface="+mn-lt"/>
                        </a:rPr>
                        <a:t>Text </a:t>
                      </a:r>
                      <a:endParaRPr kumimoji="0" lang="en-GB" sz="1200" b="0" i="0" u="none" strike="noStrike" cap="none" normalizeH="0" baseline="0">
                        <a:ln>
                          <a:noFill/>
                        </a:ln>
                        <a:solidFill>
                          <a:schemeClr val="tx1"/>
                        </a:solidFill>
                        <a:effectLst/>
                        <a:latin typeface="+mn-lt"/>
                      </a:endParaRPr>
                    </a:p>
                  </a:txBody>
                  <a:tcPr marL="54000" marR="54000" marT="54000" marB="54000"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dirty="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dirty="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dirty="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dirty="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u="none" strike="noStrike" cap="none" normalizeH="0" baseline="0">
                          <a:ln>
                            <a:noFill/>
                          </a:ln>
                          <a:effectLst/>
                          <a:latin typeface="+mn-lt"/>
                        </a:rPr>
                        <a:t>Text </a:t>
                      </a:r>
                      <a:endParaRPr kumimoji="0" lang="en-GB" sz="1200" b="0" i="0" u="none" strike="noStrike" cap="none" normalizeH="0" baseline="0">
                        <a:ln>
                          <a:noFill/>
                        </a:ln>
                        <a:solidFill>
                          <a:schemeClr val="tx1"/>
                        </a:solidFill>
                        <a:effectLst/>
                        <a:latin typeface="+mn-lt"/>
                      </a:endParaRPr>
                    </a:p>
                  </a:txBody>
                  <a:tcPr marL="54000" marR="54000" marT="54000" marB="54000"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1588" marR="0" lvl="1" indent="0" algn="l" defTabSz="995363" rtl="0" eaLnBrk="1" fontAlgn="base" latinLnBrk="0" hangingPunct="1">
                        <a:lnSpc>
                          <a:spcPct val="100000"/>
                        </a:lnSpc>
                        <a:spcBef>
                          <a:spcPts val="0"/>
                        </a:spcBef>
                        <a:spcAft>
                          <a:spcPts val="600"/>
                        </a:spcAft>
                        <a:buClr>
                          <a:schemeClr val="accent1"/>
                        </a:buClr>
                        <a:buSzPct val="75000"/>
                        <a:buFont typeface="Wingdings" pitchFamily="2" charset="2"/>
                        <a:buNone/>
                        <a:tabLst>
                          <a:tab pos="3592513" algn="r"/>
                          <a:tab pos="7035800" algn="r"/>
                        </a:tabLst>
                      </a:pPr>
                      <a:r>
                        <a:rPr kumimoji="0" lang="en-GB" sz="1200" u="none" strike="noStrike" cap="none" normalizeH="0" baseline="0">
                          <a:ln>
                            <a:noFill/>
                          </a:ln>
                          <a:effectLst/>
                          <a:latin typeface="+mn-lt"/>
                        </a:rPr>
                        <a:t>Text</a:t>
                      </a:r>
                      <a:endParaRPr kumimoji="0" lang="en-GB" sz="1200" b="0" i="0" u="none" strike="noStrike" cap="none" normalizeH="0" baseline="0">
                        <a:ln>
                          <a:noFill/>
                        </a:ln>
                        <a:solidFill>
                          <a:schemeClr val="tx1"/>
                        </a:solidFill>
                        <a:effectLst/>
                        <a:latin typeface="+mn-lt"/>
                      </a:endParaRPr>
                    </a:p>
                  </a:txBody>
                  <a:tcPr marL="54000" marR="54000" marT="54000" marB="54000"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marL="180000" marR="0" lvl="3" indent="-17145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pPr>
                      <a:r>
                        <a:rPr lang="en-GB" sz="1200" b="0" i="0" kern="1200" dirty="0">
                          <a:solidFill>
                            <a:schemeClr val="tx1"/>
                          </a:solidFill>
                          <a:latin typeface="+mn-lt"/>
                          <a:ea typeface="+mn-ea"/>
                          <a:cs typeface="+mn-cs"/>
                        </a:rPr>
                        <a:t>Bullet text to be inserted here</a:t>
                      </a:r>
                    </a:p>
                    <a:p>
                      <a:pPr marL="360000" marR="0" lvl="4" indent="-180000" algn="l" defTabSz="802072" rtl="0" eaLnBrk="1" fontAlgn="base" latinLnBrk="0" hangingPunct="1">
                        <a:lnSpc>
                          <a:spcPct val="100000"/>
                        </a:lnSpc>
                        <a:spcBef>
                          <a:spcPts val="0"/>
                        </a:spcBef>
                        <a:spcAft>
                          <a:spcPts val="600"/>
                        </a:spcAft>
                        <a:buClrTx/>
                        <a:buSzPct val="100000"/>
                        <a:buFont typeface="Arial" panose="020B0604020202020204" pitchFamily="34" charset="0"/>
                        <a:buChar char="•"/>
                        <a:tabLst/>
                        <a:defRPr/>
                      </a:pPr>
                      <a:r>
                        <a:rPr lang="en-GB" sz="1200" b="0" i="0" kern="1200" noProof="0" dirty="0">
                          <a:solidFill>
                            <a:schemeClr val="tx1"/>
                          </a:solidFill>
                          <a:latin typeface="+mn-lt"/>
                          <a:ea typeface="+mn-ea"/>
                          <a:cs typeface="+mn-cs"/>
                        </a:rPr>
                        <a:t>Bullet text 2</a:t>
                      </a:r>
                    </a:p>
                  </a:txBody>
                  <a:tcPr marL="54000" marR="54000" marT="54000" marB="54000"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Rectangle 11">
            <a:extLst>
              <a:ext uri="{FF2B5EF4-FFF2-40B4-BE49-F238E27FC236}">
                <a16:creationId xmlns:a16="http://schemas.microsoft.com/office/drawing/2014/main" id="{7ED6846D-F7A4-7C30-4E86-F7B2B058CE78}"/>
              </a:ext>
            </a:extLst>
          </p:cNvPr>
          <p:cNvSpPr/>
          <p:nvPr/>
        </p:nvSpPr>
        <p:spPr>
          <a:xfrm>
            <a:off x="544513" y="4656404"/>
            <a:ext cx="5346700" cy="246221"/>
          </a:xfrm>
          <a:prstGeom prst="rect">
            <a:avLst/>
          </a:prstGeom>
        </p:spPr>
        <p:txBody>
          <a:bodyPr lIns="0" tIns="0" rIns="0" bIns="0">
            <a:spAutoFit/>
          </a:bodyPr>
          <a:lstStyle/>
          <a:p>
            <a:pPr lvl="0">
              <a:spcBef>
                <a:spcPct val="30000"/>
              </a:spcBef>
            </a:pPr>
            <a:r>
              <a:rPr lang="en-GB" sz="1600" b="1" dirty="0">
                <a:solidFill>
                  <a:schemeClr val="bg2"/>
                </a:solidFill>
                <a:latin typeface="+mj-lt"/>
              </a:rPr>
              <a:t>Heading to go here</a:t>
            </a:r>
          </a:p>
        </p:txBody>
      </p:sp>
      <p:sp>
        <p:nvSpPr>
          <p:cNvPr id="13" name="TextBox 12">
            <a:extLst>
              <a:ext uri="{FF2B5EF4-FFF2-40B4-BE49-F238E27FC236}">
                <a16:creationId xmlns:a16="http://schemas.microsoft.com/office/drawing/2014/main" id="{8E07DAAD-3B94-25E5-7903-5AA738846E1E}"/>
              </a:ext>
            </a:extLst>
          </p:cNvPr>
          <p:cNvSpPr txBox="1"/>
          <p:nvPr/>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25</a:t>
            </a:fld>
            <a:endParaRPr lang="en-GB" sz="600" b="1" i="0" noProof="0">
              <a:solidFill>
                <a:schemeClr val="bg1"/>
              </a:solidFill>
              <a:latin typeface="+mj-lt"/>
            </a:endParaRPr>
          </a:p>
        </p:txBody>
      </p:sp>
      <p:sp>
        <p:nvSpPr>
          <p:cNvPr id="14" name="TextBox 13">
            <a:extLst>
              <a:ext uri="{FF2B5EF4-FFF2-40B4-BE49-F238E27FC236}">
                <a16:creationId xmlns:a16="http://schemas.microsoft.com/office/drawing/2014/main" id="{BD3F27AD-26BB-EFF4-E062-571B53E6F966}"/>
              </a:ext>
            </a:extLst>
          </p:cNvPr>
          <p:cNvSpPr txBox="1"/>
          <p:nvPr/>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grpSp>
        <p:nvGrpSpPr>
          <p:cNvPr id="22" name="Group 21">
            <a:extLst>
              <a:ext uri="{FF2B5EF4-FFF2-40B4-BE49-F238E27FC236}">
                <a16:creationId xmlns:a16="http://schemas.microsoft.com/office/drawing/2014/main" id="{DC25B7C5-046E-EA38-50AD-8E2B1C53716E}"/>
              </a:ext>
            </a:extLst>
          </p:cNvPr>
          <p:cNvGrpSpPr/>
          <p:nvPr/>
        </p:nvGrpSpPr>
        <p:grpSpPr>
          <a:xfrm>
            <a:off x="538163" y="1800225"/>
            <a:ext cx="566737" cy="566737"/>
            <a:chOff x="538163" y="1800225"/>
            <a:chExt cx="566737" cy="566737"/>
          </a:xfrm>
        </p:grpSpPr>
        <p:sp>
          <p:nvSpPr>
            <p:cNvPr id="15" name="Oval 14">
              <a:extLst>
                <a:ext uri="{FF2B5EF4-FFF2-40B4-BE49-F238E27FC236}">
                  <a16:creationId xmlns:a16="http://schemas.microsoft.com/office/drawing/2014/main" id="{3023E110-2B00-ED39-80AE-6531D84EAA0F}"/>
                </a:ext>
              </a:extLst>
            </p:cNvPr>
            <p:cNvSpPr/>
            <p:nvPr/>
          </p:nvSpPr>
          <p:spPr>
            <a:xfrm>
              <a:off x="538163" y="1800225"/>
              <a:ext cx="566737" cy="566737"/>
            </a:xfrm>
            <a:prstGeom prst="ellipse">
              <a:avLst/>
            </a:prstGeom>
            <a:solidFill>
              <a:srgbClr val="B9BAB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a:solidFill>
                  <a:schemeClr val="tx1"/>
                </a:solidFill>
              </a:endParaRPr>
            </a:p>
          </p:txBody>
        </p:sp>
        <p:pic>
          <p:nvPicPr>
            <p:cNvPr id="16" name="Graphic 15">
              <a:extLst>
                <a:ext uri="{FF2B5EF4-FFF2-40B4-BE49-F238E27FC236}">
                  <a16:creationId xmlns:a16="http://schemas.microsoft.com/office/drawing/2014/main" id="{C21409E4-DE46-054E-F758-12A8822C92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379" y="1951441"/>
              <a:ext cx="264306" cy="264306"/>
            </a:xfrm>
            <a:prstGeom prst="rect">
              <a:avLst/>
            </a:prstGeom>
          </p:spPr>
        </p:pic>
      </p:grpSp>
      <p:grpSp>
        <p:nvGrpSpPr>
          <p:cNvPr id="23" name="Group 22">
            <a:extLst>
              <a:ext uri="{FF2B5EF4-FFF2-40B4-BE49-F238E27FC236}">
                <a16:creationId xmlns:a16="http://schemas.microsoft.com/office/drawing/2014/main" id="{FD33FEBB-95DB-81AF-0CB6-A069B96BF2F3}"/>
              </a:ext>
            </a:extLst>
          </p:cNvPr>
          <p:cNvGrpSpPr/>
          <p:nvPr/>
        </p:nvGrpSpPr>
        <p:grpSpPr>
          <a:xfrm>
            <a:off x="3699815" y="1800225"/>
            <a:ext cx="566737" cy="566737"/>
            <a:chOff x="3009488" y="1800225"/>
            <a:chExt cx="566737" cy="566737"/>
          </a:xfrm>
        </p:grpSpPr>
        <p:sp>
          <p:nvSpPr>
            <p:cNvPr id="17" name="Oval 16">
              <a:extLst>
                <a:ext uri="{FF2B5EF4-FFF2-40B4-BE49-F238E27FC236}">
                  <a16:creationId xmlns:a16="http://schemas.microsoft.com/office/drawing/2014/main" id="{5248FF98-6229-C081-900F-455F780565A7}"/>
                </a:ext>
              </a:extLst>
            </p:cNvPr>
            <p:cNvSpPr/>
            <p:nvPr/>
          </p:nvSpPr>
          <p:spPr>
            <a:xfrm>
              <a:off x="3009488" y="1800225"/>
              <a:ext cx="566737" cy="566737"/>
            </a:xfrm>
            <a:prstGeom prst="ellipse">
              <a:avLst/>
            </a:prstGeom>
            <a:solidFill>
              <a:srgbClr val="E4ABC7"/>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 name="Graphic 17">
              <a:extLst>
                <a:ext uri="{FF2B5EF4-FFF2-40B4-BE49-F238E27FC236}">
                  <a16:creationId xmlns:a16="http://schemas.microsoft.com/office/drawing/2014/main" id="{BB05CC00-819F-7967-5DE5-C90D2B344FD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60704" y="1951441"/>
              <a:ext cx="264306" cy="264306"/>
            </a:xfrm>
            <a:prstGeom prst="rect">
              <a:avLst/>
            </a:prstGeom>
          </p:spPr>
        </p:pic>
      </p:grpSp>
      <p:grpSp>
        <p:nvGrpSpPr>
          <p:cNvPr id="19" name="Group 18">
            <a:extLst>
              <a:ext uri="{FF2B5EF4-FFF2-40B4-BE49-F238E27FC236}">
                <a16:creationId xmlns:a16="http://schemas.microsoft.com/office/drawing/2014/main" id="{9AD92723-14A2-E82F-858F-C602C4CF3A4F}"/>
              </a:ext>
            </a:extLst>
          </p:cNvPr>
          <p:cNvGrpSpPr/>
          <p:nvPr/>
        </p:nvGrpSpPr>
        <p:grpSpPr>
          <a:xfrm>
            <a:off x="6864394" y="1800225"/>
            <a:ext cx="566737" cy="566737"/>
            <a:chOff x="5728918" y="2634499"/>
            <a:chExt cx="736600" cy="736600"/>
          </a:xfrm>
        </p:grpSpPr>
        <p:sp>
          <p:nvSpPr>
            <p:cNvPr id="20" name="Oval 19">
              <a:extLst>
                <a:ext uri="{FF2B5EF4-FFF2-40B4-BE49-F238E27FC236}">
                  <a16:creationId xmlns:a16="http://schemas.microsoft.com/office/drawing/2014/main" id="{930F6575-E4D7-0E8A-5B77-3CDC4AD6DB94}"/>
                </a:ext>
              </a:extLst>
            </p:cNvPr>
            <p:cNvSpPr/>
            <p:nvPr/>
          </p:nvSpPr>
          <p:spPr>
            <a:xfrm>
              <a:off x="5728918" y="2634499"/>
              <a:ext cx="736600" cy="736600"/>
            </a:xfrm>
            <a:prstGeom prst="ellipse">
              <a:avLst/>
            </a:prstGeom>
            <a:solidFill>
              <a:srgbClr val="B2AECE"/>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1" name="Graphic 20">
              <a:extLst>
                <a:ext uri="{FF2B5EF4-FFF2-40B4-BE49-F238E27FC236}">
                  <a16:creationId xmlns:a16="http://schemas.microsoft.com/office/drawing/2014/main" id="{6EC832BE-FEC7-8016-A385-1B8E313009C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25456" y="2831037"/>
              <a:ext cx="343524" cy="343524"/>
            </a:xfrm>
            <a:prstGeom prst="rect">
              <a:avLst/>
            </a:prstGeom>
          </p:spPr>
        </p:pic>
      </p:grpSp>
    </p:spTree>
    <p:extLst>
      <p:ext uri="{BB962C8B-B14F-4D97-AF65-F5344CB8AC3E}">
        <p14:creationId xmlns:p14="http://schemas.microsoft.com/office/powerpoint/2010/main" val="3862888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197C25-F9A2-D8FF-E7C8-6A9FBE6EF55C}"/>
              </a:ext>
            </a:extLst>
          </p:cNvPr>
          <p:cNvSpPr/>
          <p:nvPr/>
        </p:nvSpPr>
        <p:spPr>
          <a:xfrm>
            <a:off x="9407130" y="1521031"/>
            <a:ext cx="4056457" cy="6040232"/>
          </a:xfrm>
          <a:custGeom>
            <a:avLst/>
            <a:gdLst>
              <a:gd name="connsiteX0" fmla="*/ 3322675 w 3868958"/>
              <a:gd name="connsiteY0" fmla="*/ 0 h 5761038"/>
              <a:gd name="connsiteX1" fmla="*/ 3828686 w 3868958"/>
              <a:gd name="connsiteY1" fmla="*/ 38285 h 5761038"/>
              <a:gd name="connsiteX2" fmla="*/ 3868958 w 3868958"/>
              <a:gd name="connsiteY2" fmla="*/ 45477 h 5761038"/>
              <a:gd name="connsiteX3" fmla="*/ 3868958 w 3868958"/>
              <a:gd name="connsiteY3" fmla="*/ 5761038 h 5761038"/>
              <a:gd name="connsiteX4" fmla="*/ 1070978 w 3868958"/>
              <a:gd name="connsiteY4" fmla="*/ 5761038 h 5761038"/>
              <a:gd name="connsiteX5" fmla="*/ 973189 w 3868958"/>
              <a:gd name="connsiteY5" fmla="*/ 5672161 h 5761038"/>
              <a:gd name="connsiteX6" fmla="*/ 0 w 3868958"/>
              <a:gd name="connsiteY6" fmla="*/ 3322675 h 5761038"/>
              <a:gd name="connsiteX7" fmla="*/ 3322675 w 3868958"/>
              <a:gd name="connsiteY7" fmla="*/ 0 h 5761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8958" h="5761038">
                <a:moveTo>
                  <a:pt x="3322675" y="0"/>
                </a:moveTo>
                <a:cubicBezTo>
                  <a:pt x="3494712" y="0"/>
                  <a:pt x="3663696" y="13075"/>
                  <a:pt x="3828686" y="38285"/>
                </a:cubicBezTo>
                <a:lnTo>
                  <a:pt x="3868958" y="45477"/>
                </a:lnTo>
                <a:lnTo>
                  <a:pt x="3868958" y="5761038"/>
                </a:lnTo>
                <a:lnTo>
                  <a:pt x="1070978" y="5761038"/>
                </a:lnTo>
                <a:lnTo>
                  <a:pt x="973189" y="5672161"/>
                </a:lnTo>
                <a:cubicBezTo>
                  <a:pt x="371903" y="5070876"/>
                  <a:pt x="0" y="4240207"/>
                  <a:pt x="0" y="3322675"/>
                </a:cubicBezTo>
                <a:cubicBezTo>
                  <a:pt x="0" y="1487612"/>
                  <a:pt x="1487612" y="0"/>
                  <a:pt x="3322675" y="0"/>
                </a:cubicBezTo>
                <a:close/>
              </a:path>
            </a:pathLst>
          </a:cu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oAutofit/>
          </a:bodyPr>
          <a:lstStyle/>
          <a:p>
            <a:pPr>
              <a:spcAft>
                <a:spcPts val="600"/>
              </a:spcAft>
            </a:pPr>
            <a:endParaRPr lang="en-GB" sz="1100">
              <a:solidFill>
                <a:schemeClr val="tx1"/>
              </a:solidFill>
              <a:latin typeface="TT Hoves Light" panose="02000503020000020004" pitchFamily="50" charset="0"/>
            </a:endParaRPr>
          </a:p>
        </p:txBody>
      </p:sp>
      <p:sp>
        <p:nvSpPr>
          <p:cNvPr id="2" name="Subtitle 1">
            <a:extLst>
              <a:ext uri="{FF2B5EF4-FFF2-40B4-BE49-F238E27FC236}">
                <a16:creationId xmlns:a16="http://schemas.microsoft.com/office/drawing/2014/main" id="{7BC6E97E-BEFD-F443-ED8C-3941731A1A4B}"/>
              </a:ext>
            </a:extLst>
          </p:cNvPr>
          <p:cNvSpPr>
            <a:spLocks noGrp="1"/>
          </p:cNvSpPr>
          <p:nvPr>
            <p:ph type="subTitle" idx="13"/>
          </p:nvPr>
        </p:nvSpPr>
        <p:spPr>
          <a:xfrm>
            <a:off x="539749" y="286056"/>
            <a:ext cx="12384088" cy="246221"/>
          </a:xfrm>
        </p:spPr>
        <p:txBody>
          <a:bodyPr/>
          <a:lstStyle/>
          <a:p>
            <a:r>
              <a:rPr lang="en-GB"/>
              <a:t>Subheading</a:t>
            </a:r>
          </a:p>
        </p:txBody>
      </p:sp>
      <p:sp>
        <p:nvSpPr>
          <p:cNvPr id="3" name="Title 2">
            <a:extLst>
              <a:ext uri="{FF2B5EF4-FFF2-40B4-BE49-F238E27FC236}">
                <a16:creationId xmlns:a16="http://schemas.microsoft.com/office/drawing/2014/main" id="{E457557C-7AF0-7AC8-3D9E-47F79440FB33}"/>
              </a:ext>
            </a:extLst>
          </p:cNvPr>
          <p:cNvSpPr>
            <a:spLocks noGrp="1"/>
          </p:cNvSpPr>
          <p:nvPr>
            <p:ph type="title"/>
          </p:nvPr>
        </p:nvSpPr>
        <p:spPr>
          <a:xfrm>
            <a:off x="539750" y="540000"/>
            <a:ext cx="12384088" cy="543914"/>
          </a:xfrm>
        </p:spPr>
        <p:txBody>
          <a:bodyPr/>
          <a:lstStyle/>
          <a:p>
            <a:r>
              <a:rPr lang="en-GB"/>
              <a:t>Layout option </a:t>
            </a:r>
          </a:p>
        </p:txBody>
      </p:sp>
      <p:sp>
        <p:nvSpPr>
          <p:cNvPr id="6" name="TextBox 5">
            <a:extLst>
              <a:ext uri="{FF2B5EF4-FFF2-40B4-BE49-F238E27FC236}">
                <a16:creationId xmlns:a16="http://schemas.microsoft.com/office/drawing/2014/main" id="{979CE267-EB90-F8B8-6F44-B5A4F5961694}"/>
              </a:ext>
            </a:extLst>
          </p:cNvPr>
          <p:cNvSpPr txBox="1"/>
          <p:nvPr/>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26</a:t>
            </a:fld>
            <a:endParaRPr lang="en-GB" sz="600" b="1" i="0" noProof="0">
              <a:solidFill>
                <a:schemeClr val="bg1"/>
              </a:solidFill>
              <a:latin typeface="+mj-lt"/>
            </a:endParaRPr>
          </a:p>
        </p:txBody>
      </p:sp>
      <p:sp>
        <p:nvSpPr>
          <p:cNvPr id="7" name="TextBox 6">
            <a:extLst>
              <a:ext uri="{FF2B5EF4-FFF2-40B4-BE49-F238E27FC236}">
                <a16:creationId xmlns:a16="http://schemas.microsoft.com/office/drawing/2014/main" id="{AAF16EAB-3125-4110-38C2-B1EE38FD4D6A}"/>
              </a:ext>
            </a:extLst>
          </p:cNvPr>
          <p:cNvSpPr txBox="1"/>
          <p:nvPr/>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sp>
        <p:nvSpPr>
          <p:cNvPr id="8" name="Text Placeholder 6">
            <a:extLst>
              <a:ext uri="{FF2B5EF4-FFF2-40B4-BE49-F238E27FC236}">
                <a16:creationId xmlns:a16="http://schemas.microsoft.com/office/drawing/2014/main" id="{041E0E98-2B10-7B94-4998-E4FC9429B2F4}"/>
              </a:ext>
            </a:extLst>
          </p:cNvPr>
          <p:cNvSpPr txBox="1">
            <a:spLocks/>
          </p:cNvSpPr>
          <p:nvPr/>
        </p:nvSpPr>
        <p:spPr>
          <a:xfrm>
            <a:off x="535237" y="2518178"/>
            <a:ext cx="3521222" cy="2662267"/>
          </a:xfrm>
          <a:prstGeom prst="rect">
            <a:avLst/>
          </a:prstGeom>
        </p:spPr>
        <p:txBody>
          <a:bodyPr lIns="0" tIns="0" rIns="0" bIns="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a:t>Cras </a:t>
            </a:r>
            <a:r>
              <a:rPr lang="en-GB" dirty="0" err="1"/>
              <a:t>dolor</a:t>
            </a:r>
            <a:r>
              <a:rPr lang="en-GB" dirty="0"/>
              <a:t> ex, pharetra </a:t>
            </a:r>
            <a:r>
              <a:rPr lang="en-GB" dirty="0" err="1"/>
              <a:t>nec</a:t>
            </a:r>
            <a:r>
              <a:rPr lang="en-GB" dirty="0"/>
              <a:t> pharetra at, </a:t>
            </a:r>
            <a:r>
              <a:rPr lang="en-GB" dirty="0" err="1"/>
              <a:t>condimentum</a:t>
            </a:r>
            <a:r>
              <a:rPr lang="en-GB" dirty="0"/>
              <a:t> a </a:t>
            </a:r>
            <a:r>
              <a:rPr lang="en-GB" dirty="0" err="1"/>
              <a:t>tortor</a:t>
            </a:r>
            <a:r>
              <a:rPr lang="en-GB" dirty="0"/>
              <a:t>. </a:t>
            </a:r>
          </a:p>
          <a:p>
            <a:pPr lvl="2"/>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r>
              <a:rPr lang="en-GB" dirty="0" err="1"/>
              <a:t>molestie</a:t>
            </a:r>
            <a:r>
              <a:rPr lang="en-GB" dirty="0"/>
              <a:t> in </a:t>
            </a:r>
            <a:r>
              <a:rPr lang="en-GB" dirty="0" err="1"/>
              <a:t>nulla</a:t>
            </a:r>
            <a:r>
              <a:rPr lang="en-GB" dirty="0"/>
              <a:t>. Ut </a:t>
            </a:r>
            <a:r>
              <a:rPr lang="en-GB" dirty="0" err="1"/>
              <a:t>eget</a:t>
            </a:r>
            <a:r>
              <a:rPr lang="en-GB" dirty="0"/>
              <a:t> </a:t>
            </a:r>
            <a:r>
              <a:rPr lang="en-GB" dirty="0" err="1"/>
              <a:t>erat</a:t>
            </a:r>
            <a:r>
              <a:rPr lang="en-GB" dirty="0"/>
              <a:t> </a:t>
            </a:r>
            <a:r>
              <a:rPr lang="en-GB" dirty="0" err="1"/>
              <a:t>pretium</a:t>
            </a:r>
            <a:r>
              <a:rPr lang="en-GB" dirty="0"/>
              <a:t> </a:t>
            </a:r>
            <a:r>
              <a:rPr lang="en-GB" dirty="0" err="1"/>
              <a:t>odio</a:t>
            </a:r>
            <a:r>
              <a:rPr lang="en-GB" dirty="0"/>
              <a:t>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a:t>
            </a:r>
          </a:p>
          <a:p>
            <a:pPr lvl="3"/>
            <a:r>
              <a:rPr lang="en-GB" dirty="0" err="1"/>
              <a:t>Quisque</a:t>
            </a:r>
            <a:r>
              <a:rPr lang="en-GB" dirty="0"/>
              <a:t> </a:t>
            </a:r>
            <a:r>
              <a:rPr lang="en-GB" dirty="0" err="1"/>
              <a:t>vel</a:t>
            </a:r>
            <a:r>
              <a:rPr lang="en-GB" dirty="0"/>
              <a:t> </a:t>
            </a:r>
            <a:r>
              <a:rPr lang="en-GB" dirty="0" err="1"/>
              <a:t>tincidunt</a:t>
            </a:r>
            <a:r>
              <a:rPr lang="en-GB" dirty="0"/>
              <a:t> mi. Sed </a:t>
            </a:r>
            <a:r>
              <a:rPr lang="en-GB" dirty="0" err="1"/>
              <a:t>tempor</a:t>
            </a:r>
            <a:r>
              <a:rPr lang="en-GB" dirty="0"/>
              <a:t> </a:t>
            </a:r>
            <a:r>
              <a:rPr lang="en-GB" dirty="0" err="1"/>
              <a:t>rutrum</a:t>
            </a:r>
            <a:r>
              <a:rPr lang="en-GB" dirty="0"/>
              <a:t> </a:t>
            </a:r>
            <a:r>
              <a:rPr lang="en-GB" dirty="0" err="1"/>
              <a:t>lectus</a:t>
            </a:r>
            <a:r>
              <a:rPr lang="en-GB" dirty="0"/>
              <a:t>. </a:t>
            </a:r>
            <a:r>
              <a:rPr lang="en-GB" dirty="0" err="1"/>
              <a:t>Mauris</a:t>
            </a:r>
            <a:r>
              <a:rPr lang="en-GB" dirty="0"/>
              <a:t> a </a:t>
            </a:r>
            <a:r>
              <a:rPr lang="en-GB" dirty="0" err="1"/>
              <a:t>diam</a:t>
            </a:r>
            <a:r>
              <a:rPr lang="en-GB" dirty="0"/>
              <a:t> ex. </a:t>
            </a:r>
            <a:r>
              <a:rPr lang="en-GB" dirty="0" err="1"/>
              <a:t>Phasellus</a:t>
            </a:r>
            <a:r>
              <a:rPr lang="en-GB" dirty="0"/>
              <a:t> </a:t>
            </a:r>
            <a:r>
              <a:rPr lang="en-GB" dirty="0" err="1"/>
              <a:t>accumsan</a:t>
            </a:r>
            <a:r>
              <a:rPr lang="en-GB" dirty="0"/>
              <a:t> ligula at </a:t>
            </a:r>
            <a:r>
              <a:rPr lang="en-GB" dirty="0" err="1"/>
              <a:t>tincidunt</a:t>
            </a:r>
            <a:r>
              <a:rPr lang="en-GB" dirty="0"/>
              <a:t> </a:t>
            </a:r>
            <a:r>
              <a:rPr lang="en-GB" dirty="0" err="1"/>
              <a:t>pellentesque</a:t>
            </a:r>
            <a:r>
              <a:rPr lang="en-GB" dirty="0"/>
              <a:t>.</a:t>
            </a:r>
          </a:p>
        </p:txBody>
      </p:sp>
      <p:sp>
        <p:nvSpPr>
          <p:cNvPr id="9" name="Text Placeholder 7">
            <a:extLst>
              <a:ext uri="{FF2B5EF4-FFF2-40B4-BE49-F238E27FC236}">
                <a16:creationId xmlns:a16="http://schemas.microsoft.com/office/drawing/2014/main" id="{0502BA65-A6BC-F4F0-B4BA-009DB7FE1551}"/>
              </a:ext>
            </a:extLst>
          </p:cNvPr>
          <p:cNvSpPr txBox="1">
            <a:spLocks/>
          </p:cNvSpPr>
          <p:nvPr/>
        </p:nvSpPr>
        <p:spPr>
          <a:xfrm>
            <a:off x="4384527" y="2518178"/>
            <a:ext cx="3521222" cy="2662267"/>
          </a:xfrm>
          <a:prstGeom prst="rect">
            <a:avLst/>
          </a:prstGeom>
        </p:spPr>
        <p:txBody>
          <a:bodyPr lIns="0" tIns="0" rIns="0" bIns="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a:t>Cras </a:t>
            </a:r>
            <a:r>
              <a:rPr lang="en-GB" dirty="0" err="1"/>
              <a:t>dolor</a:t>
            </a:r>
            <a:r>
              <a:rPr lang="en-GB" dirty="0"/>
              <a:t> ex, pharetra </a:t>
            </a:r>
            <a:r>
              <a:rPr lang="en-GB" dirty="0" err="1"/>
              <a:t>nec</a:t>
            </a:r>
            <a:r>
              <a:rPr lang="en-GB" dirty="0"/>
              <a:t> pharetra at, </a:t>
            </a:r>
            <a:r>
              <a:rPr lang="en-GB" dirty="0" err="1"/>
              <a:t>condimentum</a:t>
            </a:r>
            <a:r>
              <a:rPr lang="en-GB" dirty="0"/>
              <a:t> a </a:t>
            </a:r>
            <a:r>
              <a:rPr lang="en-GB" dirty="0" err="1"/>
              <a:t>tortor</a:t>
            </a:r>
            <a:r>
              <a:rPr lang="en-GB" dirty="0"/>
              <a:t>. </a:t>
            </a:r>
          </a:p>
          <a:p>
            <a:pPr lvl="2"/>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r>
              <a:rPr lang="en-GB" dirty="0" err="1"/>
              <a:t>molestie</a:t>
            </a:r>
            <a:r>
              <a:rPr lang="en-GB" dirty="0"/>
              <a:t> in </a:t>
            </a:r>
            <a:r>
              <a:rPr lang="en-GB" dirty="0" err="1"/>
              <a:t>nulla</a:t>
            </a:r>
            <a:r>
              <a:rPr lang="en-GB" dirty="0"/>
              <a:t>. Ut </a:t>
            </a:r>
            <a:r>
              <a:rPr lang="en-GB" dirty="0" err="1"/>
              <a:t>eget</a:t>
            </a:r>
            <a:r>
              <a:rPr lang="en-GB" dirty="0"/>
              <a:t> </a:t>
            </a:r>
            <a:r>
              <a:rPr lang="en-GB" dirty="0" err="1"/>
              <a:t>erat</a:t>
            </a:r>
            <a:r>
              <a:rPr lang="en-GB" dirty="0"/>
              <a:t> </a:t>
            </a:r>
            <a:r>
              <a:rPr lang="en-GB" dirty="0" err="1"/>
              <a:t>pretium</a:t>
            </a:r>
            <a:r>
              <a:rPr lang="en-GB" dirty="0"/>
              <a:t> </a:t>
            </a:r>
            <a:r>
              <a:rPr lang="en-GB" dirty="0" err="1"/>
              <a:t>odio</a:t>
            </a:r>
            <a:r>
              <a:rPr lang="en-GB" dirty="0"/>
              <a:t>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a:t>
            </a:r>
          </a:p>
          <a:p>
            <a:pPr lvl="3"/>
            <a:r>
              <a:rPr lang="en-GB" dirty="0" err="1"/>
              <a:t>Quisque</a:t>
            </a:r>
            <a:r>
              <a:rPr lang="en-GB" dirty="0"/>
              <a:t> </a:t>
            </a:r>
            <a:r>
              <a:rPr lang="en-GB" dirty="0" err="1"/>
              <a:t>vel</a:t>
            </a:r>
            <a:r>
              <a:rPr lang="en-GB" dirty="0"/>
              <a:t> </a:t>
            </a:r>
            <a:r>
              <a:rPr lang="en-GB" dirty="0" err="1"/>
              <a:t>tincidunt</a:t>
            </a:r>
            <a:r>
              <a:rPr lang="en-GB" dirty="0"/>
              <a:t> mi. Sed </a:t>
            </a:r>
            <a:r>
              <a:rPr lang="en-GB" dirty="0" err="1"/>
              <a:t>tempor</a:t>
            </a:r>
            <a:r>
              <a:rPr lang="en-GB" dirty="0"/>
              <a:t> </a:t>
            </a:r>
            <a:r>
              <a:rPr lang="en-GB" dirty="0" err="1"/>
              <a:t>rutrum</a:t>
            </a:r>
            <a:r>
              <a:rPr lang="en-GB" dirty="0"/>
              <a:t> </a:t>
            </a:r>
            <a:r>
              <a:rPr lang="en-GB" dirty="0" err="1"/>
              <a:t>lectus</a:t>
            </a:r>
            <a:r>
              <a:rPr lang="en-GB" dirty="0"/>
              <a:t>. </a:t>
            </a:r>
            <a:r>
              <a:rPr lang="en-GB" dirty="0" err="1"/>
              <a:t>Mauris</a:t>
            </a:r>
            <a:r>
              <a:rPr lang="en-GB" dirty="0"/>
              <a:t> a </a:t>
            </a:r>
            <a:r>
              <a:rPr lang="en-GB" dirty="0" err="1"/>
              <a:t>diam</a:t>
            </a:r>
            <a:r>
              <a:rPr lang="en-GB" dirty="0"/>
              <a:t> ex. </a:t>
            </a:r>
            <a:r>
              <a:rPr lang="en-GB" dirty="0" err="1"/>
              <a:t>Phasellus</a:t>
            </a:r>
            <a:r>
              <a:rPr lang="en-GB" dirty="0"/>
              <a:t> </a:t>
            </a:r>
            <a:r>
              <a:rPr lang="en-GB" dirty="0" err="1"/>
              <a:t>accumsan</a:t>
            </a:r>
            <a:r>
              <a:rPr lang="en-GB" dirty="0"/>
              <a:t> ligula at </a:t>
            </a:r>
            <a:r>
              <a:rPr lang="en-GB" dirty="0" err="1"/>
              <a:t>tincidunt</a:t>
            </a:r>
            <a:r>
              <a:rPr lang="en-GB" dirty="0"/>
              <a:t> </a:t>
            </a:r>
            <a:r>
              <a:rPr lang="en-GB" dirty="0" err="1"/>
              <a:t>pellentesque</a:t>
            </a:r>
            <a:r>
              <a:rPr lang="en-GB" dirty="0"/>
              <a:t>.</a:t>
            </a:r>
          </a:p>
        </p:txBody>
      </p:sp>
      <p:sp>
        <p:nvSpPr>
          <p:cNvPr id="16" name="Oval 15">
            <a:extLst>
              <a:ext uri="{FF2B5EF4-FFF2-40B4-BE49-F238E27FC236}">
                <a16:creationId xmlns:a16="http://schemas.microsoft.com/office/drawing/2014/main" id="{3210FE9E-411E-F518-2DC8-54B8D44989CB}"/>
              </a:ext>
            </a:extLst>
          </p:cNvPr>
          <p:cNvSpPr/>
          <p:nvPr/>
        </p:nvSpPr>
        <p:spPr>
          <a:xfrm>
            <a:off x="538163" y="1800225"/>
            <a:ext cx="566737" cy="566737"/>
          </a:xfrm>
          <a:prstGeom prst="ellipse">
            <a:avLst/>
          </a:prstGeom>
          <a:solidFill>
            <a:srgbClr val="FFDAA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8" name="Graphic 17">
            <a:extLst>
              <a:ext uri="{FF2B5EF4-FFF2-40B4-BE49-F238E27FC236}">
                <a16:creationId xmlns:a16="http://schemas.microsoft.com/office/drawing/2014/main" id="{11F39C29-9086-72A3-13AA-30BF84AA8A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9379" y="1951441"/>
            <a:ext cx="264306" cy="264306"/>
          </a:xfrm>
          <a:prstGeom prst="rect">
            <a:avLst/>
          </a:prstGeom>
        </p:spPr>
      </p:pic>
      <p:grpSp>
        <p:nvGrpSpPr>
          <p:cNvPr id="23" name="Group 22">
            <a:extLst>
              <a:ext uri="{FF2B5EF4-FFF2-40B4-BE49-F238E27FC236}">
                <a16:creationId xmlns:a16="http://schemas.microsoft.com/office/drawing/2014/main" id="{761075E3-3C9E-D29D-A15B-83F0BD97877F}"/>
              </a:ext>
            </a:extLst>
          </p:cNvPr>
          <p:cNvGrpSpPr/>
          <p:nvPr/>
        </p:nvGrpSpPr>
        <p:grpSpPr>
          <a:xfrm>
            <a:off x="4384527" y="1800225"/>
            <a:ext cx="566737" cy="566737"/>
            <a:chOff x="7339012" y="1800225"/>
            <a:chExt cx="566737" cy="566737"/>
          </a:xfrm>
        </p:grpSpPr>
        <p:sp>
          <p:nvSpPr>
            <p:cNvPr id="17" name="Oval 16">
              <a:extLst>
                <a:ext uri="{FF2B5EF4-FFF2-40B4-BE49-F238E27FC236}">
                  <a16:creationId xmlns:a16="http://schemas.microsoft.com/office/drawing/2014/main" id="{89A2772D-0D34-E0ED-FEDC-735C2018D9E1}"/>
                </a:ext>
              </a:extLst>
            </p:cNvPr>
            <p:cNvSpPr/>
            <p:nvPr/>
          </p:nvSpPr>
          <p:spPr>
            <a:xfrm>
              <a:off x="7339012" y="1800225"/>
              <a:ext cx="566737" cy="566737"/>
            </a:xfrm>
            <a:prstGeom prst="ellipse">
              <a:avLst/>
            </a:prstGeom>
            <a:solidFill>
              <a:srgbClr val="F8C1BA"/>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9" name="Graphic 18">
              <a:extLst>
                <a:ext uri="{FF2B5EF4-FFF2-40B4-BE49-F238E27FC236}">
                  <a16:creationId xmlns:a16="http://schemas.microsoft.com/office/drawing/2014/main" id="{1B7C2B4F-D3E0-3873-0E90-C0CAE0F64B7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89308" y="1951441"/>
              <a:ext cx="264306" cy="264306"/>
            </a:xfrm>
            <a:prstGeom prst="rect">
              <a:avLst/>
            </a:prstGeom>
          </p:spPr>
        </p:pic>
      </p:grpSp>
      <p:graphicFrame>
        <p:nvGraphicFramePr>
          <p:cNvPr id="20" name="Table 19">
            <a:extLst>
              <a:ext uri="{FF2B5EF4-FFF2-40B4-BE49-F238E27FC236}">
                <a16:creationId xmlns:a16="http://schemas.microsoft.com/office/drawing/2014/main" id="{82FAB1C7-8E2A-25DD-7A22-30287070EB9B}"/>
              </a:ext>
            </a:extLst>
          </p:cNvPr>
          <p:cNvGraphicFramePr>
            <a:graphicFrameLocks noGrp="1"/>
          </p:cNvGraphicFramePr>
          <p:nvPr>
            <p:extLst>
              <p:ext uri="{D42A27DB-BD31-4B8C-83A1-F6EECF244321}">
                <p14:modId xmlns:p14="http://schemas.microsoft.com/office/powerpoint/2010/main" val="1945952421"/>
              </p:ext>
            </p:extLst>
          </p:nvPr>
        </p:nvGraphicFramePr>
        <p:xfrm>
          <a:off x="544511" y="5425320"/>
          <a:ext cx="7361236" cy="1454400"/>
        </p:xfrm>
        <a:graphic>
          <a:graphicData uri="http://schemas.openxmlformats.org/drawingml/2006/table">
            <a:tbl>
              <a:tblPr firstRow="1" lastRow="1" bandRow="1"/>
              <a:tblGrid>
                <a:gridCol w="1287055">
                  <a:extLst>
                    <a:ext uri="{9D8B030D-6E8A-4147-A177-3AD203B41FA5}">
                      <a16:colId xmlns:a16="http://schemas.microsoft.com/office/drawing/2014/main" val="20000"/>
                    </a:ext>
                  </a:extLst>
                </a:gridCol>
                <a:gridCol w="2024727">
                  <a:extLst>
                    <a:ext uri="{9D8B030D-6E8A-4147-A177-3AD203B41FA5}">
                      <a16:colId xmlns:a16="http://schemas.microsoft.com/office/drawing/2014/main" val="20001"/>
                    </a:ext>
                  </a:extLst>
                </a:gridCol>
                <a:gridCol w="2024727">
                  <a:extLst>
                    <a:ext uri="{9D8B030D-6E8A-4147-A177-3AD203B41FA5}">
                      <a16:colId xmlns:a16="http://schemas.microsoft.com/office/drawing/2014/main" val="20002"/>
                    </a:ext>
                  </a:extLst>
                </a:gridCol>
                <a:gridCol w="2024727">
                  <a:extLst>
                    <a:ext uri="{9D8B030D-6E8A-4147-A177-3AD203B41FA5}">
                      <a16:colId xmlns:a16="http://schemas.microsoft.com/office/drawing/2014/main" val="20003"/>
                    </a:ext>
                  </a:extLst>
                </a:gridCol>
              </a:tblGrid>
              <a:tr h="0">
                <a:tc>
                  <a:txBody>
                    <a:bodyPr/>
                    <a:lstStyle/>
                    <a:p>
                      <a:r>
                        <a:rPr lang="en-GB" sz="1200">
                          <a:solidFill>
                            <a:schemeClr val="bg1"/>
                          </a:solidFill>
                          <a:latin typeface="+mj-lt"/>
                        </a:rPr>
                        <a:t>Type</a:t>
                      </a:r>
                      <a:endParaRPr lang="en-GB" sz="1200" b="1">
                        <a:solidFill>
                          <a:schemeClr val="bg1"/>
                        </a:solidFill>
                        <a:latin typeface="+mj-lt"/>
                      </a:endParaRPr>
                    </a:p>
                  </a:txBody>
                  <a:tcPr marL="54000" marR="54000" marT="54000" marB="54000" anchor="b">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marR="0" indent="0" algn="r" defTabSz="995690" rtl="0" eaLnBrk="1" fontAlgn="auto" latinLnBrk="0" hangingPunct="1">
                        <a:lnSpc>
                          <a:spcPct val="100000"/>
                        </a:lnSpc>
                        <a:spcBef>
                          <a:spcPts val="0"/>
                        </a:spcBef>
                        <a:spcAft>
                          <a:spcPts val="0"/>
                        </a:spcAft>
                        <a:buClrTx/>
                        <a:buSzTx/>
                        <a:buFontTx/>
                        <a:buNone/>
                        <a:tabLst/>
                        <a:defRPr/>
                      </a:pPr>
                      <a:r>
                        <a:rPr lang="en-GB" sz="1200" kern="1200">
                          <a:solidFill>
                            <a:schemeClr val="bg1"/>
                          </a:solidFill>
                          <a:latin typeface="+mj-lt"/>
                        </a:rPr>
                        <a:t>Heading</a:t>
                      </a:r>
                      <a:endParaRPr lang="en-GB" sz="1200" b="1" kern="1200">
                        <a:solidFill>
                          <a:schemeClr val="bg1"/>
                        </a:solidFill>
                        <a:latin typeface="+mj-lt"/>
                        <a:ea typeface="+mn-ea"/>
                        <a:cs typeface="+mn-cs"/>
                      </a:endParaRPr>
                    </a:p>
                  </a:txBody>
                  <a:tcPr marL="54000" marR="54000" marT="54000" marB="54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marR="0" indent="0" algn="r" defTabSz="995690" rtl="0" eaLnBrk="1" fontAlgn="auto" latinLnBrk="0" hangingPunct="1">
                        <a:lnSpc>
                          <a:spcPct val="100000"/>
                        </a:lnSpc>
                        <a:spcBef>
                          <a:spcPts val="0"/>
                        </a:spcBef>
                        <a:spcAft>
                          <a:spcPts val="0"/>
                        </a:spcAft>
                        <a:buClrTx/>
                        <a:buSzTx/>
                        <a:buFontTx/>
                        <a:buNone/>
                        <a:tabLst/>
                        <a:defRPr/>
                      </a:pPr>
                      <a:r>
                        <a:rPr lang="en-GB" sz="1200" kern="1200">
                          <a:solidFill>
                            <a:schemeClr val="bg1"/>
                          </a:solidFill>
                          <a:latin typeface="+mj-lt"/>
                        </a:rPr>
                        <a:t>Heading</a:t>
                      </a:r>
                      <a:endParaRPr lang="en-GB" sz="1200" b="1" kern="1200">
                        <a:solidFill>
                          <a:schemeClr val="bg1"/>
                        </a:solidFill>
                        <a:latin typeface="+mj-lt"/>
                        <a:ea typeface="+mn-ea"/>
                        <a:cs typeface="+mn-cs"/>
                      </a:endParaRPr>
                    </a:p>
                  </a:txBody>
                  <a:tcPr marL="54000" marR="54000" marT="54000" marB="54000"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algn="r"/>
                      <a:r>
                        <a:rPr lang="en-GB" sz="1200">
                          <a:solidFill>
                            <a:schemeClr val="bg1"/>
                          </a:solidFill>
                          <a:latin typeface="+mj-lt"/>
                        </a:rPr>
                        <a:t>Loss</a:t>
                      </a:r>
                      <a:endParaRPr lang="en-GB" sz="1200" b="1">
                        <a:solidFill>
                          <a:schemeClr val="bg1"/>
                        </a:solidFill>
                        <a:latin typeface="+mj-lt"/>
                      </a:endParaRPr>
                    </a:p>
                  </a:txBody>
                  <a:tcPr marL="54000" marR="54000" marT="54000" marB="54000" anchor="b">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0">
                <a:tc>
                  <a:txBody>
                    <a:bodyPr/>
                    <a:lstStyle/>
                    <a:p>
                      <a:r>
                        <a:rPr lang="en-GB" sz="1200"/>
                        <a:t>A</a:t>
                      </a:r>
                      <a:endParaRPr lang="en-GB" sz="1200" b="0">
                        <a:solidFill>
                          <a:schemeClr val="tx1"/>
                        </a:solidFill>
                        <a:latin typeface="TT Hoves Light" panose="02000503020000020004" pitchFamily="50" charset="0"/>
                      </a:endParaRPr>
                    </a:p>
                  </a:txBody>
                  <a:tcPr marL="54000" marR="54000" marT="54000" marB="54000">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r"/>
                      <a:r>
                        <a:rPr lang="en-GB" sz="1200"/>
                        <a:t>1,000,000</a:t>
                      </a:r>
                      <a:endParaRPr lang="en-GB" sz="1200" b="0">
                        <a:solidFill>
                          <a:schemeClr val="tx1"/>
                        </a:solidFill>
                        <a:latin typeface="TT Hoves Light" panose="02000503020000020004" pitchFamily="50" charset="0"/>
                      </a:endParaRPr>
                    </a:p>
                  </a:txBody>
                  <a:tcPr marL="54000" marR="54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r"/>
                      <a:r>
                        <a:rPr lang="en-GB" sz="1200"/>
                        <a:t>1,000,000</a:t>
                      </a:r>
                      <a:endParaRPr lang="en-GB" sz="1200" b="0">
                        <a:solidFill>
                          <a:schemeClr val="tx1"/>
                        </a:solidFill>
                        <a:latin typeface="TT Hoves Light" panose="02000503020000020004" pitchFamily="50" charset="0"/>
                      </a:endParaRPr>
                    </a:p>
                  </a:txBody>
                  <a:tcPr marL="54000" marR="54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r"/>
                      <a:r>
                        <a:rPr lang="en-GB" sz="1200"/>
                        <a:t>1,000,000</a:t>
                      </a:r>
                      <a:endParaRPr lang="en-GB" sz="1200" b="0">
                        <a:solidFill>
                          <a:schemeClr val="tx1"/>
                        </a:solidFill>
                        <a:latin typeface="TT Hoves Light" panose="02000503020000020004" pitchFamily="50" charset="0"/>
                      </a:endParaRPr>
                    </a:p>
                  </a:txBody>
                  <a:tcPr marL="54000" marR="54000" marT="54000" marB="54000">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r>
                        <a:rPr lang="en-GB" sz="1200"/>
                        <a:t>B</a:t>
                      </a:r>
                      <a:endParaRPr lang="en-GB" sz="1200" b="0">
                        <a:solidFill>
                          <a:schemeClr val="tx1"/>
                        </a:solidFill>
                        <a:latin typeface="TT Hoves Light" panose="02000503020000020004" pitchFamily="50" charset="0"/>
                      </a:endParaRPr>
                    </a:p>
                  </a:txBody>
                  <a:tcPr marL="54000" marR="54000" marT="54000" marB="54000">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r"/>
                      <a:r>
                        <a:rPr lang="en-GB" sz="1200"/>
                        <a:t>1,000,000</a:t>
                      </a:r>
                      <a:endParaRPr lang="en-GB" sz="1200" b="0">
                        <a:solidFill>
                          <a:schemeClr val="tx1"/>
                        </a:solidFill>
                        <a:latin typeface="TT Hoves Light" panose="02000503020000020004" pitchFamily="50" charset="0"/>
                      </a:endParaRPr>
                    </a:p>
                  </a:txBody>
                  <a:tcPr marL="54000" marR="54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r"/>
                      <a:r>
                        <a:rPr lang="en-GB" sz="1200"/>
                        <a:t>1,000,000</a:t>
                      </a:r>
                      <a:endParaRPr lang="en-GB" sz="1200" b="0">
                        <a:solidFill>
                          <a:schemeClr val="tx1"/>
                        </a:solidFill>
                        <a:latin typeface="TT Hoves Light" panose="02000503020000020004" pitchFamily="50" charset="0"/>
                      </a:endParaRPr>
                    </a:p>
                  </a:txBody>
                  <a:tcPr marL="54000" marR="54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r"/>
                      <a:r>
                        <a:rPr lang="en-GB" sz="1200"/>
                        <a:t>1,000,000</a:t>
                      </a:r>
                      <a:endParaRPr lang="en-GB" sz="1200" b="0">
                        <a:solidFill>
                          <a:schemeClr val="tx1"/>
                        </a:solidFill>
                        <a:latin typeface="TT Hoves Light" panose="02000503020000020004" pitchFamily="50" charset="0"/>
                      </a:endParaRPr>
                    </a:p>
                  </a:txBody>
                  <a:tcPr marL="54000" marR="54000" marT="54000" marB="54000">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r>
                        <a:rPr lang="en-GB" sz="1200"/>
                        <a:t>C</a:t>
                      </a:r>
                      <a:endParaRPr lang="en-GB" sz="1200" b="0">
                        <a:solidFill>
                          <a:schemeClr val="tx1"/>
                        </a:solidFill>
                        <a:latin typeface="TT Hoves Light" panose="02000503020000020004" pitchFamily="50" charset="0"/>
                      </a:endParaRPr>
                    </a:p>
                  </a:txBody>
                  <a:tcPr marL="54000" marR="54000" marT="54000" marB="54000">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r"/>
                      <a:r>
                        <a:rPr lang="en-GB" sz="1200"/>
                        <a:t>1,000,000</a:t>
                      </a:r>
                      <a:endParaRPr lang="en-GB" sz="1200" b="0">
                        <a:solidFill>
                          <a:schemeClr val="tx1"/>
                        </a:solidFill>
                        <a:latin typeface="TT Hoves Light" panose="02000503020000020004" pitchFamily="50" charset="0"/>
                      </a:endParaRPr>
                    </a:p>
                  </a:txBody>
                  <a:tcPr marL="54000" marR="54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r"/>
                      <a:r>
                        <a:rPr lang="en-GB" sz="1200"/>
                        <a:t>1,000,000</a:t>
                      </a:r>
                      <a:endParaRPr lang="en-GB" sz="1200" b="0">
                        <a:solidFill>
                          <a:schemeClr val="tx1"/>
                        </a:solidFill>
                        <a:latin typeface="TT Hoves Light" panose="02000503020000020004" pitchFamily="50" charset="0"/>
                      </a:endParaRPr>
                    </a:p>
                  </a:txBody>
                  <a:tcPr marL="54000" marR="54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r"/>
                      <a:r>
                        <a:rPr lang="en-GB" sz="1200" dirty="0"/>
                        <a:t>1,000,000</a:t>
                      </a:r>
                      <a:endParaRPr lang="en-GB" sz="1200" b="0" dirty="0">
                        <a:solidFill>
                          <a:schemeClr val="tx1"/>
                        </a:solidFill>
                        <a:latin typeface="TT Hoves Light" panose="02000503020000020004" pitchFamily="50" charset="0"/>
                      </a:endParaRPr>
                    </a:p>
                  </a:txBody>
                  <a:tcPr marL="54000" marR="54000" marT="54000" marB="54000">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r>
                        <a:rPr lang="en-GB" sz="1200">
                          <a:latin typeface="+mj-lt"/>
                        </a:rPr>
                        <a:t>Total</a:t>
                      </a:r>
                      <a:endParaRPr lang="en-GB" sz="1200" b="0">
                        <a:solidFill>
                          <a:schemeClr val="tx1"/>
                        </a:solidFill>
                        <a:latin typeface="+mj-lt"/>
                      </a:endParaRPr>
                    </a:p>
                  </a:txBody>
                  <a:tcPr marL="54000" marR="54000" marT="54000" marB="54000">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ECF9F4"/>
                    </a:solidFill>
                  </a:tcPr>
                </a:tc>
                <a:tc>
                  <a:txBody>
                    <a:bodyPr/>
                    <a:lstStyle/>
                    <a:p>
                      <a:pPr algn="r"/>
                      <a:r>
                        <a:rPr lang="en-GB" sz="1200">
                          <a:latin typeface="+mj-lt"/>
                        </a:rPr>
                        <a:t>3,000,000</a:t>
                      </a:r>
                      <a:endParaRPr lang="en-GB" sz="1200" b="0">
                        <a:solidFill>
                          <a:schemeClr val="tx1"/>
                        </a:solidFill>
                        <a:latin typeface="+mj-lt"/>
                      </a:endParaRPr>
                    </a:p>
                  </a:txBody>
                  <a:tcPr marL="54000" marR="54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ECF9F4"/>
                    </a:solidFill>
                  </a:tcPr>
                </a:tc>
                <a:tc>
                  <a:txBody>
                    <a:bodyPr/>
                    <a:lstStyle/>
                    <a:p>
                      <a:pPr algn="r"/>
                      <a:r>
                        <a:rPr lang="en-GB" sz="1200">
                          <a:latin typeface="+mj-lt"/>
                        </a:rPr>
                        <a:t>3,000,000</a:t>
                      </a:r>
                      <a:endParaRPr lang="en-GB" sz="1200" b="0">
                        <a:solidFill>
                          <a:schemeClr val="tx1"/>
                        </a:solidFill>
                        <a:latin typeface="+mj-lt"/>
                      </a:endParaRPr>
                    </a:p>
                  </a:txBody>
                  <a:tcPr marL="54000" marR="54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ECF9F4"/>
                    </a:solidFill>
                  </a:tcPr>
                </a:tc>
                <a:tc>
                  <a:txBody>
                    <a:bodyPr/>
                    <a:lstStyle/>
                    <a:p>
                      <a:pPr algn="r"/>
                      <a:r>
                        <a:rPr lang="en-GB" sz="1200" dirty="0">
                          <a:latin typeface="+mj-lt"/>
                        </a:rPr>
                        <a:t>3,000,000</a:t>
                      </a:r>
                      <a:endParaRPr lang="en-GB" sz="1200" b="0" dirty="0">
                        <a:solidFill>
                          <a:schemeClr val="tx1"/>
                        </a:solidFill>
                        <a:latin typeface="+mj-lt"/>
                      </a:endParaRPr>
                    </a:p>
                  </a:txBody>
                  <a:tcPr marL="54000" marR="54000" marT="54000" marB="54000">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solidFill>
                      <a:srgbClr val="ECF9F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74960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BAD///////////////////////////////////////////////////////////////////////////////////////////////////////////////////////////////////////////////////////////////////////////////////////////////////////////////////////////////////////////////////////////////////////////////////////////////////////////////////////////////////////////////////////////////////////////////////////////////////////////////////////////////////////////////////////////////////////////////////////////////////////////////8BACAA////////////////AAAO////////AwAAAAMA////////////////////////////////////////////////////////////////////////////////////////////////////////////////////////////////////////////////////////////////////////////////////////////////////////////////////////////////////////////////////////////////////////////////////////////////////////////////////////////////////////////////////////////////////////////////////////////////////////////////////////////////////////////////////////////////////////////////////////////////////////////////////////AgABAP///////wUAAAACABAAC5UfOtqHWu1EhZSSFa2yPrQEAAAAAAADAAAABAADAAAAAwADAAEA////////BQAAAAMAEAALJ3/c6ZK6jUikATQpHMCwswQAAAABAAMAAAACAAMAAAABAAQAAQD///////8FAAAABAAQAAsrtkiflZrxTJAW2qhjwVKD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R862oda7USFlJIVrbI+tAREYXRhAAUAAAAAAk5hbWUADQAAAExpbmtEYXRhTGlzdAAQVmVyc2lvbgAAAAAACUxhc3RXcml0ZQD2LbV9kAEAAAABAP////9hAGEAAAAFX2lkABAAAAAEJ3/c6ZK6jUikATQpHMCwswREYXRhAAUAAAAAAk5hbWUADQAAAExpbmtEYXRhTGlzdAAQVmVyc2lvbgABAAAACUxhc3RXcml0ZQD2LbV9kAEAAAACAP////9wAHAAAAAFX2lkABAAAAAEK7ZIn5Wa8UyQFtqoY8FSgwNEYXRhABYAAAACUGVyc29uYWxJZAABAAAAAAACTmFtZQALAAAAUGVyc29uYWxJZAAQVmVyc2lvbgAAAAAACUxhc3RXcml0ZQAXLrV9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56927442433426"/>
  <p:tag name="EMPOWERCHARTSPROPERTIES_B_LENGTH" val="24576"/>
  <p:tag name="DOWN_MIGRATION_INITIAL_LAYOUT_REQUIRED" val="9.2.99"/>
  <p:tag name="RUNTIME_ID" val="f35e963b-67dd-43fb-bcc1-a4af9eb147b8"/>
</p:tagLst>
</file>

<file path=ppt/tags/tag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BAD///////////////////////////////////////////////////////////////////////////////////////////////////////////////////////////////////////////////////////////////////////////////////////////////////////////////////////////////////////////////////////////////////////////////////////////////////////////////////////////////////////////////////////////////////////////////////////////////////////////////////////////////////////////////////////////////////////////////////////////////////////////////8BACAA////////////////AAAO////////AwAAAAMA////////////////////////////////////////////////////////////////////////////////////////////////////////////////////////////////////////////////////////////////////////////////////////////////////////////////////////////////////////////////////////////////////////////////////////////////////////////////////////////////////////////////////////////////////////////////////////////////////////////////////////////////////////////////////////////////////////////////////////////////////////////////////////AgABAP///////wUAAAACABAAC5UfOtqHWu1EhZSSFa2yPrQEAAAAAAADAAAABAADAAAAAwADAAEA////////BQAAAAMAEAALJ3/c6ZK6jUikATQpHMCwswQAAAABAAMAAAACAAMAAAABAAQAAQD///////8FAAAABAAQAAsrtkiflZrxTJAW2qhjwVKD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R862oda7USFlJIVrbI+tAREYXRhAAUAAAAAAk5hbWUADQAAAExpbmtEYXRhTGlzdAAQVmVyc2lvbgAAAAAACUxhc3RXcml0ZQD2LbV9kAEAAAABAP////9hAGEAAAAFX2lkABAAAAAEJ3/c6ZK6jUikATQpHMCwswREYXRhAAUAAAAAAk5hbWUADQAAAExpbmtEYXRhTGlzdAAQVmVyc2lvbgABAAAACUxhc3RXcml0ZQD2LbV9kAEAAAACAP////9wAHAAAAAFX2lkABAAAAAEK7ZIn5Wa8UyQFtqoY8FSgwNEYXRhABYAAAACUGVyc29uYWxJZAABAAAAAAACTmFtZQALAAAAUGVyc29uYWxJZAAQVmVyc2lvbgAAAAAACUxhc3RXcml0ZQAXLrV9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56927442433426"/>
  <p:tag name="EMPOWERCHARTSPROPERTIES_B_LENGTH" val="24576"/>
  <p:tag name="DOWN_MIGRATION_INITIAL_LAYOUT_REQUIRED" val="9.2.99"/>
  <p:tag name="RUNTIME_ID" val="f35e963b-67dd-43fb-bcc1-a4af9eb147b8"/>
</p:tagLst>
</file>

<file path=ppt/tags/tag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BAD///////////////////////////////////////////////////////////////////////////////////////////////////////////////////////////////////////////////////////////////////////////////////////////////////////////////////////////////////////////////////////////////////////////////////////////////////////////////////////////////////////////////////////////////////////////////////////////////////////////////////////////////////////////////////////////////////////////////////////////////////////////////8BACAA////////////////AAAO////////AwAAAAMA////////////////////////////////////////////////////////////////////////////////////////////////////////////////////////////////////////////////////////////////////////////////////////////////////////////////////////////////////////////////////////////////////////////////////////////////////////////////////////////////////////////////////////////////////////////////////////////////////////////////////////////////////////////////////////////////////////////////////////////////////////////////////////AgABAP///////wUAAAACABAAC5UfOtqHWu1EhZSSFa2yPrQEAAAAAAADAAAABAADAAAAAwADAAEA////////BQAAAAMAEAALJ3/c6ZK6jUikATQpHMCwswQAAAABAAMAAAACAAMAAAABAAQAAQD///////8FAAAABAAQAAsrtkiflZrxTJAW2qhjwVKD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R862oda7USFlJIVrbI+tAREYXRhAAUAAAAAAk5hbWUADQAAAExpbmtEYXRhTGlzdAAQVmVyc2lvbgAAAAAACUxhc3RXcml0ZQD2LbV9kAEAAAABAP////9hAGEAAAAFX2lkABAAAAAEJ3/c6ZK6jUikATQpHMCwswREYXRhAAUAAAAAAk5hbWUADQAAAExpbmtEYXRhTGlzdAAQVmVyc2lvbgABAAAACUxhc3RXcml0ZQD2LbV9kAEAAAACAP////9wAHAAAAAFX2lkABAAAAAEK7ZIn5Wa8UyQFtqoY8FSgwNEYXRhABYAAAACUGVyc29uYWxJZAABAAAAAAACTmFtZQALAAAAUGVyc29uYWxJZAAQVmVyc2lvbgAAAAAACUxhc3RXcml0ZQAXLrV9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56927442433426"/>
  <p:tag name="EMPOWERCHARTSPROPERTIES_B_LENGTH" val="24576"/>
  <p:tag name="DOWN_MIGRATION_INITIAL_LAYOUT_REQUIRED" val="9.2.99"/>
  <p:tag name="RUNTIME_ID" val="f35e963b-67dd-43fb-bcc1-a4af9eb147b8"/>
</p:tagLst>
</file>

<file path=ppt/tags/tag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AgD///////8DAAAAAgD///////8DAAAAAgD///////8DAAAAAgD///////////////////////////////////////////////////////////////////////////////////////////////////////////////////////////////////////////////////////////////////////////////////////////////////////////////////////////////////////////////////////////////////////////////////////////////////////////////////////////////////////////////////////////////////////////////////////////////////////////////////////////////////////////////////////////////8BACAA////////////////AAAO////////AwAAAAQA////////////////////////////////////////////////////////////////////////////////////////////////////////////////////////////////////////////////////////////////////////////////////////////////////////////////////////////////////////////////////////////////////////////////////////////////////////////////////////////////////////////////////////////////////////////////////////////////////////////////////////////////////////////////////////////////////////////////////////////////////////////////////////AgAEAP///////wUAAAACABAAC0zM6RA53QBAkOqjwa9FD2QEAAAAAAADAAAAAAADAAAAAwADAAAAAAADAAAABAADAAAAAAD///////8DAAAAAAD///////8DAAEA////////BQAAAAMAEAALBCZn6Wy/yEijOirGTr1ugwQAAAABAAMAAAACAAMAAAAEAAQAAgD///////8FAAAABAAQAAtz9XPq99A+RYRrr1dqFaXABAAAAAIAAwAAAAMAAwAAAAE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MzpEDndAECQ6qPBr0UPZAREYXRhAAUAAAAAAk5hbWUADQAAAExpbmtEYXRhTGlzdAAQVmVyc2lvbgABAAAACUxhc3RXcml0ZQBSLrV9kAEAAAABAP////9hAGEAAAAFX2lkABAAAAAEBCZn6Wy/yEijOirGTr1ugwREYXRhAAUAAAAAAk5hbWUADQAAAExpbmtEYXRhTGlzdAAQVmVyc2lvbgAAAAAACUxhc3RXcml0ZQBSLrV9kAEAAAACAP////9wAHAAAAAFX2lkABAAAAAEc/Vz6vfQPkWEa69XahWlwANEYXRhABYAAAACUGVyc29uYWxJZAABAAAAAAACTmFtZQALAAAAUGVyc29uYWxJZAAQVmVyc2lvbgAAAAAACUxhc3RXcml0ZQCQLrV9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DAP///////wUAAAACAP///////wUAAAACAP///////wUAAAACAP///////////////////////////////////////////////////////////////////////////////////////////////////////////////////////////////////////////////////////////////////////////////////////////////////////////////////////////////////////////////////////////////////////////////////////////////////////////////////////////////////////////////////////////////////////////////////////////////////////////////////////////////////////////////////////////////wEAIAH///////////////8AAA7///////8FAAAABAD///////////////////////////////////////////////////////////////////////////////////////////////////////////////////////////////////////////////////////////////////////////////////////////////////////////////////////////////////////////////////////////////////////////////////////////////////////////////////////////////////////////////////////////////////////////////////////////////////////////////////////////////////////////////////////////////////////////////////////////////////////////////////////8CAAQBAwAAAAIA////////DgAGTGlua0RhdGFMaXN0XzEEAAAAAAAFAAAAAwAFAAAABAAFAAAAAAAFAAAABAAFAAAAAAAFAAAABAAFAAAAAAAFAAAABAADAAEBAwAAAAMA////////DgAGTGlua0RhdGFMaXN0XzAEAAAAAQAFAAAAAAAFAAAAAgAEAAQBAwAAAAQA////////DAAGUGVyc29uYWxJZF8wBAAAAAIABQAAAAIABQAAAAEABQAAAAI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56927443757601"/>
  <p:tag name="EMPOWERCHARTSPROPERTIES_B_LENGTH" val="24576"/>
  <p:tag name="DOWN_MIGRATION_INITIAL_LAYOUT_REQUIRED" val="9.2.99"/>
  <p:tag name="RUNTIME_ID" val="4caec53c-bd5d-4ee9-8755-8ccab1785d97"/>
</p:tagLst>
</file>

<file path=ppt/tags/tag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BAD///////////////////////////////////////////////////////////////////////////////////////////////////////////////////////////////////////////////////////////////////////////////////////////////////////////////////////////////////////////////////////////////////////////////////////////////////////////////////////////////////////////////////////////////////////////////////////////////////////////////////////////////////////////////////////////////////////////////////////////////////////////////8BACAA////////////////AAAO////////AwAAAAMA////////////////////////////////////////////////////////////////////////////////////////////////////////////////////////////////////////////////////////////////////////////////////////////////////////////////////////////////////////////////////////////////////////////////////////////////////////////////////////////////////////////////////////////////////////////////////////////////////////////////////////////////////////////////////////////////////////////////////////////////////////////////////////AgABAP///////wUAAAACABAAC5UfOtqHWu1EhZSSFa2yPrQEAAAAAAADAAAABAADAAAAAwADAAEA////////BQAAAAMAEAALJ3/c6ZK6jUikATQpHMCwswQAAAABAAMAAAACAAMAAAABAAQAAQD///////8FAAAABAAQAAsrtkiflZrxTJAW2qhjwVKD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R862oda7USFlJIVrbI+tAREYXRhAAUAAAAAAk5hbWUADQAAAExpbmtEYXRhTGlzdAAQVmVyc2lvbgAAAAAACUxhc3RXcml0ZQD2LbV9kAEAAAABAP////9hAGEAAAAFX2lkABAAAAAEJ3/c6ZK6jUikATQpHMCwswREYXRhAAUAAAAAAk5hbWUADQAAAExpbmtEYXRhTGlzdAAQVmVyc2lvbgABAAAACUxhc3RXcml0ZQD2LbV9kAEAAAACAP////9wAHAAAAAFX2lkABAAAAAEK7ZIn5Wa8UyQFtqoY8FSgwNEYXRhABYAAAACUGVyc29uYWxJZAABAAAAAAACTmFtZQALAAAAUGVyc29uYWxJZAAQVmVyc2lvbgAAAAAACUxhc3RXcml0ZQAXLrV9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56927442433426"/>
  <p:tag name="EMPOWERCHARTSPROPERTIES_B_LENGTH" val="24576"/>
  <p:tag name="DOWN_MIGRATION_INITIAL_LAYOUT_REQUIRED" val="9.2.99"/>
  <p:tag name="RUNTIME_ID" val="f35e963b-67dd-43fb-bcc1-a4af9eb147b8"/>
</p:tagLst>
</file>

<file path=ppt/tags/tag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AgD///////8DAAAAAgD///////8DAAAAAgD///////8DAAAAAgD///////////////////////////////////////////////////////////////////////////////////////////////////////////////////////////////////////////////////////////////////////////////////////////////////////////////////////////////////////////////////////////////////////////////////////////////////////////////////////////////////////////////////////////////////////////////////////////////////////////////////////////////////////////////////////////////8BACAA////////////////AAAO////////AwAAAAQA////////////////////////////////////////////////////////////////////////////////////////////////////////////////////////////////////////////////////////////////////////////////////////////////////////////////////////////////////////////////////////////////////////////////////////////////////////////////////////////////////////////////////////////////////////////////////////////////////////////////////////////////////////////////////////////////////////////////////////////////////////////////////////AgAEAP///////wUAAAACABAAC0zM6RA53QBAkOqjwa9FD2QEAAAAAAADAAAAAAADAAAAAwADAAAAAAADAAAABAADAAAAAAD///////8DAAAAAAD///////8DAAEA////////BQAAAAMAEAALBCZn6Wy/yEijOirGTr1ugwQAAAABAAMAAAACAAMAAAAEAAQAAgD///////8FAAAABAAQAAtz9XPq99A+RYRrr1dqFaXABAAAAAIAAwAAAAMAAwAAAAE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MzpEDndAECQ6qPBr0UPZAREYXRhAAUAAAAAAk5hbWUADQAAAExpbmtEYXRhTGlzdAAQVmVyc2lvbgABAAAACUxhc3RXcml0ZQBSLrV9kAEAAAABAP////9hAGEAAAAFX2lkABAAAAAEBCZn6Wy/yEijOirGTr1ugwREYXRhAAUAAAAAAk5hbWUADQAAAExpbmtEYXRhTGlzdAAQVmVyc2lvbgAAAAAACUxhc3RXcml0ZQBSLrV9kAEAAAACAP////9wAHAAAAAFX2lkABAAAAAEc/Vz6vfQPkWEa69XahWlwANEYXRhABYAAAACUGVyc29uYWxJZAABAAAAAAACTmFtZQALAAAAUGVyc29uYWxJZAAQVmVyc2lvbgAAAAAACUxhc3RXcml0ZQCQLrV9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DAP///////wUAAAACAP///////wUAAAACAP///////wUAAAACAP///////////////////////////////////////////////////////////////////////////////////////////////////////////////////////////////////////////////////////////////////////////////////////////////////////////////////////////////////////////////////////////////////////////////////////////////////////////////////////////////////////////////////////////////////////////////////////////////////////////////////////////////////////////////////////////////wEAIAH///////////////8AAA7///////8FAAAABAD///////////////////////////////////////////////////////////////////////////////////////////////////////////////////////////////////////////////////////////////////////////////////////////////////////////////////////////////////////////////////////////////////////////////////////////////////////////////////////////////////////////////////////////////////////////////////////////////////////////////////////////////////////////////////////////////////////////////////////////////////////////////////////8CAAQBAwAAAAIA////////DgAGTGlua0RhdGFMaXN0XzEEAAAAAAAFAAAAAwAFAAAABAAFAAAAAAAFAAAABAAFAAAAAAAFAAAABAAFAAAAAAAFAAAABAADAAEBAwAAAAMA////////DgAGTGlua0RhdGFMaXN0XzAEAAAAAQAFAAAAAAAFAAAAAgAEAAQBAwAAAAQA////////DAAGUGVyc29uYWxJZF8wBAAAAAIABQAAAAIABQAAAAEABQAAAAI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56927443757601"/>
  <p:tag name="EMPOWERCHARTSPROPERTIES_B_LENGTH" val="24576"/>
  <p:tag name="DOWN_MIGRATION_INITIAL_LAYOUT_REQUIRED" val="9.2.99"/>
  <p:tag name="RUNTIME_ID" val="4caec53c-bd5d-4ee9-8755-8ccab1785d97"/>
</p:tagLst>
</file>

<file path=ppt/tags/tag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BAD///////////////////////////////////////////////////////////////////////////////////////////////////////////////////////////////////////////////////////////////////////////////////////////////////////////////////////////////////////////////////////////////////////////////////////////////////////////////////////////////////////////////////////////////////////////////////////////////////////////////////////////////////////////////////////////////////////////////////////////////////////////////8BACAA////////////////AAAO////////AwAAAAMA////////////////////////////////////////////////////////////////////////////////////////////////////////////////////////////////////////////////////////////////////////////////////////////////////////////////////////////////////////////////////////////////////////////////////////////////////////////////////////////////////////////////////////////////////////////////////////////////////////////////////////////////////////////////////////////////////////////////////////////////////////////////////////AgABAP///////wUAAAACABAAC5UfOtqHWu1EhZSSFa2yPrQEAAAAAAADAAAABAADAAAAAwADAAEA////////BQAAAAMAEAALJ3/c6ZK6jUikATQpHMCwswQAAAABAAMAAAACAAMAAAABAAQAAQD///////8FAAAABAAQAAsrtkiflZrxTJAW2qhjwVKD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R862oda7USFlJIVrbI+tAREYXRhAAUAAAAAAk5hbWUADQAAAExpbmtEYXRhTGlzdAAQVmVyc2lvbgAAAAAACUxhc3RXcml0ZQD2LbV9kAEAAAABAP////9hAGEAAAAFX2lkABAAAAAEJ3/c6ZK6jUikATQpHMCwswREYXRhAAUAAAAAAk5hbWUADQAAAExpbmtEYXRhTGlzdAAQVmVyc2lvbgABAAAACUxhc3RXcml0ZQD2LbV9kAEAAAACAP////9wAHAAAAAFX2lkABAAAAAEK7ZIn5Wa8UyQFtqoY8FSgwNEYXRhABYAAAACUGVyc29uYWxJZAABAAAAAAACTmFtZQALAAAAUGVyc29uYWxJZAAQVmVyc2lvbgAAAAAACUxhc3RXcml0ZQAXLrV9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56927442433426"/>
  <p:tag name="EMPOWERCHARTSPROPERTIES_B_LENGTH" val="24576"/>
  <p:tag name="DOWN_MIGRATION_INITIAL_LAYOUT_REQUIRED" val="9.2.99"/>
  <p:tag name="RUNTIME_ID" val="f35e963b-67dd-43fb-bcc1-a4af9eb147b8"/>
</p:tagLst>
</file>

<file path=ppt/tags/tag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AgD///////8DAAAAAgD///////8DAAAAAgD///////8DAAAAAgD///////////////////////////////////////////////////////////////////////////////////////////////////////////////////////////////////////////////////////////////////////////////////////////////////////////////////////////////////////////////////////////////////////////////////////////////////////////////////////////////////////////////////////////////////////////////////////////////////////////////////////////////////////////////////////////////8BACAA////////////////AAAO////////AwAAAAQA////////////////////////////////////////////////////////////////////////////////////////////////////////////////////////////////////////////////////////////////////////////////////////////////////////////////////////////////////////////////////////////////////////////////////////////////////////////////////////////////////////////////////////////////////////////////////////////////////////////////////////////////////////////////////////////////////////////////////////////////////////////////////////AgAEAP///////wUAAAACABAAC0zM6RA53QBAkOqjwa9FD2QEAAAAAAADAAAAAAADAAAAAwADAAAAAAADAAAABAADAAAAAAD///////8DAAAAAAD///////8DAAEA////////BQAAAAMAEAALBCZn6Wy/yEijOirGTr1ugwQAAAABAAMAAAACAAMAAAAEAAQAAgD///////8FAAAABAAQAAtz9XPq99A+RYRrr1dqFaXABAAAAAIAAwAAAAMAAwAAAAE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MzpEDndAECQ6qPBr0UPZAREYXRhAAUAAAAAAk5hbWUADQAAAExpbmtEYXRhTGlzdAAQVmVyc2lvbgABAAAACUxhc3RXcml0ZQBSLrV9kAEAAAABAP////9hAGEAAAAFX2lkABAAAAAEBCZn6Wy/yEijOirGTr1ugwREYXRhAAUAAAAAAk5hbWUADQAAAExpbmtEYXRhTGlzdAAQVmVyc2lvbgAAAAAACUxhc3RXcml0ZQBSLrV9kAEAAAACAP////9wAHAAAAAFX2lkABAAAAAEc/Vz6vfQPkWEa69XahWlwANEYXRhABYAAAACUGVyc29uYWxJZAABAAAAAAACTmFtZQALAAAAUGVyc29uYWxJZAAQVmVyc2lvbgAAAAAACUxhc3RXcml0ZQCQLrV9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DAP///////wUAAAACAP///////wUAAAACAP///////wUAAAACAP///////////////////////////////////////////////////////////////////////////////////////////////////////////////////////////////////////////////////////////////////////////////////////////////////////////////////////////////////////////////////////////////////////////////////////////////////////////////////////////////////////////////////////////////////////////////////////////////////////////////////////////////////////////////////////////////wEAIAH///////////////8AAA7///////8FAAAABAD///////////////////////////////////////////////////////////////////////////////////////////////////////////////////////////////////////////////////////////////////////////////////////////////////////////////////////////////////////////////////////////////////////////////////////////////////////////////////////////////////////////////////////////////////////////////////////////////////////////////////////////////////////////////////////////////////////////////////////////////////////////////////////8CAAQBAwAAAAIA////////DgAGTGlua0RhdGFMaXN0XzEEAAAAAAAFAAAAAwAFAAAABAAFAAAAAAAFAAAABAAFAAAAAAAFAAAABAAFAAAAAAAFAAAABAADAAEBAwAAAAMA////////DgAGTGlua0RhdGFMaXN0XzAEAAAAAQAFAAAAAAAFAAAAAgAEAAQBAwAAAAQA////////DAAGUGVyc29uYWxJZF8wBAAAAAIABQAAAAIABQAAAAEABQAAAAI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56927443757601"/>
  <p:tag name="EMPOWERCHARTSPROPERTIES_B_LENGTH" val="24576"/>
  <p:tag name="DOWN_MIGRATION_INITIAL_LAYOUT_REQUIRED" val="9.2.99"/>
  <p:tag name="RUNTIME_ID" val="4caec53c-bd5d-4ee9-8755-8ccab1785d97"/>
</p:tagLst>
</file>

<file path=ppt/tags/tag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BAD///////////////////////////////////////////////////////////////////////////////////////////////////////////////////////////////////////////////////////////////////////////////////////////////////////////////////////////////////////////////////////////////////////////////////////////////////////////////////////////////////////////////////////////////////////////////////////////////////////////////////////////////////////////////////////////////////////////////////////////////////////////////8BACAA////////////////AAAO////////AwAAAAMA////////////////////////////////////////////////////////////////////////////////////////////////////////////////////////////////////////////////////////////////////////////////////////////////////////////////////////////////////////////////////////////////////////////////////////////////////////////////////////////////////////////////////////////////////////////////////////////////////////////////////////////////////////////////////////////////////////////////////////////////////////////////////////AgABAP///////wUAAAACABAAC5UfOtqHWu1EhZSSFa2yPrQEAAAAAAADAAAABAADAAAAAwADAAEA////////BQAAAAMAEAALJ3/c6ZK6jUikATQpHMCwswQAAAABAAMAAAACAAMAAAABAAQAAQD///////8FAAAABAAQAAsrtkiflZrxTJAW2qhjwVKD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R862oda7USFlJIVrbI+tAREYXRhAAUAAAAAAk5hbWUADQAAAExpbmtEYXRhTGlzdAAQVmVyc2lvbgAAAAAACUxhc3RXcml0ZQD2LbV9kAEAAAABAP////9hAGEAAAAFX2lkABAAAAAEJ3/c6ZK6jUikATQpHMCwswREYXRhAAUAAAAAAk5hbWUADQAAAExpbmtEYXRhTGlzdAAQVmVyc2lvbgABAAAACUxhc3RXcml0ZQD2LbV9kAEAAAACAP////9wAHAAAAAFX2lkABAAAAAEK7ZIn5Wa8UyQFtqoY8FSgwNEYXRhABYAAAACUGVyc29uYWxJZAABAAAAAAACTmFtZQALAAAAUGVyc29uYWxJZAAQVmVyc2lvbgAAAAAACUxhc3RXcml0ZQAXLrV9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56927442433426"/>
  <p:tag name="EMPOWERCHARTSPROPERTIES_B_LENGTH" val="24576"/>
  <p:tag name="DOWN_MIGRATION_INITIAL_LAYOUT_REQUIRED" val="9.2.99"/>
  <p:tag name="RUNTIME_ID" val="f35e963b-67dd-43fb-bcc1-a4af9eb147b8"/>
</p:tagLst>
</file>

<file path=ppt/tags/tag1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BAD///////////////////////////////////////////////////////////////////////////////////////////////////////////////////////////////////////////////////////////////////////////////////////////////////////////////////////////////////////////////////////////////////////////////////////////////////////////////////////////////////////////////////////////////////////////////////////////////////////////////////////////////////////////////////////////////////////////////////////////////////////////////8BACAA////////////////AAAO////////AwAAAAMA////////////////////////////////////////////////////////////////////////////////////////////////////////////////////////////////////////////////////////////////////////////////////////////////////////////////////////////////////////////////////////////////////////////////////////////////////////////////////////////////////////////////////////////////////////////////////////////////////////////////////////////////////////////////////////////////////////////////////////////////////////////////////////AgABAP///////wUAAAACABAAC5UfOtqHWu1EhZSSFa2yPrQEAAAAAAADAAAABAADAAAAAwADAAEA////////BQAAAAMAEAALJ3/c6ZK6jUikATQpHMCwswQAAAABAAMAAAACAAMAAAABAAQAAQD///////8FAAAABAAQAAsrtkiflZrxTJAW2qhjwVKD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R862oda7USFlJIVrbI+tAREYXRhAAUAAAAAAk5hbWUADQAAAExpbmtEYXRhTGlzdAAQVmVyc2lvbgAAAAAACUxhc3RXcml0ZQD2LbV9kAEAAAABAP////9hAGEAAAAFX2lkABAAAAAEJ3/c6ZK6jUikATQpHMCwswREYXRhAAUAAAAAAk5hbWUADQAAAExpbmtEYXRhTGlzdAAQVmVyc2lvbgABAAAACUxhc3RXcml0ZQD2LbV9kAEAAAACAP////9wAHAAAAAFX2lkABAAAAAEK7ZIn5Wa8UyQFtqoY8FSgwNEYXRhABYAAAACUGVyc29uYWxJZAABAAAAAAACTmFtZQALAAAAUGVyc29uYWxJZAAQVmVyc2lvbgAAAAAACUxhc3RXcml0ZQAXLrV9k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556927442433426"/>
  <p:tag name="EMPOWERCHARTSPROPERTIES_B_LENGTH" val="24576"/>
  <p:tag name="DOWN_MIGRATION_INITIAL_LAYOUT_REQUIRED" val="9.2.99"/>
  <p:tag name="RUNTIME_ID" val="f35e963b-67dd-43fb-bcc1-a4af9eb147b8"/>
</p:tagLst>
</file>

<file path=ppt/theme/theme1.xml><?xml version="1.0" encoding="utf-8"?>
<a:theme xmlns:a="http://schemas.openxmlformats.org/drawingml/2006/main" name="Isio A4 Landscape Template">
  <a:themeElements>
    <a:clrScheme name="Isio Colours">
      <a:dk1>
        <a:srgbClr val="000000"/>
      </a:dk1>
      <a:lt1>
        <a:srgbClr val="FFFFFF"/>
      </a:lt1>
      <a:dk2>
        <a:srgbClr val="4F5353"/>
      </a:dk2>
      <a:lt2>
        <a:srgbClr val="00BA8D"/>
      </a:lt2>
      <a:accent1>
        <a:srgbClr val="E76151"/>
      </a:accent1>
      <a:accent2>
        <a:srgbClr val="B22470"/>
      </a:accent2>
      <a:accent3>
        <a:srgbClr val="3B3482"/>
      </a:accent3>
      <a:accent4>
        <a:srgbClr val="FF9F00"/>
      </a:accent4>
      <a:accent5>
        <a:srgbClr val="87D6BB"/>
      </a:accent5>
      <a:accent6>
        <a:srgbClr val="959898"/>
      </a:accent6>
      <a:hlink>
        <a:srgbClr val="D480A9"/>
      </a:hlink>
      <a:folHlink>
        <a:srgbClr val="8885B4"/>
      </a:folHlink>
    </a:clrScheme>
    <a:fontScheme name="Custom 1">
      <a:majorFont>
        <a:latin typeface="TT Hoves DemiBold"/>
        <a:ea typeface=""/>
        <a:cs typeface=""/>
      </a:majorFont>
      <a:minorFont>
        <a:latin typeface="TT Hove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72000" tIns="72000" rIns="72000" bIns="72000" rtlCol="0" anchor="t"/>
      <a:lstStyle>
        <a:defPPr algn="l">
          <a:spcAft>
            <a:spcPts val="600"/>
          </a:spcAft>
          <a:defRPr sz="1100" dirty="0" err="1">
            <a:solidFill>
              <a:schemeClr val="tx1"/>
            </a:solidFill>
          </a:defRPr>
        </a:defPPr>
      </a:lstStyle>
      <a:style>
        <a:lnRef idx="0">
          <a:scrgbClr r="0" g="0" b="0"/>
        </a:lnRef>
        <a:fillRef idx="0">
          <a:scrgbClr r="0" g="0" b="0"/>
        </a:fillRef>
        <a:effectRef idx="0">
          <a:scrgbClr r="0" g="0" b="0"/>
        </a:effectRef>
        <a:fontRef idx="minor">
          <a:schemeClr val="lt1"/>
        </a:fontRef>
      </a:style>
    </a:spDef>
    <a:lnDef>
      <a:spPr>
        <a:ln w="25400">
          <a:solidFill>
            <a:schemeClr val="accent6"/>
          </a:solidFill>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0" algn="l">
          <a:spcAft>
            <a:spcPts val="600"/>
          </a:spcAft>
          <a:defRPr sz="1100" dirty="0" err="1" smtClean="0"/>
        </a:defPPr>
      </a:lstStyle>
    </a:txDef>
  </a:objectDefaults>
  <a:extraClrSchemeLst/>
  <a:custClrLst>
    <a:custClr name="Dark Green">
      <a:srgbClr val="00BA8D"/>
    </a:custClr>
    <a:custClr name="Dark Grey">
      <a:srgbClr val="4F5353"/>
    </a:custClr>
    <a:custClr name="Red">
      <a:srgbClr val="E76151"/>
    </a:custClr>
    <a:custClr name="Pink">
      <a:srgbClr val="B22470"/>
    </a:custClr>
    <a:custClr name="Dark Purple">
      <a:srgbClr val="3B3482"/>
    </a:custClr>
    <a:custClr name="Orange">
      <a:srgbClr val="FF9F00"/>
    </a:custClr>
    <a:custClr name="Blank 1">
      <a:srgbClr val="FFFFFF"/>
    </a:custClr>
    <a:custClr name="Blank 2">
      <a:srgbClr val="FFFFFF"/>
    </a:custClr>
    <a:custClr name="Blank 3">
      <a:srgbClr val="FFFFFF"/>
    </a:custClr>
    <a:custClr name="Blank 4">
      <a:srgbClr val="FFFFFF"/>
    </a:custClr>
    <a:custClr name="Dark Green-60">
      <a:srgbClr val="66D6BB"/>
    </a:custClr>
    <a:custClr name="Dark Grey-60">
      <a:srgbClr val="959898"/>
    </a:custClr>
    <a:custClr name="Red-60">
      <a:srgbClr val="F1A097"/>
    </a:custClr>
    <a:custClr name="Pink-60">
      <a:srgbClr val="D17CA9"/>
    </a:custClr>
    <a:custClr name="Dark Purple-60">
      <a:srgbClr val="8985B4"/>
    </a:custClr>
    <a:custClr name="Orange-60">
      <a:srgbClr val="FFC566"/>
    </a:custClr>
    <a:custClr name="Blank 5">
      <a:srgbClr val="FFFFFF"/>
    </a:custClr>
    <a:custClr name="Blank 6">
      <a:srgbClr val="FFFFFF"/>
    </a:custClr>
    <a:custClr name="Blank 7">
      <a:srgbClr val="FFFFFF"/>
    </a:custClr>
    <a:custClr name="Blank 8">
      <a:srgbClr val="FFFFFF"/>
    </a:custClr>
    <a:custClr name="Dark Green-40">
      <a:srgbClr val="AFE4D1"/>
    </a:custClr>
    <a:custClr name="Dark Grey-40">
      <a:srgbClr val="B9BABA"/>
    </a:custClr>
    <a:custClr name="Red-40">
      <a:srgbClr val="F8C1BA"/>
    </a:custClr>
    <a:custClr name="Pink-40">
      <a:srgbClr val="E4ABC7"/>
    </a:custClr>
    <a:custClr name="Dark Purple-40">
      <a:srgbClr val="B2AECE"/>
    </a:custClr>
    <a:custClr name="Orange-40">
      <a:srgbClr val="FFDAAA"/>
    </a:custClr>
    <a:custClr name="Blank 9">
      <a:srgbClr val="FFFFFF"/>
    </a:custClr>
    <a:custClr name="Blank 10">
      <a:srgbClr val="FFFFFF"/>
    </a:custClr>
    <a:custClr name="Blank 11">
      <a:srgbClr val="FFFFFF"/>
    </a:custClr>
    <a:custClr name="Blank 12">
      <a:srgbClr val="FFFFFF"/>
    </a:custClr>
    <a:custClr name="Dark Green-10">
      <a:srgbClr val="ECF9F4"/>
    </a:custClr>
    <a:custClr name="Dark Grey-10">
      <a:srgbClr val="EEEEEE"/>
    </a:custClr>
    <a:custClr name="Red-10">
      <a:srgbClr val="FDEFED"/>
    </a:custClr>
    <a:custClr name="Pink-10">
      <a:srgbClr val="F9EBF2"/>
    </a:custClr>
    <a:custClr name="Dark Purple-10">
      <a:srgbClr val="EDEBF4"/>
    </a:custClr>
    <a:custClr name="Orange-10">
      <a:srgbClr val="FFF6EB"/>
    </a:custClr>
    <a:custClr name="Blank 13">
      <a:srgbClr val="FFFFFF"/>
    </a:custClr>
    <a:custClr name="Blank 14">
      <a:srgbClr val="FFFFFF"/>
    </a:custClr>
    <a:custClr name="Blank 15">
      <a:srgbClr val="FFFFFF"/>
    </a:custClr>
    <a:custClr name="Blank 16">
      <a:srgbClr val="FFFFFF"/>
    </a:custClr>
  </a:custClrLst>
  <a:extLst>
    <a:ext uri="{05A4C25C-085E-4340-85A3-A5531E510DB2}">
      <thm15:themeFamily xmlns:thm15="http://schemas.microsoft.com/office/thememl/2012/main" name="Presentation8" id="{B8D40AC5-5301-4F44-B651-7E2B03F054B2}" vid="{8FFF5B33-9701-A24F-8F12-1E268DCBE8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FE2C5388CADC4892DAFB49EF11C120" ma:contentTypeVersion="13" ma:contentTypeDescription="Create a new document." ma:contentTypeScope="" ma:versionID="52409f5e282d0ac14851bdd2092f621f">
  <xsd:schema xmlns:xsd="http://www.w3.org/2001/XMLSchema" xmlns:xs="http://www.w3.org/2001/XMLSchema" xmlns:p="http://schemas.microsoft.com/office/2006/metadata/properties" xmlns:ns2="d17d1a26-9193-4103-916c-339a083bce31" xmlns:ns3="1812765a-62af-4eab-9818-39d2c6522f60" targetNamespace="http://schemas.microsoft.com/office/2006/metadata/properties" ma:root="true" ma:fieldsID="69fecb78c7595864d39a5f36f10e0cdd" ns2:_="" ns3:_="">
    <xsd:import namespace="d17d1a26-9193-4103-916c-339a083bce31"/>
    <xsd:import namespace="1812765a-62af-4eab-9818-39d2c6522f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7d1a26-9193-4103-916c-339a083bce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38389ea-7b2c-4424-a57b-92dcd6d17e2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812765a-62af-4eab-9818-39d2c6522f6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38be43-ab0b-4d63-9d7a-2fd44e557627}" ma:internalName="TaxCatchAll" ma:showField="CatchAllData" ma:web="1812765a-62af-4eab-9818-39d2c6522f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17d1a26-9193-4103-916c-339a083bce31">
      <Terms xmlns="http://schemas.microsoft.com/office/infopath/2007/PartnerControls"/>
    </lcf76f155ced4ddcb4097134ff3c332f>
    <TaxCatchAll xmlns="1812765a-62af-4eab-9818-39d2c6522f6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C0812F-6BDC-40EE-9AB9-6551AE21C245}">
  <ds:schemaRefs>
    <ds:schemaRef ds:uri="1812765a-62af-4eab-9818-39d2c6522f60"/>
    <ds:schemaRef ds:uri="d17d1a26-9193-4103-916c-339a083bce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61A5DA9-8780-44DA-8706-4F362CF84776}">
  <ds:schemaRefs>
    <ds:schemaRef ds:uri="1812765a-62af-4eab-9818-39d2c6522f60"/>
    <ds:schemaRef ds:uri="d17d1a26-9193-4103-916c-339a083bce3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2EB2BA-2CC6-416C-A728-E2053FFB69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Isio A4 Landscape Template</Template>
  <TotalTime>1</TotalTime>
  <Words>6738</Words>
  <Application>Microsoft Macintosh PowerPoint</Application>
  <PresentationFormat>Custom</PresentationFormat>
  <Paragraphs>455</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Helvetica Now Text</vt:lpstr>
      <vt:lpstr>TT Hoves DemiBold</vt:lpstr>
      <vt:lpstr>TT Hoves Light</vt:lpstr>
      <vt:lpstr>Wingdings</vt:lpstr>
      <vt:lpstr>Isio A4 Landscape Template</vt:lpstr>
      <vt:lpstr>PowerPoint Presentation</vt:lpstr>
      <vt:lpstr>Executive summary </vt:lpstr>
      <vt:lpstr>Executive summary </vt:lpstr>
      <vt:lpstr>Executive summary </vt:lpstr>
      <vt:lpstr>Executive summary </vt:lpstr>
      <vt:lpstr>Layout option</vt:lpstr>
      <vt:lpstr>PowerPoint Presentation</vt:lpstr>
      <vt:lpstr>Case study</vt:lpstr>
      <vt:lpstr>Case study</vt:lpstr>
      <vt:lpstr>Case study</vt:lpstr>
      <vt:lpstr>PowerPoint Presentation</vt:lpstr>
      <vt:lpstr>Question</vt:lpstr>
      <vt:lpstr>Questions</vt:lpstr>
      <vt:lpstr>Questions</vt:lpstr>
      <vt:lpstr>Questions</vt:lpstr>
      <vt:lpstr>Questions</vt:lpstr>
      <vt:lpstr>Questions</vt:lpstr>
      <vt:lpstr>PowerPoint Presentation</vt:lpstr>
      <vt:lpstr>Layout option</vt:lpstr>
      <vt:lpstr>Layout option </vt:lpstr>
      <vt:lpstr>Layout option</vt:lpstr>
      <vt:lpstr>Layout option</vt:lpstr>
      <vt:lpstr>Layout option</vt:lpstr>
      <vt:lpstr>Layout option</vt:lpstr>
      <vt:lpstr>Layout option</vt:lpstr>
      <vt:lpstr>Layout option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Jayvin Sudra</dc:creator>
  <cp:lastModifiedBy>Jayvin Sudra</cp:lastModifiedBy>
  <cp:revision>1</cp:revision>
  <dcterms:created xsi:type="dcterms:W3CDTF">2026-06-29T20:39:22Z</dcterms:created>
  <dcterms:modified xsi:type="dcterms:W3CDTF">2026-06-29T20:40:44Z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0x010100B5FE2C5388CADC4892DAFB49EF11C120</vt:lpwstr>
  </property>
  <property fmtid="{D5CDD505-2E9C-101B-9397-08002B2CF9AE}" pid="3" name="MediaServiceImageTags">
    <vt:lpwstr/>
  </property>
  <property fmtid="{D5CDD505-2E9C-101B-9397-08002B2CF9AE}" pid="4" name="MSIP_Label_fa45f789-1f0b-4e07-bb5a-5b7474c73833_SetDate">
    <vt:lpwstr>2024-11-01T01:12:32Z</vt:lpwstr>
  </property>
  <property fmtid="{D5CDD505-2E9C-101B-9397-08002B2CF9AE}" pid="5" name="MSIP_Label_875a5b46-6a40-4ffc-90be-3fcbddbfaaf1_SetDate">
    <vt:lpwstr>2024-11-01T01:12:32Z</vt:lpwstr>
  </property>
  <property fmtid="{D5CDD505-2E9C-101B-9397-08002B2CF9AE}" pid="6" name="MSIP_Label_875a5b46-6a40-4ffc-90be-3fcbddbfaaf1_Extended_MSFT_Method">
    <vt:lpwstr>Standard</vt:lpwstr>
  </property>
  <property fmtid="{D5CDD505-2E9C-101B-9397-08002B2CF9AE}" pid="7" name="Sensitivity">
    <vt:lpwstr>CONFIDENTIAL \ CONFIDENTIAL CONFIDENTIAL</vt:lpwstr>
  </property>
  <property fmtid="{D5CDD505-2E9C-101B-9397-08002B2CF9AE}" pid="8" name="MSIP_Label_fa45f789-1f0b-4e07-bb5a-5b7474c73833_Extended_MSFT_Method">
    <vt:lpwstr>Standard</vt:lpwstr>
  </property>
  <property fmtid="{D5CDD505-2E9C-101B-9397-08002B2CF9AE}" pid="9" name="MSIP_Label_fa45f789-1f0b-4e07-bb5a-5b7474c73833_ActionId">
    <vt:lpwstr>f49881a2-991c-49f5-bd6e-c9b48059cc77</vt:lpwstr>
  </property>
  <property fmtid="{D5CDD505-2E9C-101B-9397-08002B2CF9AE}" pid="10" name="MSIP_Label_875a5b46-6a40-4ffc-90be-3fcbddbfaaf1_Parent">
    <vt:lpwstr>fa45f789-1f0b-4e07-bb5a-5b7474c73833</vt:lpwstr>
  </property>
  <property fmtid="{D5CDD505-2E9C-101B-9397-08002B2CF9AE}" pid="11" name="MSIP_Label_875a5b46-6a40-4ffc-90be-3fcbddbfaaf1_Name">
    <vt:lpwstr>CONFIDENTIAL \ CONFIDENTIAL</vt:lpwstr>
  </property>
  <property fmtid="{D5CDD505-2E9C-101B-9397-08002B2CF9AE}" pid="12" name="MSIP_Label_fa45f789-1f0b-4e07-bb5a-5b7474c73833_SiteId">
    <vt:lpwstr>94cfddbc-0627-494a-ad7a-29aea3aea832</vt:lpwstr>
  </property>
  <property fmtid="{D5CDD505-2E9C-101B-9397-08002B2CF9AE}" pid="13" name="MSIP_Label_fa45f789-1f0b-4e07-bb5a-5b7474c73833_Enabled">
    <vt:lpwstr>True</vt:lpwstr>
  </property>
  <property fmtid="{D5CDD505-2E9C-101B-9397-08002B2CF9AE}" pid="14" name="MSIP_Label_fa45f789-1f0b-4e07-bb5a-5b7474c73833_Name">
    <vt:lpwstr>CONFIDENTIAL</vt:lpwstr>
  </property>
  <property fmtid="{D5CDD505-2E9C-101B-9397-08002B2CF9AE}" pid="15" name="MSIP_Label_875a5b46-6a40-4ffc-90be-3fcbddbfaaf1_Removed">
    <vt:lpwstr>False</vt:lpwstr>
  </property>
  <property fmtid="{D5CDD505-2E9C-101B-9397-08002B2CF9AE}" pid="16" name="MSIP_Label_875a5b46-6a40-4ffc-90be-3fcbddbfaaf1_Enabled">
    <vt:lpwstr>True</vt:lpwstr>
  </property>
  <property fmtid="{D5CDD505-2E9C-101B-9397-08002B2CF9AE}" pid="17" name="MSIP_Label_875a5b46-6a40-4ffc-90be-3fcbddbfaaf1_ActionId">
    <vt:lpwstr>d954de4f-7930-4a6d-b2cc-63235b65060a</vt:lpwstr>
  </property>
  <property fmtid="{D5CDD505-2E9C-101B-9397-08002B2CF9AE}" pid="18" name="MSIP_Label_875a5b46-6a40-4ffc-90be-3fcbddbfaaf1_SiteId">
    <vt:lpwstr>94cfddbc-0627-494a-ad7a-29aea3aea832</vt:lpwstr>
  </property>
</Properties>
</file>